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theme/theme2.xml" ContentType="application/vnd.openxmlformats-officedocument.theme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0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21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87" r:id="rId2"/>
    <p:sldMasterId id="2147483674" r:id="rId3"/>
  </p:sldMasterIdLst>
  <p:notesMasterIdLst>
    <p:notesMasterId r:id="rId61"/>
  </p:notesMasterIdLst>
  <p:sldIdLst>
    <p:sldId id="1468" r:id="rId4"/>
    <p:sldId id="283" r:id="rId5"/>
    <p:sldId id="302" r:id="rId6"/>
    <p:sldId id="294" r:id="rId7"/>
    <p:sldId id="280" r:id="rId8"/>
    <p:sldId id="1469" r:id="rId9"/>
    <p:sldId id="1470" r:id="rId10"/>
    <p:sldId id="1471" r:id="rId11"/>
    <p:sldId id="1472" r:id="rId12"/>
    <p:sldId id="1476" r:id="rId13"/>
    <p:sldId id="1473" r:id="rId14"/>
    <p:sldId id="1474" r:id="rId15"/>
    <p:sldId id="1475" r:id="rId16"/>
    <p:sldId id="1479" r:id="rId17"/>
    <p:sldId id="1477" r:id="rId18"/>
    <p:sldId id="1478" r:id="rId19"/>
    <p:sldId id="1480" r:id="rId20"/>
    <p:sldId id="287" r:id="rId21"/>
    <p:sldId id="288" r:id="rId22"/>
    <p:sldId id="289" r:id="rId23"/>
    <p:sldId id="1481" r:id="rId24"/>
    <p:sldId id="1482" r:id="rId25"/>
    <p:sldId id="256" r:id="rId26"/>
    <p:sldId id="1486" r:id="rId27"/>
    <p:sldId id="1483" r:id="rId28"/>
    <p:sldId id="1487" r:id="rId29"/>
    <p:sldId id="1484" r:id="rId30"/>
    <p:sldId id="1488" r:id="rId31"/>
    <p:sldId id="1485" r:id="rId32"/>
    <p:sldId id="1491" r:id="rId33"/>
    <p:sldId id="1489" r:id="rId34"/>
    <p:sldId id="1490" r:id="rId35"/>
    <p:sldId id="304" r:id="rId36"/>
    <p:sldId id="305" r:id="rId37"/>
    <p:sldId id="310" r:id="rId38"/>
    <p:sldId id="309" r:id="rId39"/>
    <p:sldId id="311" r:id="rId40"/>
    <p:sldId id="312" r:id="rId41"/>
    <p:sldId id="313" r:id="rId42"/>
    <p:sldId id="324" r:id="rId43"/>
    <p:sldId id="326" r:id="rId44"/>
    <p:sldId id="328" r:id="rId45"/>
    <p:sldId id="325" r:id="rId46"/>
    <p:sldId id="327" r:id="rId47"/>
    <p:sldId id="330" r:id="rId48"/>
    <p:sldId id="1492" r:id="rId49"/>
    <p:sldId id="1493" r:id="rId50"/>
    <p:sldId id="338" r:id="rId51"/>
    <p:sldId id="339" r:id="rId52"/>
    <p:sldId id="340" r:id="rId53"/>
    <p:sldId id="341" r:id="rId54"/>
    <p:sldId id="343" r:id="rId55"/>
    <p:sldId id="344" r:id="rId56"/>
    <p:sldId id="345" r:id="rId57"/>
    <p:sldId id="1494" r:id="rId58"/>
    <p:sldId id="346" r:id="rId59"/>
    <p:sldId id="348" r:id="rId6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0CD1FE1E-1A7C-EB4C-89AF-3CB8BA086AAE}">
          <p14:sldIdLst>
            <p14:sldId id="1468"/>
          </p14:sldIdLst>
        </p14:section>
        <p14:section name="Элементы" id="{053F38AD-7862-FF49-827F-3B18F62CDCC7}">
          <p14:sldIdLst>
            <p14:sldId id="283"/>
            <p14:sldId id="302"/>
            <p14:sldId id="294"/>
            <p14:sldId id="280"/>
            <p14:sldId id="1469"/>
            <p14:sldId id="1470"/>
            <p14:sldId id="1471"/>
            <p14:sldId id="1472"/>
            <p14:sldId id="1476"/>
            <p14:sldId id="1473"/>
            <p14:sldId id="1474"/>
            <p14:sldId id="1475"/>
            <p14:sldId id="1479"/>
            <p14:sldId id="1477"/>
            <p14:sldId id="1478"/>
            <p14:sldId id="1480"/>
          </p14:sldIdLst>
        </p14:section>
        <p14:section name="Разделители" id="{A59863D7-B7A6-714E-9764-1A8EAA6F804B}">
          <p14:sldIdLst>
            <p14:sldId id="287"/>
            <p14:sldId id="288"/>
            <p14:sldId id="289"/>
            <p14:sldId id="1481"/>
            <p14:sldId id="1482"/>
          </p14:sldIdLst>
        </p14:section>
        <p14:section name="Текст" id="{5E10E996-1B28-5840-BE90-D884DDFA1173}">
          <p14:sldIdLst>
            <p14:sldId id="256"/>
            <p14:sldId id="1486"/>
            <p14:sldId id="1483"/>
            <p14:sldId id="1487"/>
            <p14:sldId id="1484"/>
            <p14:sldId id="1488"/>
            <p14:sldId id="1485"/>
            <p14:sldId id="1491"/>
            <p14:sldId id="1489"/>
            <p14:sldId id="1490"/>
          </p14:sldIdLst>
        </p14:section>
        <p14:section name="Фото" id="{0926791A-71AC-7D4E-B606-6667477EDE84}">
          <p14:sldIdLst>
            <p14:sldId id="304"/>
            <p14:sldId id="305"/>
            <p14:sldId id="310"/>
            <p14:sldId id="309"/>
            <p14:sldId id="311"/>
            <p14:sldId id="312"/>
            <p14:sldId id="313"/>
            <p14:sldId id="324"/>
          </p14:sldIdLst>
        </p14:section>
        <p14:section name="карточки" id="{D0479096-1C74-8444-9D41-60C6C55F8121}">
          <p14:sldIdLst>
            <p14:sldId id="326"/>
            <p14:sldId id="328"/>
            <p14:sldId id="325"/>
            <p14:sldId id="327"/>
          </p14:sldIdLst>
        </p14:section>
        <p14:section name="Таблицы" id="{67E505DD-AFA3-2445-9CE9-50519FA94712}">
          <p14:sldIdLst>
            <p14:sldId id="330"/>
            <p14:sldId id="1492"/>
            <p14:sldId id="1493"/>
          </p14:sldIdLst>
        </p14:section>
        <p14:section name="Графики" id="{52407F9E-3642-0A41-9315-19894C84713A}">
          <p14:sldIdLst>
            <p14:sldId id="338"/>
            <p14:sldId id="339"/>
            <p14:sldId id="340"/>
            <p14:sldId id="341"/>
            <p14:sldId id="343"/>
            <p14:sldId id="344"/>
            <p14:sldId id="345"/>
            <p14:sldId id="1494"/>
          </p14:sldIdLst>
        </p14:section>
        <p14:section name="QR-Контакты" id="{A8C7800C-5CF0-694C-BEAE-91B344B4E27C}">
          <p14:sldIdLst>
            <p14:sldId id="346"/>
            <p14:sldId id="348"/>
          </p14:sldIdLst>
        </p14:section>
      </p14:sectionLst>
    </p:ext>
    <p:ext uri="{EFAFB233-063F-42B5-8137-9DF3F51BA10A}">
      <p15:sldGuideLst xmlns:p15="http://schemas.microsoft.com/office/powerpoint/2012/main">
        <p15:guide id="2" pos="2910" userDrawn="1">
          <p15:clr>
            <a:srgbClr val="A4A3A4"/>
          </p15:clr>
        </p15:guide>
        <p15:guide id="3" pos="5337" userDrawn="1">
          <p15:clr>
            <a:srgbClr val="A4A3A4"/>
          </p15:clr>
        </p15:guide>
        <p15:guide id="4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1E0FF"/>
    <a:srgbClr val="2A3238"/>
    <a:srgbClr val="FF3256"/>
    <a:srgbClr val="52F46C"/>
    <a:srgbClr val="4EE967"/>
    <a:srgbClr val="00E0FF"/>
    <a:srgbClr val="62ECFF"/>
    <a:srgbClr val="5CFF8D"/>
    <a:srgbClr val="283438"/>
    <a:srgbClr val="E8FF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0900"/>
    <p:restoredTop sz="94720"/>
  </p:normalViewPr>
  <p:slideViewPr>
    <p:cSldViewPr snapToGrid="0">
      <p:cViewPr>
        <p:scale>
          <a:sx n="169" d="100"/>
          <a:sy n="169" d="100"/>
        </p:scale>
        <p:origin x="1848" y="1176"/>
      </p:cViewPr>
      <p:guideLst>
        <p:guide pos="2910"/>
        <p:guide pos="5337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34" Type="http://schemas.openxmlformats.org/officeDocument/2006/relationships/slide" Target="slides/slide31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63" Type="http://schemas.openxmlformats.org/officeDocument/2006/relationships/viewProps" Target="viewProps.xml"/><Relationship Id="rId7" Type="http://schemas.openxmlformats.org/officeDocument/2006/relationships/slide" Target="slides/slide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5" Type="http://schemas.openxmlformats.org/officeDocument/2006/relationships/slide" Target="slides/slide2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theme" Target="theme/theme1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_____Microsoft_Excel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Текст можно изменить</c:v>
                </c:pt>
              </c:strCache>
            </c:strRef>
          </c:tx>
          <c:spPr>
            <a:gradFill>
              <a:gsLst>
                <a:gs pos="99000">
                  <a:schemeClr val="tx1"/>
                </a:gs>
                <a:gs pos="0">
                  <a:srgbClr val="56FF71"/>
                </a:gs>
              </a:gsLst>
              <a:lin ang="5400000" scaled="1"/>
            </a:gra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gradFill>
                <a:gsLst>
                  <a:gs pos="99000">
                    <a:schemeClr val="bg1"/>
                  </a:gs>
                  <a:gs pos="0">
                    <a:srgbClr val="FF3256"/>
                  </a:gs>
                </a:gsLst>
                <a:lin ang="5400000" scaled="1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538-534D-8313-0F972095789B}"/>
              </c:ext>
            </c:extLst>
          </c:dPt>
          <c:dPt>
            <c:idx val="1"/>
            <c:invertIfNegative val="0"/>
            <c:bubble3D val="0"/>
            <c:spPr>
              <a:gradFill>
                <a:gsLst>
                  <a:gs pos="98000">
                    <a:schemeClr val="bg1"/>
                  </a:gs>
                  <a:gs pos="0">
                    <a:srgbClr val="FF3256"/>
                  </a:gs>
                </a:gsLst>
                <a:lin ang="5400000" scaled="1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538-534D-8313-0F972095789B}"/>
              </c:ext>
            </c:extLst>
          </c:dPt>
          <c:dPt>
            <c:idx val="2"/>
            <c:invertIfNegative val="0"/>
            <c:bubble3D val="0"/>
            <c:spPr>
              <a:gradFill>
                <a:gsLst>
                  <a:gs pos="99000">
                    <a:schemeClr val="bg1"/>
                  </a:gs>
                  <a:gs pos="0">
                    <a:srgbClr val="56FF71"/>
                  </a:gs>
                </a:gsLst>
                <a:lin ang="5400000" scaled="1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538-534D-8313-0F972095789B}"/>
              </c:ext>
            </c:extLst>
          </c:dPt>
          <c:dPt>
            <c:idx val="3"/>
            <c:invertIfNegative val="0"/>
            <c:bubble3D val="0"/>
            <c:spPr>
              <a:gradFill>
                <a:gsLst>
                  <a:gs pos="99000">
                    <a:schemeClr val="bg1"/>
                  </a:gs>
                  <a:gs pos="0">
                    <a:srgbClr val="56FF71"/>
                  </a:gs>
                </a:gsLst>
                <a:lin ang="5400000" scaled="1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6-D538-534D-8313-0F972095789B}"/>
              </c:ext>
            </c:extLst>
          </c:dPt>
          <c:dPt>
            <c:idx val="4"/>
            <c:invertIfNegative val="0"/>
            <c:bubble3D val="0"/>
            <c:spPr>
              <a:gradFill>
                <a:gsLst>
                  <a:gs pos="99000">
                    <a:schemeClr val="bg1"/>
                  </a:gs>
                  <a:gs pos="0">
                    <a:srgbClr val="56FF71"/>
                  </a:gs>
                </a:gsLst>
                <a:lin ang="5400000" scaled="1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4-D538-534D-8313-0F972095789B}"/>
              </c:ext>
            </c:extLst>
          </c:dPt>
          <c:dPt>
            <c:idx val="5"/>
            <c:invertIfNegative val="0"/>
            <c:bubble3D val="0"/>
            <c:spPr>
              <a:gradFill>
                <a:gsLst>
                  <a:gs pos="99000">
                    <a:schemeClr val="bg1"/>
                  </a:gs>
                  <a:gs pos="0">
                    <a:srgbClr val="56FF71"/>
                  </a:gs>
                </a:gsLst>
                <a:lin ang="5400000" scaled="1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538-534D-8313-0F972095789B}"/>
              </c:ext>
            </c:extLst>
          </c:dPt>
          <c:dPt>
            <c:idx val="6"/>
            <c:invertIfNegative val="0"/>
            <c:bubble3D val="0"/>
            <c:spPr>
              <a:gradFill>
                <a:gsLst>
                  <a:gs pos="99000">
                    <a:schemeClr val="bg1"/>
                  </a:gs>
                  <a:gs pos="0">
                    <a:srgbClr val="56FF71"/>
                  </a:gs>
                </a:gsLst>
                <a:lin ang="5400000" scaled="1"/>
              </a:gra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8-D538-534D-8313-0F972095789B}"/>
              </c:ext>
            </c:extLst>
          </c:dPt>
          <c:dLbls>
            <c:dLbl>
              <c:idx val="0"/>
              <c:layout>
                <c:manualLayout>
                  <c:x val="-2.1142000125855642E-3"/>
                  <c:y val="-0.14872074291952703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defRPr>
                    </a:pPr>
                    <a:r>
                      <a:rPr lang="en-US" sz="2000" b="1" i="0" dirty="0">
                        <a:solidFill>
                          <a:srgbClr val="FF3256"/>
                        </a:solidFill>
                        <a:effectLst/>
                        <a:latin typeface="SB Sans Display Semibold" panose="020B0503040504020204" pitchFamily="34" charset="0"/>
                        <a:cs typeface="SB Sans Display Semibold" panose="020B0503040504020204" pitchFamily="34" charset="0"/>
                      </a:rPr>
                      <a:t>201</a:t>
                    </a:r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1" i="0" u="none" strike="noStrike" kern="1200" baseline="0">
                      <a:solidFill>
                        <a:srgbClr val="56FF71"/>
                      </a:solidFill>
                      <a:effectLst/>
                      <a:latin typeface="SB Sans Display Semibold" panose="020B0503040504020204" pitchFamily="34" charset="0"/>
                      <a:ea typeface="SB Sans Text Light" panose="020B0303040504020204" pitchFamily="34" charset="0"/>
                      <a:cs typeface="SB Sans Display Semibold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6424307645743307E-2"/>
                      <c:h val="0.10176660496840011"/>
                    </c:manualLayout>
                  </c15:layout>
                  <c15:showDataLabelsRange val="0"/>
                </c:ext>
                <c:ext xmlns:c16="http://schemas.microsoft.com/office/drawing/2014/chart" uri="{C3380CC4-5D6E-409C-BE32-E72D297353CC}">
                  <c16:uniqueId val="{00000001-D538-534D-8313-0F972095789B}"/>
                </c:ext>
              </c:extLst>
            </c:dLbl>
            <c:dLbl>
              <c:idx val="1"/>
              <c:layout>
                <c:manualLayout>
                  <c:x val="4.1618929734858228E-8"/>
                  <c:y val="-0.20265228605966115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5F9F147C-F071-7848-AE45-705355CD2F65}" type="VALUE">
                      <a:rPr lang="en-US" sz="2000" b="1" i="0" u="none" strike="noStrike" kern="1200" baseline="0">
                        <a:solidFill>
                          <a:srgbClr val="FF3256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399942829278136"/>
                      <c:h val="0.10314874780222838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D538-534D-8313-0F972095789B}"/>
                </c:ext>
              </c:extLst>
            </c:dLbl>
            <c:dLbl>
              <c:idx val="2"/>
              <c:layout>
                <c:manualLayout>
                  <c:x val="3.8760648811458194E-17"/>
                  <c:y val="-0.27233988969249373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E099F857-FD7A-794D-800B-A64770643329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1809453347009462E-2"/>
                      <c:h val="0.10702576381652726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D538-534D-8313-0F972095789B}"/>
                </c:ext>
              </c:extLst>
            </c:dLbl>
            <c:dLbl>
              <c:idx val="3"/>
              <c:layout>
                <c:manualLayout>
                  <c:x val="0"/>
                  <c:y val="-0.30918649057527919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3D98246C-B468-0F42-BD94-77CB9E5BCB36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5124394362678569E-2"/>
                      <c:h val="9.7735763187448227E-2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6-D538-534D-8313-0F972095789B}"/>
                </c:ext>
              </c:extLst>
            </c:dLbl>
            <c:dLbl>
              <c:idx val="4"/>
              <c:layout>
                <c:manualLayout>
                  <c:x val="0"/>
                  <c:y val="-0.38478410533571034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41AD9ABE-8EA1-854C-A439-A178A7128C32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306223681650359"/>
                      <c:h val="0.10499107970572956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4-D538-534D-8313-0F972095789B}"/>
                </c:ext>
              </c:extLst>
            </c:dLbl>
            <c:dLbl>
              <c:idx val="5"/>
              <c:layout>
                <c:manualLayout>
                  <c:x val="0"/>
                  <c:y val="-0.40790150795136088"/>
                </c:manualLayout>
              </c:layout>
              <c:tx>
                <c:rich>
                  <a:bodyPr/>
                  <a:lstStyle/>
                  <a:p>
                    <a:fld id="{7607D322-33FD-D146-A0CB-E698E5CA4C27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/>
                      <a:t>[ЗНАЧЕНИЕ]</a:t>
                    </a:fld>
                    <a:endParaRPr lang="ru-RU"/>
                  </a:p>
                </c:rich>
              </c:tx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0.1004099236842927"/>
                      <c:h val="8.7647561106889899E-2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D538-534D-8313-0F972095789B}"/>
                </c:ext>
              </c:extLst>
            </c:dLbl>
            <c:dLbl>
              <c:idx val="6"/>
              <c:layout>
                <c:manualLayout>
                  <c:x val="-1.5504259524583278E-16"/>
                  <c:y val="-0.43355670560366977"/>
                </c:manualLayout>
              </c:layout>
              <c:tx>
                <c:rich>
                  <a:bodyPr rot="0" spcFirstLastPara="1" vertOverflow="ellipsis" vert="horz" wrap="square" lIns="38100" tIns="19050" rIns="38100" bIns="19050" anchor="ctr" anchorCtr="1">
                    <a:noAutofit/>
                  </a:bodyPr>
                  <a:lstStyle/>
                  <a:p>
                    <a:pPr>
                      <a:defRPr sz="2000" b="0" i="0" u="none" strike="noStrike" kern="1200" baseline="0">
                        <a:solidFill>
                          <a:schemeClr val="accent3"/>
                        </a:solidFill>
                        <a:effectLst/>
                        <a:latin typeface="SB Sans Display" panose="020B0503040504020204" pitchFamily="34" charset="0"/>
                        <a:ea typeface="SB Sans Text Light" panose="020B0303040504020204" pitchFamily="34" charset="0"/>
                        <a:cs typeface="SB Sans Display" panose="020B0503040504020204" pitchFamily="34" charset="0"/>
                      </a:defRPr>
                    </a:pPr>
                    <a:fld id="{2FF12A90-D624-DE4A-ADFD-AD31BA91AB27}" type="VALUE">
                      <a:rPr lang="en-US" sz="2000" b="1" i="0" u="none" strike="noStrike" kern="1200" baseline="0">
                        <a:solidFill>
                          <a:srgbClr val="56FF71"/>
                        </a:solidFill>
                        <a:effectLst/>
                        <a:latin typeface="SB Sans Display Semibold" panose="020B0503040504020204" pitchFamily="34" charset="0"/>
                        <a:ea typeface="SB Sans Text Light" panose="020B0303040504020204" pitchFamily="34" charset="0"/>
                        <a:cs typeface="SB Sans Display Semibold" panose="020B0503040504020204" pitchFamily="34" charset="0"/>
                      </a:rPr>
                      <a:pPr>
                        <a:defRPr sz="2000">
                          <a:solidFill>
                            <a:schemeClr val="accent3"/>
                          </a:solidFill>
                          <a:effectLst/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defRPr>
                      </a:pPr>
                      <a:t>[ЗНАЧЕНИЕ]</a:t>
                    </a:fld>
                    <a:endParaRPr lang="ru-RU"/>
                  </a:p>
                </c:rich>
              </c:tx>
              <c:spPr>
                <a:noFill/>
                <a:ln>
                  <a:noFill/>
                </a:ln>
                <a:effectLst/>
              </c:spPr>
              <c:txPr>
                <a:bodyPr rot="0" spcFirstLastPara="1" vertOverflow="ellipsis" vert="horz" wrap="square" lIns="38100" tIns="19050" rIns="38100" bIns="19050" anchor="ctr" anchorCtr="1">
                  <a:noAutofit/>
                </a:bodyPr>
                <a:lstStyle/>
                <a:p>
                  <a:pPr>
                    <a:defRPr sz="2000" b="0" i="0" u="none" strike="noStrike" kern="1200" baseline="0">
                      <a:solidFill>
                        <a:schemeClr val="accent3"/>
                      </a:solidFill>
                      <a:effectLst/>
                      <a:latin typeface="SB Sans Display" panose="020B0503040504020204" pitchFamily="34" charset="0"/>
                      <a:ea typeface="SB Sans Text Light" panose="020B0303040504020204" pitchFamily="34" charset="0"/>
                      <a:cs typeface="SB Sans Display" panose="020B0503040504020204" pitchFamily="34" charset="0"/>
                    </a:defRPr>
                  </a:pPr>
                  <a:endParaRPr lang="ru-RU"/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layout>
                    <c:manualLayout>
                      <c:w val="9.0800558255284089E-2"/>
                      <c:h val="8.8401986752798575E-2"/>
                    </c:manualLayout>
                  </c15:layout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8-D538-534D-8313-0F972095789B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2000" b="0" i="0" u="none" strike="noStrike" kern="1200" baseline="0">
                    <a:solidFill>
                      <a:schemeClr val="accent3"/>
                    </a:solidFill>
                    <a:effectLst/>
                    <a:latin typeface="SB Sans Display" panose="020B0503040504020204" pitchFamily="34" charset="0"/>
                    <a:ea typeface="SB Sans Text Light" panose="020B0303040504020204" pitchFamily="34" charset="0"/>
                    <a:cs typeface="SB Sans Display" panose="020B0503040504020204" pitchFamily="34" charset="0"/>
                  </a:defRPr>
                </a:pPr>
                <a:endParaRPr lang="ru-RU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numRef>
              <c:f>Лист1!$A$2:$A$8</c:f>
              <c:numCache>
                <c:formatCode>General</c:formatCode>
                <c:ptCount val="7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  <c:pt idx="5">
                  <c:v>2025</c:v>
                </c:pt>
                <c:pt idx="6">
                  <c:v>2026</c:v>
                </c:pt>
              </c:numCache>
            </c:numRef>
          </c:cat>
          <c:val>
            <c:numRef>
              <c:f>Лист1!$B$2:$B$8</c:f>
              <c:numCache>
                <c:formatCode>General</c:formatCode>
                <c:ptCount val="7"/>
                <c:pt idx="0">
                  <c:v>202</c:v>
                </c:pt>
                <c:pt idx="1">
                  <c:v>324</c:v>
                </c:pt>
                <c:pt idx="2">
                  <c:v>455</c:v>
                </c:pt>
                <c:pt idx="3">
                  <c:v>526</c:v>
                </c:pt>
                <c:pt idx="4">
                  <c:v>688</c:v>
                </c:pt>
                <c:pt idx="5">
                  <c:v>733</c:v>
                </c:pt>
                <c:pt idx="6">
                  <c:v>812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9-D538-534D-8313-0F97209578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39"/>
        <c:overlap val="100"/>
        <c:axId val="73857967"/>
        <c:axId val="73821695"/>
      </c:barChart>
      <c:catAx>
        <c:axId val="73857967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9525" cap="flat" cmpd="sng" algn="ctr">
            <a:solidFill>
              <a:srgbClr val="2A3238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lnSpc>
                <a:spcPct val="200000"/>
              </a:lnSpc>
              <a:defRPr sz="1200" b="0" i="0" u="none" strike="noStrike" kern="1200" baseline="0">
                <a:solidFill>
                  <a:srgbClr val="2A3238"/>
                </a:solidFill>
                <a:latin typeface="SB Sans Text Light" panose="020B0303040504020204" pitchFamily="34" charset="0"/>
                <a:ea typeface="+mn-ea"/>
                <a:cs typeface="SB Sans Text Light" panose="020B0303040504020204" pitchFamily="34" charset="0"/>
              </a:defRPr>
            </a:pPr>
            <a:endParaRPr lang="ru-RU"/>
          </a:p>
        </c:txPr>
        <c:crossAx val="73821695"/>
        <c:crosses val="autoZero"/>
        <c:auto val="1"/>
        <c:lblAlgn val="ctr"/>
        <c:lblOffset val="100"/>
        <c:noMultiLvlLbl val="0"/>
      </c:catAx>
      <c:valAx>
        <c:axId val="73821695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385796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Текст можно менять</c:v>
                </c:pt>
              </c:strCache>
            </c:strRef>
          </c:tx>
          <c:spPr>
            <a:gradFill>
              <a:gsLst>
                <a:gs pos="0">
                  <a:schemeClr val="bg1"/>
                </a:gs>
                <a:gs pos="100000">
                  <a:srgbClr val="01E0FF"/>
                </a:gs>
              </a:gsLst>
              <a:lin ang="5400000" scaled="0"/>
            </a:gradFill>
            <a:ln>
              <a:noFill/>
            </a:ln>
            <a:effectLst/>
          </c:spPr>
          <c:invertIfNegative val="0"/>
          <c:dPt>
            <c:idx val="4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044F-5548-806B-1225A15C061F}"/>
              </c:ext>
            </c:extLst>
          </c:dPt>
          <c:dLbls>
            <c:dLbl>
              <c:idx val="0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44F-5548-806B-1225A15C061F}"/>
                </c:ext>
              </c:extLst>
            </c:dLbl>
            <c:dLbl>
              <c:idx val="1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044F-5548-806B-1225A15C061F}"/>
                </c:ext>
              </c:extLst>
            </c:dLbl>
            <c:dLbl>
              <c:idx val="2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44F-5548-806B-1225A15C061F}"/>
                </c:ext>
              </c:extLst>
            </c:dLbl>
            <c:dLbl>
              <c:idx val="3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044F-5548-806B-1225A15C061F}"/>
                </c:ext>
              </c:extLst>
            </c:dLbl>
            <c:dLbl>
              <c:idx val="4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044F-5548-806B-1225A15C061F}"/>
                </c:ext>
              </c:extLst>
            </c:dLbl>
            <c:dLbl>
              <c:idx val="5"/>
              <c:dLblPos val="inBase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44F-5548-806B-1225A15C061F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overflow" horzOverflow="overflow" vert="horz" wrap="square" lIns="36000" tIns="108000" rIns="36000" bIns="0" anchor="b" anchorCtr="0">
                <a:spAutoFit/>
              </a:bodyPr>
              <a:lstStyle/>
              <a:p>
                <a:pPr>
                  <a:defRPr sz="2800" b="1" i="0" u="none" strike="noStrike" kern="1200" baseline="0">
                    <a:solidFill>
                      <a:schemeClr val="bg1"/>
                    </a:solidFill>
                    <a:effectLst/>
                    <a:latin typeface="SB Sans Display Semibold" panose="020B0503040504020204" pitchFamily="34" charset="0"/>
                    <a:ea typeface="SB Sans Text Light" panose="020B0303040504020204" pitchFamily="34" charset="0"/>
                    <a:cs typeface="SB Sans Display Semibold" panose="020B0503040504020204" pitchFamily="34" charset="0"/>
                  </a:defRPr>
                </a:pPr>
                <a:endParaRPr lang="ru-RU"/>
              </a:p>
            </c:txPr>
            <c:dLblPos val="inBase"/>
            <c:showLegendKey val="0"/>
            <c:showVal val="0"/>
            <c:showCatName val="0"/>
            <c:showSerName val="0"/>
            <c:showPercent val="0"/>
            <c:showBubbleSize val="0"/>
            <c:extLst>
              <c:ext xmlns:c15="http://schemas.microsoft.com/office/drawing/2012/chart" uri="{CE6537A1-D6FC-4f65-9D91-7224C49458BB}">
                <c15:spPr xmlns:c15="http://schemas.microsoft.com/office/drawing/2012/chart">
                  <a:prstGeom prst="rect">
                    <a:avLst/>
                  </a:prstGeom>
                  <a:noFill/>
                  <a:ln>
                    <a:noFill/>
                  </a:ln>
                </c15:spPr>
                <c15:showLeaderLines val="1"/>
                <c15:leaderLines>
                  <c:spPr>
                    <a:ln w="9525" cap="flat" cmpd="sng" algn="ctr">
                      <a:noFill/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Лист1!$A$2:$A$6</c:f>
              <c:numCache>
                <c:formatCode>General</c:formatCode>
                <c:ptCount val="5"/>
                <c:pt idx="0">
                  <c:v>2020</c:v>
                </c:pt>
                <c:pt idx="1">
                  <c:v>2021</c:v>
                </c:pt>
                <c:pt idx="2">
                  <c:v>2022</c:v>
                </c:pt>
                <c:pt idx="3">
                  <c:v>2023</c:v>
                </c:pt>
                <c:pt idx="4">
                  <c:v>2024</c:v>
                </c:pt>
              </c:numCache>
            </c:numRef>
          </c:cat>
          <c:val>
            <c:numRef>
              <c:f>Лист1!$B$2:$B$6</c:f>
              <c:numCache>
                <c:formatCode>General</c:formatCode>
                <c:ptCount val="5"/>
                <c:pt idx="0">
                  <c:v>355</c:v>
                </c:pt>
                <c:pt idx="1">
                  <c:v>446</c:v>
                </c:pt>
                <c:pt idx="2">
                  <c:v>688</c:v>
                </c:pt>
                <c:pt idx="3">
                  <c:v>733</c:v>
                </c:pt>
                <c:pt idx="4">
                  <c:v>812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044F-5548-806B-1225A15C061F}"/>
            </c:ext>
          </c:extLst>
        </c:ser>
        <c:dLbls>
          <c:dLblPos val="inBase"/>
          <c:showLegendKey val="0"/>
          <c:showVal val="1"/>
          <c:showCatName val="0"/>
          <c:showSerName val="0"/>
          <c:showPercent val="0"/>
          <c:showBubbleSize val="0"/>
        </c:dLbls>
        <c:gapWidth val="83"/>
        <c:overlap val="100"/>
        <c:axId val="73857967"/>
        <c:axId val="73821695"/>
      </c:barChart>
      <c:catAx>
        <c:axId val="73857967"/>
        <c:scaling>
          <c:orientation val="minMax"/>
        </c:scaling>
        <c:delete val="1"/>
        <c:axPos val="b"/>
        <c:numFmt formatCode="General" sourceLinked="0"/>
        <c:majorTickMark val="none"/>
        <c:minorTickMark val="none"/>
        <c:tickLblPos val="nextTo"/>
        <c:crossAx val="73821695"/>
        <c:crosses val="autoZero"/>
        <c:auto val="1"/>
        <c:lblAlgn val="ctr"/>
        <c:lblOffset val="100"/>
        <c:noMultiLvlLbl val="0"/>
      </c:catAx>
      <c:valAx>
        <c:axId val="73821695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73857967"/>
        <c:crosses val="autoZero"/>
        <c:crossBetween val="between"/>
      </c:valAx>
      <c:spPr>
        <a:noFill/>
        <a:ln w="25400"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ru-RU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4.0788518582817908E-2"/>
          <c:y val="5.7483742673045068E-2"/>
          <c:w val="0.94676762020017247"/>
          <c:h val="0.76401131732819971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Лист1!$B$1</c:f>
              <c:strCache>
                <c:ptCount val="1"/>
                <c:pt idx="0">
                  <c:v>1 Ряд. Текст можно изменить</c:v>
                </c:pt>
              </c:strCache>
            </c:strRef>
          </c:tx>
          <c:spPr>
            <a:solidFill>
              <a:srgbClr val="FF3256"/>
            </a:solidFill>
            <a:ln>
              <a:noFill/>
            </a:ln>
            <a:effectLst/>
          </c:spPr>
          <c:invertIfNegative val="0"/>
          <c:cat>
            <c:numRef>
              <c:f>Лист1!$A$2:$A$9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Лист1!$B$2:$B$9</c:f>
              <c:numCache>
                <c:formatCode>General</c:formatCode>
                <c:ptCount val="8"/>
                <c:pt idx="0">
                  <c:v>100</c:v>
                </c:pt>
                <c:pt idx="1">
                  <c:v>170</c:v>
                </c:pt>
                <c:pt idx="2">
                  <c:v>220</c:v>
                </c:pt>
                <c:pt idx="3">
                  <c:v>140</c:v>
                </c:pt>
                <c:pt idx="4">
                  <c:v>230</c:v>
                </c:pt>
                <c:pt idx="5">
                  <c:v>280</c:v>
                </c:pt>
                <c:pt idx="6">
                  <c:v>300</c:v>
                </c:pt>
                <c:pt idx="7">
                  <c:v>310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74E-4142-AED0-1D14D7BAEAD0}"/>
            </c:ext>
          </c:extLst>
        </c:ser>
        <c:ser>
          <c:idx val="1"/>
          <c:order val="1"/>
          <c:tx>
            <c:strRef>
              <c:f>Лист1!$C$1</c:f>
              <c:strCache>
                <c:ptCount val="1"/>
                <c:pt idx="0">
                  <c:v>2 Ряд. Текст можно изменить</c:v>
                </c:pt>
              </c:strCache>
            </c:strRef>
          </c:tx>
          <c:spPr>
            <a:solidFill>
              <a:srgbClr val="56FF71"/>
            </a:solidFill>
            <a:ln>
              <a:noFill/>
            </a:ln>
            <a:effectLst/>
          </c:spPr>
          <c:invertIfNegative val="0"/>
          <c:cat>
            <c:numRef>
              <c:f>Лист1!$A$2:$A$9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Лист1!$C$2:$C$9</c:f>
              <c:numCache>
                <c:formatCode>General</c:formatCode>
                <c:ptCount val="8"/>
                <c:pt idx="0">
                  <c:v>200</c:v>
                </c:pt>
                <c:pt idx="1">
                  <c:v>290</c:v>
                </c:pt>
                <c:pt idx="2">
                  <c:v>310</c:v>
                </c:pt>
                <c:pt idx="3">
                  <c:v>310</c:v>
                </c:pt>
                <c:pt idx="4">
                  <c:v>420</c:v>
                </c:pt>
                <c:pt idx="5">
                  <c:v>480</c:v>
                </c:pt>
                <c:pt idx="6">
                  <c:v>590</c:v>
                </c:pt>
                <c:pt idx="7">
                  <c:v>670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774E-4142-AED0-1D14D7BAEAD0}"/>
            </c:ext>
          </c:extLst>
        </c:ser>
        <c:ser>
          <c:idx val="2"/>
          <c:order val="2"/>
          <c:tx>
            <c:strRef>
              <c:f>Лист1!$D$1</c:f>
              <c:strCache>
                <c:ptCount val="1"/>
                <c:pt idx="0">
                  <c:v>3 Ряд. Текст можно изменить</c:v>
                </c:pt>
              </c:strCache>
            </c:strRef>
          </c:tx>
          <c:spPr>
            <a:solidFill>
              <a:srgbClr val="62ECF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774E-4142-AED0-1D14D7BAEAD0}"/>
              </c:ext>
            </c:extLst>
          </c:dPt>
          <c:dPt>
            <c:idx val="1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774E-4142-AED0-1D14D7BAEAD0}"/>
              </c:ext>
            </c:extLst>
          </c:dPt>
          <c:dPt>
            <c:idx val="2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774E-4142-AED0-1D14D7BAEAD0}"/>
              </c:ext>
            </c:extLst>
          </c:dPt>
          <c:dPt>
            <c:idx val="3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9-774E-4142-AED0-1D14D7BAEAD0}"/>
              </c:ext>
            </c:extLst>
          </c:dPt>
          <c:dPt>
            <c:idx val="4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>
                <a:softEdge rad="0"/>
              </a:effectLst>
            </c:spPr>
            <c:extLst>
              <c:ext xmlns:c16="http://schemas.microsoft.com/office/drawing/2014/chart" uri="{C3380CC4-5D6E-409C-BE32-E72D297353CC}">
                <c16:uniqueId val="{0000000B-774E-4142-AED0-1D14D7BAEAD0}"/>
              </c:ext>
            </c:extLst>
          </c:dPt>
          <c:dPt>
            <c:idx val="5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D-774E-4142-AED0-1D14D7BAEAD0}"/>
              </c:ext>
            </c:extLst>
          </c:dPt>
          <c:dPt>
            <c:idx val="6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F-774E-4142-AED0-1D14D7BAEAD0}"/>
              </c:ext>
            </c:extLst>
          </c:dPt>
          <c:dPt>
            <c:idx val="7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1-774E-4142-AED0-1D14D7BAEAD0}"/>
              </c:ext>
            </c:extLst>
          </c:dPt>
          <c:dPt>
            <c:idx val="8"/>
            <c:invertIfNegative val="0"/>
            <c:bubble3D val="0"/>
            <c:spPr>
              <a:solidFill>
                <a:srgbClr val="62ECF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774E-4142-AED0-1D14D7BAEAD0}"/>
              </c:ext>
            </c:extLst>
          </c:dPt>
          <c:cat>
            <c:numRef>
              <c:f>Лист1!$A$2:$A$9</c:f>
              <c:numCache>
                <c:formatCode>General</c:formatCode>
                <c:ptCount val="8"/>
                <c:pt idx="0">
                  <c:v>2017</c:v>
                </c:pt>
                <c:pt idx="1">
                  <c:v>2018</c:v>
                </c:pt>
                <c:pt idx="2">
                  <c:v>2019</c:v>
                </c:pt>
                <c:pt idx="3">
                  <c:v>2020</c:v>
                </c:pt>
                <c:pt idx="4">
                  <c:v>2021</c:v>
                </c:pt>
                <c:pt idx="5">
                  <c:v>2022</c:v>
                </c:pt>
                <c:pt idx="6">
                  <c:v>2023</c:v>
                </c:pt>
                <c:pt idx="7">
                  <c:v>2024</c:v>
                </c:pt>
              </c:numCache>
            </c:numRef>
          </c:cat>
          <c:val>
            <c:numRef>
              <c:f>Лист1!$D$2:$D$9</c:f>
              <c:numCache>
                <c:formatCode>General</c:formatCode>
                <c:ptCount val="8"/>
                <c:pt idx="0">
                  <c:v>350</c:v>
                </c:pt>
                <c:pt idx="1">
                  <c:v>390</c:v>
                </c:pt>
                <c:pt idx="2">
                  <c:v>420</c:v>
                </c:pt>
                <c:pt idx="3">
                  <c:v>520</c:v>
                </c:pt>
                <c:pt idx="4">
                  <c:v>610</c:v>
                </c:pt>
                <c:pt idx="5">
                  <c:v>730</c:v>
                </c:pt>
                <c:pt idx="6">
                  <c:v>820</c:v>
                </c:pt>
                <c:pt idx="7">
                  <c:v>900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4-774E-4142-AED0-1D14D7BAEAD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33"/>
        <c:overlap val="1"/>
        <c:axId val="827231040"/>
        <c:axId val="830386592"/>
      </c:barChart>
      <c:catAx>
        <c:axId val="8272310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50" cap="flat" cmpd="sng" algn="ctr">
            <a:solidFill>
              <a:srgbClr val="2A3238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2A3238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30386592"/>
        <c:crosses val="autoZero"/>
        <c:auto val="1"/>
        <c:lblAlgn val="ctr"/>
        <c:lblOffset val="100"/>
        <c:noMultiLvlLbl val="0"/>
      </c:catAx>
      <c:valAx>
        <c:axId val="830386592"/>
        <c:scaling>
          <c:orientation val="minMax"/>
        </c:scaling>
        <c:delete val="0"/>
        <c:axPos val="l"/>
        <c:majorGridlines>
          <c:spPr>
            <a:ln w="6350" cap="flat" cmpd="sng" algn="ctr">
              <a:solidFill>
                <a:schemeClr val="bg1">
                  <a:alpha val="1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2A3238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8272310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2A3238"/>
                </a:solidFill>
                <a:latin typeface="SB Sans Text" panose="020B0503040504020204" pitchFamily="34" charset="0"/>
                <a:ea typeface="+mn-ea"/>
                <a:cs typeface="SB Sans Text" panose="020B0503040504020204" pitchFamily="34" charset="0"/>
              </a:defRPr>
            </a:pPr>
            <a:endParaRPr lang="ru-RU"/>
          </a:p>
        </c:txPr>
      </c:legendEntry>
      <c:legendEntry>
        <c:idx val="1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2A3238"/>
                </a:solidFill>
                <a:latin typeface="SB Sans Text" panose="020B0503040504020204" pitchFamily="34" charset="0"/>
                <a:ea typeface="+mn-ea"/>
                <a:cs typeface="SB Sans Text" panose="020B0503040504020204" pitchFamily="34" charset="0"/>
              </a:defRPr>
            </a:pPr>
            <a:endParaRPr lang="ru-RU"/>
          </a:p>
        </c:txPr>
      </c:legendEntry>
      <c:legendEntry>
        <c:idx val="2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rgbClr val="2A3238"/>
                </a:solidFill>
                <a:latin typeface="SB Sans Text" panose="020B0503040504020204" pitchFamily="34" charset="0"/>
                <a:ea typeface="+mn-ea"/>
                <a:cs typeface="SB Sans Text" panose="020B0503040504020204" pitchFamily="34" charset="0"/>
              </a:defRPr>
            </a:pPr>
            <a:endParaRPr lang="ru-RU"/>
          </a:p>
        </c:txPr>
      </c:legendEntry>
      <c:layout>
        <c:manualLayout>
          <c:xMode val="edge"/>
          <c:yMode val="edge"/>
          <c:x val="0.12819313339834207"/>
          <c:y val="0.90191104371100961"/>
          <c:w val="0.76354080845201844"/>
          <c:h val="4.973424180694521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rgbClr val="2A3238"/>
              </a:solidFill>
              <a:latin typeface="SB Sans Text" panose="020B0503040504020204" pitchFamily="34" charset="0"/>
              <a:ea typeface="+mn-ea"/>
              <a:cs typeface="SB Sans Text" panose="020B0503040504020204" pitchFamily="34" charset="0"/>
            </a:defRPr>
          </a:pPr>
          <a:endParaRPr lang="ru-RU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>
          <a:solidFill>
            <a:srgbClr val="2A3238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796D2E-1BCC-8A4D-9153-217AAD15D635}" type="datetimeFigureOut">
              <a:rPr lang="ru-RU" smtClean="0"/>
              <a:t>01.06.2026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5D77B35-3A2B-7448-BBEF-904192213E7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89380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720ACB-1304-A327-0036-226AADBF19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FA88B7A-D652-3F7C-4D66-9DAF678683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F5354BD-3B02-E76E-E301-598387D8C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FB1107-195F-7148-C3F7-588D2C79E7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28F0184-B5B4-ED4F-B2C3-615CFD72CA4F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889155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27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83863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2B85D4-78A7-7AE9-6ACB-2EC9178100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EE9B51F-08F4-5443-571E-E1B9DEED01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0C18E12-DD3F-D0B1-ECC2-94A0D1684F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EB4A214-FAB4-DD87-AB92-08CF3F081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0893074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165083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2CD79-72D0-B4BE-CC73-BC85183BC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7837174-4872-651A-E0FF-DF914698E7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AE2C073-125B-4403-E82A-338F4C0D97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666BFA5-38CC-7E3C-74D6-C4B99E6049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6907669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F4C8B-FC05-63C2-5F3A-D1D6B51D6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5A118E3-745E-E23C-99C2-A54FF28C35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18E3BD0-46A4-D382-A533-3348DA56A3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F2D81FF-3AB6-BFEC-82B6-EACCA21DD4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31073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68FC5C-739E-26F1-0B6B-96D2D36635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1962E0C-A548-158E-0315-0C721B2A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7542135-0EA3-44A0-D119-2CF50A5CC19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315F3CC-11EB-2A03-FA09-ECFC9AD3F9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4248692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3E8F9-28A7-0D75-F06B-2E01A1741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6771374-77AE-84AA-9F8C-537E13139E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49C9D97-5E5D-3184-A7F6-DB520738CD6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B6FB2D7-BA71-9545-6E4F-855AF07F58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456645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009B6-9E21-87B1-12B8-AFF59D766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28E002C-E06D-7370-50E7-B05F3E68F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53B232F-0175-0D30-BFBD-81E2997E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FAE525-4A62-95A7-0D57-AF47473E6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701059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E1A0-4057-E0A4-3AA6-356681062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93F69AA-5630-1E44-D19A-F8724B1B71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E4B06B78-E20B-5AB8-11C8-3EA3E24E39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9B2DD8E-BBEB-DDC7-BFA2-9AA216E753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39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555867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3A23E2-B9CA-0CA9-10DA-9CAD48749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6106F0F-DF15-32FA-E873-78CBBDC91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A24FF64-562F-F544-E05D-2937AE6831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DDF3BBE-E8FE-E024-5DDE-DCC1ED1551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489335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009B6-9E21-87B1-12B8-AFF59D766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28E002C-E06D-7370-50E7-B05F3E68FF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353B232F-0175-0D30-BFBD-81E2997EE1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FAE525-4A62-95A7-0D57-AF47473E6A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626486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0EB0A1-2D43-EC0C-AB9A-174A624839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AA1F2DF-45DB-CCC3-24A5-2593FF02FE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16F63EA-C5FF-7FBD-8EE9-AA4DDAF2B1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103E798D-430F-7A54-BC00-FD75B0F02E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5113258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0E5F4F-532A-323B-3ECB-1AE5EA1979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F7F4EC0-AF33-348E-735E-AD9BB989AD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59EE7853-E164-DCA5-6151-68510B6CF77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FC859DA-D4E6-AB7F-8D96-CFC38053A3D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9962789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1D0A47-05CF-0179-1E69-DD7A8C7C9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BDCE8F0-B5CA-C6A3-05BA-72BED01F7F1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F3AD8B7-632E-E021-E334-FFEB3C4F5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F8A09F7-042F-8A16-736F-9772AA2B15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59743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A588B-DD76-DB05-87CC-5ED12CAA6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D4F1D57-4162-AC78-53AD-F3A387C32A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8D70A31-915D-8D5B-E2AB-6FC1FCAFB3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33D07D8-D079-9337-52C2-23D32F4A08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556139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D94C92-0243-E3C4-07BA-A169230AE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47BFD66-FBA2-D1C0-8896-5192778A4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1E424ED-99DD-616D-19E5-8ABD49AC12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AF064EBB-1AE0-4B03-D4D0-7B98AC1278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1669267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C36CA8-58B0-43E0-A2AE-8255D681FA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C6265BF-045F-89C0-35CF-F7522C29DE8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B550D0BC-9D2A-5F9A-0F33-E909146ECF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B1C8891-C5C5-2066-C1BE-6302997DC1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500058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166D-7C31-7657-9CEE-17AE7E445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7DCFAC07-E152-C946-B5E5-6B863CBE5E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12D4F31-9BF3-F01C-40A0-01AE01CC2D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7325AED-5168-5B05-FD64-AE5F07796A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6885560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C23684-A14A-9854-2BB5-536D7822D5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86F7E87-31ED-5901-ADF9-436F16FE2F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26402B0A-80CB-E88D-D103-428AD6CD04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DEB84F48-3E91-5004-4A44-7219C497EA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49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017059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23499-1810-29D8-6E26-72B7D3564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B8DEA4BE-D8B4-3A2B-D82B-1EFF697DB6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79C9CD68-1502-ED17-E3BF-B31EBA6F1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FF2F1C4-06A0-CD2E-6F70-5AB481B98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184691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26D69-3D8E-FA54-8494-3AD087C695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0C5011D8-20E5-87D2-96DC-66E34266C5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47FD0DC0-6DFC-064D-EC81-8B633DA5CB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74CEA2DA-8747-8F98-89F9-8B40E4F20F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876413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DDF8FD-6EE0-C6C8-374E-E2C752774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AB0057DA-5340-C3E8-3141-0F4F647FB0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F8696B77-E0D0-CA2A-92E5-CC820C085D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0A1F2F0-6AB1-720B-4257-24C080379F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08411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2F311-6098-2C60-E52B-060ED734E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4B1DBEAB-EE88-9E8E-1D0A-2F4A67D29C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1D653291-A667-73DF-96B3-9BCB889989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2FC711D-577F-6337-D64B-2EA6444CC5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325281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019558-818A-F554-5277-DF2628C1F5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10F5BC4E-47BB-BC55-F3AA-BC1C6565A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AAE93985-FCD3-94F4-77C2-A94E6AD75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80822CE-1BFC-AD25-5345-A7976257AE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4240727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4F378-A3F9-2D29-7870-A0A6816EC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7046CAB-9B4D-97E4-A03B-A9B9D97C7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D27B5CE4-D1C8-1CAC-C59C-BC7E21E6BC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91145908-50F9-EC3B-70EC-3E60797620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1817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27C8D-74D6-E369-DEC4-E81876083E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F013FCB3-7A66-CF02-F2AE-0C2A803776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94D7BC3C-D60F-2B30-D06A-6F9A28FBE3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F01BA0D-6276-BC46-4360-2359D6757E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2869830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FB87BD-407B-5A89-9A94-88AC73215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33AFEC1D-658F-B026-B9C3-E7A0887B00A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C874BC5-0F67-1EA5-7D27-3C40B677BB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B3001809-7EF7-0DF9-456E-F36926B01B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5D77B35-3A2B-7448-BBEF-904192213E73}" type="slidenum">
              <a:rPr lang="ru-RU" smtClean="0"/>
              <a:t>57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9265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6.jp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8.jp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29.jpe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jpeg"/><Relationship Id="rId1" Type="http://schemas.openxmlformats.org/officeDocument/2006/relationships/slideMaster" Target="../slideMasters/slideMaster3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042FE62-E6A8-2154-91D5-2C148AE2B3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Заголовок 3">
            <a:extLst>
              <a:ext uri="{FF2B5EF4-FFF2-40B4-BE49-F238E27FC236}">
                <a16:creationId xmlns:a16="http://schemas.microsoft.com/office/drawing/2014/main" id="{BF7F28A3-553F-286F-B1E9-ECC17671D451}"/>
              </a:ext>
            </a:extLst>
          </p:cNvPr>
          <p:cNvSpPr txBox="1">
            <a:spLocks/>
          </p:cNvSpPr>
          <p:nvPr userDrawn="1"/>
        </p:nvSpPr>
        <p:spPr>
          <a:xfrm>
            <a:off x="442913" y="840772"/>
            <a:ext cx="2557303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lang="ru-RU" sz="3600" b="1" i="0" baseline="0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Заголовок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E04AF9-65EE-C78F-7E43-2088DEF3E687}"/>
              </a:ext>
            </a:extLst>
          </p:cNvPr>
          <p:cNvSpPr txBox="1"/>
          <p:nvPr userDrawn="1"/>
        </p:nvSpPr>
        <p:spPr bwMode="auto">
          <a:xfrm>
            <a:off x="444417" y="1416223"/>
            <a:ext cx="2780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Подзаголовок</a:t>
            </a:r>
            <a:endParaRPr dirty="0">
              <a:solidFill>
                <a:srgbClr val="2A3238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EB5109C-F567-F032-3507-33AC65A06DA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4903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7C3A852-1E1A-384F-6294-7B24565D2A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D023CFD-48B4-1422-10C5-DF1975305A1F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0583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3B6B502-0824-8ADC-034D-EF97E2DE758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239DCB7-4062-3C49-25AB-39EFEE27EA5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68036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E2C972D-313F-D391-FDA6-CE6AC883BBA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BD811BB-8C06-EBCF-D858-AF4819B0A3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5988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AE65B2A-B831-6987-00B3-1FC45388442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8070410-67F5-EBE6-9257-48819BDC026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07798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B80110D-7DF1-6303-F1B1-F9A1DB98C2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EDE43898-0BC4-4110-0B39-F5C65B63BF9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84806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C0971A5-2C88-5CAA-10C8-6485A6ECA46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8461BAA-9BA6-58C5-FE87-6553B191E94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223465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C8E1B3-B536-4125-D491-E1C5E7A1900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E03656B-B2D2-5BA0-9E9B-20A25803D6A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97685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A2E3C32-1A59-8A29-3FB5-787DE595203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9D9435A-6F51-C4A8-BB4D-20DD2C38820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05619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042C578-E44E-C4AB-8488-9692495EB1E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3977859-0CC7-8EED-5CCD-F1F69A9738B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99508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62DE60B-E13D-21C8-E82F-8C582A46154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83E6DF2-D6E8-3688-F6C9-41982159C45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26367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9693112-B23C-EBCD-E75F-BD5D8851AAB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5942D86-F8FE-1DE1-082E-9257DBC4F69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946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6BDB69-9E3B-CF25-98BF-6F58F7AE33E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710982C-045C-C4C1-C5E4-0BC52EF4669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094721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DB597D9-93E6-DFCC-0B96-389976FB2F3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95E0D87-1FF7-C3D4-C5E8-761D6201508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8234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A285289-A1CB-F488-785F-4E165C38F04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0ACDF90-56A0-A0B7-06C0-CF55DD27C65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42884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A4DABB2-ECD0-0AB0-0CDA-33190DA661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AF5F1C5-6366-0D6C-EE96-C4BF1E8C03D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73957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0FCA9A3-0B8D-0C83-F2F4-C0849E5753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736115ED-FFF7-2986-7701-E9B8C0CBB9E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15393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50720C-9678-3B1A-73A7-134DC8C8E98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A808DF80-D5D0-C6CD-8482-7A52BB26A2D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85998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0509928-2B54-B314-79C0-7BB8DF18EBF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0"/>
            <a:ext cx="12192001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9C42400-A236-D3EB-0AB5-5108BEAFF18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84365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CC967AB-79A8-9943-C475-E9F557BDD45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583E3B4-87E6-F62D-A78A-7F9B63E8328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997824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0FBCCE5B-FF48-B461-74FC-3EB25F33FD43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B699E45-E684-A918-5123-23F41E2C87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005588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5B774C0-4CE9-0744-0F35-8FE8D00AF52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" y="0"/>
            <a:ext cx="12191999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C1478F25-E1F8-3AB9-DC61-43843ACF5F6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3843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н_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1DB59FF-AFCA-3FF3-01E6-FEEE98ED490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8F1805DC-DB17-D079-8E9B-CAF034B5727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8126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949DB36-9FC7-8B9D-C296-7979853C9B1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F575971-F172-0392-0A49-4A34EF442F2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  <p:sp>
        <p:nvSpPr>
          <p:cNvPr id="4" name="Текст 16">
            <a:extLst>
              <a:ext uri="{FF2B5EF4-FFF2-40B4-BE49-F238E27FC236}">
                <a16:creationId xmlns:a16="http://schemas.microsoft.com/office/drawing/2014/main" id="{1FF4B0DF-9F23-F35D-38E9-306A0143A5F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5" name="Текст 16">
            <a:extLst>
              <a:ext uri="{FF2B5EF4-FFF2-40B4-BE49-F238E27FC236}">
                <a16:creationId xmlns:a16="http://schemas.microsoft.com/office/drawing/2014/main" id="{DBE86337-C876-A068-BC2E-20E35556E8F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30879900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F5F36CF-6597-4294-661B-15D93D171B0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FE92E1B-5B34-BABF-8BB2-C952F19D6A0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  <p:sp>
        <p:nvSpPr>
          <p:cNvPr id="7" name="Текст 16">
            <a:extLst>
              <a:ext uri="{FF2B5EF4-FFF2-40B4-BE49-F238E27FC236}">
                <a16:creationId xmlns:a16="http://schemas.microsoft.com/office/drawing/2014/main" id="{CE15D4B9-3E88-0932-D1C1-FF9C4CB545B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8" name="Текст 16">
            <a:extLst>
              <a:ext uri="{FF2B5EF4-FFF2-40B4-BE49-F238E27FC236}">
                <a16:creationId xmlns:a16="http://schemas.microsoft.com/office/drawing/2014/main" id="{190A23EB-E274-316A-8D0F-50BFDCB82DE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11213481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5F2144ED-0B9F-DC37-A806-23865D2835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7D6ADBF0-AF58-C725-BF37-A69BED504D6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1182AD8E-2F8B-044B-B98B-5C87FD3704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F9839DB-ED92-C0BB-C5EA-F629F81A3394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86351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B80110D-7DF1-6303-F1B1-F9A1DB98C27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50A11FDB-6923-551F-1529-733B8E48EAD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02F6FB2C-8BAC-DE5D-8D6B-98F23903F9F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05CA121-2600-22E4-A89E-062B7472BC9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71866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DB63DD7-9EAE-4F70-6FE5-C8F1D6EB619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7A538C99-328E-151E-813F-6A123891D8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8C5B5084-AE2C-7AF0-BC5B-BCD8C52FCA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C7FDEA2D-439A-FAFC-B868-C974ED0EA1A3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5610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E0D9C6C-BD23-ABCA-405A-A06E4290779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B3451EC4-278C-0B02-F559-2034F6310F9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EE835234-3B89-85CE-BE2F-58CF82348D0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EBA44EF-E6BC-9A42-9193-F3108FD7C166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28709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 userDrawn="1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AE610E7-3053-7EA3-E036-9620A9D459F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A180A0C3-E49D-93CB-B0B7-85F95589AF9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8C4063DC-3E13-E97B-9CE0-BD5DD58F366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2FE1CA1-990D-E11A-048D-E19539713717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2207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 userDrawn="1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азделитель_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0C8E1B3-B536-4125-D491-E1C5E7A1900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6F0FF89B-2B56-9CC7-4382-8D5B6BA1F05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09652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7" name="Текст 16">
            <a:extLst>
              <a:ext uri="{FF2B5EF4-FFF2-40B4-BE49-F238E27FC236}">
                <a16:creationId xmlns:a16="http://schemas.microsoft.com/office/drawing/2014/main" id="{36C5157C-CA48-6EA0-DB1E-26D517A085C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41974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40808336-63DA-C756-7BDD-12FEE1959148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42963" y="703497"/>
            <a:ext cx="2102102" cy="335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8652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orient="horz" pos="278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титул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62E9212-FA01-7D89-0BBA-E4D9DFC0FF8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86362" cy="6861174"/>
          </a:xfrm>
          <a:prstGeom prst="rect">
            <a:avLst/>
          </a:prstGeom>
        </p:spPr>
      </p:pic>
      <p:sp>
        <p:nvSpPr>
          <p:cNvPr id="2" name="Текст 16">
            <a:extLst>
              <a:ext uri="{FF2B5EF4-FFF2-40B4-BE49-F238E27FC236}">
                <a16:creationId xmlns:a16="http://schemas.microsoft.com/office/drawing/2014/main" id="{CC8497D6-4A92-D76C-A754-0D56C35D3EA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981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3" name="Текст 16">
            <a:extLst>
              <a:ext uri="{FF2B5EF4-FFF2-40B4-BE49-F238E27FC236}">
                <a16:creationId xmlns:a16="http://schemas.microsoft.com/office/drawing/2014/main" id="{D1A55B3F-689B-92FC-EA27-A41E12746BC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303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37CD44D-C4C4-2FFA-C287-E57A94E45C8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4533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7401" userDrawn="1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BB6CC918-167A-A5FD-B89D-D7E250887FD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AC29E6D-9F5D-55AF-63CD-F77349AEF8A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  <p:sp>
        <p:nvSpPr>
          <p:cNvPr id="9" name="Текст 16">
            <a:extLst>
              <a:ext uri="{FF2B5EF4-FFF2-40B4-BE49-F238E27FC236}">
                <a16:creationId xmlns:a16="http://schemas.microsoft.com/office/drawing/2014/main" id="{B40E0BDE-C605-5334-C3B5-C5454047C77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981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27BB235F-7755-889F-F599-8ABDE38A15E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303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414221990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D9438AA-5821-6474-E289-477934F120E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F7BD382-0C2A-D0F0-A4BA-1186CC97711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  <p:sp>
        <p:nvSpPr>
          <p:cNvPr id="9" name="Текст 16">
            <a:extLst>
              <a:ext uri="{FF2B5EF4-FFF2-40B4-BE49-F238E27FC236}">
                <a16:creationId xmlns:a16="http://schemas.microsoft.com/office/drawing/2014/main" id="{D25CE8E6-B68F-DB26-973C-B3AE301E747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981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B2DA4BDE-F8AA-CE8B-AA36-A8666D1E3CB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303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109707829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_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1CEE3DC6-0BA2-9915-7377-2F767886037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50821CD-5962-2DBB-01F2-788387732FD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  <p:sp>
        <p:nvSpPr>
          <p:cNvPr id="9" name="Текст 16">
            <a:extLst>
              <a:ext uri="{FF2B5EF4-FFF2-40B4-BE49-F238E27FC236}">
                <a16:creationId xmlns:a16="http://schemas.microsoft.com/office/drawing/2014/main" id="{C835C292-8D5A-5C68-21B7-EAB3B2F0EEF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09981" y="4074598"/>
            <a:ext cx="5646022" cy="1180053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Разделительный слайд</a:t>
            </a:r>
          </a:p>
        </p:txBody>
      </p:sp>
      <p:sp>
        <p:nvSpPr>
          <p:cNvPr id="10" name="Текст 16">
            <a:extLst>
              <a:ext uri="{FF2B5EF4-FFF2-40B4-BE49-F238E27FC236}">
                <a16:creationId xmlns:a16="http://schemas.microsoft.com/office/drawing/2014/main" id="{91358820-7E53-62CD-1FB1-4DF1B2CC544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2303" y="5374314"/>
            <a:ext cx="4709852" cy="590027"/>
          </a:xfrm>
          <a:prstGeom prst="rect">
            <a:avLst/>
          </a:prstGeom>
        </p:spPr>
        <p:txBody>
          <a:bodyPr/>
          <a:lstStyle>
            <a:lvl1pPr marL="0" indent="0" algn="l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раздела или подзаголовок в две строки</a:t>
            </a:r>
          </a:p>
        </p:txBody>
      </p:sp>
    </p:spTree>
    <p:extLst>
      <p:ext uri="{BB962C8B-B14F-4D97-AF65-F5344CB8AC3E}">
        <p14:creationId xmlns:p14="http://schemas.microsoft.com/office/powerpoint/2010/main" val="4108964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_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A1D69F22-E3E3-47F8-A800-C605C2B5B1E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B135D72E-B41A-E106-9437-CBA802A7B57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0"/>
            <a:ext cx="12186361" cy="6861173"/>
          </a:xfrm>
          <a:prstGeom prst="rect">
            <a:avLst/>
          </a:prstGeom>
        </p:spPr>
      </p:pic>
      <p:sp>
        <p:nvSpPr>
          <p:cNvPr id="5" name="Текст 16">
            <a:extLst>
              <a:ext uri="{FF2B5EF4-FFF2-40B4-BE49-F238E27FC236}">
                <a16:creationId xmlns:a16="http://schemas.microsoft.com/office/drawing/2014/main" id="{8B0B7922-CF68-3F1A-06FE-09365ECEFD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24708" y="2668938"/>
            <a:ext cx="7742583" cy="1453833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buNone/>
              <a:defRPr sz="4800" b="1" i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Альтернативная обложка</a:t>
            </a:r>
          </a:p>
        </p:txBody>
      </p:sp>
      <p:sp>
        <p:nvSpPr>
          <p:cNvPr id="6" name="Текст 16">
            <a:extLst>
              <a:ext uri="{FF2B5EF4-FFF2-40B4-BE49-F238E27FC236}">
                <a16:creationId xmlns:a16="http://schemas.microsoft.com/office/drawing/2014/main" id="{53ED39C1-FCBC-6BF9-9886-3F058D4C136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24708" y="4125944"/>
            <a:ext cx="7742582" cy="5900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90000"/>
              </a:lnSpc>
              <a:buNone/>
              <a:defRPr sz="1800" b="0" i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  <a:lvl2pPr marL="4572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2pPr>
            <a:lvl3pPr marL="9144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3pPr>
            <a:lvl4pPr marL="13716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4pPr>
            <a:lvl5pPr marL="1828800" indent="0" algn="ctr">
              <a:buNone/>
              <a:defRPr b="1" i="0"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5pPr>
          </a:lstStyle>
          <a:p>
            <a:pPr lvl="0"/>
            <a:r>
              <a:rPr lang="ru-RU" dirty="0"/>
              <a:t>Краткое описание презентации или подзаголовок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12C4D4D-A5A8-EB3A-0821-45BCF754A3EA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5426" y="298228"/>
            <a:ext cx="1434779" cy="229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532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6.xml"/><Relationship Id="rId7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7.xml"/><Relationship Id="rId9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3.xml"/><Relationship Id="rId1" Type="http://schemas.openxmlformats.org/officeDocument/2006/relationships/slideLayout" Target="../slideLayouts/slideLayout32.xml"/><Relationship Id="rId6" Type="http://schemas.openxmlformats.org/officeDocument/2006/relationships/theme" Target="../theme/theme3.xml"/><Relationship Id="rId5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07956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49" r:id="rId2"/>
    <p:sldLayoutId id="2147483650" r:id="rId3"/>
    <p:sldLayoutId id="2147483657" r:id="rId4"/>
    <p:sldLayoutId id="2147483651" r:id="rId5"/>
    <p:sldLayoutId id="2147483655" r:id="rId6"/>
    <p:sldLayoutId id="2147483658" r:id="rId7"/>
    <p:sldLayoutId id="2147483652" r:id="rId8"/>
    <p:sldLayoutId id="2147483653" r:id="rId9"/>
    <p:sldLayoutId id="2147483656" r:id="rId10"/>
    <p:sldLayoutId id="2147483659" r:id="rId11"/>
    <p:sldLayoutId id="2147483661" r:id="rId12"/>
    <p:sldLayoutId id="2147483662" r:id="rId13"/>
    <p:sldLayoutId id="2147483706" r:id="rId14"/>
    <p:sldLayoutId id="2147483707" r:id="rId15"/>
    <p:sldLayoutId id="2147483708" r:id="rId16"/>
    <p:sldLayoutId id="2147483709" r:id="rId17"/>
    <p:sldLayoutId id="2147483710" r:id="rId18"/>
    <p:sldLayoutId id="2147483711" r:id="rId19"/>
    <p:sldLayoutId id="2147483712" r:id="rId20"/>
    <p:sldLayoutId id="2147483713" r:id="rId21"/>
    <p:sldLayoutId id="2147483714" r:id="rId22"/>
    <p:sldLayoutId id="2147483715" r:id="rId2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4042" userDrawn="1">
          <p15:clr>
            <a:srgbClr val="F26B43"/>
          </p15:clr>
        </p15:guide>
        <p15:guide id="4" pos="7401" userDrawn="1">
          <p15:clr>
            <a:srgbClr val="F26B43"/>
          </p15:clr>
        </p15:guide>
        <p15:guide id="6" orient="horz" pos="1230" userDrawn="1">
          <p15:clr>
            <a:srgbClr val="F26B43"/>
          </p15:clr>
        </p15:guide>
        <p15:guide id="9" orient="horz" pos="1502" userDrawn="1">
          <p15:clr>
            <a:srgbClr val="F26B43"/>
          </p15:clr>
        </p15:guide>
        <p15:guide id="10" orient="horz" pos="1774" userDrawn="1">
          <p15:clr>
            <a:srgbClr val="F26B43"/>
          </p15:clr>
        </p15:guide>
        <p15:guide id="11" orient="horz" pos="2047" userDrawn="1">
          <p15:clr>
            <a:srgbClr val="F26B43"/>
          </p15:clr>
        </p15:guide>
        <p15:guide id="12" orient="horz" pos="3680" userDrawn="1">
          <p15:clr>
            <a:srgbClr val="F26B43"/>
          </p15:clr>
        </p15:guide>
        <p15:guide id="13" orient="horz" pos="3407" userDrawn="1">
          <p15:clr>
            <a:srgbClr val="F26B43"/>
          </p15:clr>
        </p15:guide>
        <p15:guide id="14" orient="horz" pos="3135" userDrawn="1">
          <p15:clr>
            <a:srgbClr val="F26B43"/>
          </p15:clr>
        </p15:guide>
        <p15:guide id="15" orient="horz" pos="2863" userDrawn="1">
          <p15:clr>
            <a:srgbClr val="F26B43"/>
          </p15:clr>
        </p15:guide>
        <p15:guide id="16" orient="horz" pos="2591" userDrawn="1">
          <p15:clr>
            <a:srgbClr val="F26B43"/>
          </p15:clr>
        </p15:guide>
        <p15:guide id="17" orient="horz" pos="2319" userDrawn="1">
          <p15:clr>
            <a:srgbClr val="F26B43"/>
          </p15:clr>
        </p15:guide>
        <p15:guide id="18" orient="horz" pos="300" userDrawn="1">
          <p15:clr>
            <a:srgbClr val="F26B43"/>
          </p15:clr>
        </p15:guide>
        <p15:guide id="19" pos="347" userDrawn="1">
          <p15:clr>
            <a:srgbClr val="F26B43"/>
          </p15:clr>
        </p15:guide>
        <p15:guide id="20" orient="horz" pos="777" userDrawn="1">
          <p15:clr>
            <a:srgbClr val="F26B43"/>
          </p15:clr>
        </p15:guide>
        <p15:guide id="21" orient="horz" pos="1049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23125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3" r:id="rId4"/>
    <p:sldLayoutId id="2147483694" r:id="rId5"/>
    <p:sldLayoutId id="2147483696" r:id="rId6"/>
    <p:sldLayoutId id="2147483697" r:id="rId7"/>
    <p:sldLayoutId id="2147483698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orient="horz" pos="4042" userDrawn="1">
          <p15:clr>
            <a:srgbClr val="F26B43"/>
          </p15:clr>
        </p15:guide>
        <p15:guide id="4" pos="7401" userDrawn="1">
          <p15:clr>
            <a:srgbClr val="F26B43"/>
          </p15:clr>
        </p15:guide>
        <p15:guide id="5" orient="horz" pos="1094" userDrawn="1">
          <p15:clr>
            <a:srgbClr val="F26B43"/>
          </p15:clr>
        </p15:guide>
        <p15:guide id="6" orient="horz" pos="1366" userDrawn="1">
          <p15:clr>
            <a:srgbClr val="F26B43"/>
          </p15:clr>
        </p15:guide>
        <p15:guide id="9" orient="horz" pos="1638" userDrawn="1">
          <p15:clr>
            <a:srgbClr val="F26B43"/>
          </p15:clr>
        </p15:guide>
        <p15:guide id="10" orient="horz" pos="1911" userDrawn="1">
          <p15:clr>
            <a:srgbClr val="F26B43"/>
          </p15:clr>
        </p15:guide>
        <p15:guide id="11" orient="horz" pos="618" userDrawn="1">
          <p15:clr>
            <a:srgbClr val="F26B43"/>
          </p15:clr>
        </p15:guide>
        <p15:guide id="12" pos="597" userDrawn="1">
          <p15:clr>
            <a:srgbClr val="F26B43"/>
          </p15:clr>
        </p15:guide>
        <p15:guide id="13" orient="horz" pos="284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7885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76" r:id="rId2"/>
    <p:sldLayoutId id="2147483677" r:id="rId3"/>
    <p:sldLayoutId id="2147483678" r:id="rId4"/>
    <p:sldLayoutId id="2147483679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4042" userDrawn="1">
          <p15:clr>
            <a:srgbClr val="F26B43"/>
          </p15:clr>
        </p15:guide>
        <p15:guide id="5" pos="7401" userDrawn="1">
          <p15:clr>
            <a:srgbClr val="F26B43"/>
          </p15:clr>
        </p15:guide>
        <p15:guide id="7" orient="horz" pos="3430" userDrawn="1">
          <p15:clr>
            <a:srgbClr val="F26B43"/>
          </p15:clr>
        </p15:guide>
        <p15:guide id="8" orient="horz" pos="3022" userDrawn="1">
          <p15:clr>
            <a:srgbClr val="F26B43"/>
          </p15:clr>
        </p15:guide>
        <p15:guide id="9" orient="horz" pos="300" userDrawn="1">
          <p15:clr>
            <a:srgbClr val="F26B43"/>
          </p15:clr>
        </p15:guide>
        <p15:guide id="10" pos="347" userDrawn="1">
          <p15:clr>
            <a:srgbClr val="F26B43"/>
          </p15:clr>
        </p15:guide>
        <p15:guide id="11" orient="horz" pos="2840" userDrawn="1">
          <p15:clr>
            <a:srgbClr val="F26B43"/>
          </p15:clr>
        </p15:guide>
        <p15:guide id="12" orient="horz" pos="352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0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png"/><Relationship Id="rId18" Type="http://schemas.openxmlformats.org/officeDocument/2006/relationships/image" Target="../media/image51.pn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12" Type="http://schemas.openxmlformats.org/officeDocument/2006/relationships/image" Target="../media/image45.png"/><Relationship Id="rId17" Type="http://schemas.openxmlformats.org/officeDocument/2006/relationships/image" Target="../media/image50.pn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9.png"/><Relationship Id="rId11" Type="http://schemas.openxmlformats.org/officeDocument/2006/relationships/image" Target="../media/image44.png"/><Relationship Id="rId5" Type="http://schemas.openxmlformats.org/officeDocument/2006/relationships/image" Target="../media/image38.png"/><Relationship Id="rId15" Type="http://schemas.openxmlformats.org/officeDocument/2006/relationships/image" Target="../media/image48.png"/><Relationship Id="rId10" Type="http://schemas.openxmlformats.org/officeDocument/2006/relationships/image" Target="../media/image43.png"/><Relationship Id="rId19" Type="http://schemas.openxmlformats.org/officeDocument/2006/relationships/image" Target="../media/image52.png"/><Relationship Id="rId4" Type="http://schemas.openxmlformats.org/officeDocument/2006/relationships/image" Target="../media/image37.png"/><Relationship Id="rId9" Type="http://schemas.openxmlformats.org/officeDocument/2006/relationships/image" Target="../media/image42.png"/><Relationship Id="rId14" Type="http://schemas.openxmlformats.org/officeDocument/2006/relationships/image" Target="../media/image47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13" Type="http://schemas.openxmlformats.org/officeDocument/2006/relationships/image" Target="../media/image65.png"/><Relationship Id="rId18" Type="http://schemas.openxmlformats.org/officeDocument/2006/relationships/image" Target="../media/image70.png"/><Relationship Id="rId3" Type="http://schemas.openxmlformats.org/officeDocument/2006/relationships/image" Target="../media/image55.png"/><Relationship Id="rId7" Type="http://schemas.openxmlformats.org/officeDocument/2006/relationships/image" Target="../media/image59.png"/><Relationship Id="rId12" Type="http://schemas.openxmlformats.org/officeDocument/2006/relationships/image" Target="../media/image64.png"/><Relationship Id="rId17" Type="http://schemas.openxmlformats.org/officeDocument/2006/relationships/image" Target="../media/image69.png"/><Relationship Id="rId2" Type="http://schemas.openxmlformats.org/officeDocument/2006/relationships/image" Target="../media/image54.png"/><Relationship Id="rId16" Type="http://schemas.openxmlformats.org/officeDocument/2006/relationships/image" Target="../media/image68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58.png"/><Relationship Id="rId11" Type="http://schemas.openxmlformats.org/officeDocument/2006/relationships/image" Target="../media/image63.png"/><Relationship Id="rId5" Type="http://schemas.openxmlformats.org/officeDocument/2006/relationships/image" Target="../media/image57.png"/><Relationship Id="rId15" Type="http://schemas.openxmlformats.org/officeDocument/2006/relationships/image" Target="../media/image67.png"/><Relationship Id="rId10" Type="http://schemas.openxmlformats.org/officeDocument/2006/relationships/image" Target="../media/image62.png"/><Relationship Id="rId19" Type="http://schemas.openxmlformats.org/officeDocument/2006/relationships/image" Target="../media/image71.png"/><Relationship Id="rId4" Type="http://schemas.openxmlformats.org/officeDocument/2006/relationships/image" Target="../media/image56.png"/><Relationship Id="rId9" Type="http://schemas.openxmlformats.org/officeDocument/2006/relationships/image" Target="../media/image61.png"/><Relationship Id="rId14" Type="http://schemas.openxmlformats.org/officeDocument/2006/relationships/image" Target="../media/image6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8.png"/><Relationship Id="rId13" Type="http://schemas.openxmlformats.org/officeDocument/2006/relationships/image" Target="../media/image83.png"/><Relationship Id="rId18" Type="http://schemas.openxmlformats.org/officeDocument/2006/relationships/image" Target="../media/image88.png"/><Relationship Id="rId3" Type="http://schemas.openxmlformats.org/officeDocument/2006/relationships/image" Target="../media/image73.png"/><Relationship Id="rId7" Type="http://schemas.openxmlformats.org/officeDocument/2006/relationships/image" Target="../media/image77.png"/><Relationship Id="rId12" Type="http://schemas.openxmlformats.org/officeDocument/2006/relationships/image" Target="../media/image82.png"/><Relationship Id="rId17" Type="http://schemas.openxmlformats.org/officeDocument/2006/relationships/image" Target="../media/image87.png"/><Relationship Id="rId2" Type="http://schemas.openxmlformats.org/officeDocument/2006/relationships/image" Target="../media/image72.png"/><Relationship Id="rId16" Type="http://schemas.openxmlformats.org/officeDocument/2006/relationships/image" Target="../media/image86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76.png"/><Relationship Id="rId11" Type="http://schemas.openxmlformats.org/officeDocument/2006/relationships/image" Target="../media/image81.png"/><Relationship Id="rId5" Type="http://schemas.openxmlformats.org/officeDocument/2006/relationships/image" Target="../media/image75.png"/><Relationship Id="rId15" Type="http://schemas.openxmlformats.org/officeDocument/2006/relationships/image" Target="../media/image85.png"/><Relationship Id="rId10" Type="http://schemas.openxmlformats.org/officeDocument/2006/relationships/image" Target="../media/image80.png"/><Relationship Id="rId19" Type="http://schemas.openxmlformats.org/officeDocument/2006/relationships/image" Target="../media/image89.png"/><Relationship Id="rId4" Type="http://schemas.openxmlformats.org/officeDocument/2006/relationships/image" Target="../media/image74.png"/><Relationship Id="rId9" Type="http://schemas.openxmlformats.org/officeDocument/2006/relationships/image" Target="../media/image79.png"/><Relationship Id="rId14" Type="http://schemas.openxmlformats.org/officeDocument/2006/relationships/image" Target="../media/image84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100.png"/><Relationship Id="rId3" Type="http://schemas.openxmlformats.org/officeDocument/2006/relationships/image" Target="../media/image90.png"/><Relationship Id="rId7" Type="http://schemas.openxmlformats.org/officeDocument/2006/relationships/image" Target="../media/image94.png"/><Relationship Id="rId12" Type="http://schemas.openxmlformats.org/officeDocument/2006/relationships/image" Target="../media/image99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93.png"/><Relationship Id="rId11" Type="http://schemas.openxmlformats.org/officeDocument/2006/relationships/image" Target="../media/image98.png"/><Relationship Id="rId5" Type="http://schemas.openxmlformats.org/officeDocument/2006/relationships/image" Target="../media/image92.png"/><Relationship Id="rId10" Type="http://schemas.openxmlformats.org/officeDocument/2006/relationships/image" Target="../media/image97.png"/><Relationship Id="rId4" Type="http://schemas.openxmlformats.org/officeDocument/2006/relationships/image" Target="../media/image91.png"/><Relationship Id="rId9" Type="http://schemas.openxmlformats.org/officeDocument/2006/relationships/image" Target="../media/image96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13" Type="http://schemas.openxmlformats.org/officeDocument/2006/relationships/image" Target="../media/image112.png"/><Relationship Id="rId3" Type="http://schemas.openxmlformats.org/officeDocument/2006/relationships/image" Target="../media/image102.png"/><Relationship Id="rId7" Type="http://schemas.openxmlformats.org/officeDocument/2006/relationships/image" Target="../media/image106.png"/><Relationship Id="rId12" Type="http://schemas.openxmlformats.org/officeDocument/2006/relationships/image" Target="../media/image111.png"/><Relationship Id="rId17" Type="http://schemas.openxmlformats.org/officeDocument/2006/relationships/image" Target="../media/image116.png"/><Relationship Id="rId2" Type="http://schemas.openxmlformats.org/officeDocument/2006/relationships/image" Target="../media/image101.png"/><Relationship Id="rId16" Type="http://schemas.openxmlformats.org/officeDocument/2006/relationships/image" Target="../media/image115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05.png"/><Relationship Id="rId11" Type="http://schemas.openxmlformats.org/officeDocument/2006/relationships/image" Target="../media/image110.png"/><Relationship Id="rId5" Type="http://schemas.openxmlformats.org/officeDocument/2006/relationships/image" Target="../media/image104.png"/><Relationship Id="rId15" Type="http://schemas.openxmlformats.org/officeDocument/2006/relationships/image" Target="../media/image114.png"/><Relationship Id="rId10" Type="http://schemas.openxmlformats.org/officeDocument/2006/relationships/image" Target="../media/image109.png"/><Relationship Id="rId4" Type="http://schemas.openxmlformats.org/officeDocument/2006/relationships/image" Target="../media/image103.png"/><Relationship Id="rId9" Type="http://schemas.openxmlformats.org/officeDocument/2006/relationships/image" Target="../media/image108.png"/><Relationship Id="rId14" Type="http://schemas.openxmlformats.org/officeDocument/2006/relationships/image" Target="../media/image11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3.png"/><Relationship Id="rId13" Type="http://schemas.openxmlformats.org/officeDocument/2006/relationships/image" Target="../media/image128.png"/><Relationship Id="rId3" Type="http://schemas.openxmlformats.org/officeDocument/2006/relationships/image" Target="../media/image118.png"/><Relationship Id="rId7" Type="http://schemas.openxmlformats.org/officeDocument/2006/relationships/image" Target="../media/image122.png"/><Relationship Id="rId12" Type="http://schemas.openxmlformats.org/officeDocument/2006/relationships/image" Target="../media/image127.png"/><Relationship Id="rId17" Type="http://schemas.openxmlformats.org/officeDocument/2006/relationships/image" Target="../media/image132.png"/><Relationship Id="rId2" Type="http://schemas.openxmlformats.org/officeDocument/2006/relationships/image" Target="../media/image117.png"/><Relationship Id="rId16" Type="http://schemas.openxmlformats.org/officeDocument/2006/relationships/image" Target="../media/image131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21.png"/><Relationship Id="rId11" Type="http://schemas.openxmlformats.org/officeDocument/2006/relationships/image" Target="../media/image126.png"/><Relationship Id="rId5" Type="http://schemas.openxmlformats.org/officeDocument/2006/relationships/image" Target="../media/image120.png"/><Relationship Id="rId15" Type="http://schemas.openxmlformats.org/officeDocument/2006/relationships/image" Target="../media/image130.png"/><Relationship Id="rId10" Type="http://schemas.openxmlformats.org/officeDocument/2006/relationships/image" Target="../media/image125.png"/><Relationship Id="rId4" Type="http://schemas.openxmlformats.org/officeDocument/2006/relationships/image" Target="../media/image119.png"/><Relationship Id="rId9" Type="http://schemas.openxmlformats.org/officeDocument/2006/relationships/image" Target="../media/image124.png"/><Relationship Id="rId14" Type="http://schemas.openxmlformats.org/officeDocument/2006/relationships/image" Target="../media/image129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9.png"/><Relationship Id="rId13" Type="http://schemas.openxmlformats.org/officeDocument/2006/relationships/image" Target="../media/image144.png"/><Relationship Id="rId3" Type="http://schemas.openxmlformats.org/officeDocument/2006/relationships/image" Target="../media/image134.png"/><Relationship Id="rId7" Type="http://schemas.openxmlformats.org/officeDocument/2006/relationships/image" Target="../media/image138.png"/><Relationship Id="rId12" Type="http://schemas.openxmlformats.org/officeDocument/2006/relationships/image" Target="../media/image143.png"/><Relationship Id="rId17" Type="http://schemas.openxmlformats.org/officeDocument/2006/relationships/image" Target="../media/image148.png"/><Relationship Id="rId2" Type="http://schemas.openxmlformats.org/officeDocument/2006/relationships/image" Target="../media/image133.png"/><Relationship Id="rId16" Type="http://schemas.openxmlformats.org/officeDocument/2006/relationships/image" Target="../media/image147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37.png"/><Relationship Id="rId11" Type="http://schemas.openxmlformats.org/officeDocument/2006/relationships/image" Target="../media/image142.png"/><Relationship Id="rId5" Type="http://schemas.openxmlformats.org/officeDocument/2006/relationships/image" Target="../media/image136.png"/><Relationship Id="rId15" Type="http://schemas.openxmlformats.org/officeDocument/2006/relationships/image" Target="../media/image146.png"/><Relationship Id="rId10" Type="http://schemas.openxmlformats.org/officeDocument/2006/relationships/image" Target="../media/image141.png"/><Relationship Id="rId4" Type="http://schemas.openxmlformats.org/officeDocument/2006/relationships/image" Target="../media/image135.png"/><Relationship Id="rId9" Type="http://schemas.openxmlformats.org/officeDocument/2006/relationships/image" Target="../media/image140.png"/><Relationship Id="rId14" Type="http://schemas.openxmlformats.org/officeDocument/2006/relationships/image" Target="../media/image14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5.png"/><Relationship Id="rId13" Type="http://schemas.openxmlformats.org/officeDocument/2006/relationships/image" Target="../media/image160.png"/><Relationship Id="rId3" Type="http://schemas.openxmlformats.org/officeDocument/2006/relationships/image" Target="../media/image150.png"/><Relationship Id="rId7" Type="http://schemas.openxmlformats.org/officeDocument/2006/relationships/image" Target="../media/image154.png"/><Relationship Id="rId12" Type="http://schemas.openxmlformats.org/officeDocument/2006/relationships/image" Target="../media/image159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53.png"/><Relationship Id="rId11" Type="http://schemas.openxmlformats.org/officeDocument/2006/relationships/image" Target="../media/image158.png"/><Relationship Id="rId5" Type="http://schemas.openxmlformats.org/officeDocument/2006/relationships/image" Target="../media/image152.png"/><Relationship Id="rId15" Type="http://schemas.openxmlformats.org/officeDocument/2006/relationships/image" Target="../media/image162.png"/><Relationship Id="rId10" Type="http://schemas.openxmlformats.org/officeDocument/2006/relationships/image" Target="../media/image157.png"/><Relationship Id="rId4" Type="http://schemas.openxmlformats.org/officeDocument/2006/relationships/image" Target="../media/image151.png"/><Relationship Id="rId9" Type="http://schemas.openxmlformats.org/officeDocument/2006/relationships/image" Target="../media/image156.png"/><Relationship Id="rId14" Type="http://schemas.openxmlformats.org/officeDocument/2006/relationships/image" Target="../media/image161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4.png"/><Relationship Id="rId7" Type="http://schemas.openxmlformats.org/officeDocument/2006/relationships/image" Target="../media/image168.png"/><Relationship Id="rId2" Type="http://schemas.openxmlformats.org/officeDocument/2006/relationships/image" Target="../media/image163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67.png"/><Relationship Id="rId5" Type="http://schemas.openxmlformats.org/officeDocument/2006/relationships/image" Target="../media/image166.png"/><Relationship Id="rId4" Type="http://schemas.openxmlformats.org/officeDocument/2006/relationships/image" Target="../media/image16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0.png"/><Relationship Id="rId7" Type="http://schemas.openxmlformats.org/officeDocument/2006/relationships/image" Target="../media/image174.png"/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73.png"/><Relationship Id="rId5" Type="http://schemas.openxmlformats.org/officeDocument/2006/relationships/image" Target="../media/image172.png"/><Relationship Id="rId4" Type="http://schemas.openxmlformats.org/officeDocument/2006/relationships/image" Target="../media/image17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6.png"/><Relationship Id="rId7" Type="http://schemas.openxmlformats.org/officeDocument/2006/relationships/image" Target="../media/image180.png"/><Relationship Id="rId2" Type="http://schemas.openxmlformats.org/officeDocument/2006/relationships/image" Target="../media/image175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79.png"/><Relationship Id="rId5" Type="http://schemas.openxmlformats.org/officeDocument/2006/relationships/image" Target="../media/image178.png"/><Relationship Id="rId4" Type="http://schemas.openxmlformats.org/officeDocument/2006/relationships/image" Target="../media/image177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7.png"/><Relationship Id="rId3" Type="http://schemas.openxmlformats.org/officeDocument/2006/relationships/image" Target="../media/image182.png"/><Relationship Id="rId7" Type="http://schemas.openxmlformats.org/officeDocument/2006/relationships/image" Target="../media/image186.png"/><Relationship Id="rId2" Type="http://schemas.openxmlformats.org/officeDocument/2006/relationships/image" Target="../media/image181.png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185.png"/><Relationship Id="rId5" Type="http://schemas.openxmlformats.org/officeDocument/2006/relationships/image" Target="../media/image184.png"/><Relationship Id="rId4" Type="http://schemas.openxmlformats.org/officeDocument/2006/relationships/image" Target="../media/image183.png"/><Relationship Id="rId9" Type="http://schemas.openxmlformats.org/officeDocument/2006/relationships/hyperlink" Target="https://disk.sberbank.ru/l/31cb3c162c0134dc9ac4" TargetMode="Externa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8.png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9.png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192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93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1.png"/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9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191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5.png"/><Relationship Id="rId2" Type="http://schemas.openxmlformats.org/officeDocument/2006/relationships/image" Target="../media/image194.png"/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7.png"/><Relationship Id="rId2" Type="http://schemas.openxmlformats.org/officeDocument/2006/relationships/image" Target="../media/image196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99.png"/><Relationship Id="rId4" Type="http://schemas.openxmlformats.org/officeDocument/2006/relationships/image" Target="../media/image19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3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7.jpeg"/><Relationship Id="rId5" Type="http://schemas.openxmlformats.org/officeDocument/2006/relationships/image" Target="../media/image206.jpeg"/><Relationship Id="rId4" Type="http://schemas.openxmlformats.org/officeDocument/2006/relationships/image" Target="../media/image205.jpe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8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210.jpeg"/><Relationship Id="rId4" Type="http://schemas.openxmlformats.org/officeDocument/2006/relationships/image" Target="../media/image209.jpe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6.jpeg"/><Relationship Id="rId3" Type="http://schemas.openxmlformats.org/officeDocument/2006/relationships/image" Target="../media/image211.jpeg"/><Relationship Id="rId7" Type="http://schemas.openxmlformats.org/officeDocument/2006/relationships/image" Target="../media/image21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9.xml"/><Relationship Id="rId6" Type="http://schemas.openxmlformats.org/officeDocument/2006/relationships/image" Target="../media/image214.jpeg"/><Relationship Id="rId5" Type="http://schemas.openxmlformats.org/officeDocument/2006/relationships/image" Target="../media/image213.jpeg"/><Relationship Id="rId4" Type="http://schemas.openxmlformats.org/officeDocument/2006/relationships/image" Target="../media/image212.jpeg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2.jpeg"/><Relationship Id="rId3" Type="http://schemas.openxmlformats.org/officeDocument/2006/relationships/image" Target="../media/image217.jpeg"/><Relationship Id="rId7" Type="http://schemas.openxmlformats.org/officeDocument/2006/relationships/image" Target="../media/image221.jpeg"/><Relationship Id="rId12" Type="http://schemas.openxmlformats.org/officeDocument/2006/relationships/image" Target="../media/image226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220.jpeg"/><Relationship Id="rId11" Type="http://schemas.openxmlformats.org/officeDocument/2006/relationships/image" Target="../media/image225.jpeg"/><Relationship Id="rId5" Type="http://schemas.openxmlformats.org/officeDocument/2006/relationships/image" Target="../media/image219.jpeg"/><Relationship Id="rId10" Type="http://schemas.openxmlformats.org/officeDocument/2006/relationships/image" Target="../media/image224.jpeg"/><Relationship Id="rId4" Type="http://schemas.openxmlformats.org/officeDocument/2006/relationships/image" Target="../media/image218.jpeg"/><Relationship Id="rId9" Type="http://schemas.openxmlformats.org/officeDocument/2006/relationships/image" Target="../media/image223.jpe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7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5" Type="http://schemas.openxmlformats.org/officeDocument/2006/relationships/image" Target="../media/image210.jpeg"/><Relationship Id="rId4" Type="http://schemas.openxmlformats.org/officeDocument/2006/relationships/image" Target="../media/image228.jpe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1.xml"/><Relationship Id="rId5" Type="http://schemas.openxmlformats.org/officeDocument/2006/relationships/image" Target="../media/image231.png"/><Relationship Id="rId4" Type="http://schemas.openxmlformats.org/officeDocument/2006/relationships/image" Target="../media/image230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207.jpeg"/><Relationship Id="rId5" Type="http://schemas.openxmlformats.org/officeDocument/2006/relationships/image" Target="../media/image206.jpeg"/><Relationship Id="rId4" Type="http://schemas.openxmlformats.org/officeDocument/2006/relationships/image" Target="../media/image205.jpe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30.png"/><Relationship Id="rId4" Type="http://schemas.openxmlformats.org/officeDocument/2006/relationships/image" Target="../media/image229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4.jp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9.png"/><Relationship Id="rId3" Type="http://schemas.openxmlformats.org/officeDocument/2006/relationships/image" Target="../media/image235.svg"/><Relationship Id="rId7" Type="http://schemas.openxmlformats.org/officeDocument/2006/relationships/image" Target="../media/image23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0.xml"/><Relationship Id="rId6" Type="http://schemas.openxmlformats.org/officeDocument/2006/relationships/image" Target="../media/image237.png"/><Relationship Id="rId5" Type="http://schemas.openxmlformats.org/officeDocument/2006/relationships/image" Target="../media/image236.png"/><Relationship Id="rId4" Type="http://schemas.openxmlformats.org/officeDocument/2006/relationships/hyperlink" Target="https://www.qrcode-monkey.com/" TargetMode="External"/><Relationship Id="rId9" Type="http://schemas.openxmlformats.org/officeDocument/2006/relationships/image" Target="../media/image240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2.png"/><Relationship Id="rId7" Type="http://schemas.openxmlformats.org/officeDocument/2006/relationships/hyperlink" Target="https://pixso.design.sber.ru/app/editor/QMLyvMVG9fsFDuV_a3v7cg?showQuickFrame=true&amp;icon_type=1&amp;page-id=0%3A1%20Invite%20you%20to%20join%20the%20Pixso%20Design%20file%20%22&#1069;&#1083;&#1077;&#1084;&#1077;&#1085;&#1090;&#1099;%20&#1076;&#1083;&#1103;%20&#1092;&#1086;&#1085;&#1086;&#1074;%20&#1080;%20&#1076;&#1080;&#1079;&#1072;&#1081;&#1085;&#1072;%22" TargetMode="Externa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6" Type="http://schemas.openxmlformats.org/officeDocument/2006/relationships/hyperlink" Target="https://disk.sberbank.ru/l/e4ad871a7326b45ca2e1" TargetMode="External"/><Relationship Id="rId5" Type="http://schemas.openxmlformats.org/officeDocument/2006/relationships/image" Target="../media/image242.png"/><Relationship Id="rId4" Type="http://schemas.openxmlformats.org/officeDocument/2006/relationships/image" Target="../media/image24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9CAB71E0-78FC-4B0A-59D8-20E643F72FC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9F827F8-067A-5806-F6D1-3D8A7BB145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257" y="-1466665"/>
            <a:ext cx="7647168" cy="76559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E91C4E3-1E5A-9539-A39E-F82FD9612CF0}"/>
              </a:ext>
            </a:extLst>
          </p:cNvPr>
          <p:cNvSpPr txBox="1"/>
          <p:nvPr/>
        </p:nvSpPr>
        <p:spPr bwMode="auto">
          <a:xfrm>
            <a:off x="801188" y="3053274"/>
            <a:ext cx="5010218" cy="173701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ts val="6300"/>
              </a:lnSpc>
              <a:defRPr/>
            </a:pPr>
            <a:r>
              <a:rPr lang="ru-RU" sz="6000" b="1" dirty="0">
                <a:solidFill>
                  <a:srgbClr val="2A3238"/>
                </a:solidFill>
                <a:latin typeface="SB Sans Display Semibold"/>
                <a:cs typeface="SB Sans Display Semibold"/>
              </a:rPr>
              <a:t>Шаблон</a:t>
            </a:r>
            <a:br>
              <a:rPr lang="ru-RU" sz="6000" b="1" dirty="0">
                <a:solidFill>
                  <a:srgbClr val="2A3238"/>
                </a:solidFill>
                <a:latin typeface="SB Sans Display Semibold"/>
                <a:cs typeface="SB Sans Display Semibold"/>
              </a:rPr>
            </a:br>
            <a:r>
              <a:rPr lang="ru-RU" sz="6000" b="1" dirty="0">
                <a:solidFill>
                  <a:srgbClr val="2A3238"/>
                </a:solidFill>
                <a:latin typeface="SB Sans Display Semibold"/>
                <a:cs typeface="SB Sans Display Semibold"/>
              </a:rPr>
              <a:t>презентации</a:t>
            </a:r>
            <a:endParaRPr sz="2000" dirty="0">
              <a:solidFill>
                <a:srgbClr val="2A323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FE82EE-3833-5B2D-FE43-C1DC4B474DB0}"/>
              </a:ext>
            </a:extLst>
          </p:cNvPr>
          <p:cNvSpPr txBox="1"/>
          <p:nvPr/>
        </p:nvSpPr>
        <p:spPr bwMode="auto">
          <a:xfrm>
            <a:off x="836813" y="5094793"/>
            <a:ext cx="127470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sz="3600" dirty="0">
                <a:solidFill>
                  <a:srgbClr val="2A3238"/>
                </a:solidFill>
                <a:latin typeface="SB Sans Display Light"/>
                <a:cs typeface="SB Sans Display Light"/>
              </a:rPr>
              <a:t>2026</a:t>
            </a:r>
            <a:endParaRPr dirty="0">
              <a:solidFill>
                <a:srgbClr val="2A3238"/>
              </a:solidFill>
            </a:endParaRP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A4FD3029-EF74-E23A-ECFE-1768103CD8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474759" y="2034406"/>
            <a:ext cx="6874732" cy="6120774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4273E1A9-ECA5-F1ED-3EE7-916459334FB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6694321">
            <a:off x="10615398" y="695389"/>
            <a:ext cx="700497" cy="73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42032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B6AB0-26B1-F797-52E0-DEE3AE2D2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E016173B-00FF-2CDF-808D-7D69B967BE7B}"/>
              </a:ext>
            </a:extLst>
          </p:cNvPr>
          <p:cNvGrpSpPr/>
          <p:nvPr/>
        </p:nvGrpSpPr>
        <p:grpSpPr>
          <a:xfrm>
            <a:off x="420053" y="1952625"/>
            <a:ext cx="6888353" cy="3800097"/>
            <a:chOff x="540181" y="2538818"/>
            <a:chExt cx="4213139" cy="2324262"/>
          </a:xfrm>
        </p:grpSpPr>
        <p:sp>
          <p:nvSpPr>
            <p:cNvPr id="2" name="Прямоугольник 2">
              <a:extLst>
                <a:ext uri="{FF2B5EF4-FFF2-40B4-BE49-F238E27FC236}">
                  <a16:creationId xmlns:a16="http://schemas.microsoft.com/office/drawing/2014/main" id="{E2530801-AA4E-0E69-455C-2268F73E08E7}"/>
                </a:ext>
              </a:extLst>
            </p:cNvPr>
            <p:cNvSpPr/>
            <p:nvPr/>
          </p:nvSpPr>
          <p:spPr>
            <a:xfrm>
              <a:off x="574925" y="2538818"/>
              <a:ext cx="914400" cy="914400"/>
            </a:xfrm>
            <a:prstGeom prst="roundRect">
              <a:avLst/>
            </a:prstGeom>
            <a:solidFill>
              <a:srgbClr val="56FF7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3" name="Прямоугольник 8">
              <a:extLst>
                <a:ext uri="{FF2B5EF4-FFF2-40B4-BE49-F238E27FC236}">
                  <a16:creationId xmlns:a16="http://schemas.microsoft.com/office/drawing/2014/main" id="{5898795F-A5EC-9B6D-6684-D2605CA69392}"/>
                </a:ext>
              </a:extLst>
            </p:cNvPr>
            <p:cNvSpPr/>
            <p:nvPr/>
          </p:nvSpPr>
          <p:spPr>
            <a:xfrm>
              <a:off x="2173687" y="2538818"/>
              <a:ext cx="914400" cy="914400"/>
            </a:xfrm>
            <a:prstGeom prst="roundRect">
              <a:avLst/>
            </a:prstGeom>
            <a:solidFill>
              <a:srgbClr val="00E0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6" name="Прямоугольник 18">
              <a:extLst>
                <a:ext uri="{FF2B5EF4-FFF2-40B4-BE49-F238E27FC236}">
                  <a16:creationId xmlns:a16="http://schemas.microsoft.com/office/drawing/2014/main" id="{CDC4A50A-8DB5-EF8C-6B9F-7EFB3D9B0228}"/>
                </a:ext>
              </a:extLst>
            </p:cNvPr>
            <p:cNvSpPr/>
            <p:nvPr/>
          </p:nvSpPr>
          <p:spPr>
            <a:xfrm>
              <a:off x="3811145" y="2538818"/>
              <a:ext cx="914400" cy="914400"/>
            </a:xfrm>
            <a:prstGeom prst="roundRect">
              <a:avLst/>
            </a:prstGeom>
            <a:solidFill>
              <a:srgbClr val="283438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>
                <a:solidFill>
                  <a:srgbClr val="000333"/>
                </a:solidFill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6CFBD847-D4A0-6446-BD7E-F2692354F7E1}"/>
                </a:ext>
              </a:extLst>
            </p:cNvPr>
            <p:cNvSpPr txBox="1"/>
            <p:nvPr/>
          </p:nvSpPr>
          <p:spPr>
            <a:xfrm>
              <a:off x="541260" y="3245677"/>
              <a:ext cx="921589" cy="1317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#</a:t>
              </a:r>
              <a:r>
                <a:rPr lang="ru-RU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56</a:t>
              </a:r>
              <a:r>
                <a:rPr lang="en-US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FF</a:t>
              </a:r>
              <a:r>
                <a:rPr lang="ru-RU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71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6A8489A-C317-7BC8-C63A-E88AA67AAB4F}"/>
                </a:ext>
              </a:extLst>
            </p:cNvPr>
            <p:cNvSpPr txBox="1"/>
            <p:nvPr/>
          </p:nvSpPr>
          <p:spPr>
            <a:xfrm>
              <a:off x="2157041" y="3245677"/>
              <a:ext cx="921589" cy="1317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SB Sans Display" panose="020B0503040504020204" pitchFamily="34" charset="0"/>
                  <a:cs typeface="SB Sans Display" panose="020B0503040504020204" pitchFamily="34" charset="0"/>
                </a:rPr>
                <a:t>#00E0FF</a:t>
              </a:r>
              <a:endParaRPr lang="ru-RU" sz="800" dirty="0"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81F7706-7026-5E66-5BB2-192FEF5D4ADE}"/>
                </a:ext>
              </a:extLst>
            </p:cNvPr>
            <p:cNvSpPr txBox="1"/>
            <p:nvPr/>
          </p:nvSpPr>
          <p:spPr>
            <a:xfrm>
              <a:off x="3813307" y="3240596"/>
              <a:ext cx="921589" cy="1317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#283438</a:t>
              </a:r>
              <a:endParaRPr lang="ru-RU" sz="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  <p:sp>
          <p:nvSpPr>
            <p:cNvPr id="26" name="Прямоугольник 2">
              <a:extLst>
                <a:ext uri="{FF2B5EF4-FFF2-40B4-BE49-F238E27FC236}">
                  <a16:creationId xmlns:a16="http://schemas.microsoft.com/office/drawing/2014/main" id="{F9387293-CC87-A0FB-FD3B-D595CBBDA4EE}"/>
                </a:ext>
              </a:extLst>
            </p:cNvPr>
            <p:cNvSpPr/>
            <p:nvPr/>
          </p:nvSpPr>
          <p:spPr>
            <a:xfrm>
              <a:off x="573848" y="3948680"/>
              <a:ext cx="914400" cy="914400"/>
            </a:xfrm>
            <a:prstGeom prst="roundRect">
              <a:avLst/>
            </a:prstGeom>
            <a:solidFill>
              <a:srgbClr val="5CFF8D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27" name="Прямоугольник 8">
              <a:extLst>
                <a:ext uri="{FF2B5EF4-FFF2-40B4-BE49-F238E27FC236}">
                  <a16:creationId xmlns:a16="http://schemas.microsoft.com/office/drawing/2014/main" id="{32597C86-A8B1-275D-E496-50400F9A8295}"/>
                </a:ext>
              </a:extLst>
            </p:cNvPr>
            <p:cNvSpPr/>
            <p:nvPr/>
          </p:nvSpPr>
          <p:spPr>
            <a:xfrm>
              <a:off x="2193325" y="3948680"/>
              <a:ext cx="914400" cy="914400"/>
            </a:xfrm>
            <a:prstGeom prst="roundRect">
              <a:avLst/>
            </a:prstGeom>
            <a:solidFill>
              <a:srgbClr val="62ECF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/>
            </a:p>
          </p:txBody>
        </p:sp>
        <p:sp>
          <p:nvSpPr>
            <p:cNvPr id="29" name="Прямоугольник 18">
              <a:extLst>
                <a:ext uri="{FF2B5EF4-FFF2-40B4-BE49-F238E27FC236}">
                  <a16:creationId xmlns:a16="http://schemas.microsoft.com/office/drawing/2014/main" id="{7F394B80-EDA6-BD01-E170-2033265F657C}"/>
                </a:ext>
              </a:extLst>
            </p:cNvPr>
            <p:cNvSpPr/>
            <p:nvPr/>
          </p:nvSpPr>
          <p:spPr>
            <a:xfrm>
              <a:off x="3830783" y="3948680"/>
              <a:ext cx="914400" cy="914400"/>
            </a:xfrm>
            <a:prstGeom prst="round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1800" dirty="0">
                <a:solidFill>
                  <a:srgbClr val="000333"/>
                </a:solidFill>
              </a:endParaRP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969E6038-38DE-F297-35ED-1A284BFFFAF6}"/>
                </a:ext>
              </a:extLst>
            </p:cNvPr>
            <p:cNvSpPr txBox="1"/>
            <p:nvPr/>
          </p:nvSpPr>
          <p:spPr>
            <a:xfrm>
              <a:off x="540181" y="4655540"/>
              <a:ext cx="921589" cy="1317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solidFill>
                    <a:srgbClr val="333F48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#5CFF8D</a:t>
              </a:r>
              <a:endParaRPr lang="ru-RU" sz="800" dirty="0">
                <a:solidFill>
                  <a:srgbClr val="333F48"/>
                </a:solidFill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729AFCD-D4D0-0019-040A-D790AE605A17}"/>
                </a:ext>
              </a:extLst>
            </p:cNvPr>
            <p:cNvSpPr txBox="1"/>
            <p:nvPr/>
          </p:nvSpPr>
          <p:spPr>
            <a:xfrm>
              <a:off x="2176682" y="4655540"/>
              <a:ext cx="921589" cy="1317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SB Sans Display" panose="020B0503040504020204" pitchFamily="34" charset="0"/>
                  <a:cs typeface="SB Sans Display" panose="020B0503040504020204" pitchFamily="34" charset="0"/>
                </a:rPr>
                <a:t>#62ECFF</a:t>
              </a:r>
              <a:endParaRPr lang="ru-RU" sz="800" dirty="0"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8C1D2891-BC13-EAB3-8EF2-BDC81C31D177}"/>
                </a:ext>
              </a:extLst>
            </p:cNvPr>
            <p:cNvSpPr txBox="1"/>
            <p:nvPr/>
          </p:nvSpPr>
          <p:spPr>
            <a:xfrm>
              <a:off x="3831731" y="4650459"/>
              <a:ext cx="921589" cy="1317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SB Sans Display" panose="020B0503040504020204" pitchFamily="34" charset="0"/>
                  <a:cs typeface="SB Sans Display" panose="020B0503040504020204" pitchFamily="34" charset="0"/>
                </a:rPr>
                <a:t>#FFFFFF</a:t>
              </a:r>
              <a:endParaRPr lang="ru-RU" sz="800" dirty="0">
                <a:latin typeface="SB Sans Display" panose="020B0503040504020204" pitchFamily="34" charset="0"/>
                <a:cs typeface="SB Sans Display" panose="020B0503040504020204" pitchFamily="34" charset="0"/>
              </a:endParaRPr>
            </a:p>
          </p:txBody>
        </p:sp>
      </p:grpSp>
      <p:sp>
        <p:nvSpPr>
          <p:cNvPr id="4" name="Прямоугольник 18">
            <a:extLst>
              <a:ext uri="{FF2B5EF4-FFF2-40B4-BE49-F238E27FC236}">
                <a16:creationId xmlns:a16="http://schemas.microsoft.com/office/drawing/2014/main" id="{B04E38BC-17D3-56AB-0747-08805DE6F46C}"/>
              </a:ext>
            </a:extLst>
          </p:cNvPr>
          <p:cNvSpPr/>
          <p:nvPr/>
        </p:nvSpPr>
        <p:spPr>
          <a:xfrm>
            <a:off x="8356877" y="1952624"/>
            <a:ext cx="1495016" cy="1495016"/>
          </a:xfrm>
          <a:prstGeom prst="roundRect">
            <a:avLst/>
          </a:prstGeom>
          <a:gradFill>
            <a:gsLst>
              <a:gs pos="0">
                <a:srgbClr val="5BFC1F"/>
              </a:gs>
              <a:gs pos="100000">
                <a:srgbClr val="0FDEF7"/>
              </a:gs>
            </a:gsLst>
            <a:lin ang="21594000" scaled="0"/>
          </a:gra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800" dirty="0">
              <a:solidFill>
                <a:srgbClr val="000333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C114C5-E7DF-82AC-8491-C267378D247F}"/>
              </a:ext>
            </a:extLst>
          </p:cNvPr>
          <p:cNvSpPr txBox="1"/>
          <p:nvPr/>
        </p:nvSpPr>
        <p:spPr>
          <a:xfrm>
            <a:off x="8360411" y="3100009"/>
            <a:ext cx="1506770" cy="215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00" dirty="0">
                <a:latin typeface="SB Sans Display" panose="020B0503040504020204" pitchFamily="34" charset="0"/>
                <a:cs typeface="SB Sans Display" panose="020B0503040504020204" pitchFamily="34" charset="0"/>
              </a:rPr>
              <a:t>Акцент</a:t>
            </a:r>
          </a:p>
        </p:txBody>
      </p:sp>
      <p:sp>
        <p:nvSpPr>
          <p:cNvPr id="7" name="Прямоугольник 18">
            <a:extLst>
              <a:ext uri="{FF2B5EF4-FFF2-40B4-BE49-F238E27FC236}">
                <a16:creationId xmlns:a16="http://schemas.microsoft.com/office/drawing/2014/main" id="{61C4E7A0-F3EB-471F-BDBE-904A604A224D}"/>
              </a:ext>
            </a:extLst>
          </p:cNvPr>
          <p:cNvSpPr/>
          <p:nvPr/>
        </p:nvSpPr>
        <p:spPr>
          <a:xfrm>
            <a:off x="8366682" y="4257705"/>
            <a:ext cx="1495016" cy="1495016"/>
          </a:xfrm>
          <a:prstGeom prst="roundRect">
            <a:avLst/>
          </a:prstGeom>
          <a:solidFill>
            <a:srgbClr val="FF3256"/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rgbClr val="000333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2CBAF00-B4E0-2164-E1C8-55E308C19F21}"/>
              </a:ext>
            </a:extLst>
          </p:cNvPr>
          <p:cNvSpPr txBox="1"/>
          <p:nvPr/>
        </p:nvSpPr>
        <p:spPr>
          <a:xfrm>
            <a:off x="8368233" y="5405092"/>
            <a:ext cx="1506770" cy="215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8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Отрицательное значение</a:t>
            </a:r>
          </a:p>
        </p:txBody>
      </p:sp>
      <p:sp>
        <p:nvSpPr>
          <p:cNvPr id="9" name="Заголовок 3">
            <a:extLst>
              <a:ext uri="{FF2B5EF4-FFF2-40B4-BE49-F238E27FC236}">
                <a16:creationId xmlns:a16="http://schemas.microsoft.com/office/drawing/2014/main" id="{1805C17B-86F9-4AE5-ED49-D5A8B8424D3B}"/>
              </a:ext>
            </a:extLst>
          </p:cNvPr>
          <p:cNvSpPr txBox="1">
            <a:spLocks/>
          </p:cNvSpPr>
          <p:nvPr/>
        </p:nvSpPr>
        <p:spPr>
          <a:xfrm>
            <a:off x="420053" y="839908"/>
            <a:ext cx="4291368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lang="ru-RU" sz="3600" b="1" i="0" baseline="0" dirty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Цветовая палитра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73913E5-456A-7F3D-6A5E-AA7C64C64948}"/>
              </a:ext>
            </a:extLst>
          </p:cNvPr>
          <p:cNvSpPr txBox="1"/>
          <p:nvPr/>
        </p:nvSpPr>
        <p:spPr bwMode="auto">
          <a:xfrm>
            <a:off x="444277" y="1429647"/>
            <a:ext cx="2780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Редактируемые иконки</a:t>
            </a:r>
            <a:endParaRPr dirty="0">
              <a:solidFill>
                <a:srgbClr val="2A32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20381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200 Pt">
            <a:extLst>
              <a:ext uri="{FF2B5EF4-FFF2-40B4-BE49-F238E27FC236}">
                <a16:creationId xmlns:a16="http://schemas.microsoft.com/office/drawing/2014/main" id="{EF40D2CD-CE7A-0E08-2C19-AD5697698416}"/>
              </a:ext>
            </a:extLst>
          </p:cNvPr>
          <p:cNvSpPr txBox="1"/>
          <p:nvPr/>
        </p:nvSpPr>
        <p:spPr>
          <a:xfrm>
            <a:off x="522237" y="4367822"/>
            <a:ext cx="686085" cy="5283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>
            <a:spAutoFit/>
          </a:bodyPr>
          <a:lstStyle>
            <a:lvl1pPr algn="l" defTabSz="825500">
              <a:lnSpc>
                <a:spcPct val="70000"/>
              </a:lnSpc>
              <a:defRPr sz="20000" spc="-800">
                <a:solidFill>
                  <a:srgbClr val="FFFFFF"/>
                </a:solidFill>
                <a:latin typeface="SB Sans Display Semibold"/>
                <a:ea typeface="SB Sans Display Semibold"/>
                <a:cs typeface="SB Sans Display Semibold"/>
                <a:sym typeface="SB Sans Display Semibold"/>
              </a:defRPr>
            </a:lvl1pPr>
          </a:lstStyle>
          <a:p>
            <a:pPr marL="0" marR="0" lvl="0" indent="0" algn="l" defTabSz="825500" eaLnBrk="1" fontAlgn="auto" latinLnBrk="0" hangingPunct="1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4000" b="0" i="0" u="none" strike="noStrike" kern="0" cap="none" spc="0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Display Semibold"/>
                <a:cs typeface="SB Sans Display Semibold"/>
                <a:sym typeface="SB Sans Display Semibold"/>
              </a:rPr>
              <a:t>40</a:t>
            </a:r>
            <a:endParaRPr kumimoji="0" sz="4000" b="0" i="0" u="none" strike="noStrike" kern="0" cap="none" spc="0" normalizeH="0" baseline="0" noProof="0" dirty="0">
              <a:ln>
                <a:noFill/>
              </a:ln>
              <a:solidFill>
                <a:srgbClr val="2A3238"/>
              </a:solidFill>
              <a:effectLst/>
              <a:uLnTx/>
              <a:uFillTx/>
              <a:latin typeface="SB Sans Display Light" panose="020B0303040504020204" pitchFamily="34" charset="0"/>
              <a:cs typeface="SB Sans Display Light" panose="020B0303040504020204" pitchFamily="34" charset="0"/>
              <a:sym typeface="SB Sans Display Semibold"/>
            </a:endParaRPr>
          </a:p>
        </p:txBody>
      </p:sp>
      <p:sp>
        <p:nvSpPr>
          <p:cNvPr id="38" name="Гарнитуры, размеры шрифта, правила">
            <a:extLst>
              <a:ext uri="{FF2B5EF4-FFF2-40B4-BE49-F238E27FC236}">
                <a16:creationId xmlns:a16="http://schemas.microsoft.com/office/drawing/2014/main" id="{69BD6A85-72B9-3D39-4B99-9D0367495827}"/>
              </a:ext>
            </a:extLst>
          </p:cNvPr>
          <p:cNvSpPr txBox="1"/>
          <p:nvPr/>
        </p:nvSpPr>
        <p:spPr>
          <a:xfrm>
            <a:off x="445053" y="1418652"/>
            <a:ext cx="5445823" cy="369332"/>
          </a:xfrm>
          <a:prstGeom prst="rect">
            <a:avLst/>
          </a:prstGeom>
          <a:noFill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Гарнитуры, размеры шрифта, правила</a:t>
            </a:r>
          </a:p>
        </p:txBody>
      </p:sp>
      <p:sp>
        <p:nvSpPr>
          <p:cNvPr id="39" name="Display — Полужирный / Легкий">
            <a:extLst>
              <a:ext uri="{FF2B5EF4-FFF2-40B4-BE49-F238E27FC236}">
                <a16:creationId xmlns:a16="http://schemas.microsoft.com/office/drawing/2014/main" id="{8CE3A007-671C-9D4A-CE8F-5929D3DB8DB3}"/>
              </a:ext>
            </a:extLst>
          </p:cNvPr>
          <p:cNvSpPr txBox="1"/>
          <p:nvPr/>
        </p:nvSpPr>
        <p:spPr>
          <a:xfrm>
            <a:off x="522237" y="2256859"/>
            <a:ext cx="2027030" cy="4206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defPPr>
              <a:defRPr lang="ru-RU"/>
            </a:defPPr>
            <a:lvl1pPr defTabSz="825500">
              <a:lnSpc>
                <a:spcPct val="70000"/>
              </a:lnSpc>
              <a:spcBef>
                <a:spcPts val="3500"/>
              </a:spcBef>
              <a:defRPr sz="1000" spc="-19">
                <a:solidFill>
                  <a:srgbClr val="56FF71"/>
                </a:solidFill>
                <a:latin typeface="SB Sans Text Semibold"/>
                <a:ea typeface="SB Sans Text Semibold"/>
                <a:cs typeface="SB Sans Text Semibold"/>
              </a:defRPr>
            </a:lvl1pPr>
          </a:lstStyle>
          <a:p>
            <a:pPr>
              <a:lnSpc>
                <a:spcPct val="100000"/>
              </a:lnSpc>
            </a:pPr>
            <a:r>
              <a:rPr lang="ru-RU" sz="1200" spc="0" dirty="0">
                <a:solidFill>
                  <a:srgbClr val="01E0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Заголовки титульных </a:t>
            </a:r>
            <a:br>
              <a:rPr lang="ru-RU" sz="1200" spc="0" dirty="0">
                <a:solidFill>
                  <a:srgbClr val="01E0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</a:br>
            <a:r>
              <a:rPr lang="ru-RU" sz="1200" spc="0" dirty="0">
                <a:solidFill>
                  <a:srgbClr val="01E0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и разделительных слайдов</a:t>
            </a:r>
          </a:p>
        </p:txBody>
      </p:sp>
      <p:sp>
        <p:nvSpPr>
          <p:cNvPr id="40" name="50 Pt">
            <a:extLst>
              <a:ext uri="{FF2B5EF4-FFF2-40B4-BE49-F238E27FC236}">
                <a16:creationId xmlns:a16="http://schemas.microsoft.com/office/drawing/2014/main" id="{0A0D0010-321A-84B5-D51C-84C1A1288E56}"/>
              </a:ext>
            </a:extLst>
          </p:cNvPr>
          <p:cNvSpPr txBox="1"/>
          <p:nvPr/>
        </p:nvSpPr>
        <p:spPr>
          <a:xfrm>
            <a:off x="5961171" y="3178096"/>
            <a:ext cx="536640" cy="369332"/>
          </a:xfrm>
          <a:prstGeom prst="rect">
            <a:avLst/>
          </a:prstGeom>
          <a:noFill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Display" panose="020B0503040504020204" pitchFamily="34" charset="0"/>
                <a:cs typeface="SB Sans Display" panose="020B0503040504020204" pitchFamily="34" charset="0"/>
              </a:rPr>
              <a:t>18</a:t>
            </a:r>
            <a:endParaRPr kumimoji="0" sz="1800" b="0" i="0" u="none" strike="noStrike" kern="0" cap="none" spc="0" normalizeH="0" baseline="0" noProof="0" dirty="0">
              <a:ln>
                <a:noFill/>
              </a:ln>
              <a:solidFill>
                <a:srgbClr val="2A3238"/>
              </a:solidFill>
              <a:effectLst/>
              <a:uLnTx/>
              <a:uFillTx/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41" name="Display — Легкий">
            <a:extLst>
              <a:ext uri="{FF2B5EF4-FFF2-40B4-BE49-F238E27FC236}">
                <a16:creationId xmlns:a16="http://schemas.microsoft.com/office/drawing/2014/main" id="{D855ECCD-691C-CE2D-A5E6-853BE7115BD6}"/>
              </a:ext>
            </a:extLst>
          </p:cNvPr>
          <p:cNvSpPr txBox="1"/>
          <p:nvPr/>
        </p:nvSpPr>
        <p:spPr>
          <a:xfrm>
            <a:off x="7415558" y="3265755"/>
            <a:ext cx="1151213" cy="205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400" tIns="25400" rIns="25400" bIns="25400" anchor="b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defRPr sz="1000" spc="-19">
                <a:solidFill>
                  <a:schemeClr val="bg1"/>
                </a:solidFill>
                <a:latin typeface="SB Sans Text" panose="020B0503040504020204" pitchFamily="34" charset="0"/>
                <a:ea typeface="SB Sans Text"/>
                <a:cs typeface="SB Sans Text" panose="020B0503040504020204" pitchFamily="34" charset="0"/>
              </a:defRPr>
            </a:lvl1pPr>
          </a:lstStyle>
          <a:p>
            <a:pPr marL="0" marR="0" lvl="0" indent="0" defTabSz="8255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Display — </a:t>
            </a:r>
            <a:r>
              <a:rPr kumimoji="0" lang="en-US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Regular</a:t>
            </a:r>
            <a:endParaRPr kumimoji="0" sz="1000" b="0" i="0" u="none" strike="noStrike" kern="0" cap="none" spc="-19" normalizeH="0" baseline="0" noProof="0" dirty="0">
              <a:ln>
                <a:noFill/>
              </a:ln>
              <a:solidFill>
                <a:srgbClr val="2A3238"/>
              </a:solidFill>
              <a:effectLst/>
              <a:uLnTx/>
              <a:uFillTx/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sp>
        <p:nvSpPr>
          <p:cNvPr id="43" name="Линия">
            <a:extLst>
              <a:ext uri="{FF2B5EF4-FFF2-40B4-BE49-F238E27FC236}">
                <a16:creationId xmlns:a16="http://schemas.microsoft.com/office/drawing/2014/main" id="{F11AFF67-2A15-AAC1-C12D-6D4BF211878C}"/>
              </a:ext>
            </a:extLst>
          </p:cNvPr>
          <p:cNvSpPr/>
          <p:nvPr/>
        </p:nvSpPr>
        <p:spPr>
          <a:xfrm>
            <a:off x="550863" y="3710343"/>
            <a:ext cx="4082347" cy="0"/>
          </a:xfrm>
          <a:prstGeom prst="line">
            <a:avLst/>
          </a:prstGeom>
          <a:noFill/>
          <a:ln w="6350" cap="flat">
            <a:solidFill>
              <a:srgbClr val="FFFFFF">
                <a:alpha val="50000"/>
              </a:srgbClr>
            </a:solidFill>
            <a:prstDash val="solid"/>
            <a:round/>
          </a:ln>
          <a:effectLst/>
        </p:spPr>
        <p:txBody>
          <a:bodyPr wrap="square" lIns="25400" tIns="25400" rIns="25400" bIns="25400" numCol="1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9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B Sans Text"/>
            </a:endParaRPr>
          </a:p>
        </p:txBody>
      </p:sp>
      <p:sp>
        <p:nvSpPr>
          <p:cNvPr id="44" name="Заголовок слайда">
            <a:extLst>
              <a:ext uri="{FF2B5EF4-FFF2-40B4-BE49-F238E27FC236}">
                <a16:creationId xmlns:a16="http://schemas.microsoft.com/office/drawing/2014/main" id="{56BABB70-E0DF-3B85-E4E4-0B0986F3B117}"/>
              </a:ext>
            </a:extLst>
          </p:cNvPr>
          <p:cNvSpPr txBox="1"/>
          <p:nvPr/>
        </p:nvSpPr>
        <p:spPr>
          <a:xfrm>
            <a:off x="1438164" y="4575977"/>
            <a:ext cx="1365567" cy="18248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400" tIns="25400" rIns="25400" bIns="25400" anchor="b">
            <a:spAutoFit/>
          </a:bodyPr>
          <a:lstStyle>
            <a:lvl1pPr algn="l" defTabSz="825500">
              <a:lnSpc>
                <a:spcPct val="70000"/>
              </a:lnSpc>
              <a:defRPr sz="2000" spc="-19">
                <a:solidFill>
                  <a:srgbClr val="FFFFFF"/>
                </a:solidFill>
                <a:latin typeface="SB Sans Text"/>
                <a:ea typeface="SB Sans Text"/>
                <a:cs typeface="SB Sans Text"/>
                <a:sym typeface="SB Sans Text"/>
              </a:defRPr>
            </a:lvl1pPr>
          </a:lstStyle>
          <a:p>
            <a:r>
              <a:rPr lang="ru-RU" sz="11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Заголовки слайдов</a:t>
            </a:r>
            <a:endParaRPr sz="11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grpSp>
        <p:nvGrpSpPr>
          <p:cNvPr id="45" name="Группа 44">
            <a:extLst>
              <a:ext uri="{FF2B5EF4-FFF2-40B4-BE49-F238E27FC236}">
                <a16:creationId xmlns:a16="http://schemas.microsoft.com/office/drawing/2014/main" id="{7825F7F3-29AB-D399-ADA1-70C8933235F4}"/>
              </a:ext>
            </a:extLst>
          </p:cNvPr>
          <p:cNvGrpSpPr/>
          <p:nvPr/>
        </p:nvGrpSpPr>
        <p:grpSpPr>
          <a:xfrm>
            <a:off x="474391" y="2970037"/>
            <a:ext cx="2658874" cy="766877"/>
            <a:chOff x="474391" y="2970037"/>
            <a:chExt cx="2658874" cy="766877"/>
          </a:xfrm>
        </p:grpSpPr>
        <p:sp>
          <p:nvSpPr>
            <p:cNvPr id="46" name="200 Pt">
              <a:extLst>
                <a:ext uri="{FF2B5EF4-FFF2-40B4-BE49-F238E27FC236}">
                  <a16:creationId xmlns:a16="http://schemas.microsoft.com/office/drawing/2014/main" id="{5BF5F92F-D781-3D90-D7D6-8C9427F327B3}"/>
                </a:ext>
              </a:extLst>
            </p:cNvPr>
            <p:cNvSpPr txBox="1"/>
            <p:nvPr/>
          </p:nvSpPr>
          <p:spPr>
            <a:xfrm>
              <a:off x="1595438" y="3052680"/>
              <a:ext cx="814325" cy="623761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5400" tIns="25400" rIns="25400" bIns="25400">
              <a:spAutoFit/>
            </a:bodyPr>
            <a:lstStyle>
              <a:lvl1pPr algn="l" defTabSz="825500">
                <a:lnSpc>
                  <a:spcPct val="70000"/>
                </a:lnSpc>
                <a:defRPr sz="20000" spc="-800">
                  <a:solidFill>
                    <a:srgbClr val="FFFFFF"/>
                  </a:solidFill>
                  <a:latin typeface="SB Sans Display Semibold"/>
                  <a:ea typeface="SB Sans Display Semibold"/>
                  <a:cs typeface="SB Sans Display Semibold"/>
                  <a:sym typeface="SB Sans Display Semibold"/>
                </a:defRPr>
              </a:lvl1pPr>
            </a:lstStyle>
            <a:p>
              <a:pPr marL="0" marR="0" lvl="0" indent="0" algn="l" defTabSz="82550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4800" b="0" i="0" u="none" strike="noStrike" kern="0" cap="none" spc="0" normalizeH="0" baseline="0" noProof="0" dirty="0">
                  <a:ln>
                    <a:noFill/>
                  </a:ln>
                  <a:solidFill>
                    <a:srgbClr val="2A3238"/>
                  </a:solidFill>
                  <a:effectLst/>
                  <a:uLnTx/>
                  <a:uFillTx/>
                  <a:latin typeface="SB Sans Display Semibold"/>
                  <a:cs typeface="SB Sans Display Semibold"/>
                  <a:sym typeface="SB Sans Display Semibold"/>
                </a:rPr>
                <a:t>48</a:t>
              </a:r>
              <a:endParaRPr kumimoji="0" sz="4800" b="0" i="0" u="none" strike="noStrike" kern="0" cap="none" spc="0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Display Light" panose="020B0303040504020204" pitchFamily="34" charset="0"/>
                <a:cs typeface="SB Sans Display Light" panose="020B0303040504020204" pitchFamily="34" charset="0"/>
                <a:sym typeface="SB Sans Display Semibold"/>
              </a:endParaRPr>
            </a:p>
          </p:txBody>
        </p:sp>
        <p:sp>
          <p:nvSpPr>
            <p:cNvPr id="47" name="200 Pt">
              <a:extLst>
                <a:ext uri="{FF2B5EF4-FFF2-40B4-BE49-F238E27FC236}">
                  <a16:creationId xmlns:a16="http://schemas.microsoft.com/office/drawing/2014/main" id="{785A070D-1E9C-6DA7-75D2-4F7DD6A99BEB}"/>
                </a:ext>
              </a:extLst>
            </p:cNvPr>
            <p:cNvSpPr txBox="1"/>
            <p:nvPr/>
          </p:nvSpPr>
          <p:spPr>
            <a:xfrm>
              <a:off x="2524124" y="3139076"/>
              <a:ext cx="609141" cy="480644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5400" tIns="25400" rIns="25400" bIns="25400">
              <a:spAutoFit/>
            </a:bodyPr>
            <a:lstStyle>
              <a:lvl1pPr algn="l" defTabSz="825500">
                <a:lnSpc>
                  <a:spcPct val="70000"/>
                </a:lnSpc>
                <a:defRPr sz="20000" spc="-800">
                  <a:solidFill>
                    <a:srgbClr val="FFFFFF"/>
                  </a:solidFill>
                  <a:latin typeface="SB Sans Display Semibold"/>
                  <a:ea typeface="SB Sans Display Semibold"/>
                  <a:cs typeface="SB Sans Display Semibold"/>
                  <a:sym typeface="SB Sans Display Semibold"/>
                </a:defRPr>
              </a:lvl1pPr>
            </a:lstStyle>
            <a:p>
              <a:pPr marL="0" marR="0" lvl="0" indent="0" algn="l" defTabSz="82550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3600" b="0" i="0" u="none" strike="noStrike" kern="0" cap="none" spc="0" normalizeH="0" baseline="0" noProof="0" dirty="0">
                  <a:ln>
                    <a:noFill/>
                  </a:ln>
                  <a:solidFill>
                    <a:srgbClr val="2A3238"/>
                  </a:solidFill>
                  <a:effectLst/>
                  <a:uLnTx/>
                  <a:uFillTx/>
                  <a:latin typeface="SB Sans Display Semibold"/>
                  <a:cs typeface="SB Sans Display Semibold"/>
                  <a:sym typeface="SB Sans Display Semibold"/>
                </a:rPr>
                <a:t>36</a:t>
              </a:r>
              <a:endParaRPr kumimoji="0" sz="3600" b="0" i="0" u="none" strike="noStrike" kern="0" cap="none" spc="0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Display Light" panose="020B0303040504020204" pitchFamily="34" charset="0"/>
                <a:cs typeface="SB Sans Display Light" panose="020B0303040504020204" pitchFamily="34" charset="0"/>
                <a:sym typeface="SB Sans Display Semibold"/>
              </a:endParaRPr>
            </a:p>
          </p:txBody>
        </p:sp>
        <p:sp>
          <p:nvSpPr>
            <p:cNvPr id="48" name="200 Pt">
              <a:extLst>
                <a:ext uri="{FF2B5EF4-FFF2-40B4-BE49-F238E27FC236}">
                  <a16:creationId xmlns:a16="http://schemas.microsoft.com/office/drawing/2014/main" id="{FD8C2B56-1773-2ACD-A864-BBAA14C8E9C8}"/>
                </a:ext>
              </a:extLst>
            </p:cNvPr>
            <p:cNvSpPr txBox="1"/>
            <p:nvPr/>
          </p:nvSpPr>
          <p:spPr>
            <a:xfrm>
              <a:off x="474391" y="2970037"/>
              <a:ext cx="1006686" cy="766877"/>
            </a:xfrm>
            <a:prstGeom prst="rect">
              <a:avLst/>
            </a:prstGeom>
            <a:ln w="12700">
              <a:miter lim="400000"/>
            </a:ln>
            <a:extLst>
              <a:ext uri="{C572A759-6A51-4108-AA02-DFA0A04FC94B}">
                <ma14:wrappingTextBoxFlag xmlns="" xmlns:m="http://schemas.openxmlformats.org/officeDocument/2006/math" xmlns:a14="http://schemas.microsoft.com/office/drawing/2010/main" xmlns:ma14="http://schemas.microsoft.com/office/mac/drawingml/2011/main" val="1"/>
              </a:ext>
            </a:extLst>
          </p:spPr>
          <p:txBody>
            <a:bodyPr wrap="none" lIns="25400" tIns="25400" rIns="25400" bIns="25400">
              <a:spAutoFit/>
            </a:bodyPr>
            <a:lstStyle>
              <a:lvl1pPr algn="l" defTabSz="825500">
                <a:lnSpc>
                  <a:spcPct val="70000"/>
                </a:lnSpc>
                <a:defRPr sz="20000" spc="-800">
                  <a:solidFill>
                    <a:srgbClr val="FFFFFF"/>
                  </a:solidFill>
                  <a:latin typeface="SB Sans Display Semibold"/>
                  <a:ea typeface="SB Sans Display Semibold"/>
                  <a:cs typeface="SB Sans Display Semibold"/>
                  <a:sym typeface="SB Sans Display Semibold"/>
                </a:defRPr>
              </a:lvl1pPr>
            </a:lstStyle>
            <a:p>
              <a:pPr marL="0" marR="0" lvl="0" indent="0" algn="l" defTabSz="825500" eaLnBrk="1" fontAlgn="auto" latinLnBrk="0" hangingPunct="1">
                <a:lnSpc>
                  <a:spcPct val="7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ru-RU" sz="6000" b="0" i="0" u="none" strike="noStrike" kern="0" cap="none" spc="0" normalizeH="0" baseline="0" noProof="0" dirty="0">
                  <a:ln>
                    <a:noFill/>
                  </a:ln>
                  <a:solidFill>
                    <a:srgbClr val="2A3238"/>
                  </a:solidFill>
                  <a:effectLst/>
                  <a:uLnTx/>
                  <a:uFillTx/>
                  <a:latin typeface="SB Sans Display Semibold"/>
                  <a:cs typeface="SB Sans Display Semibold"/>
                  <a:sym typeface="SB Sans Display Semibold"/>
                </a:rPr>
                <a:t>60</a:t>
              </a:r>
              <a:endParaRPr kumimoji="0" sz="6000" b="0" i="0" u="none" strike="noStrike" kern="0" cap="none" spc="0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Display Light" panose="020B0303040504020204" pitchFamily="34" charset="0"/>
                <a:cs typeface="SB Sans Display Light" panose="020B0303040504020204" pitchFamily="34" charset="0"/>
                <a:sym typeface="SB Sans Display Semibold"/>
              </a:endParaRPr>
            </a:p>
          </p:txBody>
        </p:sp>
      </p:grpSp>
      <p:sp>
        <p:nvSpPr>
          <p:cNvPr id="49" name="Заголовок 7">
            <a:extLst>
              <a:ext uri="{FF2B5EF4-FFF2-40B4-BE49-F238E27FC236}">
                <a16:creationId xmlns:a16="http://schemas.microsoft.com/office/drawing/2014/main" id="{5AF21AE9-6870-B240-FD2D-A64B0E672B34}"/>
              </a:ext>
            </a:extLst>
          </p:cNvPr>
          <p:cNvSpPr txBox="1">
            <a:spLocks/>
          </p:cNvSpPr>
          <p:nvPr/>
        </p:nvSpPr>
        <p:spPr bwMode="auto">
          <a:xfrm>
            <a:off x="437476" y="839255"/>
            <a:ext cx="3708516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en" dirty="0"/>
              <a:t>SB Sans Display</a:t>
            </a:r>
          </a:p>
        </p:txBody>
      </p:sp>
      <p:sp>
        <p:nvSpPr>
          <p:cNvPr id="50" name="Display — Полужирный / Легкий">
            <a:extLst>
              <a:ext uri="{FF2B5EF4-FFF2-40B4-BE49-F238E27FC236}">
                <a16:creationId xmlns:a16="http://schemas.microsoft.com/office/drawing/2014/main" id="{A4FE7F41-F196-DAB1-29ED-2896D8CB3343}"/>
              </a:ext>
            </a:extLst>
          </p:cNvPr>
          <p:cNvSpPr txBox="1"/>
          <p:nvPr/>
        </p:nvSpPr>
        <p:spPr>
          <a:xfrm>
            <a:off x="3309771" y="3283515"/>
            <a:ext cx="1323439" cy="205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400" tIns="25400" rIns="25400" bIns="25400" anchor="b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defRPr sz="1000" spc="-19">
                <a:solidFill>
                  <a:schemeClr val="bg1"/>
                </a:solidFill>
                <a:latin typeface="SB Sans Text" panose="020B0503040504020204" pitchFamily="34" charset="0"/>
                <a:ea typeface="SB Sans Text"/>
                <a:cs typeface="SB Sans Text" panose="020B0503040504020204" pitchFamily="34" charset="0"/>
              </a:defRPr>
            </a:lvl1pPr>
          </a:lstStyle>
          <a:p>
            <a:pPr marL="0" marR="0" lvl="0" indent="0" defTabSz="8255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Display — </a:t>
            </a:r>
            <a:r>
              <a:rPr kumimoji="0" lang="en-US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Semibold </a:t>
            </a:r>
            <a:r>
              <a:rPr kumimoji="0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</a:p>
        </p:txBody>
      </p:sp>
      <p:sp>
        <p:nvSpPr>
          <p:cNvPr id="51" name="Display — Полужирный / Легкий">
            <a:extLst>
              <a:ext uri="{FF2B5EF4-FFF2-40B4-BE49-F238E27FC236}">
                <a16:creationId xmlns:a16="http://schemas.microsoft.com/office/drawing/2014/main" id="{53573FE6-E027-BD86-B8F2-16B4C9FEC90A}"/>
              </a:ext>
            </a:extLst>
          </p:cNvPr>
          <p:cNvSpPr txBox="1"/>
          <p:nvPr/>
        </p:nvSpPr>
        <p:spPr>
          <a:xfrm>
            <a:off x="3309771" y="4533816"/>
            <a:ext cx="1323439" cy="205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400" tIns="25400" rIns="25400" bIns="25400" anchor="b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defRPr sz="1000" spc="-19">
                <a:solidFill>
                  <a:schemeClr val="bg1"/>
                </a:solidFill>
                <a:latin typeface="SB Sans Text" panose="020B0503040504020204" pitchFamily="34" charset="0"/>
                <a:ea typeface="SB Sans Text"/>
                <a:cs typeface="SB Sans Text" panose="020B0503040504020204" pitchFamily="34" charset="0"/>
              </a:defRPr>
            </a:lvl1pPr>
          </a:lstStyle>
          <a:p>
            <a:pPr marL="0" marR="0" lvl="0" indent="0" defTabSz="8255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Display — </a:t>
            </a:r>
            <a:r>
              <a:rPr kumimoji="0" lang="en-US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Semibold </a:t>
            </a:r>
            <a:r>
              <a:rPr kumimoji="0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</a:p>
        </p:txBody>
      </p:sp>
      <p:sp>
        <p:nvSpPr>
          <p:cNvPr id="52" name="Display — Полужирный / Легкий">
            <a:extLst>
              <a:ext uri="{FF2B5EF4-FFF2-40B4-BE49-F238E27FC236}">
                <a16:creationId xmlns:a16="http://schemas.microsoft.com/office/drawing/2014/main" id="{4D0563C6-ACF2-CDFF-F583-8836F69B3535}"/>
              </a:ext>
            </a:extLst>
          </p:cNvPr>
          <p:cNvSpPr txBox="1"/>
          <p:nvPr/>
        </p:nvSpPr>
        <p:spPr>
          <a:xfrm>
            <a:off x="522237" y="3903157"/>
            <a:ext cx="714939" cy="235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spcBef>
                <a:spcPts val="3500"/>
              </a:spcBef>
              <a:defRPr sz="1200" spc="0">
                <a:solidFill>
                  <a:srgbClr val="01E0FF"/>
                </a:solidFill>
                <a:latin typeface="SB Sans Display" panose="020B0503040504020204" pitchFamily="34" charset="0"/>
                <a:ea typeface="SB Sans Text Semibold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Акценты</a:t>
            </a:r>
            <a:endParaRPr dirty="0"/>
          </a:p>
        </p:txBody>
      </p:sp>
      <p:sp>
        <p:nvSpPr>
          <p:cNvPr id="53" name="Display — Полужирный / Легкий">
            <a:extLst>
              <a:ext uri="{FF2B5EF4-FFF2-40B4-BE49-F238E27FC236}">
                <a16:creationId xmlns:a16="http://schemas.microsoft.com/office/drawing/2014/main" id="{69720A58-88B9-D2D8-10D2-FD8E1168FD70}"/>
              </a:ext>
            </a:extLst>
          </p:cNvPr>
          <p:cNvSpPr txBox="1"/>
          <p:nvPr/>
        </p:nvSpPr>
        <p:spPr>
          <a:xfrm>
            <a:off x="6031076" y="2796230"/>
            <a:ext cx="1687450" cy="235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spcBef>
                <a:spcPts val="3500"/>
              </a:spcBef>
              <a:defRPr sz="1200" spc="0">
                <a:solidFill>
                  <a:srgbClr val="01E0FF"/>
                </a:solidFill>
                <a:latin typeface="SB Sans Display" panose="020B0503040504020204" pitchFamily="34" charset="0"/>
                <a:ea typeface="SB Sans Text Semibold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Подзаголовок слайда</a:t>
            </a:r>
          </a:p>
        </p:txBody>
      </p:sp>
      <p:sp>
        <p:nvSpPr>
          <p:cNvPr id="54" name="Линия">
            <a:extLst>
              <a:ext uri="{FF2B5EF4-FFF2-40B4-BE49-F238E27FC236}">
                <a16:creationId xmlns:a16="http://schemas.microsoft.com/office/drawing/2014/main" id="{E367D773-AA49-96AC-FD0C-B6602A9EF709}"/>
              </a:ext>
            </a:extLst>
          </p:cNvPr>
          <p:cNvSpPr/>
          <p:nvPr/>
        </p:nvSpPr>
        <p:spPr>
          <a:xfrm>
            <a:off x="6065312" y="3710343"/>
            <a:ext cx="4082347" cy="0"/>
          </a:xfrm>
          <a:prstGeom prst="line">
            <a:avLst/>
          </a:prstGeom>
          <a:noFill/>
          <a:ln w="6350" cap="flat">
            <a:solidFill>
              <a:srgbClr val="FFFFFF">
                <a:alpha val="50000"/>
              </a:srgbClr>
            </a:solidFill>
            <a:prstDash val="solid"/>
            <a:round/>
          </a:ln>
          <a:effectLst/>
        </p:spPr>
        <p:txBody>
          <a:bodyPr wrap="square" lIns="25400" tIns="25400" rIns="25400" bIns="25400" numCol="1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9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SB Sans Text"/>
            </a:endParaRPr>
          </a:p>
        </p:txBody>
      </p:sp>
      <p:sp>
        <p:nvSpPr>
          <p:cNvPr id="55" name="50 Pt">
            <a:extLst>
              <a:ext uri="{FF2B5EF4-FFF2-40B4-BE49-F238E27FC236}">
                <a16:creationId xmlns:a16="http://schemas.microsoft.com/office/drawing/2014/main" id="{B9EC83BC-A5E2-E8EF-5F85-241D1D3F4EF6}"/>
              </a:ext>
            </a:extLst>
          </p:cNvPr>
          <p:cNvSpPr txBox="1"/>
          <p:nvPr/>
        </p:nvSpPr>
        <p:spPr>
          <a:xfrm>
            <a:off x="5961171" y="4441111"/>
            <a:ext cx="856824" cy="338554"/>
          </a:xfrm>
          <a:prstGeom prst="rect">
            <a:avLst/>
          </a:prstGeom>
          <a:noFill/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sz="1600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12-16</a:t>
            </a:r>
            <a:endParaRPr sz="1600" dirty="0">
              <a:solidFill>
                <a:srgbClr val="2A3238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sp>
        <p:nvSpPr>
          <p:cNvPr id="56" name="Display — Легкий">
            <a:extLst>
              <a:ext uri="{FF2B5EF4-FFF2-40B4-BE49-F238E27FC236}">
                <a16:creationId xmlns:a16="http://schemas.microsoft.com/office/drawing/2014/main" id="{2058F33D-E21F-2896-B30C-40934E84F8FB}"/>
              </a:ext>
            </a:extLst>
          </p:cNvPr>
          <p:cNvSpPr txBox="1"/>
          <p:nvPr/>
        </p:nvSpPr>
        <p:spPr>
          <a:xfrm>
            <a:off x="7415558" y="4528770"/>
            <a:ext cx="1659109" cy="20518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25400" tIns="25400" rIns="25400" bIns="25400" anchor="b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defRPr sz="1000" spc="-19">
                <a:solidFill>
                  <a:schemeClr val="bg1"/>
                </a:solidFill>
                <a:latin typeface="SB Sans Text" panose="020B0503040504020204" pitchFamily="34" charset="0"/>
                <a:ea typeface="SB Sans Text"/>
                <a:cs typeface="SB Sans Text" panose="020B0503040504020204" pitchFamily="34" charset="0"/>
              </a:defRPr>
            </a:lvl1pPr>
          </a:lstStyle>
          <a:p>
            <a:pPr marL="0" marR="0" lvl="0" indent="0" defTabSz="8255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Text </a:t>
            </a:r>
            <a:r>
              <a:rPr kumimoji="0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— </a:t>
            </a:r>
            <a:r>
              <a:rPr kumimoji="0" lang="en-US" sz="1000" b="0" i="0" u="none" strike="noStrike" kern="0" cap="none" spc="-19" normalizeH="0" baseline="0" noProof="0" dirty="0">
                <a:ln>
                  <a:noFill/>
                </a:ln>
                <a:solidFill>
                  <a:srgbClr val="2A3238"/>
                </a:solidFill>
                <a:effectLst/>
                <a:uLnTx/>
                <a:uFillTx/>
                <a:latin typeface="SB Sans Text" panose="020B0503040504020204" pitchFamily="34" charset="0"/>
                <a:cs typeface="SB Sans Text" panose="020B0503040504020204" pitchFamily="34" charset="0"/>
              </a:rPr>
              <a:t>Regular/Light</a:t>
            </a:r>
            <a:endParaRPr kumimoji="0" sz="1000" b="0" i="0" u="none" strike="noStrike" kern="0" cap="none" spc="-19" normalizeH="0" baseline="0" noProof="0" dirty="0">
              <a:ln>
                <a:noFill/>
              </a:ln>
              <a:solidFill>
                <a:srgbClr val="2A3238"/>
              </a:solidFill>
              <a:effectLst/>
              <a:uLnTx/>
              <a:uFillTx/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sp>
        <p:nvSpPr>
          <p:cNvPr id="57" name="Display — Полужирный / Легкий">
            <a:extLst>
              <a:ext uri="{FF2B5EF4-FFF2-40B4-BE49-F238E27FC236}">
                <a16:creationId xmlns:a16="http://schemas.microsoft.com/office/drawing/2014/main" id="{7AA54001-C893-ABF2-9463-42DAC7684362}"/>
              </a:ext>
            </a:extLst>
          </p:cNvPr>
          <p:cNvSpPr txBox="1"/>
          <p:nvPr/>
        </p:nvSpPr>
        <p:spPr>
          <a:xfrm>
            <a:off x="6031076" y="4059245"/>
            <a:ext cx="1808893" cy="235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25400" tIns="25400" rIns="25400" bIns="25400" anchor="ctr">
            <a:spAutoFit/>
          </a:bodyPr>
          <a:lstStyle>
            <a:defPPr>
              <a:defRPr lang="ru-RU"/>
            </a:defPPr>
            <a:lvl1pPr defTabSz="825500">
              <a:lnSpc>
                <a:spcPct val="100000"/>
              </a:lnSpc>
              <a:spcBef>
                <a:spcPts val="3500"/>
              </a:spcBef>
              <a:defRPr sz="1200" spc="0">
                <a:solidFill>
                  <a:srgbClr val="01E0FF"/>
                </a:solidFill>
                <a:latin typeface="SB Sans Display" panose="020B0503040504020204" pitchFamily="34" charset="0"/>
                <a:ea typeface="SB Sans Text Semibold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Основной текст слайда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AA3902-4830-F84D-2159-9CEEB7DC5E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Полилиния: фигура 15">
            <a:extLst>
              <a:ext uri="{FF2B5EF4-FFF2-40B4-BE49-F238E27FC236}">
                <a16:creationId xmlns:a16="http://schemas.microsoft.com/office/drawing/2014/main" id="{69DF77A0-4ED2-E8EA-9165-02AB82CD72BB}"/>
              </a:ext>
            </a:extLst>
          </p:cNvPr>
          <p:cNvSpPr/>
          <p:nvPr/>
        </p:nvSpPr>
        <p:spPr>
          <a:xfrm>
            <a:off x="9417171" y="3068080"/>
            <a:ext cx="283209" cy="203200"/>
          </a:xfrm>
          <a:custGeom>
            <a:avLst/>
            <a:gdLst>
              <a:gd name="connsiteX0" fmla="*/ 77470 w 283209"/>
              <a:gd name="connsiteY0" fmla="*/ 29210 h 203200"/>
              <a:gd name="connsiteX1" fmla="*/ 87630 w 283209"/>
              <a:gd name="connsiteY1" fmla="*/ 20320 h 203200"/>
              <a:gd name="connsiteX2" fmla="*/ 194310 w 283209"/>
              <a:gd name="connsiteY2" fmla="*/ 20320 h 203200"/>
              <a:gd name="connsiteX3" fmla="*/ 204470 w 283209"/>
              <a:gd name="connsiteY3" fmla="*/ 29210 h 203200"/>
              <a:gd name="connsiteX4" fmla="*/ 209550 w 283209"/>
              <a:gd name="connsiteY4" fmla="*/ 66040 h 203200"/>
              <a:gd name="connsiteX5" fmla="*/ 71120 w 283209"/>
              <a:gd name="connsiteY5" fmla="*/ 66040 h 203200"/>
              <a:gd name="connsiteX6" fmla="*/ 77470 w 283209"/>
              <a:gd name="connsiteY6" fmla="*/ 29210 h 203200"/>
              <a:gd name="connsiteX7" fmla="*/ 60960 w 283209"/>
              <a:gd name="connsiteY7" fmla="*/ 86360 h 203200"/>
              <a:gd name="connsiteX8" fmla="*/ 60960 w 283209"/>
              <a:gd name="connsiteY8" fmla="*/ 86360 h 203200"/>
              <a:gd name="connsiteX9" fmla="*/ 223520 w 283209"/>
              <a:gd name="connsiteY9" fmla="*/ 86360 h 203200"/>
              <a:gd name="connsiteX10" fmla="*/ 223520 w 283209"/>
              <a:gd name="connsiteY10" fmla="*/ 86360 h 203200"/>
              <a:gd name="connsiteX11" fmla="*/ 233680 w 283209"/>
              <a:gd name="connsiteY11" fmla="*/ 86360 h 203200"/>
              <a:gd name="connsiteX12" fmla="*/ 243839 w 283209"/>
              <a:gd name="connsiteY12" fmla="*/ 96520 h 203200"/>
              <a:gd name="connsiteX13" fmla="*/ 243839 w 283209"/>
              <a:gd name="connsiteY13" fmla="*/ 147320 h 203200"/>
              <a:gd name="connsiteX14" fmla="*/ 233680 w 283209"/>
              <a:gd name="connsiteY14" fmla="*/ 157480 h 203200"/>
              <a:gd name="connsiteX15" fmla="*/ 217170 w 283209"/>
              <a:gd name="connsiteY15" fmla="*/ 157480 h 203200"/>
              <a:gd name="connsiteX16" fmla="*/ 64770 w 283209"/>
              <a:gd name="connsiteY16" fmla="*/ 157480 h 203200"/>
              <a:gd name="connsiteX17" fmla="*/ 49530 w 283209"/>
              <a:gd name="connsiteY17" fmla="*/ 157480 h 203200"/>
              <a:gd name="connsiteX18" fmla="*/ 39370 w 283209"/>
              <a:gd name="connsiteY18" fmla="*/ 147320 h 203200"/>
              <a:gd name="connsiteX19" fmla="*/ 39370 w 283209"/>
              <a:gd name="connsiteY19" fmla="*/ 96520 h 203200"/>
              <a:gd name="connsiteX20" fmla="*/ 49530 w 283209"/>
              <a:gd name="connsiteY20" fmla="*/ 86360 h 203200"/>
              <a:gd name="connsiteX21" fmla="*/ 60960 w 283209"/>
              <a:gd name="connsiteY21" fmla="*/ 86360 h 203200"/>
              <a:gd name="connsiteX22" fmla="*/ 52070 w 283209"/>
              <a:gd name="connsiteY22" fmla="*/ 66040 h 203200"/>
              <a:gd name="connsiteX23" fmla="*/ 58420 w 283209"/>
              <a:gd name="connsiteY23" fmla="*/ 25400 h 203200"/>
              <a:gd name="connsiteX24" fmla="*/ 88900 w 283209"/>
              <a:gd name="connsiteY24" fmla="*/ 0 h 203200"/>
              <a:gd name="connsiteX25" fmla="*/ 195580 w 283209"/>
              <a:gd name="connsiteY25" fmla="*/ 0 h 203200"/>
              <a:gd name="connsiteX26" fmla="*/ 226060 w 283209"/>
              <a:gd name="connsiteY26" fmla="*/ 25400 h 203200"/>
              <a:gd name="connsiteX27" fmla="*/ 232410 w 283209"/>
              <a:gd name="connsiteY27" fmla="*/ 66040 h 203200"/>
              <a:gd name="connsiteX28" fmla="*/ 233680 w 283209"/>
              <a:gd name="connsiteY28" fmla="*/ 66040 h 203200"/>
              <a:gd name="connsiteX29" fmla="*/ 264160 w 283209"/>
              <a:gd name="connsiteY29" fmla="*/ 96520 h 203200"/>
              <a:gd name="connsiteX30" fmla="*/ 264160 w 283209"/>
              <a:gd name="connsiteY30" fmla="*/ 147320 h 203200"/>
              <a:gd name="connsiteX31" fmla="*/ 233680 w 283209"/>
              <a:gd name="connsiteY31" fmla="*/ 177800 h 203200"/>
              <a:gd name="connsiteX32" fmla="*/ 233680 w 283209"/>
              <a:gd name="connsiteY32" fmla="*/ 187960 h 203200"/>
              <a:gd name="connsiteX33" fmla="*/ 218439 w 283209"/>
              <a:gd name="connsiteY33" fmla="*/ 203200 h 203200"/>
              <a:gd name="connsiteX34" fmla="*/ 203200 w 283209"/>
              <a:gd name="connsiteY34" fmla="*/ 187960 h 203200"/>
              <a:gd name="connsiteX35" fmla="*/ 203200 w 283209"/>
              <a:gd name="connsiteY35" fmla="*/ 177800 h 203200"/>
              <a:gd name="connsiteX36" fmla="*/ 81280 w 283209"/>
              <a:gd name="connsiteY36" fmla="*/ 177800 h 203200"/>
              <a:gd name="connsiteX37" fmla="*/ 81280 w 283209"/>
              <a:gd name="connsiteY37" fmla="*/ 187960 h 203200"/>
              <a:gd name="connsiteX38" fmla="*/ 66039 w 283209"/>
              <a:gd name="connsiteY38" fmla="*/ 203200 h 203200"/>
              <a:gd name="connsiteX39" fmla="*/ 50800 w 283209"/>
              <a:gd name="connsiteY39" fmla="*/ 187960 h 203200"/>
              <a:gd name="connsiteX40" fmla="*/ 50800 w 283209"/>
              <a:gd name="connsiteY40" fmla="*/ 177800 h 203200"/>
              <a:gd name="connsiteX41" fmla="*/ 20320 w 283209"/>
              <a:gd name="connsiteY41" fmla="*/ 147320 h 203200"/>
              <a:gd name="connsiteX42" fmla="*/ 20320 w 283209"/>
              <a:gd name="connsiteY42" fmla="*/ 96520 h 203200"/>
              <a:gd name="connsiteX43" fmla="*/ 50800 w 283209"/>
              <a:gd name="connsiteY43" fmla="*/ 66040 h 203200"/>
              <a:gd name="connsiteX44" fmla="*/ 52070 w 283209"/>
              <a:gd name="connsiteY44" fmla="*/ 66040 h 203200"/>
              <a:gd name="connsiteX45" fmla="*/ 10160 w 283209"/>
              <a:gd name="connsiteY45" fmla="*/ 35560 h 203200"/>
              <a:gd name="connsiteX46" fmla="*/ 0 w 283209"/>
              <a:gd name="connsiteY46" fmla="*/ 45720 h 203200"/>
              <a:gd name="connsiteX47" fmla="*/ 10160 w 283209"/>
              <a:gd name="connsiteY47" fmla="*/ 55880 h 203200"/>
              <a:gd name="connsiteX48" fmla="*/ 30480 w 283209"/>
              <a:gd name="connsiteY48" fmla="*/ 55880 h 203200"/>
              <a:gd name="connsiteX49" fmla="*/ 40639 w 283209"/>
              <a:gd name="connsiteY49" fmla="*/ 45720 h 203200"/>
              <a:gd name="connsiteX50" fmla="*/ 30480 w 283209"/>
              <a:gd name="connsiteY50" fmla="*/ 35560 h 203200"/>
              <a:gd name="connsiteX51" fmla="*/ 10160 w 283209"/>
              <a:gd name="connsiteY51" fmla="*/ 35560 h 203200"/>
              <a:gd name="connsiteX52" fmla="*/ 71120 w 283209"/>
              <a:gd name="connsiteY52" fmla="*/ 116840 h 203200"/>
              <a:gd name="connsiteX53" fmla="*/ 60960 w 283209"/>
              <a:gd name="connsiteY53" fmla="*/ 127000 h 203200"/>
              <a:gd name="connsiteX54" fmla="*/ 71120 w 283209"/>
              <a:gd name="connsiteY54" fmla="*/ 137160 h 203200"/>
              <a:gd name="connsiteX55" fmla="*/ 96520 w 283209"/>
              <a:gd name="connsiteY55" fmla="*/ 137160 h 203200"/>
              <a:gd name="connsiteX56" fmla="*/ 106680 w 283209"/>
              <a:gd name="connsiteY56" fmla="*/ 127000 h 203200"/>
              <a:gd name="connsiteX57" fmla="*/ 96520 w 283209"/>
              <a:gd name="connsiteY57" fmla="*/ 116840 h 203200"/>
              <a:gd name="connsiteX58" fmla="*/ 71120 w 283209"/>
              <a:gd name="connsiteY58" fmla="*/ 116840 h 203200"/>
              <a:gd name="connsiteX59" fmla="*/ 176530 w 283209"/>
              <a:gd name="connsiteY59" fmla="*/ 127000 h 203200"/>
              <a:gd name="connsiteX60" fmla="*/ 186689 w 283209"/>
              <a:gd name="connsiteY60" fmla="*/ 116840 h 203200"/>
              <a:gd name="connsiteX61" fmla="*/ 212089 w 283209"/>
              <a:gd name="connsiteY61" fmla="*/ 116840 h 203200"/>
              <a:gd name="connsiteX62" fmla="*/ 222250 w 283209"/>
              <a:gd name="connsiteY62" fmla="*/ 127000 h 203200"/>
              <a:gd name="connsiteX63" fmla="*/ 212089 w 283209"/>
              <a:gd name="connsiteY63" fmla="*/ 137160 h 203200"/>
              <a:gd name="connsiteX64" fmla="*/ 186689 w 283209"/>
              <a:gd name="connsiteY64" fmla="*/ 137160 h 203200"/>
              <a:gd name="connsiteX65" fmla="*/ 176530 w 283209"/>
              <a:gd name="connsiteY65" fmla="*/ 127000 h 203200"/>
              <a:gd name="connsiteX66" fmla="*/ 242570 w 283209"/>
              <a:gd name="connsiteY66" fmla="*/ 45720 h 203200"/>
              <a:gd name="connsiteX67" fmla="*/ 252730 w 283209"/>
              <a:gd name="connsiteY67" fmla="*/ 35560 h 203200"/>
              <a:gd name="connsiteX68" fmla="*/ 273050 w 283209"/>
              <a:gd name="connsiteY68" fmla="*/ 35560 h 203200"/>
              <a:gd name="connsiteX69" fmla="*/ 283210 w 283209"/>
              <a:gd name="connsiteY69" fmla="*/ 45720 h 203200"/>
              <a:gd name="connsiteX70" fmla="*/ 273050 w 283209"/>
              <a:gd name="connsiteY70" fmla="*/ 55880 h 203200"/>
              <a:gd name="connsiteX71" fmla="*/ 252730 w 283209"/>
              <a:gd name="connsiteY71" fmla="*/ 55880 h 203200"/>
              <a:gd name="connsiteX72" fmla="*/ 242570 w 283209"/>
              <a:gd name="connsiteY72" fmla="*/ 4572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283209" h="203200">
                <a:moveTo>
                  <a:pt x="77470" y="29210"/>
                </a:moveTo>
                <a:cubicBezTo>
                  <a:pt x="78739" y="24130"/>
                  <a:pt x="82550" y="20320"/>
                  <a:pt x="87630" y="20320"/>
                </a:cubicBezTo>
                <a:lnTo>
                  <a:pt x="194310" y="20320"/>
                </a:lnTo>
                <a:cubicBezTo>
                  <a:pt x="199389" y="20320"/>
                  <a:pt x="203200" y="24130"/>
                  <a:pt x="204470" y="29210"/>
                </a:cubicBezTo>
                <a:lnTo>
                  <a:pt x="209550" y="66040"/>
                </a:lnTo>
                <a:lnTo>
                  <a:pt x="71120" y="66040"/>
                </a:lnTo>
                <a:lnTo>
                  <a:pt x="77470" y="29210"/>
                </a:lnTo>
                <a:close/>
                <a:moveTo>
                  <a:pt x="60960" y="86360"/>
                </a:moveTo>
                <a:cubicBezTo>
                  <a:pt x="60960" y="86360"/>
                  <a:pt x="60960" y="86360"/>
                  <a:pt x="60960" y="86360"/>
                </a:cubicBezTo>
                <a:lnTo>
                  <a:pt x="223520" y="86360"/>
                </a:lnTo>
                <a:cubicBezTo>
                  <a:pt x="223520" y="86360"/>
                  <a:pt x="223520" y="86360"/>
                  <a:pt x="223520" y="86360"/>
                </a:cubicBezTo>
                <a:lnTo>
                  <a:pt x="233680" y="86360"/>
                </a:lnTo>
                <a:cubicBezTo>
                  <a:pt x="238760" y="86360"/>
                  <a:pt x="243839" y="91440"/>
                  <a:pt x="243839" y="96520"/>
                </a:cubicBezTo>
                <a:lnTo>
                  <a:pt x="243839" y="147320"/>
                </a:lnTo>
                <a:cubicBezTo>
                  <a:pt x="243839" y="152400"/>
                  <a:pt x="238760" y="157480"/>
                  <a:pt x="233680" y="157480"/>
                </a:cubicBezTo>
                <a:lnTo>
                  <a:pt x="217170" y="157480"/>
                </a:lnTo>
                <a:lnTo>
                  <a:pt x="64770" y="157480"/>
                </a:lnTo>
                <a:lnTo>
                  <a:pt x="49530" y="157480"/>
                </a:lnTo>
                <a:cubicBezTo>
                  <a:pt x="44450" y="157480"/>
                  <a:pt x="39370" y="152400"/>
                  <a:pt x="39370" y="147320"/>
                </a:cubicBezTo>
                <a:lnTo>
                  <a:pt x="39370" y="96520"/>
                </a:lnTo>
                <a:cubicBezTo>
                  <a:pt x="39370" y="91440"/>
                  <a:pt x="44450" y="86360"/>
                  <a:pt x="49530" y="86360"/>
                </a:cubicBezTo>
                <a:lnTo>
                  <a:pt x="60960" y="86360"/>
                </a:lnTo>
                <a:close/>
                <a:moveTo>
                  <a:pt x="52070" y="66040"/>
                </a:moveTo>
                <a:lnTo>
                  <a:pt x="58420" y="25400"/>
                </a:lnTo>
                <a:cubicBezTo>
                  <a:pt x="60960" y="10160"/>
                  <a:pt x="73660" y="0"/>
                  <a:pt x="88900" y="0"/>
                </a:cubicBezTo>
                <a:lnTo>
                  <a:pt x="195580" y="0"/>
                </a:lnTo>
                <a:cubicBezTo>
                  <a:pt x="210820" y="0"/>
                  <a:pt x="223520" y="11430"/>
                  <a:pt x="226060" y="25400"/>
                </a:cubicBezTo>
                <a:lnTo>
                  <a:pt x="232410" y="66040"/>
                </a:lnTo>
                <a:lnTo>
                  <a:pt x="233680" y="66040"/>
                </a:lnTo>
                <a:cubicBezTo>
                  <a:pt x="250189" y="66040"/>
                  <a:pt x="264160" y="80010"/>
                  <a:pt x="264160" y="96520"/>
                </a:cubicBezTo>
                <a:lnTo>
                  <a:pt x="264160" y="147320"/>
                </a:lnTo>
                <a:cubicBezTo>
                  <a:pt x="264160" y="163830"/>
                  <a:pt x="250189" y="177800"/>
                  <a:pt x="233680" y="177800"/>
                </a:cubicBezTo>
                <a:lnTo>
                  <a:pt x="233680" y="187960"/>
                </a:lnTo>
                <a:cubicBezTo>
                  <a:pt x="233680" y="196850"/>
                  <a:pt x="227330" y="203200"/>
                  <a:pt x="218439" y="203200"/>
                </a:cubicBezTo>
                <a:cubicBezTo>
                  <a:pt x="209550" y="203200"/>
                  <a:pt x="203200" y="196850"/>
                  <a:pt x="203200" y="187960"/>
                </a:cubicBezTo>
                <a:lnTo>
                  <a:pt x="203200" y="177800"/>
                </a:lnTo>
                <a:lnTo>
                  <a:pt x="81280" y="177800"/>
                </a:lnTo>
                <a:lnTo>
                  <a:pt x="81280" y="187960"/>
                </a:lnTo>
                <a:cubicBezTo>
                  <a:pt x="81280" y="196850"/>
                  <a:pt x="74930" y="203200"/>
                  <a:pt x="66039" y="203200"/>
                </a:cubicBezTo>
                <a:cubicBezTo>
                  <a:pt x="57150" y="203200"/>
                  <a:pt x="50800" y="196850"/>
                  <a:pt x="50800" y="187960"/>
                </a:cubicBezTo>
                <a:lnTo>
                  <a:pt x="50800" y="177800"/>
                </a:lnTo>
                <a:cubicBezTo>
                  <a:pt x="34289" y="177800"/>
                  <a:pt x="20320" y="163830"/>
                  <a:pt x="20320" y="147320"/>
                </a:cubicBezTo>
                <a:lnTo>
                  <a:pt x="20320" y="96520"/>
                </a:lnTo>
                <a:cubicBezTo>
                  <a:pt x="20320" y="80010"/>
                  <a:pt x="34289" y="66040"/>
                  <a:pt x="50800" y="66040"/>
                </a:cubicBezTo>
                <a:lnTo>
                  <a:pt x="52070" y="66040"/>
                </a:lnTo>
                <a:close/>
                <a:moveTo>
                  <a:pt x="10160" y="35560"/>
                </a:moveTo>
                <a:cubicBezTo>
                  <a:pt x="5080" y="35560"/>
                  <a:pt x="0" y="40640"/>
                  <a:pt x="0" y="45720"/>
                </a:cubicBezTo>
                <a:cubicBezTo>
                  <a:pt x="0" y="50800"/>
                  <a:pt x="5080" y="55880"/>
                  <a:pt x="10160" y="55880"/>
                </a:cubicBezTo>
                <a:lnTo>
                  <a:pt x="30480" y="55880"/>
                </a:lnTo>
                <a:cubicBezTo>
                  <a:pt x="35560" y="55880"/>
                  <a:pt x="40639" y="50800"/>
                  <a:pt x="40639" y="45720"/>
                </a:cubicBezTo>
                <a:cubicBezTo>
                  <a:pt x="40639" y="40640"/>
                  <a:pt x="35560" y="35560"/>
                  <a:pt x="30480" y="35560"/>
                </a:cubicBezTo>
                <a:lnTo>
                  <a:pt x="10160" y="35560"/>
                </a:lnTo>
                <a:close/>
                <a:moveTo>
                  <a:pt x="71120" y="116840"/>
                </a:moveTo>
                <a:cubicBezTo>
                  <a:pt x="66039" y="116840"/>
                  <a:pt x="60960" y="121920"/>
                  <a:pt x="60960" y="127000"/>
                </a:cubicBezTo>
                <a:cubicBezTo>
                  <a:pt x="60960" y="132080"/>
                  <a:pt x="66039" y="137160"/>
                  <a:pt x="71120" y="137160"/>
                </a:cubicBezTo>
                <a:lnTo>
                  <a:pt x="96520" y="137160"/>
                </a:lnTo>
                <a:cubicBezTo>
                  <a:pt x="101600" y="137160"/>
                  <a:pt x="106680" y="132080"/>
                  <a:pt x="106680" y="127000"/>
                </a:cubicBezTo>
                <a:cubicBezTo>
                  <a:pt x="106680" y="121920"/>
                  <a:pt x="101600" y="116840"/>
                  <a:pt x="96520" y="116840"/>
                </a:cubicBezTo>
                <a:lnTo>
                  <a:pt x="71120" y="116840"/>
                </a:lnTo>
                <a:close/>
                <a:moveTo>
                  <a:pt x="176530" y="127000"/>
                </a:moveTo>
                <a:cubicBezTo>
                  <a:pt x="176530" y="121920"/>
                  <a:pt x="181610" y="116840"/>
                  <a:pt x="186689" y="116840"/>
                </a:cubicBezTo>
                <a:lnTo>
                  <a:pt x="212089" y="116840"/>
                </a:lnTo>
                <a:cubicBezTo>
                  <a:pt x="217170" y="116840"/>
                  <a:pt x="222250" y="121920"/>
                  <a:pt x="222250" y="127000"/>
                </a:cubicBezTo>
                <a:cubicBezTo>
                  <a:pt x="222250" y="132080"/>
                  <a:pt x="217170" y="137160"/>
                  <a:pt x="212089" y="137160"/>
                </a:cubicBezTo>
                <a:lnTo>
                  <a:pt x="186689" y="137160"/>
                </a:lnTo>
                <a:cubicBezTo>
                  <a:pt x="181610" y="137160"/>
                  <a:pt x="176530" y="132080"/>
                  <a:pt x="176530" y="127000"/>
                </a:cubicBezTo>
                <a:close/>
                <a:moveTo>
                  <a:pt x="242570" y="45720"/>
                </a:moveTo>
                <a:cubicBezTo>
                  <a:pt x="242570" y="40640"/>
                  <a:pt x="247650" y="35560"/>
                  <a:pt x="252730" y="35560"/>
                </a:cubicBezTo>
                <a:lnTo>
                  <a:pt x="273050" y="35560"/>
                </a:lnTo>
                <a:cubicBezTo>
                  <a:pt x="278130" y="35560"/>
                  <a:pt x="283210" y="40640"/>
                  <a:pt x="283210" y="45720"/>
                </a:cubicBezTo>
                <a:cubicBezTo>
                  <a:pt x="283210" y="50800"/>
                  <a:pt x="278130" y="55880"/>
                  <a:pt x="273050" y="55880"/>
                </a:cubicBezTo>
                <a:lnTo>
                  <a:pt x="252730" y="55880"/>
                </a:lnTo>
                <a:cubicBezTo>
                  <a:pt x="247650" y="55880"/>
                  <a:pt x="242570" y="50800"/>
                  <a:pt x="242570" y="457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46" name="Полилиния: фигура 18">
            <a:extLst>
              <a:ext uri="{FF2B5EF4-FFF2-40B4-BE49-F238E27FC236}">
                <a16:creationId xmlns:a16="http://schemas.microsoft.com/office/drawing/2014/main" id="{ADA31C4A-F884-1C9D-739B-21032745A5E5}"/>
              </a:ext>
            </a:extLst>
          </p:cNvPr>
          <p:cNvSpPr/>
          <p:nvPr/>
        </p:nvSpPr>
        <p:spPr>
          <a:xfrm>
            <a:off x="10026771" y="3037600"/>
            <a:ext cx="182879" cy="264159"/>
          </a:xfrm>
          <a:custGeom>
            <a:avLst/>
            <a:gdLst>
              <a:gd name="connsiteX0" fmla="*/ 0 w 182879"/>
              <a:gd name="connsiteY0" fmla="*/ 30480 h 264159"/>
              <a:gd name="connsiteX1" fmla="*/ 30480 w 182879"/>
              <a:gd name="connsiteY1" fmla="*/ 0 h 264159"/>
              <a:gd name="connsiteX2" fmla="*/ 152400 w 182879"/>
              <a:gd name="connsiteY2" fmla="*/ 0 h 264159"/>
              <a:gd name="connsiteX3" fmla="*/ 182880 w 182879"/>
              <a:gd name="connsiteY3" fmla="*/ 30480 h 264159"/>
              <a:gd name="connsiteX4" fmla="*/ 182880 w 182879"/>
              <a:gd name="connsiteY4" fmla="*/ 233680 h 264159"/>
              <a:gd name="connsiteX5" fmla="*/ 152400 w 182879"/>
              <a:gd name="connsiteY5" fmla="*/ 264160 h 264159"/>
              <a:gd name="connsiteX6" fmla="*/ 30480 w 182879"/>
              <a:gd name="connsiteY6" fmla="*/ 264160 h 264159"/>
              <a:gd name="connsiteX7" fmla="*/ 0 w 182879"/>
              <a:gd name="connsiteY7" fmla="*/ 233680 h 264159"/>
              <a:gd name="connsiteX8" fmla="*/ 0 w 182879"/>
              <a:gd name="connsiteY8" fmla="*/ 30480 h 264159"/>
              <a:gd name="connsiteX9" fmla="*/ 30480 w 182879"/>
              <a:gd name="connsiteY9" fmla="*/ 20320 h 264159"/>
              <a:gd name="connsiteX10" fmla="*/ 20320 w 182879"/>
              <a:gd name="connsiteY10" fmla="*/ 30480 h 264159"/>
              <a:gd name="connsiteX11" fmla="*/ 20320 w 182879"/>
              <a:gd name="connsiteY11" fmla="*/ 233680 h 264159"/>
              <a:gd name="connsiteX12" fmla="*/ 30480 w 182879"/>
              <a:gd name="connsiteY12" fmla="*/ 243840 h 264159"/>
              <a:gd name="connsiteX13" fmla="*/ 152400 w 182879"/>
              <a:gd name="connsiteY13" fmla="*/ 243840 h 264159"/>
              <a:gd name="connsiteX14" fmla="*/ 162560 w 182879"/>
              <a:gd name="connsiteY14" fmla="*/ 233680 h 264159"/>
              <a:gd name="connsiteX15" fmla="*/ 162560 w 182879"/>
              <a:gd name="connsiteY15" fmla="*/ 30480 h 264159"/>
              <a:gd name="connsiteX16" fmla="*/ 152400 w 182879"/>
              <a:gd name="connsiteY16" fmla="*/ 20320 h 264159"/>
              <a:gd name="connsiteX17" fmla="*/ 30480 w 182879"/>
              <a:gd name="connsiteY17" fmla="*/ 20320 h 264159"/>
              <a:gd name="connsiteX18" fmla="*/ 127000 w 182879"/>
              <a:gd name="connsiteY18" fmla="*/ 40640 h 264159"/>
              <a:gd name="connsiteX19" fmla="*/ 116839 w 182879"/>
              <a:gd name="connsiteY19" fmla="*/ 30480 h 264159"/>
              <a:gd name="connsiteX20" fmla="*/ 66039 w 182879"/>
              <a:gd name="connsiteY20" fmla="*/ 30480 h 264159"/>
              <a:gd name="connsiteX21" fmla="*/ 55880 w 182879"/>
              <a:gd name="connsiteY21" fmla="*/ 40640 h 264159"/>
              <a:gd name="connsiteX22" fmla="*/ 66039 w 182879"/>
              <a:gd name="connsiteY22" fmla="*/ 50800 h 264159"/>
              <a:gd name="connsiteX23" fmla="*/ 116839 w 182879"/>
              <a:gd name="connsiteY23" fmla="*/ 50800 h 264159"/>
              <a:gd name="connsiteX24" fmla="*/ 127000 w 182879"/>
              <a:gd name="connsiteY24" fmla="*/ 40640 h 264159"/>
              <a:gd name="connsiteX25" fmla="*/ 91439 w 182879"/>
              <a:gd name="connsiteY25" fmla="*/ 223520 h 264159"/>
              <a:gd name="connsiteX26" fmla="*/ 101600 w 182879"/>
              <a:gd name="connsiteY26" fmla="*/ 213360 h 264159"/>
              <a:gd name="connsiteX27" fmla="*/ 91439 w 182879"/>
              <a:gd name="connsiteY27" fmla="*/ 203200 h 264159"/>
              <a:gd name="connsiteX28" fmla="*/ 81280 w 182879"/>
              <a:gd name="connsiteY28" fmla="*/ 213360 h 264159"/>
              <a:gd name="connsiteX29" fmla="*/ 91439 w 182879"/>
              <a:gd name="connsiteY29" fmla="*/ 2235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82879" h="264159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52400" y="0"/>
                </a:lnTo>
                <a:cubicBezTo>
                  <a:pt x="168910" y="0"/>
                  <a:pt x="182880" y="13970"/>
                  <a:pt x="182880" y="30480"/>
                </a:cubicBezTo>
                <a:lnTo>
                  <a:pt x="182880" y="233680"/>
                </a:lnTo>
                <a:cubicBezTo>
                  <a:pt x="182880" y="250190"/>
                  <a:pt x="168910" y="264160"/>
                  <a:pt x="152400" y="264160"/>
                </a:cubicBezTo>
                <a:lnTo>
                  <a:pt x="30480" y="264160"/>
                </a:lnTo>
                <a:cubicBezTo>
                  <a:pt x="13970" y="264160"/>
                  <a:pt x="0" y="250190"/>
                  <a:pt x="0" y="23368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52400" y="243840"/>
                </a:lnTo>
                <a:cubicBezTo>
                  <a:pt x="157480" y="243840"/>
                  <a:pt x="162560" y="238760"/>
                  <a:pt x="162560" y="233680"/>
                </a:cubicBezTo>
                <a:lnTo>
                  <a:pt x="162560" y="30480"/>
                </a:lnTo>
                <a:cubicBezTo>
                  <a:pt x="162560" y="25400"/>
                  <a:pt x="157480" y="20320"/>
                  <a:pt x="152400" y="20320"/>
                </a:cubicBezTo>
                <a:lnTo>
                  <a:pt x="30480" y="20320"/>
                </a:lnTo>
                <a:close/>
                <a:moveTo>
                  <a:pt x="127000" y="40640"/>
                </a:moveTo>
                <a:cubicBezTo>
                  <a:pt x="127000" y="35560"/>
                  <a:pt x="121920" y="30480"/>
                  <a:pt x="116839" y="30480"/>
                </a:cubicBezTo>
                <a:lnTo>
                  <a:pt x="66039" y="30480"/>
                </a:lnTo>
                <a:cubicBezTo>
                  <a:pt x="60960" y="30480"/>
                  <a:pt x="55880" y="35560"/>
                  <a:pt x="55880" y="40640"/>
                </a:cubicBezTo>
                <a:cubicBezTo>
                  <a:pt x="55880" y="45720"/>
                  <a:pt x="60960" y="50800"/>
                  <a:pt x="66039" y="50800"/>
                </a:cubicBezTo>
                <a:lnTo>
                  <a:pt x="116839" y="50800"/>
                </a:lnTo>
                <a:cubicBezTo>
                  <a:pt x="121920" y="50800"/>
                  <a:pt x="127000" y="45720"/>
                  <a:pt x="127000" y="40640"/>
                </a:cubicBezTo>
                <a:close/>
                <a:moveTo>
                  <a:pt x="91439" y="223520"/>
                </a:moveTo>
                <a:cubicBezTo>
                  <a:pt x="96520" y="223520"/>
                  <a:pt x="101600" y="218440"/>
                  <a:pt x="101600" y="213360"/>
                </a:cubicBezTo>
                <a:cubicBezTo>
                  <a:pt x="101600" y="208280"/>
                  <a:pt x="96520" y="203200"/>
                  <a:pt x="91439" y="203200"/>
                </a:cubicBezTo>
                <a:cubicBezTo>
                  <a:pt x="86360" y="203200"/>
                  <a:pt x="81280" y="208280"/>
                  <a:pt x="81280" y="213360"/>
                </a:cubicBezTo>
                <a:cubicBezTo>
                  <a:pt x="81280" y="218440"/>
                  <a:pt x="85089" y="223520"/>
                  <a:pt x="91439" y="2235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47" name="Полилиния: фигура 23">
            <a:extLst>
              <a:ext uri="{FF2B5EF4-FFF2-40B4-BE49-F238E27FC236}">
                <a16:creationId xmlns:a16="http://schemas.microsoft.com/office/drawing/2014/main" id="{9B9441FE-6CE6-F9F9-D95F-745DF171E1C8}"/>
              </a:ext>
            </a:extLst>
          </p:cNvPr>
          <p:cNvSpPr/>
          <p:nvPr/>
        </p:nvSpPr>
        <p:spPr>
          <a:xfrm>
            <a:off x="2188330" y="3042680"/>
            <a:ext cx="203200" cy="254000"/>
          </a:xfrm>
          <a:custGeom>
            <a:avLst/>
            <a:gdLst>
              <a:gd name="connsiteX0" fmla="*/ 60960 w 203200"/>
              <a:gd name="connsiteY0" fmla="*/ 0 h 254000"/>
              <a:gd name="connsiteX1" fmla="*/ 50800 w 203200"/>
              <a:gd name="connsiteY1" fmla="*/ 10160 h 254000"/>
              <a:gd name="connsiteX2" fmla="*/ 60960 w 203200"/>
              <a:gd name="connsiteY2" fmla="*/ 20320 h 254000"/>
              <a:gd name="connsiteX3" fmla="*/ 142240 w 203200"/>
              <a:gd name="connsiteY3" fmla="*/ 20320 h 254000"/>
              <a:gd name="connsiteX4" fmla="*/ 152400 w 203200"/>
              <a:gd name="connsiteY4" fmla="*/ 10160 h 254000"/>
              <a:gd name="connsiteX5" fmla="*/ 142240 w 203200"/>
              <a:gd name="connsiteY5" fmla="*/ 0 h 254000"/>
              <a:gd name="connsiteX6" fmla="*/ 60960 w 203200"/>
              <a:gd name="connsiteY6" fmla="*/ 0 h 254000"/>
              <a:gd name="connsiteX7" fmla="*/ 0 w 203200"/>
              <a:gd name="connsiteY7" fmla="*/ 60960 h 254000"/>
              <a:gd name="connsiteX8" fmla="*/ 20320 w 203200"/>
              <a:gd name="connsiteY8" fmla="*/ 40640 h 254000"/>
              <a:gd name="connsiteX9" fmla="*/ 182880 w 203200"/>
              <a:gd name="connsiteY9" fmla="*/ 40640 h 254000"/>
              <a:gd name="connsiteX10" fmla="*/ 203200 w 203200"/>
              <a:gd name="connsiteY10" fmla="*/ 60960 h 254000"/>
              <a:gd name="connsiteX11" fmla="*/ 203200 w 203200"/>
              <a:gd name="connsiteY11" fmla="*/ 233680 h 254000"/>
              <a:gd name="connsiteX12" fmla="*/ 182880 w 203200"/>
              <a:gd name="connsiteY12" fmla="*/ 254000 h 254000"/>
              <a:gd name="connsiteX13" fmla="*/ 20320 w 203200"/>
              <a:gd name="connsiteY13" fmla="*/ 254000 h 254000"/>
              <a:gd name="connsiteX14" fmla="*/ 0 w 203200"/>
              <a:gd name="connsiteY14" fmla="*/ 233680 h 254000"/>
              <a:gd name="connsiteX15" fmla="*/ 0 w 203200"/>
              <a:gd name="connsiteY15" fmla="*/ 60960 h 254000"/>
              <a:gd name="connsiteX16" fmla="*/ 182880 w 203200"/>
              <a:gd name="connsiteY16" fmla="*/ 60960 h 254000"/>
              <a:gd name="connsiteX17" fmla="*/ 20320 w 203200"/>
              <a:gd name="connsiteY17" fmla="*/ 60960 h 254000"/>
              <a:gd name="connsiteX18" fmla="*/ 20320 w 203200"/>
              <a:gd name="connsiteY18" fmla="*/ 233680 h 254000"/>
              <a:gd name="connsiteX19" fmla="*/ 182880 w 203200"/>
              <a:gd name="connsiteY19" fmla="*/ 233680 h 254000"/>
              <a:gd name="connsiteX20" fmla="*/ 182880 w 203200"/>
              <a:gd name="connsiteY20" fmla="*/ 60960 h 254000"/>
              <a:gd name="connsiteX21" fmla="*/ 50800 w 203200"/>
              <a:gd name="connsiteY21" fmla="*/ 81280 h 254000"/>
              <a:gd name="connsiteX22" fmla="*/ 60960 w 203200"/>
              <a:gd name="connsiteY22" fmla="*/ 91440 h 254000"/>
              <a:gd name="connsiteX23" fmla="*/ 101600 w 203200"/>
              <a:gd name="connsiteY23" fmla="*/ 132080 h 254000"/>
              <a:gd name="connsiteX24" fmla="*/ 142240 w 203200"/>
              <a:gd name="connsiteY24" fmla="*/ 91440 h 254000"/>
              <a:gd name="connsiteX25" fmla="*/ 152400 w 203200"/>
              <a:gd name="connsiteY25" fmla="*/ 81280 h 254000"/>
              <a:gd name="connsiteX26" fmla="*/ 162560 w 203200"/>
              <a:gd name="connsiteY26" fmla="*/ 91440 h 254000"/>
              <a:gd name="connsiteX27" fmla="*/ 101600 w 203200"/>
              <a:gd name="connsiteY27" fmla="*/ 152400 h 254000"/>
              <a:gd name="connsiteX28" fmla="*/ 40640 w 203200"/>
              <a:gd name="connsiteY28" fmla="*/ 91440 h 254000"/>
              <a:gd name="connsiteX29" fmla="*/ 50800 w 203200"/>
              <a:gd name="connsiteY29" fmla="*/ 8128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03200" h="254000">
                <a:moveTo>
                  <a:pt x="60960" y="0"/>
                </a:moveTo>
                <a:cubicBezTo>
                  <a:pt x="55880" y="0"/>
                  <a:pt x="50800" y="5080"/>
                  <a:pt x="50800" y="10160"/>
                </a:cubicBezTo>
                <a:cubicBezTo>
                  <a:pt x="50800" y="15240"/>
                  <a:pt x="55880" y="20320"/>
                  <a:pt x="60960" y="20320"/>
                </a:cubicBezTo>
                <a:lnTo>
                  <a:pt x="142240" y="20320"/>
                </a:lnTo>
                <a:cubicBezTo>
                  <a:pt x="147320" y="20320"/>
                  <a:pt x="152400" y="15240"/>
                  <a:pt x="152400" y="10160"/>
                </a:cubicBezTo>
                <a:cubicBezTo>
                  <a:pt x="152400" y="5080"/>
                  <a:pt x="147320" y="0"/>
                  <a:pt x="142240" y="0"/>
                </a:cubicBezTo>
                <a:lnTo>
                  <a:pt x="60960" y="0"/>
                </a:lnTo>
                <a:close/>
                <a:moveTo>
                  <a:pt x="0" y="60960"/>
                </a:moveTo>
                <a:cubicBezTo>
                  <a:pt x="0" y="49530"/>
                  <a:pt x="8890" y="40640"/>
                  <a:pt x="20320" y="40640"/>
                </a:cubicBezTo>
                <a:lnTo>
                  <a:pt x="182880" y="40640"/>
                </a:lnTo>
                <a:cubicBezTo>
                  <a:pt x="194310" y="40640"/>
                  <a:pt x="203200" y="49530"/>
                  <a:pt x="203200" y="60960"/>
                </a:cubicBezTo>
                <a:lnTo>
                  <a:pt x="203200" y="233680"/>
                </a:lnTo>
                <a:cubicBezTo>
                  <a:pt x="203200" y="245110"/>
                  <a:pt x="194310" y="254000"/>
                  <a:pt x="182880" y="254000"/>
                </a:cubicBezTo>
                <a:lnTo>
                  <a:pt x="20320" y="254000"/>
                </a:lnTo>
                <a:cubicBezTo>
                  <a:pt x="8890" y="254000"/>
                  <a:pt x="0" y="245110"/>
                  <a:pt x="0" y="233680"/>
                </a:cubicBezTo>
                <a:lnTo>
                  <a:pt x="0" y="60960"/>
                </a:lnTo>
                <a:close/>
                <a:moveTo>
                  <a:pt x="182880" y="60960"/>
                </a:moveTo>
                <a:lnTo>
                  <a:pt x="20320" y="60960"/>
                </a:lnTo>
                <a:lnTo>
                  <a:pt x="20320" y="233680"/>
                </a:lnTo>
                <a:lnTo>
                  <a:pt x="182880" y="233680"/>
                </a:lnTo>
                <a:lnTo>
                  <a:pt x="182880" y="60960"/>
                </a:lnTo>
                <a:close/>
                <a:moveTo>
                  <a:pt x="50800" y="81280"/>
                </a:moveTo>
                <a:cubicBezTo>
                  <a:pt x="55880" y="81280"/>
                  <a:pt x="60960" y="85090"/>
                  <a:pt x="60960" y="91440"/>
                </a:cubicBezTo>
                <a:cubicBezTo>
                  <a:pt x="60960" y="115570"/>
                  <a:pt x="80010" y="132080"/>
                  <a:pt x="101600" y="132080"/>
                </a:cubicBezTo>
                <a:cubicBezTo>
                  <a:pt x="123190" y="132080"/>
                  <a:pt x="142240" y="115570"/>
                  <a:pt x="142240" y="91440"/>
                </a:cubicBezTo>
                <a:cubicBezTo>
                  <a:pt x="142240" y="86360"/>
                  <a:pt x="147320" y="81280"/>
                  <a:pt x="152400" y="81280"/>
                </a:cubicBezTo>
                <a:cubicBezTo>
                  <a:pt x="157480" y="81280"/>
                  <a:pt x="162560" y="86360"/>
                  <a:pt x="162560" y="91440"/>
                </a:cubicBezTo>
                <a:cubicBezTo>
                  <a:pt x="161290" y="127000"/>
                  <a:pt x="134620" y="152400"/>
                  <a:pt x="101600" y="152400"/>
                </a:cubicBezTo>
                <a:cubicBezTo>
                  <a:pt x="68580" y="152400"/>
                  <a:pt x="41910" y="127000"/>
                  <a:pt x="40640" y="91440"/>
                </a:cubicBezTo>
                <a:cubicBezTo>
                  <a:pt x="40640" y="86360"/>
                  <a:pt x="44450" y="81280"/>
                  <a:pt x="50800" y="812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48" name="Полилиния: фигура 31">
            <a:extLst>
              <a:ext uri="{FF2B5EF4-FFF2-40B4-BE49-F238E27FC236}">
                <a16:creationId xmlns:a16="http://schemas.microsoft.com/office/drawing/2014/main" id="{35468245-BFDB-AD1B-810F-6B1FC7BF13C2}"/>
              </a:ext>
            </a:extLst>
          </p:cNvPr>
          <p:cNvSpPr/>
          <p:nvPr/>
        </p:nvSpPr>
        <p:spPr>
          <a:xfrm>
            <a:off x="6082150" y="3032520"/>
            <a:ext cx="243840" cy="274319"/>
          </a:xfrm>
          <a:custGeom>
            <a:avLst/>
            <a:gdLst>
              <a:gd name="connsiteX0" fmla="*/ 132080 w 243840"/>
              <a:gd name="connsiteY0" fmla="*/ 10160 h 274319"/>
              <a:gd name="connsiteX1" fmla="*/ 121920 w 243840"/>
              <a:gd name="connsiteY1" fmla="*/ 0 h 274319"/>
              <a:gd name="connsiteX2" fmla="*/ 111760 w 243840"/>
              <a:gd name="connsiteY2" fmla="*/ 10160 h 274319"/>
              <a:gd name="connsiteX3" fmla="*/ 111760 w 243840"/>
              <a:gd name="connsiteY3" fmla="*/ 20320 h 274319"/>
              <a:gd name="connsiteX4" fmla="*/ 0 w 243840"/>
              <a:gd name="connsiteY4" fmla="*/ 140970 h 274319"/>
              <a:gd name="connsiteX5" fmla="*/ 11430 w 243840"/>
              <a:gd name="connsiteY5" fmla="*/ 152400 h 274319"/>
              <a:gd name="connsiteX6" fmla="*/ 111760 w 243840"/>
              <a:gd name="connsiteY6" fmla="*/ 152400 h 274319"/>
              <a:gd name="connsiteX7" fmla="*/ 111760 w 243840"/>
              <a:gd name="connsiteY7" fmla="*/ 245110 h 274319"/>
              <a:gd name="connsiteX8" fmla="*/ 102870 w 243840"/>
              <a:gd name="connsiteY8" fmla="*/ 254000 h 274319"/>
              <a:gd name="connsiteX9" fmla="*/ 100330 w 243840"/>
              <a:gd name="connsiteY9" fmla="*/ 254000 h 274319"/>
              <a:gd name="connsiteX10" fmla="*/ 91440 w 243840"/>
              <a:gd name="connsiteY10" fmla="*/ 245110 h 274319"/>
              <a:gd name="connsiteX11" fmla="*/ 91440 w 243840"/>
              <a:gd name="connsiteY11" fmla="*/ 243840 h 274319"/>
              <a:gd name="connsiteX12" fmla="*/ 81280 w 243840"/>
              <a:gd name="connsiteY12" fmla="*/ 233680 h 274319"/>
              <a:gd name="connsiteX13" fmla="*/ 71120 w 243840"/>
              <a:gd name="connsiteY13" fmla="*/ 243840 h 274319"/>
              <a:gd name="connsiteX14" fmla="*/ 71120 w 243840"/>
              <a:gd name="connsiteY14" fmla="*/ 245110 h 274319"/>
              <a:gd name="connsiteX15" fmla="*/ 100330 w 243840"/>
              <a:gd name="connsiteY15" fmla="*/ 274320 h 274319"/>
              <a:gd name="connsiteX16" fmla="*/ 102870 w 243840"/>
              <a:gd name="connsiteY16" fmla="*/ 274320 h 274319"/>
              <a:gd name="connsiteX17" fmla="*/ 132080 w 243840"/>
              <a:gd name="connsiteY17" fmla="*/ 245110 h 274319"/>
              <a:gd name="connsiteX18" fmla="*/ 132080 w 243840"/>
              <a:gd name="connsiteY18" fmla="*/ 152400 h 274319"/>
              <a:gd name="connsiteX19" fmla="*/ 232410 w 243840"/>
              <a:gd name="connsiteY19" fmla="*/ 152400 h 274319"/>
              <a:gd name="connsiteX20" fmla="*/ 243840 w 243840"/>
              <a:gd name="connsiteY20" fmla="*/ 140970 h 274319"/>
              <a:gd name="connsiteX21" fmla="*/ 132080 w 243840"/>
              <a:gd name="connsiteY21" fmla="*/ 20320 h 274319"/>
              <a:gd name="connsiteX22" fmla="*/ 132080 w 243840"/>
              <a:gd name="connsiteY22" fmla="*/ 10160 h 274319"/>
              <a:gd name="connsiteX23" fmla="*/ 121920 w 243840"/>
              <a:gd name="connsiteY23" fmla="*/ 40640 h 274319"/>
              <a:gd name="connsiteX24" fmla="*/ 222250 w 243840"/>
              <a:gd name="connsiteY24" fmla="*/ 132080 h 274319"/>
              <a:gd name="connsiteX25" fmla="*/ 121920 w 243840"/>
              <a:gd name="connsiteY25" fmla="*/ 132080 h 274319"/>
              <a:gd name="connsiteX26" fmla="*/ 21590 w 243840"/>
              <a:gd name="connsiteY26" fmla="*/ 132080 h 274319"/>
              <a:gd name="connsiteX27" fmla="*/ 121920 w 243840"/>
              <a:gd name="connsiteY27" fmla="*/ 40640 h 274319"/>
              <a:gd name="connsiteX28" fmla="*/ 142240 w 243840"/>
              <a:gd name="connsiteY28" fmla="*/ 60960 h 274319"/>
              <a:gd name="connsiteX29" fmla="*/ 132080 w 243840"/>
              <a:gd name="connsiteY29" fmla="*/ 71120 h 274319"/>
              <a:gd name="connsiteX30" fmla="*/ 142240 w 243840"/>
              <a:gd name="connsiteY30" fmla="*/ 81280 h 274319"/>
              <a:gd name="connsiteX31" fmla="*/ 156210 w 243840"/>
              <a:gd name="connsiteY31" fmla="*/ 86360 h 274319"/>
              <a:gd name="connsiteX32" fmla="*/ 167640 w 243840"/>
              <a:gd name="connsiteY32" fmla="*/ 99060 h 274319"/>
              <a:gd name="connsiteX33" fmla="*/ 180340 w 243840"/>
              <a:gd name="connsiteY33" fmla="*/ 105410 h 274319"/>
              <a:gd name="connsiteX34" fmla="*/ 186690 w 243840"/>
              <a:gd name="connsiteY34" fmla="*/ 92710 h 274319"/>
              <a:gd name="connsiteX35" fmla="*/ 166370 w 243840"/>
              <a:gd name="connsiteY35" fmla="*/ 68580 h 274319"/>
              <a:gd name="connsiteX36" fmla="*/ 142240 w 243840"/>
              <a:gd name="connsiteY36" fmla="*/ 60960 h 2743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43840" h="274319">
                <a:moveTo>
                  <a:pt x="132080" y="10160"/>
                </a:moveTo>
                <a:cubicBezTo>
                  <a:pt x="132080" y="5080"/>
                  <a:pt x="127000" y="0"/>
                  <a:pt x="121920" y="0"/>
                </a:cubicBezTo>
                <a:cubicBezTo>
                  <a:pt x="116840" y="0"/>
                  <a:pt x="111760" y="5080"/>
                  <a:pt x="111760" y="10160"/>
                </a:cubicBezTo>
                <a:lnTo>
                  <a:pt x="111760" y="20320"/>
                </a:lnTo>
                <a:cubicBezTo>
                  <a:pt x="49530" y="25400"/>
                  <a:pt x="1270" y="77470"/>
                  <a:pt x="0" y="140970"/>
                </a:cubicBezTo>
                <a:cubicBezTo>
                  <a:pt x="0" y="147320"/>
                  <a:pt x="5080" y="152400"/>
                  <a:pt x="11430" y="152400"/>
                </a:cubicBezTo>
                <a:lnTo>
                  <a:pt x="111760" y="152400"/>
                </a:lnTo>
                <a:lnTo>
                  <a:pt x="111760" y="245110"/>
                </a:lnTo>
                <a:cubicBezTo>
                  <a:pt x="111760" y="250190"/>
                  <a:pt x="107950" y="254000"/>
                  <a:pt x="102870" y="254000"/>
                </a:cubicBezTo>
                <a:lnTo>
                  <a:pt x="100330" y="254000"/>
                </a:lnTo>
                <a:cubicBezTo>
                  <a:pt x="95250" y="254000"/>
                  <a:pt x="91440" y="250190"/>
                  <a:pt x="91440" y="245110"/>
                </a:cubicBezTo>
                <a:lnTo>
                  <a:pt x="91440" y="243840"/>
                </a:lnTo>
                <a:cubicBezTo>
                  <a:pt x="91440" y="238760"/>
                  <a:pt x="86360" y="233680"/>
                  <a:pt x="81280" y="233680"/>
                </a:cubicBezTo>
                <a:cubicBezTo>
                  <a:pt x="76200" y="233680"/>
                  <a:pt x="71120" y="238760"/>
                  <a:pt x="71120" y="243840"/>
                </a:cubicBezTo>
                <a:lnTo>
                  <a:pt x="71120" y="245110"/>
                </a:lnTo>
                <a:cubicBezTo>
                  <a:pt x="71120" y="261620"/>
                  <a:pt x="83820" y="274320"/>
                  <a:pt x="100330" y="274320"/>
                </a:cubicBezTo>
                <a:lnTo>
                  <a:pt x="102870" y="274320"/>
                </a:lnTo>
                <a:cubicBezTo>
                  <a:pt x="119380" y="274320"/>
                  <a:pt x="132080" y="261620"/>
                  <a:pt x="132080" y="245110"/>
                </a:cubicBezTo>
                <a:lnTo>
                  <a:pt x="132080" y="152400"/>
                </a:lnTo>
                <a:lnTo>
                  <a:pt x="232410" y="152400"/>
                </a:lnTo>
                <a:cubicBezTo>
                  <a:pt x="238760" y="152400"/>
                  <a:pt x="243840" y="147320"/>
                  <a:pt x="243840" y="140970"/>
                </a:cubicBezTo>
                <a:cubicBezTo>
                  <a:pt x="243840" y="77470"/>
                  <a:pt x="194310" y="25400"/>
                  <a:pt x="132080" y="20320"/>
                </a:cubicBezTo>
                <a:lnTo>
                  <a:pt x="132080" y="10160"/>
                </a:lnTo>
                <a:close/>
                <a:moveTo>
                  <a:pt x="121920" y="40640"/>
                </a:moveTo>
                <a:cubicBezTo>
                  <a:pt x="173990" y="40640"/>
                  <a:pt x="217170" y="81280"/>
                  <a:pt x="222250" y="132080"/>
                </a:cubicBezTo>
                <a:lnTo>
                  <a:pt x="121920" y="132080"/>
                </a:lnTo>
                <a:lnTo>
                  <a:pt x="21590" y="132080"/>
                </a:lnTo>
                <a:cubicBezTo>
                  <a:pt x="25400" y="81280"/>
                  <a:pt x="68580" y="40640"/>
                  <a:pt x="121920" y="40640"/>
                </a:cubicBezTo>
                <a:close/>
                <a:moveTo>
                  <a:pt x="142240" y="60960"/>
                </a:moveTo>
                <a:cubicBezTo>
                  <a:pt x="137160" y="60960"/>
                  <a:pt x="132080" y="66040"/>
                  <a:pt x="132080" y="71120"/>
                </a:cubicBezTo>
                <a:cubicBezTo>
                  <a:pt x="132080" y="76200"/>
                  <a:pt x="137160" y="81280"/>
                  <a:pt x="142240" y="81280"/>
                </a:cubicBezTo>
                <a:cubicBezTo>
                  <a:pt x="144780" y="81280"/>
                  <a:pt x="149860" y="82550"/>
                  <a:pt x="156210" y="86360"/>
                </a:cubicBezTo>
                <a:cubicBezTo>
                  <a:pt x="162560" y="90170"/>
                  <a:pt x="166370" y="95250"/>
                  <a:pt x="167640" y="99060"/>
                </a:cubicBezTo>
                <a:cubicBezTo>
                  <a:pt x="168910" y="104140"/>
                  <a:pt x="175260" y="106680"/>
                  <a:pt x="180340" y="105410"/>
                </a:cubicBezTo>
                <a:cubicBezTo>
                  <a:pt x="185420" y="104140"/>
                  <a:pt x="187960" y="97790"/>
                  <a:pt x="186690" y="92710"/>
                </a:cubicBezTo>
                <a:cubicBezTo>
                  <a:pt x="182880" y="82550"/>
                  <a:pt x="175260" y="73660"/>
                  <a:pt x="166370" y="68580"/>
                </a:cubicBezTo>
                <a:cubicBezTo>
                  <a:pt x="158750" y="64770"/>
                  <a:pt x="149860" y="60960"/>
                  <a:pt x="142240" y="609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49" name="Полилиния: фигура 34">
            <a:extLst>
              <a:ext uri="{FF2B5EF4-FFF2-40B4-BE49-F238E27FC236}">
                <a16:creationId xmlns:a16="http://schemas.microsoft.com/office/drawing/2014/main" id="{E9722510-4631-7C3B-1267-AA754FC92EE6}"/>
              </a:ext>
            </a:extLst>
          </p:cNvPr>
          <p:cNvSpPr/>
          <p:nvPr/>
        </p:nvSpPr>
        <p:spPr>
          <a:xfrm>
            <a:off x="6649404" y="3088400"/>
            <a:ext cx="224392" cy="161289"/>
          </a:xfrm>
          <a:custGeom>
            <a:avLst/>
            <a:gdLst>
              <a:gd name="connsiteX0" fmla="*/ 56317 w 224392"/>
              <a:gd name="connsiteY0" fmla="*/ 20320 h 161289"/>
              <a:gd name="connsiteX1" fmla="*/ 169346 w 224392"/>
              <a:gd name="connsiteY1" fmla="*/ 20320 h 161289"/>
              <a:gd name="connsiteX2" fmla="*/ 179506 w 224392"/>
              <a:gd name="connsiteY2" fmla="*/ 27940 h 161289"/>
              <a:gd name="connsiteX3" fmla="*/ 204906 w 224392"/>
              <a:gd name="connsiteY3" fmla="*/ 142240 h 161289"/>
              <a:gd name="connsiteX4" fmla="*/ 22027 w 224392"/>
              <a:gd name="connsiteY4" fmla="*/ 142240 h 161289"/>
              <a:gd name="connsiteX5" fmla="*/ 47427 w 224392"/>
              <a:gd name="connsiteY5" fmla="*/ 27940 h 161289"/>
              <a:gd name="connsiteX6" fmla="*/ 56317 w 224392"/>
              <a:gd name="connsiteY6" fmla="*/ 20320 h 161289"/>
              <a:gd name="connsiteX7" fmla="*/ 27106 w 224392"/>
              <a:gd name="connsiteY7" fmla="*/ 24130 h 161289"/>
              <a:gd name="connsiteX8" fmla="*/ 56317 w 224392"/>
              <a:gd name="connsiteY8" fmla="*/ 0 h 161289"/>
              <a:gd name="connsiteX9" fmla="*/ 169346 w 224392"/>
              <a:gd name="connsiteY9" fmla="*/ 0 h 161289"/>
              <a:gd name="connsiteX10" fmla="*/ 198556 w 224392"/>
              <a:gd name="connsiteY10" fmla="*/ 24130 h 161289"/>
              <a:gd name="connsiteX11" fmla="*/ 223956 w 224392"/>
              <a:gd name="connsiteY11" fmla="*/ 139700 h 161289"/>
              <a:gd name="connsiteX12" fmla="*/ 206177 w 224392"/>
              <a:gd name="connsiteY12" fmla="*/ 161290 h 161289"/>
              <a:gd name="connsiteX13" fmla="*/ 18217 w 224392"/>
              <a:gd name="connsiteY13" fmla="*/ 161290 h 161289"/>
              <a:gd name="connsiteX14" fmla="*/ 436 w 224392"/>
              <a:gd name="connsiteY14" fmla="*/ 139700 h 161289"/>
              <a:gd name="connsiteX15" fmla="*/ 27106 w 224392"/>
              <a:gd name="connsiteY15" fmla="*/ 24130 h 161289"/>
              <a:gd name="connsiteX16" fmla="*/ 103306 w 224392"/>
              <a:gd name="connsiteY16" fmla="*/ 55880 h 161289"/>
              <a:gd name="connsiteX17" fmla="*/ 76636 w 224392"/>
              <a:gd name="connsiteY17" fmla="*/ 55880 h 161289"/>
              <a:gd name="connsiteX18" fmla="*/ 72827 w 224392"/>
              <a:gd name="connsiteY18" fmla="*/ 77470 h 161289"/>
              <a:gd name="connsiteX19" fmla="*/ 61396 w 224392"/>
              <a:gd name="connsiteY19" fmla="*/ 86360 h 161289"/>
              <a:gd name="connsiteX20" fmla="*/ 52506 w 224392"/>
              <a:gd name="connsiteY20" fmla="*/ 74930 h 161289"/>
              <a:gd name="connsiteX21" fmla="*/ 57586 w 224392"/>
              <a:gd name="connsiteY21" fmla="*/ 45720 h 161289"/>
              <a:gd name="connsiteX22" fmla="*/ 69017 w 224392"/>
              <a:gd name="connsiteY22" fmla="*/ 36830 h 161289"/>
              <a:gd name="connsiteX23" fmla="*/ 103306 w 224392"/>
              <a:gd name="connsiteY23" fmla="*/ 36830 h 161289"/>
              <a:gd name="connsiteX24" fmla="*/ 113467 w 224392"/>
              <a:gd name="connsiteY24" fmla="*/ 46990 h 161289"/>
              <a:gd name="connsiteX25" fmla="*/ 103306 w 224392"/>
              <a:gd name="connsiteY25" fmla="*/ 55880 h 1612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24392" h="161289">
                <a:moveTo>
                  <a:pt x="56317" y="20320"/>
                </a:moveTo>
                <a:lnTo>
                  <a:pt x="169346" y="20320"/>
                </a:lnTo>
                <a:cubicBezTo>
                  <a:pt x="174427" y="20320"/>
                  <a:pt x="178236" y="24130"/>
                  <a:pt x="179506" y="27940"/>
                </a:cubicBezTo>
                <a:lnTo>
                  <a:pt x="204906" y="142240"/>
                </a:lnTo>
                <a:lnTo>
                  <a:pt x="22027" y="142240"/>
                </a:lnTo>
                <a:lnTo>
                  <a:pt x="47427" y="27940"/>
                </a:lnTo>
                <a:cubicBezTo>
                  <a:pt x="47427" y="24130"/>
                  <a:pt x="52506" y="20320"/>
                  <a:pt x="56317" y="20320"/>
                </a:cubicBezTo>
                <a:close/>
                <a:moveTo>
                  <a:pt x="27106" y="24130"/>
                </a:moveTo>
                <a:cubicBezTo>
                  <a:pt x="29646" y="10160"/>
                  <a:pt x="42346" y="0"/>
                  <a:pt x="56317" y="0"/>
                </a:cubicBezTo>
                <a:lnTo>
                  <a:pt x="169346" y="0"/>
                </a:lnTo>
                <a:cubicBezTo>
                  <a:pt x="183317" y="0"/>
                  <a:pt x="196017" y="10160"/>
                  <a:pt x="198556" y="24130"/>
                </a:cubicBezTo>
                <a:lnTo>
                  <a:pt x="223956" y="139700"/>
                </a:lnTo>
                <a:cubicBezTo>
                  <a:pt x="226496" y="151130"/>
                  <a:pt x="217606" y="161290"/>
                  <a:pt x="206177" y="161290"/>
                </a:cubicBezTo>
                <a:lnTo>
                  <a:pt x="18217" y="161290"/>
                </a:lnTo>
                <a:cubicBezTo>
                  <a:pt x="6786" y="161290"/>
                  <a:pt x="-2104" y="151130"/>
                  <a:pt x="436" y="139700"/>
                </a:cubicBezTo>
                <a:lnTo>
                  <a:pt x="27106" y="24130"/>
                </a:lnTo>
                <a:close/>
                <a:moveTo>
                  <a:pt x="103306" y="55880"/>
                </a:moveTo>
                <a:lnTo>
                  <a:pt x="76636" y="55880"/>
                </a:lnTo>
                <a:lnTo>
                  <a:pt x="72827" y="77470"/>
                </a:lnTo>
                <a:cubicBezTo>
                  <a:pt x="71556" y="82550"/>
                  <a:pt x="66477" y="86360"/>
                  <a:pt x="61396" y="86360"/>
                </a:cubicBezTo>
                <a:cubicBezTo>
                  <a:pt x="56317" y="85090"/>
                  <a:pt x="52506" y="80010"/>
                  <a:pt x="52506" y="74930"/>
                </a:cubicBezTo>
                <a:lnTo>
                  <a:pt x="57586" y="45720"/>
                </a:lnTo>
                <a:cubicBezTo>
                  <a:pt x="58856" y="40640"/>
                  <a:pt x="62667" y="36830"/>
                  <a:pt x="69017" y="36830"/>
                </a:cubicBezTo>
                <a:lnTo>
                  <a:pt x="103306" y="36830"/>
                </a:lnTo>
                <a:cubicBezTo>
                  <a:pt x="108386" y="36830"/>
                  <a:pt x="113467" y="41910"/>
                  <a:pt x="113467" y="46990"/>
                </a:cubicBezTo>
                <a:cubicBezTo>
                  <a:pt x="113467" y="50800"/>
                  <a:pt x="109656" y="55880"/>
                  <a:pt x="103306" y="558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0" name="Полилиния: фигура 37">
            <a:extLst>
              <a:ext uri="{FF2B5EF4-FFF2-40B4-BE49-F238E27FC236}">
                <a16:creationId xmlns:a16="http://schemas.microsoft.com/office/drawing/2014/main" id="{3DE39B2F-4CAC-E59F-63B5-865F855B8120}"/>
              </a:ext>
            </a:extLst>
          </p:cNvPr>
          <p:cNvSpPr/>
          <p:nvPr/>
        </p:nvSpPr>
        <p:spPr>
          <a:xfrm>
            <a:off x="7739500" y="3066809"/>
            <a:ext cx="284480" cy="205740"/>
          </a:xfrm>
          <a:custGeom>
            <a:avLst/>
            <a:gdLst>
              <a:gd name="connsiteX0" fmla="*/ 154940 w 284480"/>
              <a:gd name="connsiteY0" fmla="*/ 12700 h 205740"/>
              <a:gd name="connsiteX1" fmla="*/ 142240 w 284480"/>
              <a:gd name="connsiteY1" fmla="*/ 0 h 205740"/>
              <a:gd name="connsiteX2" fmla="*/ 129540 w 284480"/>
              <a:gd name="connsiteY2" fmla="*/ 12700 h 205740"/>
              <a:gd name="connsiteX3" fmla="*/ 129540 w 284480"/>
              <a:gd name="connsiteY3" fmla="*/ 19050 h 205740"/>
              <a:gd name="connsiteX4" fmla="*/ 20320 w 284480"/>
              <a:gd name="connsiteY4" fmla="*/ 123190 h 205740"/>
              <a:gd name="connsiteX5" fmla="*/ 27940 w 284480"/>
              <a:gd name="connsiteY5" fmla="*/ 134620 h 205740"/>
              <a:gd name="connsiteX6" fmla="*/ 39370 w 284480"/>
              <a:gd name="connsiteY6" fmla="*/ 127000 h 205740"/>
              <a:gd name="connsiteX7" fmla="*/ 140970 w 284480"/>
              <a:gd name="connsiteY7" fmla="*/ 39370 h 205740"/>
              <a:gd name="connsiteX8" fmla="*/ 242570 w 284480"/>
              <a:gd name="connsiteY8" fmla="*/ 127000 h 205740"/>
              <a:gd name="connsiteX9" fmla="*/ 254000 w 284480"/>
              <a:gd name="connsiteY9" fmla="*/ 134620 h 205740"/>
              <a:gd name="connsiteX10" fmla="*/ 261620 w 284480"/>
              <a:gd name="connsiteY10" fmla="*/ 123190 h 205740"/>
              <a:gd name="connsiteX11" fmla="*/ 152400 w 284480"/>
              <a:gd name="connsiteY11" fmla="*/ 19050 h 205740"/>
              <a:gd name="connsiteX12" fmla="*/ 152400 w 284480"/>
              <a:gd name="connsiteY12" fmla="*/ 12700 h 205740"/>
              <a:gd name="connsiteX13" fmla="*/ 0 w 284480"/>
              <a:gd name="connsiteY13" fmla="*/ 160020 h 205740"/>
              <a:gd name="connsiteX14" fmla="*/ 10160 w 284480"/>
              <a:gd name="connsiteY14" fmla="*/ 149860 h 205740"/>
              <a:gd name="connsiteX15" fmla="*/ 274320 w 284480"/>
              <a:gd name="connsiteY15" fmla="*/ 149860 h 205740"/>
              <a:gd name="connsiteX16" fmla="*/ 284480 w 284480"/>
              <a:gd name="connsiteY16" fmla="*/ 160020 h 205740"/>
              <a:gd name="connsiteX17" fmla="*/ 274320 w 284480"/>
              <a:gd name="connsiteY17" fmla="*/ 170180 h 205740"/>
              <a:gd name="connsiteX18" fmla="*/ 10160 w 284480"/>
              <a:gd name="connsiteY18" fmla="*/ 170180 h 205740"/>
              <a:gd name="connsiteX19" fmla="*/ 0 w 284480"/>
              <a:gd name="connsiteY19" fmla="*/ 160020 h 205740"/>
              <a:gd name="connsiteX20" fmla="*/ 41910 w 284480"/>
              <a:gd name="connsiteY20" fmla="*/ 185420 h 205740"/>
              <a:gd name="connsiteX21" fmla="*/ 55880 w 284480"/>
              <a:gd name="connsiteY21" fmla="*/ 180340 h 205740"/>
              <a:gd name="connsiteX22" fmla="*/ 63500 w 284480"/>
              <a:gd name="connsiteY22" fmla="*/ 184150 h 205740"/>
              <a:gd name="connsiteX23" fmla="*/ 220980 w 284480"/>
              <a:gd name="connsiteY23" fmla="*/ 184150 h 205740"/>
              <a:gd name="connsiteX24" fmla="*/ 228600 w 284480"/>
              <a:gd name="connsiteY24" fmla="*/ 180340 h 205740"/>
              <a:gd name="connsiteX25" fmla="*/ 242570 w 284480"/>
              <a:gd name="connsiteY25" fmla="*/ 185420 h 205740"/>
              <a:gd name="connsiteX26" fmla="*/ 237490 w 284480"/>
              <a:gd name="connsiteY26" fmla="*/ 199390 h 205740"/>
              <a:gd name="connsiteX27" fmla="*/ 229870 w 284480"/>
              <a:gd name="connsiteY27" fmla="*/ 203200 h 205740"/>
              <a:gd name="connsiteX28" fmla="*/ 220980 w 284480"/>
              <a:gd name="connsiteY28" fmla="*/ 205740 h 205740"/>
              <a:gd name="connsiteX29" fmla="*/ 63500 w 284480"/>
              <a:gd name="connsiteY29" fmla="*/ 205740 h 205740"/>
              <a:gd name="connsiteX30" fmla="*/ 54610 w 284480"/>
              <a:gd name="connsiteY30" fmla="*/ 203200 h 205740"/>
              <a:gd name="connsiteX31" fmla="*/ 46990 w 284480"/>
              <a:gd name="connsiteY31" fmla="*/ 199390 h 205740"/>
              <a:gd name="connsiteX32" fmla="*/ 41910 w 284480"/>
              <a:gd name="connsiteY32" fmla="*/ 185420 h 205740"/>
              <a:gd name="connsiteX33" fmla="*/ 116840 w 284480"/>
              <a:gd name="connsiteY33" fmla="*/ 77470 h 205740"/>
              <a:gd name="connsiteX34" fmla="*/ 120650 w 284480"/>
              <a:gd name="connsiteY34" fmla="*/ 63500 h 205740"/>
              <a:gd name="connsiteX35" fmla="*/ 106680 w 284480"/>
              <a:gd name="connsiteY35" fmla="*/ 59690 h 205740"/>
              <a:gd name="connsiteX36" fmla="*/ 67310 w 284480"/>
              <a:gd name="connsiteY36" fmla="*/ 99060 h 205740"/>
              <a:gd name="connsiteX37" fmla="*/ 71120 w 284480"/>
              <a:gd name="connsiteY37" fmla="*/ 113030 h 205740"/>
              <a:gd name="connsiteX38" fmla="*/ 85090 w 284480"/>
              <a:gd name="connsiteY38" fmla="*/ 109220 h 205740"/>
              <a:gd name="connsiteX39" fmla="*/ 116840 w 284480"/>
              <a:gd name="connsiteY39" fmla="*/ 77470 h 2057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84480" h="205740">
                <a:moveTo>
                  <a:pt x="154940" y="12700"/>
                </a:moveTo>
                <a:cubicBezTo>
                  <a:pt x="154940" y="5080"/>
                  <a:pt x="149860" y="0"/>
                  <a:pt x="142240" y="0"/>
                </a:cubicBezTo>
                <a:cubicBezTo>
                  <a:pt x="134620" y="0"/>
                  <a:pt x="129540" y="5080"/>
                  <a:pt x="129540" y="12700"/>
                </a:cubicBezTo>
                <a:lnTo>
                  <a:pt x="129540" y="19050"/>
                </a:lnTo>
                <a:cubicBezTo>
                  <a:pt x="73660" y="25400"/>
                  <a:pt x="30480" y="72390"/>
                  <a:pt x="20320" y="123190"/>
                </a:cubicBezTo>
                <a:cubicBezTo>
                  <a:pt x="19050" y="128270"/>
                  <a:pt x="22860" y="134620"/>
                  <a:pt x="27940" y="134620"/>
                </a:cubicBezTo>
                <a:cubicBezTo>
                  <a:pt x="33020" y="135890"/>
                  <a:pt x="39370" y="132080"/>
                  <a:pt x="39370" y="127000"/>
                </a:cubicBezTo>
                <a:cubicBezTo>
                  <a:pt x="48260" y="80010"/>
                  <a:pt x="90170" y="39370"/>
                  <a:pt x="140970" y="39370"/>
                </a:cubicBezTo>
                <a:cubicBezTo>
                  <a:pt x="191770" y="39370"/>
                  <a:pt x="233680" y="81280"/>
                  <a:pt x="242570" y="127000"/>
                </a:cubicBezTo>
                <a:cubicBezTo>
                  <a:pt x="243840" y="132080"/>
                  <a:pt x="248920" y="135890"/>
                  <a:pt x="254000" y="134620"/>
                </a:cubicBezTo>
                <a:cubicBezTo>
                  <a:pt x="259080" y="133350"/>
                  <a:pt x="262890" y="128270"/>
                  <a:pt x="261620" y="123190"/>
                </a:cubicBezTo>
                <a:cubicBezTo>
                  <a:pt x="251460" y="72390"/>
                  <a:pt x="208280" y="25400"/>
                  <a:pt x="152400" y="19050"/>
                </a:cubicBezTo>
                <a:lnTo>
                  <a:pt x="152400" y="12700"/>
                </a:lnTo>
                <a:close/>
                <a:moveTo>
                  <a:pt x="0" y="160020"/>
                </a:moveTo>
                <a:cubicBezTo>
                  <a:pt x="0" y="154940"/>
                  <a:pt x="5080" y="149860"/>
                  <a:pt x="10160" y="149860"/>
                </a:cubicBezTo>
                <a:lnTo>
                  <a:pt x="274320" y="149860"/>
                </a:lnTo>
                <a:cubicBezTo>
                  <a:pt x="279400" y="149860"/>
                  <a:pt x="284480" y="154940"/>
                  <a:pt x="284480" y="160020"/>
                </a:cubicBezTo>
                <a:cubicBezTo>
                  <a:pt x="284480" y="165100"/>
                  <a:pt x="279400" y="170180"/>
                  <a:pt x="274320" y="170180"/>
                </a:cubicBezTo>
                <a:lnTo>
                  <a:pt x="10160" y="170180"/>
                </a:lnTo>
                <a:cubicBezTo>
                  <a:pt x="3810" y="170180"/>
                  <a:pt x="0" y="165100"/>
                  <a:pt x="0" y="160020"/>
                </a:cubicBezTo>
                <a:close/>
                <a:moveTo>
                  <a:pt x="41910" y="185420"/>
                </a:moveTo>
                <a:cubicBezTo>
                  <a:pt x="44450" y="180340"/>
                  <a:pt x="50800" y="177800"/>
                  <a:pt x="55880" y="180340"/>
                </a:cubicBezTo>
                <a:lnTo>
                  <a:pt x="63500" y="184150"/>
                </a:lnTo>
                <a:lnTo>
                  <a:pt x="220980" y="184150"/>
                </a:lnTo>
                <a:lnTo>
                  <a:pt x="228600" y="180340"/>
                </a:lnTo>
                <a:cubicBezTo>
                  <a:pt x="233680" y="177800"/>
                  <a:pt x="240030" y="180340"/>
                  <a:pt x="242570" y="185420"/>
                </a:cubicBezTo>
                <a:cubicBezTo>
                  <a:pt x="245110" y="190500"/>
                  <a:pt x="242570" y="196850"/>
                  <a:pt x="237490" y="199390"/>
                </a:cubicBezTo>
                <a:lnTo>
                  <a:pt x="229870" y="203200"/>
                </a:lnTo>
                <a:cubicBezTo>
                  <a:pt x="227330" y="204470"/>
                  <a:pt x="223520" y="205740"/>
                  <a:pt x="220980" y="205740"/>
                </a:cubicBezTo>
                <a:lnTo>
                  <a:pt x="63500" y="205740"/>
                </a:lnTo>
                <a:cubicBezTo>
                  <a:pt x="60960" y="205740"/>
                  <a:pt x="57150" y="204470"/>
                  <a:pt x="54610" y="203200"/>
                </a:cubicBezTo>
                <a:lnTo>
                  <a:pt x="46990" y="199390"/>
                </a:lnTo>
                <a:cubicBezTo>
                  <a:pt x="40640" y="196850"/>
                  <a:pt x="39370" y="190500"/>
                  <a:pt x="41910" y="185420"/>
                </a:cubicBezTo>
                <a:close/>
                <a:moveTo>
                  <a:pt x="116840" y="77470"/>
                </a:moveTo>
                <a:cubicBezTo>
                  <a:pt x="121920" y="74930"/>
                  <a:pt x="123190" y="68580"/>
                  <a:pt x="120650" y="63500"/>
                </a:cubicBezTo>
                <a:cubicBezTo>
                  <a:pt x="118110" y="58420"/>
                  <a:pt x="111760" y="57150"/>
                  <a:pt x="106680" y="59690"/>
                </a:cubicBezTo>
                <a:cubicBezTo>
                  <a:pt x="90170" y="69850"/>
                  <a:pt x="76200" y="82550"/>
                  <a:pt x="67310" y="99060"/>
                </a:cubicBezTo>
                <a:cubicBezTo>
                  <a:pt x="64770" y="104140"/>
                  <a:pt x="66040" y="110490"/>
                  <a:pt x="71120" y="113030"/>
                </a:cubicBezTo>
                <a:cubicBezTo>
                  <a:pt x="76200" y="115570"/>
                  <a:pt x="82550" y="114300"/>
                  <a:pt x="85090" y="109220"/>
                </a:cubicBezTo>
                <a:cubicBezTo>
                  <a:pt x="91440" y="96520"/>
                  <a:pt x="102870" y="85090"/>
                  <a:pt x="116840" y="7747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1" name="Полилиния: фигура 43">
            <a:extLst>
              <a:ext uri="{FF2B5EF4-FFF2-40B4-BE49-F238E27FC236}">
                <a16:creationId xmlns:a16="http://schemas.microsoft.com/office/drawing/2014/main" id="{824E710F-4CA4-3EE3-FE5C-F513C22EA15A}"/>
              </a:ext>
            </a:extLst>
          </p:cNvPr>
          <p:cNvSpPr/>
          <p:nvPr/>
        </p:nvSpPr>
        <p:spPr>
          <a:xfrm>
            <a:off x="7202291" y="3029980"/>
            <a:ext cx="242569" cy="280034"/>
          </a:xfrm>
          <a:custGeom>
            <a:avLst/>
            <a:gdLst>
              <a:gd name="connsiteX0" fmla="*/ 86360 w 242569"/>
              <a:gd name="connsiteY0" fmla="*/ 41910 h 280034"/>
              <a:gd name="connsiteX1" fmla="*/ 119380 w 242569"/>
              <a:gd name="connsiteY1" fmla="*/ 0 h 280034"/>
              <a:gd name="connsiteX2" fmla="*/ 152400 w 242569"/>
              <a:gd name="connsiteY2" fmla="*/ 41910 h 280034"/>
              <a:gd name="connsiteX3" fmla="*/ 146050 w 242569"/>
              <a:gd name="connsiteY3" fmla="*/ 66040 h 280034"/>
              <a:gd name="connsiteX4" fmla="*/ 127000 w 242569"/>
              <a:gd name="connsiteY4" fmla="*/ 81280 h 280034"/>
              <a:gd name="connsiteX5" fmla="*/ 113030 w 242569"/>
              <a:gd name="connsiteY5" fmla="*/ 81280 h 280034"/>
              <a:gd name="connsiteX6" fmla="*/ 92710 w 242569"/>
              <a:gd name="connsiteY6" fmla="*/ 66040 h 280034"/>
              <a:gd name="connsiteX7" fmla="*/ 86360 w 242569"/>
              <a:gd name="connsiteY7" fmla="*/ 41910 h 280034"/>
              <a:gd name="connsiteX8" fmla="*/ 119380 w 242569"/>
              <a:gd name="connsiteY8" fmla="*/ 20320 h 280034"/>
              <a:gd name="connsiteX9" fmla="*/ 106680 w 242569"/>
              <a:gd name="connsiteY9" fmla="*/ 36830 h 280034"/>
              <a:gd name="connsiteX10" fmla="*/ 113030 w 242569"/>
              <a:gd name="connsiteY10" fmla="*/ 60960 h 280034"/>
              <a:gd name="connsiteX11" fmla="*/ 127000 w 242569"/>
              <a:gd name="connsiteY11" fmla="*/ 60960 h 280034"/>
              <a:gd name="connsiteX12" fmla="*/ 133350 w 242569"/>
              <a:gd name="connsiteY12" fmla="*/ 36830 h 280034"/>
              <a:gd name="connsiteX13" fmla="*/ 119380 w 242569"/>
              <a:gd name="connsiteY13" fmla="*/ 20320 h 280034"/>
              <a:gd name="connsiteX14" fmla="*/ 106680 w 242569"/>
              <a:gd name="connsiteY14" fmla="*/ 116840 h 280034"/>
              <a:gd name="connsiteX15" fmla="*/ 102870 w 242569"/>
              <a:gd name="connsiteY15" fmla="*/ 118110 h 280034"/>
              <a:gd name="connsiteX16" fmla="*/ 99060 w 242569"/>
              <a:gd name="connsiteY16" fmla="*/ 123190 h 280034"/>
              <a:gd name="connsiteX17" fmla="*/ 29210 w 242569"/>
              <a:gd name="connsiteY17" fmla="*/ 170180 h 280034"/>
              <a:gd name="connsiteX18" fmla="*/ 25400 w 242569"/>
              <a:gd name="connsiteY18" fmla="*/ 171450 h 280034"/>
              <a:gd name="connsiteX19" fmla="*/ 19050 w 242569"/>
              <a:gd name="connsiteY19" fmla="*/ 179070 h 280034"/>
              <a:gd name="connsiteX20" fmla="*/ 19050 w 242569"/>
              <a:gd name="connsiteY20" fmla="*/ 180340 h 280034"/>
              <a:gd name="connsiteX21" fmla="*/ 24130 w 242569"/>
              <a:gd name="connsiteY21" fmla="*/ 186690 h 280034"/>
              <a:gd name="connsiteX22" fmla="*/ 115570 w 242569"/>
              <a:gd name="connsiteY22" fmla="*/ 254000 h 280034"/>
              <a:gd name="connsiteX23" fmla="*/ 119380 w 242569"/>
              <a:gd name="connsiteY23" fmla="*/ 259080 h 280034"/>
              <a:gd name="connsiteX24" fmla="*/ 121920 w 242569"/>
              <a:gd name="connsiteY24" fmla="*/ 259080 h 280034"/>
              <a:gd name="connsiteX25" fmla="*/ 125730 w 242569"/>
              <a:gd name="connsiteY25" fmla="*/ 254000 h 280034"/>
              <a:gd name="connsiteX26" fmla="*/ 217170 w 242569"/>
              <a:gd name="connsiteY26" fmla="*/ 186690 h 280034"/>
              <a:gd name="connsiteX27" fmla="*/ 222250 w 242569"/>
              <a:gd name="connsiteY27" fmla="*/ 180340 h 280034"/>
              <a:gd name="connsiteX28" fmla="*/ 222250 w 242569"/>
              <a:gd name="connsiteY28" fmla="*/ 179070 h 280034"/>
              <a:gd name="connsiteX29" fmla="*/ 215900 w 242569"/>
              <a:gd name="connsiteY29" fmla="*/ 171450 h 280034"/>
              <a:gd name="connsiteX30" fmla="*/ 212090 w 242569"/>
              <a:gd name="connsiteY30" fmla="*/ 170180 h 280034"/>
              <a:gd name="connsiteX31" fmla="*/ 142240 w 242569"/>
              <a:gd name="connsiteY31" fmla="*/ 123190 h 280034"/>
              <a:gd name="connsiteX32" fmla="*/ 138430 w 242569"/>
              <a:gd name="connsiteY32" fmla="*/ 118110 h 280034"/>
              <a:gd name="connsiteX33" fmla="*/ 134620 w 242569"/>
              <a:gd name="connsiteY33" fmla="*/ 116840 h 280034"/>
              <a:gd name="connsiteX34" fmla="*/ 106680 w 242569"/>
              <a:gd name="connsiteY34" fmla="*/ 116840 h 280034"/>
              <a:gd name="connsiteX35" fmla="*/ 87630 w 242569"/>
              <a:gd name="connsiteY35" fmla="*/ 104140 h 280034"/>
              <a:gd name="connsiteX36" fmla="*/ 106680 w 242569"/>
              <a:gd name="connsiteY36" fmla="*/ 95250 h 280034"/>
              <a:gd name="connsiteX37" fmla="*/ 134620 w 242569"/>
              <a:gd name="connsiteY37" fmla="*/ 95250 h 280034"/>
              <a:gd name="connsiteX38" fmla="*/ 153670 w 242569"/>
              <a:gd name="connsiteY38" fmla="*/ 104140 h 280034"/>
              <a:gd name="connsiteX39" fmla="*/ 157480 w 242569"/>
              <a:gd name="connsiteY39" fmla="*/ 109220 h 280034"/>
              <a:gd name="connsiteX40" fmla="*/ 218440 w 242569"/>
              <a:gd name="connsiteY40" fmla="*/ 149860 h 280034"/>
              <a:gd name="connsiteX41" fmla="*/ 222250 w 242569"/>
              <a:gd name="connsiteY41" fmla="*/ 151130 h 280034"/>
              <a:gd name="connsiteX42" fmla="*/ 242570 w 242569"/>
              <a:gd name="connsiteY42" fmla="*/ 179070 h 280034"/>
              <a:gd name="connsiteX43" fmla="*/ 242570 w 242569"/>
              <a:gd name="connsiteY43" fmla="*/ 180340 h 280034"/>
              <a:gd name="connsiteX44" fmla="*/ 223520 w 242569"/>
              <a:gd name="connsiteY44" fmla="*/ 207010 h 280034"/>
              <a:gd name="connsiteX45" fmla="*/ 143510 w 242569"/>
              <a:gd name="connsiteY45" fmla="*/ 265430 h 280034"/>
              <a:gd name="connsiteX46" fmla="*/ 139700 w 242569"/>
              <a:gd name="connsiteY46" fmla="*/ 270510 h 280034"/>
              <a:gd name="connsiteX47" fmla="*/ 102870 w 242569"/>
              <a:gd name="connsiteY47" fmla="*/ 270510 h 280034"/>
              <a:gd name="connsiteX48" fmla="*/ 99060 w 242569"/>
              <a:gd name="connsiteY48" fmla="*/ 265430 h 280034"/>
              <a:gd name="connsiteX49" fmla="*/ 19050 w 242569"/>
              <a:gd name="connsiteY49" fmla="*/ 207010 h 280034"/>
              <a:gd name="connsiteX50" fmla="*/ 0 w 242569"/>
              <a:gd name="connsiteY50" fmla="*/ 180340 h 280034"/>
              <a:gd name="connsiteX51" fmla="*/ 0 w 242569"/>
              <a:gd name="connsiteY51" fmla="*/ 179070 h 280034"/>
              <a:gd name="connsiteX52" fmla="*/ 20320 w 242569"/>
              <a:gd name="connsiteY52" fmla="*/ 151130 h 280034"/>
              <a:gd name="connsiteX53" fmla="*/ 24130 w 242569"/>
              <a:gd name="connsiteY53" fmla="*/ 149860 h 280034"/>
              <a:gd name="connsiteX54" fmla="*/ 85090 w 242569"/>
              <a:gd name="connsiteY54" fmla="*/ 109220 h 280034"/>
              <a:gd name="connsiteX55" fmla="*/ 87630 w 242569"/>
              <a:gd name="connsiteY55" fmla="*/ 104140 h 280034"/>
              <a:gd name="connsiteX56" fmla="*/ 124460 w 242569"/>
              <a:gd name="connsiteY56" fmla="*/ 171450 h 280034"/>
              <a:gd name="connsiteX57" fmla="*/ 114300 w 242569"/>
              <a:gd name="connsiteY57" fmla="*/ 181610 h 280034"/>
              <a:gd name="connsiteX58" fmla="*/ 124460 w 242569"/>
              <a:gd name="connsiteY58" fmla="*/ 191770 h 280034"/>
              <a:gd name="connsiteX59" fmla="*/ 165100 w 242569"/>
              <a:gd name="connsiteY59" fmla="*/ 191770 h 280034"/>
              <a:gd name="connsiteX60" fmla="*/ 175260 w 242569"/>
              <a:gd name="connsiteY60" fmla="*/ 181610 h 280034"/>
              <a:gd name="connsiteX61" fmla="*/ 165100 w 242569"/>
              <a:gd name="connsiteY61" fmla="*/ 171450 h 280034"/>
              <a:gd name="connsiteX62" fmla="*/ 124460 w 242569"/>
              <a:gd name="connsiteY62" fmla="*/ 171450 h 2800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</a:cxnLst>
            <a:rect l="l" t="t" r="r" b="b"/>
            <a:pathLst>
              <a:path w="242569" h="280034">
                <a:moveTo>
                  <a:pt x="86360" y="41910"/>
                </a:moveTo>
                <a:cubicBezTo>
                  <a:pt x="81280" y="20320"/>
                  <a:pt x="97790" y="0"/>
                  <a:pt x="119380" y="0"/>
                </a:cubicBezTo>
                <a:cubicBezTo>
                  <a:pt x="140970" y="0"/>
                  <a:pt x="157480" y="20320"/>
                  <a:pt x="152400" y="41910"/>
                </a:cubicBezTo>
                <a:lnTo>
                  <a:pt x="146050" y="66040"/>
                </a:lnTo>
                <a:cubicBezTo>
                  <a:pt x="143510" y="74930"/>
                  <a:pt x="135890" y="81280"/>
                  <a:pt x="127000" y="81280"/>
                </a:cubicBezTo>
                <a:lnTo>
                  <a:pt x="113030" y="81280"/>
                </a:lnTo>
                <a:cubicBezTo>
                  <a:pt x="104140" y="81280"/>
                  <a:pt x="95250" y="74930"/>
                  <a:pt x="92710" y="66040"/>
                </a:cubicBezTo>
                <a:lnTo>
                  <a:pt x="86360" y="41910"/>
                </a:lnTo>
                <a:close/>
                <a:moveTo>
                  <a:pt x="119380" y="20320"/>
                </a:moveTo>
                <a:cubicBezTo>
                  <a:pt x="110490" y="20320"/>
                  <a:pt x="104140" y="29210"/>
                  <a:pt x="106680" y="36830"/>
                </a:cubicBezTo>
                <a:lnTo>
                  <a:pt x="113030" y="60960"/>
                </a:lnTo>
                <a:lnTo>
                  <a:pt x="127000" y="60960"/>
                </a:lnTo>
                <a:lnTo>
                  <a:pt x="133350" y="36830"/>
                </a:lnTo>
                <a:cubicBezTo>
                  <a:pt x="134620" y="27940"/>
                  <a:pt x="128270" y="20320"/>
                  <a:pt x="119380" y="20320"/>
                </a:cubicBezTo>
                <a:close/>
                <a:moveTo>
                  <a:pt x="106680" y="116840"/>
                </a:moveTo>
                <a:cubicBezTo>
                  <a:pt x="105410" y="116840"/>
                  <a:pt x="104140" y="116840"/>
                  <a:pt x="102870" y="118110"/>
                </a:cubicBezTo>
                <a:lnTo>
                  <a:pt x="99060" y="123190"/>
                </a:lnTo>
                <a:cubicBezTo>
                  <a:pt x="80010" y="144780"/>
                  <a:pt x="55880" y="161290"/>
                  <a:pt x="29210" y="170180"/>
                </a:cubicBezTo>
                <a:lnTo>
                  <a:pt x="25400" y="171450"/>
                </a:lnTo>
                <a:cubicBezTo>
                  <a:pt x="21590" y="172720"/>
                  <a:pt x="19050" y="175260"/>
                  <a:pt x="19050" y="179070"/>
                </a:cubicBezTo>
                <a:lnTo>
                  <a:pt x="19050" y="180340"/>
                </a:lnTo>
                <a:cubicBezTo>
                  <a:pt x="19050" y="182880"/>
                  <a:pt x="21590" y="186690"/>
                  <a:pt x="24130" y="186690"/>
                </a:cubicBezTo>
                <a:cubicBezTo>
                  <a:pt x="60960" y="198120"/>
                  <a:pt x="92710" y="222250"/>
                  <a:pt x="115570" y="254000"/>
                </a:cubicBezTo>
                <a:lnTo>
                  <a:pt x="119380" y="259080"/>
                </a:lnTo>
                <a:cubicBezTo>
                  <a:pt x="120650" y="260350"/>
                  <a:pt x="121920" y="260350"/>
                  <a:pt x="121920" y="259080"/>
                </a:cubicBezTo>
                <a:lnTo>
                  <a:pt x="125730" y="254000"/>
                </a:lnTo>
                <a:cubicBezTo>
                  <a:pt x="147320" y="222250"/>
                  <a:pt x="180340" y="198120"/>
                  <a:pt x="217170" y="186690"/>
                </a:cubicBezTo>
                <a:cubicBezTo>
                  <a:pt x="219710" y="185420"/>
                  <a:pt x="222250" y="182880"/>
                  <a:pt x="222250" y="180340"/>
                </a:cubicBezTo>
                <a:lnTo>
                  <a:pt x="222250" y="179070"/>
                </a:lnTo>
                <a:cubicBezTo>
                  <a:pt x="222250" y="175260"/>
                  <a:pt x="219710" y="172720"/>
                  <a:pt x="215900" y="171450"/>
                </a:cubicBezTo>
                <a:lnTo>
                  <a:pt x="212090" y="170180"/>
                </a:lnTo>
                <a:cubicBezTo>
                  <a:pt x="185420" y="161290"/>
                  <a:pt x="161290" y="144780"/>
                  <a:pt x="142240" y="123190"/>
                </a:cubicBezTo>
                <a:lnTo>
                  <a:pt x="138430" y="118110"/>
                </a:lnTo>
                <a:cubicBezTo>
                  <a:pt x="137160" y="116840"/>
                  <a:pt x="135890" y="116840"/>
                  <a:pt x="134620" y="116840"/>
                </a:cubicBezTo>
                <a:lnTo>
                  <a:pt x="106680" y="116840"/>
                </a:lnTo>
                <a:close/>
                <a:moveTo>
                  <a:pt x="87630" y="104140"/>
                </a:moveTo>
                <a:cubicBezTo>
                  <a:pt x="92710" y="99060"/>
                  <a:pt x="99060" y="95250"/>
                  <a:pt x="106680" y="95250"/>
                </a:cubicBezTo>
                <a:lnTo>
                  <a:pt x="134620" y="95250"/>
                </a:lnTo>
                <a:cubicBezTo>
                  <a:pt x="142240" y="95250"/>
                  <a:pt x="148590" y="97790"/>
                  <a:pt x="153670" y="104140"/>
                </a:cubicBezTo>
                <a:lnTo>
                  <a:pt x="157480" y="109220"/>
                </a:lnTo>
                <a:cubicBezTo>
                  <a:pt x="173990" y="128270"/>
                  <a:pt x="195580" y="142240"/>
                  <a:pt x="218440" y="149860"/>
                </a:cubicBezTo>
                <a:lnTo>
                  <a:pt x="222250" y="151130"/>
                </a:lnTo>
                <a:cubicBezTo>
                  <a:pt x="233680" y="154940"/>
                  <a:pt x="242570" y="166370"/>
                  <a:pt x="242570" y="179070"/>
                </a:cubicBezTo>
                <a:lnTo>
                  <a:pt x="242570" y="180340"/>
                </a:lnTo>
                <a:cubicBezTo>
                  <a:pt x="242570" y="191770"/>
                  <a:pt x="234950" y="203200"/>
                  <a:pt x="223520" y="207010"/>
                </a:cubicBezTo>
                <a:cubicBezTo>
                  <a:pt x="190500" y="217170"/>
                  <a:pt x="162560" y="237490"/>
                  <a:pt x="143510" y="265430"/>
                </a:cubicBezTo>
                <a:lnTo>
                  <a:pt x="139700" y="270510"/>
                </a:lnTo>
                <a:cubicBezTo>
                  <a:pt x="130810" y="283210"/>
                  <a:pt x="111760" y="283210"/>
                  <a:pt x="102870" y="270510"/>
                </a:cubicBezTo>
                <a:lnTo>
                  <a:pt x="99060" y="265430"/>
                </a:lnTo>
                <a:cubicBezTo>
                  <a:pt x="80010" y="237490"/>
                  <a:pt x="50800" y="215900"/>
                  <a:pt x="19050" y="207010"/>
                </a:cubicBezTo>
                <a:cubicBezTo>
                  <a:pt x="7620" y="203200"/>
                  <a:pt x="0" y="193040"/>
                  <a:pt x="0" y="180340"/>
                </a:cubicBezTo>
                <a:lnTo>
                  <a:pt x="0" y="179070"/>
                </a:lnTo>
                <a:cubicBezTo>
                  <a:pt x="0" y="166370"/>
                  <a:pt x="7620" y="156210"/>
                  <a:pt x="20320" y="151130"/>
                </a:cubicBezTo>
                <a:lnTo>
                  <a:pt x="24130" y="149860"/>
                </a:lnTo>
                <a:cubicBezTo>
                  <a:pt x="48260" y="142240"/>
                  <a:pt x="68580" y="128270"/>
                  <a:pt x="85090" y="109220"/>
                </a:cubicBezTo>
                <a:lnTo>
                  <a:pt x="87630" y="104140"/>
                </a:lnTo>
                <a:close/>
                <a:moveTo>
                  <a:pt x="124460" y="171450"/>
                </a:moveTo>
                <a:cubicBezTo>
                  <a:pt x="119380" y="171450"/>
                  <a:pt x="114300" y="176530"/>
                  <a:pt x="114300" y="181610"/>
                </a:cubicBezTo>
                <a:cubicBezTo>
                  <a:pt x="114300" y="186690"/>
                  <a:pt x="119380" y="191770"/>
                  <a:pt x="124460" y="191770"/>
                </a:cubicBezTo>
                <a:lnTo>
                  <a:pt x="165100" y="191770"/>
                </a:lnTo>
                <a:cubicBezTo>
                  <a:pt x="170180" y="191770"/>
                  <a:pt x="175260" y="186690"/>
                  <a:pt x="175260" y="181610"/>
                </a:cubicBezTo>
                <a:cubicBezTo>
                  <a:pt x="175260" y="176530"/>
                  <a:pt x="170180" y="171450"/>
                  <a:pt x="165100" y="171450"/>
                </a:cubicBezTo>
                <a:lnTo>
                  <a:pt x="124460" y="17145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2" name="Полилиния: фигура 46">
            <a:extLst>
              <a:ext uri="{FF2B5EF4-FFF2-40B4-BE49-F238E27FC236}">
                <a16:creationId xmlns:a16="http://schemas.microsoft.com/office/drawing/2014/main" id="{B8FDB405-4E08-9EF3-A0A9-DC4EB2551E23}"/>
              </a:ext>
            </a:extLst>
          </p:cNvPr>
          <p:cNvSpPr/>
          <p:nvPr/>
        </p:nvSpPr>
        <p:spPr>
          <a:xfrm>
            <a:off x="525408" y="3042680"/>
            <a:ext cx="174974" cy="254000"/>
          </a:xfrm>
          <a:custGeom>
            <a:avLst/>
            <a:gdLst>
              <a:gd name="connsiteX0" fmla="*/ 22082 w 174974"/>
              <a:gd name="connsiteY0" fmla="*/ 142240 h 254000"/>
              <a:gd name="connsiteX1" fmla="*/ 56372 w 174974"/>
              <a:gd name="connsiteY1" fmla="*/ 20320 h 254000"/>
              <a:gd name="connsiteX2" fmla="*/ 117332 w 174974"/>
              <a:gd name="connsiteY2" fmla="*/ 20320 h 254000"/>
              <a:gd name="connsiteX3" fmla="*/ 151622 w 174974"/>
              <a:gd name="connsiteY3" fmla="*/ 142240 h 254000"/>
              <a:gd name="connsiteX4" fmla="*/ 22082 w 174974"/>
              <a:gd name="connsiteY4" fmla="*/ 142240 h 254000"/>
              <a:gd name="connsiteX5" fmla="*/ 38592 w 174974"/>
              <a:gd name="connsiteY5" fmla="*/ 11430 h 254000"/>
              <a:gd name="connsiteX6" fmla="*/ 53832 w 174974"/>
              <a:gd name="connsiteY6" fmla="*/ 0 h 254000"/>
              <a:gd name="connsiteX7" fmla="*/ 122412 w 174974"/>
              <a:gd name="connsiteY7" fmla="*/ 0 h 254000"/>
              <a:gd name="connsiteX8" fmla="*/ 137652 w 174974"/>
              <a:gd name="connsiteY8" fmla="*/ 11430 h 254000"/>
              <a:gd name="connsiteX9" fmla="*/ 174482 w 174974"/>
              <a:gd name="connsiteY9" fmla="*/ 143510 h 254000"/>
              <a:gd name="connsiteX10" fmla="*/ 159242 w 174974"/>
              <a:gd name="connsiteY10" fmla="*/ 162560 h 254000"/>
              <a:gd name="connsiteX11" fmla="*/ 15732 w 174974"/>
              <a:gd name="connsiteY11" fmla="*/ 162560 h 254000"/>
              <a:gd name="connsiteX12" fmla="*/ 492 w 174974"/>
              <a:gd name="connsiteY12" fmla="*/ 143510 h 254000"/>
              <a:gd name="connsiteX13" fmla="*/ 38592 w 174974"/>
              <a:gd name="connsiteY13" fmla="*/ 11430 h 254000"/>
              <a:gd name="connsiteX14" fmla="*/ 97012 w 174974"/>
              <a:gd name="connsiteY14" fmla="*/ 193040 h 254000"/>
              <a:gd name="connsiteX15" fmla="*/ 86852 w 174974"/>
              <a:gd name="connsiteY15" fmla="*/ 182880 h 254000"/>
              <a:gd name="connsiteX16" fmla="*/ 76692 w 174974"/>
              <a:gd name="connsiteY16" fmla="*/ 193040 h 254000"/>
              <a:gd name="connsiteX17" fmla="*/ 76692 w 174974"/>
              <a:gd name="connsiteY17" fmla="*/ 233680 h 254000"/>
              <a:gd name="connsiteX18" fmla="*/ 36052 w 174974"/>
              <a:gd name="connsiteY18" fmla="*/ 233680 h 254000"/>
              <a:gd name="connsiteX19" fmla="*/ 25892 w 174974"/>
              <a:gd name="connsiteY19" fmla="*/ 243840 h 254000"/>
              <a:gd name="connsiteX20" fmla="*/ 36052 w 174974"/>
              <a:gd name="connsiteY20" fmla="*/ 254000 h 254000"/>
              <a:gd name="connsiteX21" fmla="*/ 137652 w 174974"/>
              <a:gd name="connsiteY21" fmla="*/ 254000 h 254000"/>
              <a:gd name="connsiteX22" fmla="*/ 147812 w 174974"/>
              <a:gd name="connsiteY22" fmla="*/ 243840 h 254000"/>
              <a:gd name="connsiteX23" fmla="*/ 137652 w 174974"/>
              <a:gd name="connsiteY23" fmla="*/ 233680 h 254000"/>
              <a:gd name="connsiteX24" fmla="*/ 97012 w 174974"/>
              <a:gd name="connsiteY24" fmla="*/ 233680 h 254000"/>
              <a:gd name="connsiteX25" fmla="*/ 97012 w 174974"/>
              <a:gd name="connsiteY25" fmla="*/ 19304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74974" h="254000">
                <a:moveTo>
                  <a:pt x="22082" y="142240"/>
                </a:moveTo>
                <a:lnTo>
                  <a:pt x="56372" y="20320"/>
                </a:lnTo>
                <a:lnTo>
                  <a:pt x="117332" y="20320"/>
                </a:lnTo>
                <a:lnTo>
                  <a:pt x="151622" y="142240"/>
                </a:lnTo>
                <a:lnTo>
                  <a:pt x="22082" y="142240"/>
                </a:lnTo>
                <a:close/>
                <a:moveTo>
                  <a:pt x="38592" y="11430"/>
                </a:moveTo>
                <a:cubicBezTo>
                  <a:pt x="39862" y="5080"/>
                  <a:pt x="46212" y="0"/>
                  <a:pt x="53832" y="0"/>
                </a:cubicBezTo>
                <a:lnTo>
                  <a:pt x="122412" y="0"/>
                </a:lnTo>
                <a:cubicBezTo>
                  <a:pt x="128762" y="0"/>
                  <a:pt x="135112" y="5080"/>
                  <a:pt x="137652" y="11430"/>
                </a:cubicBezTo>
                <a:lnTo>
                  <a:pt x="174482" y="143510"/>
                </a:lnTo>
                <a:cubicBezTo>
                  <a:pt x="177022" y="153670"/>
                  <a:pt x="169402" y="162560"/>
                  <a:pt x="159242" y="162560"/>
                </a:cubicBezTo>
                <a:lnTo>
                  <a:pt x="15732" y="162560"/>
                </a:lnTo>
                <a:cubicBezTo>
                  <a:pt x="5572" y="162560"/>
                  <a:pt x="-2048" y="152400"/>
                  <a:pt x="492" y="143510"/>
                </a:cubicBezTo>
                <a:lnTo>
                  <a:pt x="38592" y="11430"/>
                </a:lnTo>
                <a:close/>
                <a:moveTo>
                  <a:pt x="97012" y="193040"/>
                </a:moveTo>
                <a:cubicBezTo>
                  <a:pt x="97012" y="187960"/>
                  <a:pt x="91932" y="182880"/>
                  <a:pt x="86852" y="182880"/>
                </a:cubicBezTo>
                <a:cubicBezTo>
                  <a:pt x="81772" y="182880"/>
                  <a:pt x="76692" y="187960"/>
                  <a:pt x="76692" y="193040"/>
                </a:cubicBezTo>
                <a:lnTo>
                  <a:pt x="76692" y="233680"/>
                </a:lnTo>
                <a:lnTo>
                  <a:pt x="36052" y="233680"/>
                </a:lnTo>
                <a:cubicBezTo>
                  <a:pt x="30972" y="233680"/>
                  <a:pt x="25892" y="238760"/>
                  <a:pt x="25892" y="243840"/>
                </a:cubicBezTo>
                <a:cubicBezTo>
                  <a:pt x="25892" y="248920"/>
                  <a:pt x="30972" y="254000"/>
                  <a:pt x="36052" y="254000"/>
                </a:cubicBezTo>
                <a:lnTo>
                  <a:pt x="137652" y="254000"/>
                </a:lnTo>
                <a:cubicBezTo>
                  <a:pt x="142732" y="254000"/>
                  <a:pt x="147812" y="248920"/>
                  <a:pt x="147812" y="243840"/>
                </a:cubicBezTo>
                <a:cubicBezTo>
                  <a:pt x="147812" y="238760"/>
                  <a:pt x="142732" y="233680"/>
                  <a:pt x="137652" y="233680"/>
                </a:cubicBezTo>
                <a:lnTo>
                  <a:pt x="97012" y="233680"/>
                </a:lnTo>
                <a:lnTo>
                  <a:pt x="97012" y="1930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3" name="Полилиния: фигура 60">
            <a:extLst>
              <a:ext uri="{FF2B5EF4-FFF2-40B4-BE49-F238E27FC236}">
                <a16:creationId xmlns:a16="http://schemas.microsoft.com/office/drawing/2014/main" id="{C80A544B-9BC0-B9D6-58AB-82F3D33BDE87}"/>
              </a:ext>
            </a:extLst>
          </p:cNvPr>
          <p:cNvSpPr/>
          <p:nvPr/>
        </p:nvSpPr>
        <p:spPr>
          <a:xfrm>
            <a:off x="1599051" y="3047759"/>
            <a:ext cx="261619" cy="242887"/>
          </a:xfrm>
          <a:custGeom>
            <a:avLst/>
            <a:gdLst>
              <a:gd name="connsiteX0" fmla="*/ 20320 w 261619"/>
              <a:gd name="connsiteY0" fmla="*/ 81280 h 242887"/>
              <a:gd name="connsiteX1" fmla="*/ 81280 w 261619"/>
              <a:gd name="connsiteY1" fmla="*/ 20320 h 242887"/>
              <a:gd name="connsiteX2" fmla="*/ 124460 w 261619"/>
              <a:gd name="connsiteY2" fmla="*/ 38100 h 242887"/>
              <a:gd name="connsiteX3" fmla="*/ 139700 w 261619"/>
              <a:gd name="connsiteY3" fmla="*/ 38100 h 242887"/>
              <a:gd name="connsiteX4" fmla="*/ 182880 w 261619"/>
              <a:gd name="connsiteY4" fmla="*/ 20320 h 242887"/>
              <a:gd name="connsiteX5" fmla="*/ 243840 w 261619"/>
              <a:gd name="connsiteY5" fmla="*/ 81280 h 242887"/>
              <a:gd name="connsiteX6" fmla="*/ 226060 w 261619"/>
              <a:gd name="connsiteY6" fmla="*/ 124460 h 242887"/>
              <a:gd name="connsiteX7" fmla="*/ 132080 w 261619"/>
              <a:gd name="connsiteY7" fmla="*/ 218440 h 242887"/>
              <a:gd name="connsiteX8" fmla="*/ 105410 w 261619"/>
              <a:gd name="connsiteY8" fmla="*/ 191770 h 242887"/>
              <a:gd name="connsiteX9" fmla="*/ 105410 w 261619"/>
              <a:gd name="connsiteY9" fmla="*/ 191770 h 242887"/>
              <a:gd name="connsiteX10" fmla="*/ 38100 w 261619"/>
              <a:gd name="connsiteY10" fmla="*/ 124460 h 242887"/>
              <a:gd name="connsiteX11" fmla="*/ 20320 w 261619"/>
              <a:gd name="connsiteY11" fmla="*/ 81280 h 242887"/>
              <a:gd name="connsiteX12" fmla="*/ 81280 w 261619"/>
              <a:gd name="connsiteY12" fmla="*/ 0 h 242887"/>
              <a:gd name="connsiteX13" fmla="*/ 0 w 261619"/>
              <a:gd name="connsiteY13" fmla="*/ 81280 h 242887"/>
              <a:gd name="connsiteX14" fmla="*/ 22860 w 261619"/>
              <a:gd name="connsiteY14" fmla="*/ 139700 h 242887"/>
              <a:gd name="connsiteX15" fmla="*/ 90170 w 261619"/>
              <a:gd name="connsiteY15" fmla="*/ 207010 h 242887"/>
              <a:gd name="connsiteX16" fmla="*/ 90170 w 261619"/>
              <a:gd name="connsiteY16" fmla="*/ 207010 h 242887"/>
              <a:gd name="connsiteX17" fmla="*/ 90170 w 261619"/>
              <a:gd name="connsiteY17" fmla="*/ 207010 h 242887"/>
              <a:gd name="connsiteX18" fmla="*/ 123190 w 261619"/>
              <a:gd name="connsiteY18" fmla="*/ 240030 h 242887"/>
              <a:gd name="connsiteX19" fmla="*/ 138430 w 261619"/>
              <a:gd name="connsiteY19" fmla="*/ 240030 h 242887"/>
              <a:gd name="connsiteX20" fmla="*/ 238760 w 261619"/>
              <a:gd name="connsiteY20" fmla="*/ 139700 h 242887"/>
              <a:gd name="connsiteX21" fmla="*/ 261620 w 261619"/>
              <a:gd name="connsiteY21" fmla="*/ 81280 h 242887"/>
              <a:gd name="connsiteX22" fmla="*/ 180340 w 261619"/>
              <a:gd name="connsiteY22" fmla="*/ 0 h 242887"/>
              <a:gd name="connsiteX23" fmla="*/ 129540 w 261619"/>
              <a:gd name="connsiteY23" fmla="*/ 17780 h 242887"/>
              <a:gd name="connsiteX24" fmla="*/ 81280 w 261619"/>
              <a:gd name="connsiteY24" fmla="*/ 0 h 242887"/>
              <a:gd name="connsiteX25" fmla="*/ 214630 w 261619"/>
              <a:gd name="connsiteY25" fmla="*/ 114300 h 242887"/>
              <a:gd name="connsiteX26" fmla="*/ 214630 w 261619"/>
              <a:gd name="connsiteY26" fmla="*/ 100330 h 242887"/>
              <a:gd name="connsiteX27" fmla="*/ 200660 w 261619"/>
              <a:gd name="connsiteY27" fmla="*/ 100330 h 242887"/>
              <a:gd name="connsiteX28" fmla="*/ 154940 w 261619"/>
              <a:gd name="connsiteY28" fmla="*/ 146050 h 242887"/>
              <a:gd name="connsiteX29" fmla="*/ 154940 w 261619"/>
              <a:gd name="connsiteY29" fmla="*/ 160020 h 242887"/>
              <a:gd name="connsiteX30" fmla="*/ 168910 w 261619"/>
              <a:gd name="connsiteY30" fmla="*/ 160020 h 242887"/>
              <a:gd name="connsiteX31" fmla="*/ 214630 w 261619"/>
              <a:gd name="connsiteY31" fmla="*/ 114300 h 24288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61619" h="242887">
                <a:moveTo>
                  <a:pt x="20320" y="81280"/>
                </a:moveTo>
                <a:cubicBezTo>
                  <a:pt x="20320" y="48260"/>
                  <a:pt x="46990" y="20320"/>
                  <a:pt x="81280" y="20320"/>
                </a:cubicBezTo>
                <a:cubicBezTo>
                  <a:pt x="97790" y="20320"/>
                  <a:pt x="113030" y="26670"/>
                  <a:pt x="124460" y="38100"/>
                </a:cubicBezTo>
                <a:cubicBezTo>
                  <a:pt x="128270" y="41910"/>
                  <a:pt x="135890" y="41910"/>
                  <a:pt x="139700" y="38100"/>
                </a:cubicBezTo>
                <a:cubicBezTo>
                  <a:pt x="151130" y="26670"/>
                  <a:pt x="166370" y="20320"/>
                  <a:pt x="182880" y="20320"/>
                </a:cubicBezTo>
                <a:cubicBezTo>
                  <a:pt x="215900" y="20320"/>
                  <a:pt x="243840" y="46990"/>
                  <a:pt x="243840" y="81280"/>
                </a:cubicBezTo>
                <a:cubicBezTo>
                  <a:pt x="243840" y="99060"/>
                  <a:pt x="237490" y="114300"/>
                  <a:pt x="226060" y="124460"/>
                </a:cubicBezTo>
                <a:lnTo>
                  <a:pt x="132080" y="218440"/>
                </a:lnTo>
                <a:cubicBezTo>
                  <a:pt x="123190" y="209550"/>
                  <a:pt x="114300" y="200660"/>
                  <a:pt x="105410" y="191770"/>
                </a:cubicBezTo>
                <a:lnTo>
                  <a:pt x="105410" y="191770"/>
                </a:lnTo>
                <a:cubicBezTo>
                  <a:pt x="82550" y="168910"/>
                  <a:pt x="59690" y="147320"/>
                  <a:pt x="38100" y="124460"/>
                </a:cubicBezTo>
                <a:cubicBezTo>
                  <a:pt x="26670" y="114300"/>
                  <a:pt x="20320" y="97790"/>
                  <a:pt x="20320" y="81280"/>
                </a:cubicBezTo>
                <a:close/>
                <a:moveTo>
                  <a:pt x="81280" y="0"/>
                </a:moveTo>
                <a:cubicBezTo>
                  <a:pt x="36830" y="0"/>
                  <a:pt x="0" y="36830"/>
                  <a:pt x="0" y="81280"/>
                </a:cubicBezTo>
                <a:cubicBezTo>
                  <a:pt x="0" y="102870"/>
                  <a:pt x="8890" y="124460"/>
                  <a:pt x="22860" y="139700"/>
                </a:cubicBezTo>
                <a:cubicBezTo>
                  <a:pt x="45720" y="162560"/>
                  <a:pt x="67310" y="185420"/>
                  <a:pt x="90170" y="207010"/>
                </a:cubicBezTo>
                <a:lnTo>
                  <a:pt x="90170" y="207010"/>
                </a:lnTo>
                <a:lnTo>
                  <a:pt x="90170" y="207010"/>
                </a:lnTo>
                <a:cubicBezTo>
                  <a:pt x="101600" y="218440"/>
                  <a:pt x="111760" y="228600"/>
                  <a:pt x="123190" y="240030"/>
                </a:cubicBezTo>
                <a:cubicBezTo>
                  <a:pt x="127000" y="243840"/>
                  <a:pt x="134620" y="243840"/>
                  <a:pt x="138430" y="240030"/>
                </a:cubicBezTo>
                <a:lnTo>
                  <a:pt x="238760" y="139700"/>
                </a:lnTo>
                <a:cubicBezTo>
                  <a:pt x="254000" y="124460"/>
                  <a:pt x="261620" y="104140"/>
                  <a:pt x="261620" y="81280"/>
                </a:cubicBezTo>
                <a:cubicBezTo>
                  <a:pt x="261620" y="36830"/>
                  <a:pt x="224790" y="0"/>
                  <a:pt x="180340" y="0"/>
                </a:cubicBezTo>
                <a:cubicBezTo>
                  <a:pt x="161290" y="0"/>
                  <a:pt x="143510" y="6350"/>
                  <a:pt x="129540" y="17780"/>
                </a:cubicBezTo>
                <a:cubicBezTo>
                  <a:pt x="118110" y="7620"/>
                  <a:pt x="100330" y="0"/>
                  <a:pt x="81280" y="0"/>
                </a:cubicBezTo>
                <a:close/>
                <a:moveTo>
                  <a:pt x="214630" y="114300"/>
                </a:moveTo>
                <a:cubicBezTo>
                  <a:pt x="218440" y="110490"/>
                  <a:pt x="218440" y="104140"/>
                  <a:pt x="214630" y="100330"/>
                </a:cubicBezTo>
                <a:cubicBezTo>
                  <a:pt x="210820" y="96520"/>
                  <a:pt x="204470" y="96520"/>
                  <a:pt x="200660" y="100330"/>
                </a:cubicBezTo>
                <a:lnTo>
                  <a:pt x="154940" y="146050"/>
                </a:lnTo>
                <a:cubicBezTo>
                  <a:pt x="151130" y="149860"/>
                  <a:pt x="151130" y="156210"/>
                  <a:pt x="154940" y="160020"/>
                </a:cubicBezTo>
                <a:cubicBezTo>
                  <a:pt x="158750" y="163830"/>
                  <a:pt x="165100" y="163830"/>
                  <a:pt x="168910" y="160020"/>
                </a:cubicBezTo>
                <a:lnTo>
                  <a:pt x="214630" y="1143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4" name="Полилиния: фигура 447">
            <a:extLst>
              <a:ext uri="{FF2B5EF4-FFF2-40B4-BE49-F238E27FC236}">
                <a16:creationId xmlns:a16="http://schemas.microsoft.com/office/drawing/2014/main" id="{DAC23C38-D47F-1DAA-EBD9-4D3C40853161}"/>
              </a:ext>
            </a:extLst>
          </p:cNvPr>
          <p:cNvSpPr/>
          <p:nvPr/>
        </p:nvSpPr>
        <p:spPr>
          <a:xfrm>
            <a:off x="2726811" y="3036964"/>
            <a:ext cx="243839" cy="264794"/>
          </a:xfrm>
          <a:custGeom>
            <a:avLst/>
            <a:gdLst>
              <a:gd name="connsiteX0" fmla="*/ 93980 w 243839"/>
              <a:gd name="connsiteY0" fmla="*/ 23495 h 264794"/>
              <a:gd name="connsiteX1" fmla="*/ 77470 w 243839"/>
              <a:gd name="connsiteY1" fmla="*/ 23495 h 264794"/>
              <a:gd name="connsiteX2" fmla="*/ 77470 w 243839"/>
              <a:gd name="connsiteY2" fmla="*/ 40005 h 264794"/>
              <a:gd name="connsiteX3" fmla="*/ 100330 w 243839"/>
              <a:gd name="connsiteY3" fmla="*/ 62865 h 264794"/>
              <a:gd name="connsiteX4" fmla="*/ 121920 w 243839"/>
              <a:gd name="connsiteY4" fmla="*/ 62865 h 264794"/>
              <a:gd name="connsiteX5" fmla="*/ 143510 w 243839"/>
              <a:gd name="connsiteY5" fmla="*/ 62865 h 264794"/>
              <a:gd name="connsiteX6" fmla="*/ 166370 w 243839"/>
              <a:gd name="connsiteY6" fmla="*/ 40005 h 264794"/>
              <a:gd name="connsiteX7" fmla="*/ 166370 w 243839"/>
              <a:gd name="connsiteY7" fmla="*/ 23495 h 264794"/>
              <a:gd name="connsiteX8" fmla="*/ 149860 w 243839"/>
              <a:gd name="connsiteY8" fmla="*/ 23495 h 264794"/>
              <a:gd name="connsiteX9" fmla="*/ 130810 w 243839"/>
              <a:gd name="connsiteY9" fmla="*/ 42545 h 264794"/>
              <a:gd name="connsiteX10" fmla="*/ 115570 w 243839"/>
              <a:gd name="connsiteY10" fmla="*/ 42545 h 264794"/>
              <a:gd name="connsiteX11" fmla="*/ 93980 w 243839"/>
              <a:gd name="connsiteY11" fmla="*/ 23495 h 264794"/>
              <a:gd name="connsiteX12" fmla="*/ 111760 w 243839"/>
              <a:gd name="connsiteY12" fmla="*/ 83185 h 264794"/>
              <a:gd name="connsiteX13" fmla="*/ 30480 w 243839"/>
              <a:gd name="connsiteY13" fmla="*/ 83185 h 264794"/>
              <a:gd name="connsiteX14" fmla="*/ 20320 w 243839"/>
              <a:gd name="connsiteY14" fmla="*/ 93345 h 264794"/>
              <a:gd name="connsiteX15" fmla="*/ 20320 w 243839"/>
              <a:gd name="connsiteY15" fmla="*/ 103505 h 264794"/>
              <a:gd name="connsiteX16" fmla="*/ 30480 w 243839"/>
              <a:gd name="connsiteY16" fmla="*/ 113665 h 264794"/>
              <a:gd name="connsiteX17" fmla="*/ 45720 w 243839"/>
              <a:gd name="connsiteY17" fmla="*/ 113665 h 264794"/>
              <a:gd name="connsiteX18" fmla="*/ 76200 w 243839"/>
              <a:gd name="connsiteY18" fmla="*/ 113665 h 264794"/>
              <a:gd name="connsiteX19" fmla="*/ 86360 w 243839"/>
              <a:gd name="connsiteY19" fmla="*/ 123825 h 264794"/>
              <a:gd name="connsiteX20" fmla="*/ 76200 w 243839"/>
              <a:gd name="connsiteY20" fmla="*/ 133985 h 264794"/>
              <a:gd name="connsiteX21" fmla="*/ 45720 w 243839"/>
              <a:gd name="connsiteY21" fmla="*/ 133985 h 264794"/>
              <a:gd name="connsiteX22" fmla="*/ 40640 w 243839"/>
              <a:gd name="connsiteY22" fmla="*/ 133985 h 264794"/>
              <a:gd name="connsiteX23" fmla="*/ 40640 w 243839"/>
              <a:gd name="connsiteY23" fmla="*/ 235585 h 264794"/>
              <a:gd name="connsiteX24" fmla="*/ 50800 w 243839"/>
              <a:gd name="connsiteY24" fmla="*/ 245745 h 264794"/>
              <a:gd name="connsiteX25" fmla="*/ 111760 w 243839"/>
              <a:gd name="connsiteY25" fmla="*/ 245745 h 264794"/>
              <a:gd name="connsiteX26" fmla="*/ 111760 w 243839"/>
              <a:gd name="connsiteY26" fmla="*/ 83185 h 264794"/>
              <a:gd name="connsiteX27" fmla="*/ 132080 w 243839"/>
              <a:gd name="connsiteY27" fmla="*/ 244475 h 264794"/>
              <a:gd name="connsiteX28" fmla="*/ 132080 w 243839"/>
              <a:gd name="connsiteY28" fmla="*/ 132715 h 264794"/>
              <a:gd name="connsiteX29" fmla="*/ 198120 w 243839"/>
              <a:gd name="connsiteY29" fmla="*/ 132715 h 264794"/>
              <a:gd name="connsiteX30" fmla="*/ 203200 w 243839"/>
              <a:gd name="connsiteY30" fmla="*/ 132715 h 264794"/>
              <a:gd name="connsiteX31" fmla="*/ 203200 w 243839"/>
              <a:gd name="connsiteY31" fmla="*/ 234315 h 264794"/>
              <a:gd name="connsiteX32" fmla="*/ 193040 w 243839"/>
              <a:gd name="connsiteY32" fmla="*/ 244475 h 264794"/>
              <a:gd name="connsiteX33" fmla="*/ 132080 w 243839"/>
              <a:gd name="connsiteY33" fmla="*/ 244475 h 264794"/>
              <a:gd name="connsiteX34" fmla="*/ 132080 w 243839"/>
              <a:gd name="connsiteY34" fmla="*/ 112395 h 264794"/>
              <a:gd name="connsiteX35" fmla="*/ 132080 w 243839"/>
              <a:gd name="connsiteY35" fmla="*/ 81915 h 264794"/>
              <a:gd name="connsiteX36" fmla="*/ 213360 w 243839"/>
              <a:gd name="connsiteY36" fmla="*/ 81915 h 264794"/>
              <a:gd name="connsiteX37" fmla="*/ 223520 w 243839"/>
              <a:gd name="connsiteY37" fmla="*/ 92075 h 264794"/>
              <a:gd name="connsiteX38" fmla="*/ 223520 w 243839"/>
              <a:gd name="connsiteY38" fmla="*/ 102235 h 264794"/>
              <a:gd name="connsiteX39" fmla="*/ 213360 w 243839"/>
              <a:gd name="connsiteY39" fmla="*/ 112395 h 264794"/>
              <a:gd name="connsiteX40" fmla="*/ 198120 w 243839"/>
              <a:gd name="connsiteY40" fmla="*/ 112395 h 264794"/>
              <a:gd name="connsiteX41" fmla="*/ 132080 w 243839"/>
              <a:gd name="connsiteY41" fmla="*/ 112395 h 264794"/>
              <a:gd name="connsiteX42" fmla="*/ 121920 w 243839"/>
              <a:gd name="connsiteY42" fmla="*/ 264795 h 264794"/>
              <a:gd name="connsiteX43" fmla="*/ 50800 w 243839"/>
              <a:gd name="connsiteY43" fmla="*/ 264795 h 264794"/>
              <a:gd name="connsiteX44" fmla="*/ 20320 w 243839"/>
              <a:gd name="connsiteY44" fmla="*/ 234315 h 264794"/>
              <a:gd name="connsiteX45" fmla="*/ 20320 w 243839"/>
              <a:gd name="connsiteY45" fmla="*/ 131445 h 264794"/>
              <a:gd name="connsiteX46" fmla="*/ 0 w 243839"/>
              <a:gd name="connsiteY46" fmla="*/ 102235 h 264794"/>
              <a:gd name="connsiteX47" fmla="*/ 0 w 243839"/>
              <a:gd name="connsiteY47" fmla="*/ 92075 h 264794"/>
              <a:gd name="connsiteX48" fmla="*/ 30480 w 243839"/>
              <a:gd name="connsiteY48" fmla="*/ 61595 h 264794"/>
              <a:gd name="connsiteX49" fmla="*/ 72390 w 243839"/>
              <a:gd name="connsiteY49" fmla="*/ 61595 h 264794"/>
              <a:gd name="connsiteX50" fmla="*/ 64770 w 243839"/>
              <a:gd name="connsiteY50" fmla="*/ 53975 h 264794"/>
              <a:gd name="connsiteX51" fmla="*/ 64770 w 243839"/>
              <a:gd name="connsiteY51" fmla="*/ 9525 h 264794"/>
              <a:gd name="connsiteX52" fmla="*/ 109220 w 243839"/>
              <a:gd name="connsiteY52" fmla="*/ 9525 h 264794"/>
              <a:gd name="connsiteX53" fmla="*/ 121920 w 243839"/>
              <a:gd name="connsiteY53" fmla="*/ 22225 h 264794"/>
              <a:gd name="connsiteX54" fmla="*/ 134620 w 243839"/>
              <a:gd name="connsiteY54" fmla="*/ 9525 h 264794"/>
              <a:gd name="connsiteX55" fmla="*/ 179070 w 243839"/>
              <a:gd name="connsiteY55" fmla="*/ 9525 h 264794"/>
              <a:gd name="connsiteX56" fmla="*/ 179070 w 243839"/>
              <a:gd name="connsiteY56" fmla="*/ 53975 h 264794"/>
              <a:gd name="connsiteX57" fmla="*/ 171450 w 243839"/>
              <a:gd name="connsiteY57" fmla="*/ 61595 h 264794"/>
              <a:gd name="connsiteX58" fmla="*/ 213360 w 243839"/>
              <a:gd name="connsiteY58" fmla="*/ 61595 h 264794"/>
              <a:gd name="connsiteX59" fmla="*/ 243840 w 243839"/>
              <a:gd name="connsiteY59" fmla="*/ 92075 h 264794"/>
              <a:gd name="connsiteX60" fmla="*/ 243840 w 243839"/>
              <a:gd name="connsiteY60" fmla="*/ 102235 h 264794"/>
              <a:gd name="connsiteX61" fmla="*/ 223520 w 243839"/>
              <a:gd name="connsiteY61" fmla="*/ 131445 h 264794"/>
              <a:gd name="connsiteX62" fmla="*/ 223520 w 243839"/>
              <a:gd name="connsiteY62" fmla="*/ 234315 h 264794"/>
              <a:gd name="connsiteX63" fmla="*/ 193040 w 243839"/>
              <a:gd name="connsiteY63" fmla="*/ 264795 h 264794"/>
              <a:gd name="connsiteX64" fmla="*/ 121920 w 243839"/>
              <a:gd name="connsiteY64" fmla="*/ 264795 h 26479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243839" h="264794">
                <a:moveTo>
                  <a:pt x="93980" y="23495"/>
                </a:moveTo>
                <a:cubicBezTo>
                  <a:pt x="90170" y="19685"/>
                  <a:pt x="82550" y="19685"/>
                  <a:pt x="77470" y="23495"/>
                </a:cubicBezTo>
                <a:cubicBezTo>
                  <a:pt x="73660" y="27305"/>
                  <a:pt x="73660" y="34925"/>
                  <a:pt x="77470" y="40005"/>
                </a:cubicBezTo>
                <a:lnTo>
                  <a:pt x="100330" y="62865"/>
                </a:lnTo>
                <a:lnTo>
                  <a:pt x="121920" y="62865"/>
                </a:lnTo>
                <a:lnTo>
                  <a:pt x="143510" y="62865"/>
                </a:lnTo>
                <a:lnTo>
                  <a:pt x="166370" y="40005"/>
                </a:lnTo>
                <a:cubicBezTo>
                  <a:pt x="170180" y="36195"/>
                  <a:pt x="170180" y="28575"/>
                  <a:pt x="166370" y="23495"/>
                </a:cubicBezTo>
                <a:cubicBezTo>
                  <a:pt x="162560" y="19685"/>
                  <a:pt x="154940" y="19685"/>
                  <a:pt x="149860" y="23495"/>
                </a:cubicBezTo>
                <a:lnTo>
                  <a:pt x="130810" y="42545"/>
                </a:lnTo>
                <a:cubicBezTo>
                  <a:pt x="127000" y="46355"/>
                  <a:pt x="119380" y="46355"/>
                  <a:pt x="115570" y="42545"/>
                </a:cubicBezTo>
                <a:lnTo>
                  <a:pt x="93980" y="23495"/>
                </a:lnTo>
                <a:close/>
                <a:moveTo>
                  <a:pt x="111760" y="83185"/>
                </a:moveTo>
                <a:lnTo>
                  <a:pt x="30480" y="83185"/>
                </a:lnTo>
                <a:cubicBezTo>
                  <a:pt x="25400" y="83185"/>
                  <a:pt x="20320" y="88265"/>
                  <a:pt x="20320" y="93345"/>
                </a:cubicBezTo>
                <a:lnTo>
                  <a:pt x="20320" y="103505"/>
                </a:lnTo>
                <a:cubicBezTo>
                  <a:pt x="20320" y="108585"/>
                  <a:pt x="25400" y="113665"/>
                  <a:pt x="30480" y="113665"/>
                </a:cubicBezTo>
                <a:lnTo>
                  <a:pt x="45720" y="113665"/>
                </a:lnTo>
                <a:lnTo>
                  <a:pt x="76200" y="113665"/>
                </a:lnTo>
                <a:cubicBezTo>
                  <a:pt x="81280" y="113665"/>
                  <a:pt x="86360" y="118745"/>
                  <a:pt x="86360" y="123825"/>
                </a:cubicBezTo>
                <a:cubicBezTo>
                  <a:pt x="86360" y="128905"/>
                  <a:pt x="81280" y="133985"/>
                  <a:pt x="76200" y="133985"/>
                </a:cubicBezTo>
                <a:lnTo>
                  <a:pt x="45720" y="133985"/>
                </a:lnTo>
                <a:lnTo>
                  <a:pt x="40640" y="133985"/>
                </a:lnTo>
                <a:lnTo>
                  <a:pt x="40640" y="235585"/>
                </a:lnTo>
                <a:cubicBezTo>
                  <a:pt x="40640" y="240665"/>
                  <a:pt x="45720" y="245745"/>
                  <a:pt x="50800" y="245745"/>
                </a:cubicBezTo>
                <a:lnTo>
                  <a:pt x="111760" y="245745"/>
                </a:lnTo>
                <a:lnTo>
                  <a:pt x="111760" y="83185"/>
                </a:lnTo>
                <a:close/>
                <a:moveTo>
                  <a:pt x="132080" y="244475"/>
                </a:moveTo>
                <a:lnTo>
                  <a:pt x="132080" y="132715"/>
                </a:lnTo>
                <a:lnTo>
                  <a:pt x="198120" y="132715"/>
                </a:lnTo>
                <a:lnTo>
                  <a:pt x="203200" y="132715"/>
                </a:lnTo>
                <a:lnTo>
                  <a:pt x="203200" y="234315"/>
                </a:lnTo>
                <a:cubicBezTo>
                  <a:pt x="203200" y="239395"/>
                  <a:pt x="198120" y="244475"/>
                  <a:pt x="193040" y="244475"/>
                </a:cubicBezTo>
                <a:lnTo>
                  <a:pt x="132080" y="244475"/>
                </a:lnTo>
                <a:close/>
                <a:moveTo>
                  <a:pt x="132080" y="112395"/>
                </a:moveTo>
                <a:lnTo>
                  <a:pt x="132080" y="81915"/>
                </a:lnTo>
                <a:lnTo>
                  <a:pt x="213360" y="81915"/>
                </a:lnTo>
                <a:cubicBezTo>
                  <a:pt x="218440" y="81915"/>
                  <a:pt x="223520" y="86995"/>
                  <a:pt x="223520" y="92075"/>
                </a:cubicBezTo>
                <a:lnTo>
                  <a:pt x="223520" y="102235"/>
                </a:lnTo>
                <a:cubicBezTo>
                  <a:pt x="223520" y="107315"/>
                  <a:pt x="218440" y="112395"/>
                  <a:pt x="213360" y="112395"/>
                </a:cubicBezTo>
                <a:lnTo>
                  <a:pt x="198120" y="112395"/>
                </a:lnTo>
                <a:lnTo>
                  <a:pt x="132080" y="112395"/>
                </a:lnTo>
                <a:close/>
                <a:moveTo>
                  <a:pt x="121920" y="264795"/>
                </a:moveTo>
                <a:lnTo>
                  <a:pt x="50800" y="264795"/>
                </a:lnTo>
                <a:cubicBezTo>
                  <a:pt x="34290" y="264795"/>
                  <a:pt x="20320" y="250825"/>
                  <a:pt x="20320" y="234315"/>
                </a:cubicBezTo>
                <a:lnTo>
                  <a:pt x="20320" y="131445"/>
                </a:lnTo>
                <a:cubicBezTo>
                  <a:pt x="8890" y="127635"/>
                  <a:pt x="0" y="116205"/>
                  <a:pt x="0" y="102235"/>
                </a:cubicBezTo>
                <a:lnTo>
                  <a:pt x="0" y="92075"/>
                </a:lnTo>
                <a:cubicBezTo>
                  <a:pt x="0" y="75565"/>
                  <a:pt x="13970" y="61595"/>
                  <a:pt x="30480" y="61595"/>
                </a:cubicBezTo>
                <a:lnTo>
                  <a:pt x="72390" y="61595"/>
                </a:lnTo>
                <a:lnTo>
                  <a:pt x="64770" y="53975"/>
                </a:lnTo>
                <a:cubicBezTo>
                  <a:pt x="52070" y="41275"/>
                  <a:pt x="52070" y="20955"/>
                  <a:pt x="64770" y="9525"/>
                </a:cubicBezTo>
                <a:cubicBezTo>
                  <a:pt x="77470" y="-3175"/>
                  <a:pt x="97790" y="-3175"/>
                  <a:pt x="109220" y="9525"/>
                </a:cubicBezTo>
                <a:lnTo>
                  <a:pt x="121920" y="22225"/>
                </a:lnTo>
                <a:lnTo>
                  <a:pt x="134620" y="9525"/>
                </a:lnTo>
                <a:cubicBezTo>
                  <a:pt x="147320" y="-3175"/>
                  <a:pt x="167640" y="-3175"/>
                  <a:pt x="179070" y="9525"/>
                </a:cubicBezTo>
                <a:cubicBezTo>
                  <a:pt x="191770" y="22225"/>
                  <a:pt x="191770" y="42545"/>
                  <a:pt x="179070" y="53975"/>
                </a:cubicBezTo>
                <a:lnTo>
                  <a:pt x="171450" y="61595"/>
                </a:lnTo>
                <a:lnTo>
                  <a:pt x="213360" y="61595"/>
                </a:lnTo>
                <a:cubicBezTo>
                  <a:pt x="229870" y="61595"/>
                  <a:pt x="243840" y="75565"/>
                  <a:pt x="243840" y="92075"/>
                </a:cubicBezTo>
                <a:lnTo>
                  <a:pt x="243840" y="102235"/>
                </a:lnTo>
                <a:cubicBezTo>
                  <a:pt x="243840" y="114935"/>
                  <a:pt x="234950" y="126365"/>
                  <a:pt x="223520" y="131445"/>
                </a:cubicBezTo>
                <a:lnTo>
                  <a:pt x="223520" y="234315"/>
                </a:lnTo>
                <a:cubicBezTo>
                  <a:pt x="223520" y="250825"/>
                  <a:pt x="209550" y="264795"/>
                  <a:pt x="193040" y="264795"/>
                </a:cubicBezTo>
                <a:lnTo>
                  <a:pt x="121920" y="264795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5" name="Полилиния: фигура 450">
            <a:extLst>
              <a:ext uri="{FF2B5EF4-FFF2-40B4-BE49-F238E27FC236}">
                <a16:creationId xmlns:a16="http://schemas.microsoft.com/office/drawing/2014/main" id="{90B37F27-87C6-F83C-EDB6-15536432A922}"/>
              </a:ext>
            </a:extLst>
          </p:cNvPr>
          <p:cNvSpPr/>
          <p:nvPr/>
        </p:nvSpPr>
        <p:spPr>
          <a:xfrm>
            <a:off x="3298115" y="3057673"/>
            <a:ext cx="218831" cy="223766"/>
          </a:xfrm>
          <a:custGeom>
            <a:avLst/>
            <a:gdLst>
              <a:gd name="connsiteX0" fmla="*/ 78936 w 218831"/>
              <a:gd name="connsiteY0" fmla="*/ 12946 h 223766"/>
              <a:gd name="connsiteX1" fmla="*/ 71316 w 218831"/>
              <a:gd name="connsiteY1" fmla="*/ 246 h 223766"/>
              <a:gd name="connsiteX2" fmla="*/ 58616 w 218831"/>
              <a:gd name="connsiteY2" fmla="*/ 7866 h 223766"/>
              <a:gd name="connsiteX3" fmla="*/ 45916 w 218831"/>
              <a:gd name="connsiteY3" fmla="*/ 61206 h 223766"/>
              <a:gd name="connsiteX4" fmla="*/ 10356 w 218831"/>
              <a:gd name="connsiteY4" fmla="*/ 61206 h 223766"/>
              <a:gd name="connsiteX5" fmla="*/ 196 w 218831"/>
              <a:gd name="connsiteY5" fmla="*/ 72636 h 223766"/>
              <a:gd name="connsiteX6" fmla="*/ 21786 w 218831"/>
              <a:gd name="connsiteY6" fmla="*/ 214876 h 223766"/>
              <a:gd name="connsiteX7" fmla="*/ 31946 w 218831"/>
              <a:gd name="connsiteY7" fmla="*/ 223766 h 223766"/>
              <a:gd name="connsiteX8" fmla="*/ 186886 w 218831"/>
              <a:gd name="connsiteY8" fmla="*/ 223766 h 223766"/>
              <a:gd name="connsiteX9" fmla="*/ 197046 w 218831"/>
              <a:gd name="connsiteY9" fmla="*/ 214876 h 223766"/>
              <a:gd name="connsiteX10" fmla="*/ 218636 w 218831"/>
              <a:gd name="connsiteY10" fmla="*/ 72636 h 223766"/>
              <a:gd name="connsiteX11" fmla="*/ 208476 w 218831"/>
              <a:gd name="connsiteY11" fmla="*/ 61206 h 223766"/>
              <a:gd name="connsiteX12" fmla="*/ 172916 w 218831"/>
              <a:gd name="connsiteY12" fmla="*/ 61206 h 223766"/>
              <a:gd name="connsiteX13" fmla="*/ 160216 w 218831"/>
              <a:gd name="connsiteY13" fmla="*/ 7866 h 223766"/>
              <a:gd name="connsiteX14" fmla="*/ 147516 w 218831"/>
              <a:gd name="connsiteY14" fmla="*/ 246 h 223766"/>
              <a:gd name="connsiteX15" fmla="*/ 139896 w 218831"/>
              <a:gd name="connsiteY15" fmla="*/ 12946 h 223766"/>
              <a:gd name="connsiteX16" fmla="*/ 151326 w 218831"/>
              <a:gd name="connsiteY16" fmla="*/ 61206 h 223766"/>
              <a:gd name="connsiteX17" fmla="*/ 66236 w 218831"/>
              <a:gd name="connsiteY17" fmla="*/ 61206 h 223766"/>
              <a:gd name="connsiteX18" fmla="*/ 78936 w 218831"/>
              <a:gd name="connsiteY18" fmla="*/ 12946 h 223766"/>
              <a:gd name="connsiteX19" fmla="*/ 53536 w 218831"/>
              <a:gd name="connsiteY19" fmla="*/ 81526 h 223766"/>
              <a:gd name="connsiteX20" fmla="*/ 53536 w 218831"/>
              <a:gd name="connsiteY20" fmla="*/ 81526 h 223766"/>
              <a:gd name="connsiteX21" fmla="*/ 165296 w 218831"/>
              <a:gd name="connsiteY21" fmla="*/ 81526 h 223766"/>
              <a:gd name="connsiteX22" fmla="*/ 165296 w 218831"/>
              <a:gd name="connsiteY22" fmla="*/ 81526 h 223766"/>
              <a:gd name="connsiteX23" fmla="*/ 197046 w 218831"/>
              <a:gd name="connsiteY23" fmla="*/ 81526 h 223766"/>
              <a:gd name="connsiteX24" fmla="*/ 177996 w 218831"/>
              <a:gd name="connsiteY24" fmla="*/ 203446 h 223766"/>
              <a:gd name="connsiteX25" fmla="*/ 40836 w 218831"/>
              <a:gd name="connsiteY25" fmla="*/ 203446 h 223766"/>
              <a:gd name="connsiteX26" fmla="*/ 21786 w 218831"/>
              <a:gd name="connsiteY26" fmla="*/ 81526 h 223766"/>
              <a:gd name="connsiteX27" fmla="*/ 53536 w 218831"/>
              <a:gd name="connsiteY27" fmla="*/ 81526 h 223766"/>
              <a:gd name="connsiteX28" fmla="*/ 63696 w 218831"/>
              <a:gd name="connsiteY28" fmla="*/ 112006 h 223766"/>
              <a:gd name="connsiteX29" fmla="*/ 53536 w 218831"/>
              <a:gd name="connsiteY29" fmla="*/ 122166 h 223766"/>
              <a:gd name="connsiteX30" fmla="*/ 63696 w 218831"/>
              <a:gd name="connsiteY30" fmla="*/ 132326 h 223766"/>
              <a:gd name="connsiteX31" fmla="*/ 155136 w 218831"/>
              <a:gd name="connsiteY31" fmla="*/ 132326 h 223766"/>
              <a:gd name="connsiteX32" fmla="*/ 165296 w 218831"/>
              <a:gd name="connsiteY32" fmla="*/ 122166 h 223766"/>
              <a:gd name="connsiteX33" fmla="*/ 155136 w 218831"/>
              <a:gd name="connsiteY33" fmla="*/ 112006 h 223766"/>
              <a:gd name="connsiteX34" fmla="*/ 63696 w 218831"/>
              <a:gd name="connsiteY34" fmla="*/ 112006 h 223766"/>
              <a:gd name="connsiteX35" fmla="*/ 53536 w 218831"/>
              <a:gd name="connsiteY35" fmla="*/ 162806 h 223766"/>
              <a:gd name="connsiteX36" fmla="*/ 63696 w 218831"/>
              <a:gd name="connsiteY36" fmla="*/ 152646 h 223766"/>
              <a:gd name="connsiteX37" fmla="*/ 155136 w 218831"/>
              <a:gd name="connsiteY37" fmla="*/ 152646 h 223766"/>
              <a:gd name="connsiteX38" fmla="*/ 165296 w 218831"/>
              <a:gd name="connsiteY38" fmla="*/ 162806 h 223766"/>
              <a:gd name="connsiteX39" fmla="*/ 155136 w 218831"/>
              <a:gd name="connsiteY39" fmla="*/ 172966 h 223766"/>
              <a:gd name="connsiteX40" fmla="*/ 63696 w 218831"/>
              <a:gd name="connsiteY40" fmla="*/ 172966 h 223766"/>
              <a:gd name="connsiteX41" fmla="*/ 53536 w 218831"/>
              <a:gd name="connsiteY41" fmla="*/ 162806 h 2237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18831" h="223766">
                <a:moveTo>
                  <a:pt x="78936" y="12946"/>
                </a:moveTo>
                <a:cubicBezTo>
                  <a:pt x="80206" y="7866"/>
                  <a:pt x="76396" y="1516"/>
                  <a:pt x="71316" y="246"/>
                </a:cubicBezTo>
                <a:cubicBezTo>
                  <a:pt x="66236" y="-1024"/>
                  <a:pt x="59886" y="2786"/>
                  <a:pt x="58616" y="7866"/>
                </a:cubicBezTo>
                <a:lnTo>
                  <a:pt x="45916" y="61206"/>
                </a:lnTo>
                <a:lnTo>
                  <a:pt x="10356" y="61206"/>
                </a:lnTo>
                <a:cubicBezTo>
                  <a:pt x="4006" y="61206"/>
                  <a:pt x="-1074" y="66286"/>
                  <a:pt x="196" y="72636"/>
                </a:cubicBezTo>
                <a:lnTo>
                  <a:pt x="21786" y="214876"/>
                </a:lnTo>
                <a:cubicBezTo>
                  <a:pt x="23056" y="219956"/>
                  <a:pt x="26866" y="223766"/>
                  <a:pt x="31946" y="223766"/>
                </a:cubicBezTo>
                <a:lnTo>
                  <a:pt x="186886" y="223766"/>
                </a:lnTo>
                <a:cubicBezTo>
                  <a:pt x="191966" y="223766"/>
                  <a:pt x="195776" y="219956"/>
                  <a:pt x="197046" y="214876"/>
                </a:cubicBezTo>
                <a:lnTo>
                  <a:pt x="218636" y="72636"/>
                </a:lnTo>
                <a:cubicBezTo>
                  <a:pt x="219906" y="66286"/>
                  <a:pt x="214826" y="61206"/>
                  <a:pt x="208476" y="61206"/>
                </a:cubicBezTo>
                <a:lnTo>
                  <a:pt x="172916" y="61206"/>
                </a:lnTo>
                <a:lnTo>
                  <a:pt x="160216" y="7866"/>
                </a:lnTo>
                <a:cubicBezTo>
                  <a:pt x="158946" y="2786"/>
                  <a:pt x="153866" y="-1024"/>
                  <a:pt x="147516" y="246"/>
                </a:cubicBezTo>
                <a:cubicBezTo>
                  <a:pt x="142436" y="1516"/>
                  <a:pt x="138626" y="6596"/>
                  <a:pt x="139896" y="12946"/>
                </a:cubicBezTo>
                <a:lnTo>
                  <a:pt x="151326" y="61206"/>
                </a:lnTo>
                <a:lnTo>
                  <a:pt x="66236" y="61206"/>
                </a:lnTo>
                <a:lnTo>
                  <a:pt x="78936" y="12946"/>
                </a:lnTo>
                <a:close/>
                <a:moveTo>
                  <a:pt x="53536" y="81526"/>
                </a:moveTo>
                <a:cubicBezTo>
                  <a:pt x="53536" y="81526"/>
                  <a:pt x="54806" y="81526"/>
                  <a:pt x="53536" y="81526"/>
                </a:cubicBezTo>
                <a:lnTo>
                  <a:pt x="165296" y="81526"/>
                </a:lnTo>
                <a:cubicBezTo>
                  <a:pt x="165296" y="81526"/>
                  <a:pt x="165296" y="81526"/>
                  <a:pt x="165296" y="81526"/>
                </a:cubicBezTo>
                <a:lnTo>
                  <a:pt x="197046" y="81526"/>
                </a:lnTo>
                <a:lnTo>
                  <a:pt x="177996" y="203446"/>
                </a:lnTo>
                <a:lnTo>
                  <a:pt x="40836" y="203446"/>
                </a:lnTo>
                <a:lnTo>
                  <a:pt x="21786" y="81526"/>
                </a:lnTo>
                <a:lnTo>
                  <a:pt x="53536" y="81526"/>
                </a:lnTo>
                <a:close/>
                <a:moveTo>
                  <a:pt x="63696" y="112006"/>
                </a:moveTo>
                <a:cubicBezTo>
                  <a:pt x="58616" y="112006"/>
                  <a:pt x="53536" y="117086"/>
                  <a:pt x="53536" y="122166"/>
                </a:cubicBezTo>
                <a:cubicBezTo>
                  <a:pt x="53536" y="127246"/>
                  <a:pt x="58616" y="132326"/>
                  <a:pt x="63696" y="132326"/>
                </a:cubicBezTo>
                <a:lnTo>
                  <a:pt x="155136" y="132326"/>
                </a:lnTo>
                <a:cubicBezTo>
                  <a:pt x="160216" y="132326"/>
                  <a:pt x="165296" y="127246"/>
                  <a:pt x="165296" y="122166"/>
                </a:cubicBezTo>
                <a:cubicBezTo>
                  <a:pt x="165296" y="117086"/>
                  <a:pt x="160216" y="112006"/>
                  <a:pt x="155136" y="112006"/>
                </a:cubicBezTo>
                <a:lnTo>
                  <a:pt x="63696" y="112006"/>
                </a:lnTo>
                <a:close/>
                <a:moveTo>
                  <a:pt x="53536" y="162806"/>
                </a:moveTo>
                <a:cubicBezTo>
                  <a:pt x="53536" y="157726"/>
                  <a:pt x="58616" y="152646"/>
                  <a:pt x="63696" y="152646"/>
                </a:cubicBezTo>
                <a:lnTo>
                  <a:pt x="155136" y="152646"/>
                </a:lnTo>
                <a:cubicBezTo>
                  <a:pt x="160216" y="152646"/>
                  <a:pt x="165296" y="157726"/>
                  <a:pt x="165296" y="162806"/>
                </a:cubicBezTo>
                <a:cubicBezTo>
                  <a:pt x="165296" y="167886"/>
                  <a:pt x="160216" y="172966"/>
                  <a:pt x="155136" y="172966"/>
                </a:cubicBezTo>
                <a:lnTo>
                  <a:pt x="63696" y="172966"/>
                </a:lnTo>
                <a:cubicBezTo>
                  <a:pt x="58616" y="172966"/>
                  <a:pt x="53536" y="167886"/>
                  <a:pt x="53536" y="162806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6" name="Полилиния: фигура 453">
            <a:extLst>
              <a:ext uri="{FF2B5EF4-FFF2-40B4-BE49-F238E27FC236}">
                <a16:creationId xmlns:a16="http://schemas.microsoft.com/office/drawing/2014/main" id="{E6048108-D48A-76CA-EB41-35DE7DF2859D}"/>
              </a:ext>
            </a:extLst>
          </p:cNvPr>
          <p:cNvSpPr/>
          <p:nvPr/>
        </p:nvSpPr>
        <p:spPr>
          <a:xfrm>
            <a:off x="3866000" y="3049030"/>
            <a:ext cx="203200" cy="240982"/>
          </a:xfrm>
          <a:custGeom>
            <a:avLst/>
            <a:gdLst>
              <a:gd name="connsiteX0" fmla="*/ 20320 w 203200"/>
              <a:gd name="connsiteY0" fmla="*/ 130810 h 240982"/>
              <a:gd name="connsiteX1" fmla="*/ 20320 w 203200"/>
              <a:gd name="connsiteY1" fmla="*/ 19050 h 240982"/>
              <a:gd name="connsiteX2" fmla="*/ 182880 w 203200"/>
              <a:gd name="connsiteY2" fmla="*/ 19050 h 240982"/>
              <a:gd name="connsiteX3" fmla="*/ 182880 w 203200"/>
              <a:gd name="connsiteY3" fmla="*/ 130810 h 240982"/>
              <a:gd name="connsiteX4" fmla="*/ 143510 w 203200"/>
              <a:gd name="connsiteY4" fmla="*/ 195580 h 240982"/>
              <a:gd name="connsiteX5" fmla="*/ 101600 w 203200"/>
              <a:gd name="connsiteY5" fmla="*/ 218440 h 240982"/>
              <a:gd name="connsiteX6" fmla="*/ 59690 w 203200"/>
              <a:gd name="connsiteY6" fmla="*/ 195580 h 240982"/>
              <a:gd name="connsiteX7" fmla="*/ 20320 w 203200"/>
              <a:gd name="connsiteY7" fmla="*/ 130810 h 240982"/>
              <a:gd name="connsiteX8" fmla="*/ 0 w 203200"/>
              <a:gd name="connsiteY8" fmla="*/ 10160 h 240982"/>
              <a:gd name="connsiteX9" fmla="*/ 10160 w 203200"/>
              <a:gd name="connsiteY9" fmla="*/ 0 h 240982"/>
              <a:gd name="connsiteX10" fmla="*/ 193040 w 203200"/>
              <a:gd name="connsiteY10" fmla="*/ 0 h 240982"/>
              <a:gd name="connsiteX11" fmla="*/ 203200 w 203200"/>
              <a:gd name="connsiteY11" fmla="*/ 10160 h 240982"/>
              <a:gd name="connsiteX12" fmla="*/ 203200 w 203200"/>
              <a:gd name="connsiteY12" fmla="*/ 132080 h 240982"/>
              <a:gd name="connsiteX13" fmla="*/ 153670 w 203200"/>
              <a:gd name="connsiteY13" fmla="*/ 214630 h 240982"/>
              <a:gd name="connsiteX14" fmla="*/ 106680 w 203200"/>
              <a:gd name="connsiteY14" fmla="*/ 240030 h 240982"/>
              <a:gd name="connsiteX15" fmla="*/ 97790 w 203200"/>
              <a:gd name="connsiteY15" fmla="*/ 240030 h 240982"/>
              <a:gd name="connsiteX16" fmla="*/ 50800 w 203200"/>
              <a:gd name="connsiteY16" fmla="*/ 214630 h 240982"/>
              <a:gd name="connsiteX17" fmla="*/ 1270 w 203200"/>
              <a:gd name="connsiteY17" fmla="*/ 132080 h 240982"/>
              <a:gd name="connsiteX18" fmla="*/ 1270 w 203200"/>
              <a:gd name="connsiteY18" fmla="*/ 10160 h 240982"/>
              <a:gd name="connsiteX19" fmla="*/ 111760 w 203200"/>
              <a:gd name="connsiteY19" fmla="*/ 60960 h 240982"/>
              <a:gd name="connsiteX20" fmla="*/ 60960 w 203200"/>
              <a:gd name="connsiteY20" fmla="*/ 60960 h 240982"/>
              <a:gd name="connsiteX21" fmla="*/ 60960 w 203200"/>
              <a:gd name="connsiteY21" fmla="*/ 111760 h 240982"/>
              <a:gd name="connsiteX22" fmla="*/ 50800 w 203200"/>
              <a:gd name="connsiteY22" fmla="*/ 121920 h 240982"/>
              <a:gd name="connsiteX23" fmla="*/ 40640 w 203200"/>
              <a:gd name="connsiteY23" fmla="*/ 111760 h 240982"/>
              <a:gd name="connsiteX24" fmla="*/ 40640 w 203200"/>
              <a:gd name="connsiteY24" fmla="*/ 52070 h 240982"/>
              <a:gd name="connsiteX25" fmla="*/ 52070 w 203200"/>
              <a:gd name="connsiteY25" fmla="*/ 40640 h 240982"/>
              <a:gd name="connsiteX26" fmla="*/ 111760 w 203200"/>
              <a:gd name="connsiteY26" fmla="*/ 40640 h 240982"/>
              <a:gd name="connsiteX27" fmla="*/ 121920 w 203200"/>
              <a:gd name="connsiteY27" fmla="*/ 50800 h 240982"/>
              <a:gd name="connsiteX28" fmla="*/ 111760 w 203200"/>
              <a:gd name="connsiteY28" fmla="*/ 60960 h 2409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03200" h="240982">
                <a:moveTo>
                  <a:pt x="20320" y="130810"/>
                </a:moveTo>
                <a:lnTo>
                  <a:pt x="20320" y="19050"/>
                </a:lnTo>
                <a:lnTo>
                  <a:pt x="182880" y="19050"/>
                </a:lnTo>
                <a:lnTo>
                  <a:pt x="182880" y="130810"/>
                </a:lnTo>
                <a:cubicBezTo>
                  <a:pt x="182880" y="157480"/>
                  <a:pt x="167640" y="182880"/>
                  <a:pt x="143510" y="195580"/>
                </a:cubicBezTo>
                <a:lnTo>
                  <a:pt x="101600" y="218440"/>
                </a:lnTo>
                <a:lnTo>
                  <a:pt x="59690" y="195580"/>
                </a:lnTo>
                <a:cubicBezTo>
                  <a:pt x="34290" y="184150"/>
                  <a:pt x="20320" y="158750"/>
                  <a:pt x="20320" y="130810"/>
                </a:cubicBez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93040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132080"/>
                </a:lnTo>
                <a:cubicBezTo>
                  <a:pt x="203200" y="166370"/>
                  <a:pt x="184150" y="198120"/>
                  <a:pt x="153670" y="214630"/>
                </a:cubicBezTo>
                <a:lnTo>
                  <a:pt x="106680" y="240030"/>
                </a:lnTo>
                <a:cubicBezTo>
                  <a:pt x="104140" y="241300"/>
                  <a:pt x="100330" y="241300"/>
                  <a:pt x="97790" y="240030"/>
                </a:cubicBezTo>
                <a:lnTo>
                  <a:pt x="50800" y="214630"/>
                </a:lnTo>
                <a:cubicBezTo>
                  <a:pt x="20320" y="198120"/>
                  <a:pt x="1270" y="166370"/>
                  <a:pt x="1270" y="132080"/>
                </a:cubicBezTo>
                <a:lnTo>
                  <a:pt x="1270" y="10160"/>
                </a:lnTo>
                <a:close/>
                <a:moveTo>
                  <a:pt x="111760" y="60960"/>
                </a:moveTo>
                <a:lnTo>
                  <a:pt x="60960" y="60960"/>
                </a:lnTo>
                <a:lnTo>
                  <a:pt x="60960" y="111760"/>
                </a:lnTo>
                <a:cubicBezTo>
                  <a:pt x="60960" y="116840"/>
                  <a:pt x="55880" y="121920"/>
                  <a:pt x="50800" y="121920"/>
                </a:cubicBezTo>
                <a:cubicBezTo>
                  <a:pt x="45720" y="121920"/>
                  <a:pt x="40640" y="116840"/>
                  <a:pt x="40640" y="111760"/>
                </a:cubicBezTo>
                <a:lnTo>
                  <a:pt x="40640" y="52070"/>
                </a:lnTo>
                <a:cubicBezTo>
                  <a:pt x="40640" y="45720"/>
                  <a:pt x="45720" y="40640"/>
                  <a:pt x="52070" y="40640"/>
                </a:cubicBezTo>
                <a:lnTo>
                  <a:pt x="111760" y="40640"/>
                </a:lnTo>
                <a:cubicBezTo>
                  <a:pt x="116840" y="40640"/>
                  <a:pt x="121920" y="45720"/>
                  <a:pt x="121920" y="50800"/>
                </a:cubicBezTo>
                <a:cubicBezTo>
                  <a:pt x="121920" y="55880"/>
                  <a:pt x="116840" y="60960"/>
                  <a:pt x="111760" y="609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7" name="Полилиния: фигура 456">
            <a:extLst>
              <a:ext uri="{FF2B5EF4-FFF2-40B4-BE49-F238E27FC236}">
                <a16:creationId xmlns:a16="http://schemas.microsoft.com/office/drawing/2014/main" id="{A02B8AF1-2CE2-A64E-3254-88B3E55A7870}"/>
              </a:ext>
            </a:extLst>
          </p:cNvPr>
          <p:cNvSpPr/>
          <p:nvPr/>
        </p:nvSpPr>
        <p:spPr>
          <a:xfrm>
            <a:off x="4394320" y="3068080"/>
            <a:ext cx="264160" cy="203200"/>
          </a:xfrm>
          <a:custGeom>
            <a:avLst/>
            <a:gdLst>
              <a:gd name="connsiteX0" fmla="*/ 20320 w 264160"/>
              <a:gd name="connsiteY0" fmla="*/ 20320 h 203200"/>
              <a:gd name="connsiteX1" fmla="*/ 20320 w 264160"/>
              <a:gd name="connsiteY1" fmla="*/ 142240 h 203200"/>
              <a:gd name="connsiteX2" fmla="*/ 243840 w 264160"/>
              <a:gd name="connsiteY2" fmla="*/ 142240 h 203200"/>
              <a:gd name="connsiteX3" fmla="*/ 243840 w 264160"/>
              <a:gd name="connsiteY3" fmla="*/ 20320 h 203200"/>
              <a:gd name="connsiteX4" fmla="*/ 20320 w 264160"/>
              <a:gd name="connsiteY4" fmla="*/ 20320 h 203200"/>
              <a:gd name="connsiteX5" fmla="*/ 10160 w 264160"/>
              <a:gd name="connsiteY5" fmla="*/ 0 h 203200"/>
              <a:gd name="connsiteX6" fmla="*/ 0 w 264160"/>
              <a:gd name="connsiteY6" fmla="*/ 10160 h 203200"/>
              <a:gd name="connsiteX7" fmla="*/ 0 w 264160"/>
              <a:gd name="connsiteY7" fmla="*/ 152400 h 203200"/>
              <a:gd name="connsiteX8" fmla="*/ 10160 w 264160"/>
              <a:gd name="connsiteY8" fmla="*/ 162560 h 203200"/>
              <a:gd name="connsiteX9" fmla="*/ 254000 w 264160"/>
              <a:gd name="connsiteY9" fmla="*/ 162560 h 203200"/>
              <a:gd name="connsiteX10" fmla="*/ 264160 w 264160"/>
              <a:gd name="connsiteY10" fmla="*/ 152400 h 203200"/>
              <a:gd name="connsiteX11" fmla="*/ 264160 w 264160"/>
              <a:gd name="connsiteY11" fmla="*/ 10160 h 203200"/>
              <a:gd name="connsiteX12" fmla="*/ 254000 w 264160"/>
              <a:gd name="connsiteY12" fmla="*/ 0 h 203200"/>
              <a:gd name="connsiteX13" fmla="*/ 10160 w 264160"/>
              <a:gd name="connsiteY13" fmla="*/ 0 h 203200"/>
              <a:gd name="connsiteX14" fmla="*/ 132080 w 264160"/>
              <a:gd name="connsiteY14" fmla="*/ 60960 h 203200"/>
              <a:gd name="connsiteX15" fmla="*/ 111760 w 264160"/>
              <a:gd name="connsiteY15" fmla="*/ 81280 h 203200"/>
              <a:gd name="connsiteX16" fmla="*/ 132080 w 264160"/>
              <a:gd name="connsiteY16" fmla="*/ 101600 h 203200"/>
              <a:gd name="connsiteX17" fmla="*/ 152400 w 264160"/>
              <a:gd name="connsiteY17" fmla="*/ 81280 h 203200"/>
              <a:gd name="connsiteX18" fmla="*/ 132080 w 264160"/>
              <a:gd name="connsiteY18" fmla="*/ 60960 h 203200"/>
              <a:gd name="connsiteX19" fmla="*/ 91440 w 264160"/>
              <a:gd name="connsiteY19" fmla="*/ 81280 h 203200"/>
              <a:gd name="connsiteX20" fmla="*/ 132080 w 264160"/>
              <a:gd name="connsiteY20" fmla="*/ 40640 h 203200"/>
              <a:gd name="connsiteX21" fmla="*/ 172720 w 264160"/>
              <a:gd name="connsiteY21" fmla="*/ 81280 h 203200"/>
              <a:gd name="connsiteX22" fmla="*/ 132080 w 264160"/>
              <a:gd name="connsiteY22" fmla="*/ 121920 h 203200"/>
              <a:gd name="connsiteX23" fmla="*/ 91440 w 264160"/>
              <a:gd name="connsiteY23" fmla="*/ 81280 h 203200"/>
              <a:gd name="connsiteX24" fmla="*/ 10160 w 264160"/>
              <a:gd name="connsiteY24" fmla="*/ 182880 h 203200"/>
              <a:gd name="connsiteX25" fmla="*/ 0 w 264160"/>
              <a:gd name="connsiteY25" fmla="*/ 193040 h 203200"/>
              <a:gd name="connsiteX26" fmla="*/ 10160 w 264160"/>
              <a:gd name="connsiteY26" fmla="*/ 203200 h 203200"/>
              <a:gd name="connsiteX27" fmla="*/ 254000 w 264160"/>
              <a:gd name="connsiteY27" fmla="*/ 203200 h 203200"/>
              <a:gd name="connsiteX28" fmla="*/ 264160 w 264160"/>
              <a:gd name="connsiteY28" fmla="*/ 193040 h 203200"/>
              <a:gd name="connsiteX29" fmla="*/ 254000 w 264160"/>
              <a:gd name="connsiteY29" fmla="*/ 182880 h 203200"/>
              <a:gd name="connsiteX30" fmla="*/ 10160 w 264160"/>
              <a:gd name="connsiteY30" fmla="*/ 182880 h 203200"/>
              <a:gd name="connsiteX31" fmla="*/ 60960 w 264160"/>
              <a:gd name="connsiteY31" fmla="*/ 60960 h 203200"/>
              <a:gd name="connsiteX32" fmla="*/ 71120 w 264160"/>
              <a:gd name="connsiteY32" fmla="*/ 71120 h 203200"/>
              <a:gd name="connsiteX33" fmla="*/ 71120 w 264160"/>
              <a:gd name="connsiteY33" fmla="*/ 91440 h 203200"/>
              <a:gd name="connsiteX34" fmla="*/ 60960 w 264160"/>
              <a:gd name="connsiteY34" fmla="*/ 101600 h 203200"/>
              <a:gd name="connsiteX35" fmla="*/ 50800 w 264160"/>
              <a:gd name="connsiteY35" fmla="*/ 91440 h 203200"/>
              <a:gd name="connsiteX36" fmla="*/ 50800 w 264160"/>
              <a:gd name="connsiteY36" fmla="*/ 71120 h 203200"/>
              <a:gd name="connsiteX37" fmla="*/ 60960 w 264160"/>
              <a:gd name="connsiteY37" fmla="*/ 60960 h 203200"/>
              <a:gd name="connsiteX38" fmla="*/ 213360 w 264160"/>
              <a:gd name="connsiteY38" fmla="*/ 71120 h 203200"/>
              <a:gd name="connsiteX39" fmla="*/ 203200 w 264160"/>
              <a:gd name="connsiteY39" fmla="*/ 60960 h 203200"/>
              <a:gd name="connsiteX40" fmla="*/ 193040 w 264160"/>
              <a:gd name="connsiteY40" fmla="*/ 71120 h 203200"/>
              <a:gd name="connsiteX41" fmla="*/ 193040 w 264160"/>
              <a:gd name="connsiteY41" fmla="*/ 91440 h 203200"/>
              <a:gd name="connsiteX42" fmla="*/ 203200 w 264160"/>
              <a:gd name="connsiteY42" fmla="*/ 101600 h 203200"/>
              <a:gd name="connsiteX43" fmla="*/ 213360 w 264160"/>
              <a:gd name="connsiteY43" fmla="*/ 91440 h 203200"/>
              <a:gd name="connsiteX44" fmla="*/ 213360 w 264160"/>
              <a:gd name="connsiteY44" fmla="*/ 7112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64160" h="203200">
                <a:moveTo>
                  <a:pt x="20320" y="20320"/>
                </a:moveTo>
                <a:lnTo>
                  <a:pt x="20320" y="142240"/>
                </a:lnTo>
                <a:lnTo>
                  <a:pt x="243840" y="142240"/>
                </a:lnTo>
                <a:lnTo>
                  <a:pt x="243840" y="20320"/>
                </a:lnTo>
                <a:lnTo>
                  <a:pt x="20320" y="20320"/>
                </a:lnTo>
                <a:close/>
                <a:moveTo>
                  <a:pt x="10160" y="0"/>
                </a:moveTo>
                <a:cubicBezTo>
                  <a:pt x="5080" y="0"/>
                  <a:pt x="0" y="5080"/>
                  <a:pt x="0" y="10160"/>
                </a:cubicBezTo>
                <a:lnTo>
                  <a:pt x="0" y="152400"/>
                </a:lnTo>
                <a:cubicBezTo>
                  <a:pt x="0" y="157480"/>
                  <a:pt x="5080" y="162560"/>
                  <a:pt x="10160" y="162560"/>
                </a:cubicBezTo>
                <a:lnTo>
                  <a:pt x="254000" y="162560"/>
                </a:lnTo>
                <a:cubicBezTo>
                  <a:pt x="259080" y="162560"/>
                  <a:pt x="264160" y="157480"/>
                  <a:pt x="264160" y="152400"/>
                </a:cubicBezTo>
                <a:lnTo>
                  <a:pt x="264160" y="10160"/>
                </a:lnTo>
                <a:cubicBezTo>
                  <a:pt x="264160" y="5080"/>
                  <a:pt x="259080" y="0"/>
                  <a:pt x="254000" y="0"/>
                </a:cubicBezTo>
                <a:lnTo>
                  <a:pt x="10160" y="0"/>
                </a:lnTo>
                <a:close/>
                <a:moveTo>
                  <a:pt x="132080" y="60960"/>
                </a:moveTo>
                <a:cubicBezTo>
                  <a:pt x="120650" y="60960"/>
                  <a:pt x="111760" y="69850"/>
                  <a:pt x="111760" y="81280"/>
                </a:cubicBezTo>
                <a:cubicBezTo>
                  <a:pt x="111760" y="92710"/>
                  <a:pt x="120650" y="101600"/>
                  <a:pt x="132080" y="101600"/>
                </a:cubicBezTo>
                <a:cubicBezTo>
                  <a:pt x="143510" y="101600"/>
                  <a:pt x="152400" y="92710"/>
                  <a:pt x="152400" y="81280"/>
                </a:cubicBezTo>
                <a:cubicBezTo>
                  <a:pt x="152400" y="69850"/>
                  <a:pt x="143510" y="60960"/>
                  <a:pt x="132080" y="60960"/>
                </a:cubicBezTo>
                <a:close/>
                <a:moveTo>
                  <a:pt x="91440" y="81280"/>
                </a:moveTo>
                <a:cubicBezTo>
                  <a:pt x="91440" y="58420"/>
                  <a:pt x="109220" y="40640"/>
                  <a:pt x="132080" y="40640"/>
                </a:cubicBezTo>
                <a:cubicBezTo>
                  <a:pt x="154940" y="40640"/>
                  <a:pt x="172720" y="58420"/>
                  <a:pt x="172720" y="81280"/>
                </a:cubicBezTo>
                <a:cubicBezTo>
                  <a:pt x="172720" y="104140"/>
                  <a:pt x="154940" y="121920"/>
                  <a:pt x="132080" y="121920"/>
                </a:cubicBezTo>
                <a:cubicBezTo>
                  <a:pt x="109220" y="121920"/>
                  <a:pt x="91440" y="104140"/>
                  <a:pt x="91440" y="81280"/>
                </a:cubicBezTo>
                <a:close/>
                <a:moveTo>
                  <a:pt x="10160" y="182880"/>
                </a:moveTo>
                <a:cubicBezTo>
                  <a:pt x="5080" y="182880"/>
                  <a:pt x="0" y="187960"/>
                  <a:pt x="0" y="193040"/>
                </a:cubicBezTo>
                <a:cubicBezTo>
                  <a:pt x="0" y="198120"/>
                  <a:pt x="5080" y="203200"/>
                  <a:pt x="10160" y="203200"/>
                </a:cubicBezTo>
                <a:lnTo>
                  <a:pt x="254000" y="203200"/>
                </a:lnTo>
                <a:cubicBezTo>
                  <a:pt x="259080" y="203200"/>
                  <a:pt x="264160" y="198120"/>
                  <a:pt x="264160" y="193040"/>
                </a:cubicBezTo>
                <a:cubicBezTo>
                  <a:pt x="264160" y="187960"/>
                  <a:pt x="259080" y="182880"/>
                  <a:pt x="254000" y="182880"/>
                </a:cubicBezTo>
                <a:lnTo>
                  <a:pt x="10160" y="182880"/>
                </a:lnTo>
                <a:close/>
                <a:moveTo>
                  <a:pt x="60960" y="60960"/>
                </a:moveTo>
                <a:cubicBezTo>
                  <a:pt x="66040" y="60960"/>
                  <a:pt x="71120" y="66040"/>
                  <a:pt x="71120" y="71120"/>
                </a:cubicBezTo>
                <a:lnTo>
                  <a:pt x="71120" y="91440"/>
                </a:lnTo>
                <a:cubicBezTo>
                  <a:pt x="71120" y="96520"/>
                  <a:pt x="66040" y="101600"/>
                  <a:pt x="60960" y="101600"/>
                </a:cubicBezTo>
                <a:cubicBezTo>
                  <a:pt x="55880" y="101600"/>
                  <a:pt x="50800" y="96520"/>
                  <a:pt x="50800" y="91440"/>
                </a:cubicBezTo>
                <a:lnTo>
                  <a:pt x="50800" y="71120"/>
                </a:lnTo>
                <a:cubicBezTo>
                  <a:pt x="50800" y="66040"/>
                  <a:pt x="55880" y="60960"/>
                  <a:pt x="60960" y="60960"/>
                </a:cubicBezTo>
                <a:close/>
                <a:moveTo>
                  <a:pt x="213360" y="71120"/>
                </a:moveTo>
                <a:cubicBezTo>
                  <a:pt x="213360" y="66040"/>
                  <a:pt x="208280" y="60960"/>
                  <a:pt x="203200" y="60960"/>
                </a:cubicBezTo>
                <a:cubicBezTo>
                  <a:pt x="198120" y="60960"/>
                  <a:pt x="193040" y="66040"/>
                  <a:pt x="193040" y="71120"/>
                </a:cubicBezTo>
                <a:lnTo>
                  <a:pt x="193040" y="91440"/>
                </a:lnTo>
                <a:cubicBezTo>
                  <a:pt x="193040" y="96520"/>
                  <a:pt x="198120" y="101600"/>
                  <a:pt x="203200" y="101600"/>
                </a:cubicBezTo>
                <a:cubicBezTo>
                  <a:pt x="208280" y="101600"/>
                  <a:pt x="213360" y="96520"/>
                  <a:pt x="213360" y="91440"/>
                </a:cubicBezTo>
                <a:lnTo>
                  <a:pt x="213360" y="711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8" name="Полилиния: фигура 459">
            <a:extLst>
              <a:ext uri="{FF2B5EF4-FFF2-40B4-BE49-F238E27FC236}">
                <a16:creationId xmlns:a16="http://schemas.microsoft.com/office/drawing/2014/main" id="{45CC9B00-EE4B-E4E7-B12E-977BC228DE42}"/>
              </a:ext>
            </a:extLst>
          </p:cNvPr>
          <p:cNvSpPr/>
          <p:nvPr/>
        </p:nvSpPr>
        <p:spPr>
          <a:xfrm>
            <a:off x="4953120" y="3057920"/>
            <a:ext cx="264160" cy="223519"/>
          </a:xfrm>
          <a:custGeom>
            <a:avLst/>
            <a:gdLst>
              <a:gd name="connsiteX0" fmla="*/ 132080 w 264160"/>
              <a:gd name="connsiteY0" fmla="*/ 20320 h 223519"/>
              <a:gd name="connsiteX1" fmla="*/ 40640 w 264160"/>
              <a:gd name="connsiteY1" fmla="*/ 111760 h 223519"/>
              <a:gd name="connsiteX2" fmla="*/ 58420 w 264160"/>
              <a:gd name="connsiteY2" fmla="*/ 166370 h 223519"/>
              <a:gd name="connsiteX3" fmla="*/ 57150 w 264160"/>
              <a:gd name="connsiteY3" fmla="*/ 180340 h 223519"/>
              <a:gd name="connsiteX4" fmla="*/ 43180 w 264160"/>
              <a:gd name="connsiteY4" fmla="*/ 179070 h 223519"/>
              <a:gd name="connsiteX5" fmla="*/ 20320 w 264160"/>
              <a:gd name="connsiteY5" fmla="*/ 111760 h 223519"/>
              <a:gd name="connsiteX6" fmla="*/ 132080 w 264160"/>
              <a:gd name="connsiteY6" fmla="*/ 0 h 223519"/>
              <a:gd name="connsiteX7" fmla="*/ 243840 w 264160"/>
              <a:gd name="connsiteY7" fmla="*/ 111760 h 223519"/>
              <a:gd name="connsiteX8" fmla="*/ 220980 w 264160"/>
              <a:gd name="connsiteY8" fmla="*/ 179070 h 223519"/>
              <a:gd name="connsiteX9" fmla="*/ 207010 w 264160"/>
              <a:gd name="connsiteY9" fmla="*/ 180340 h 223519"/>
              <a:gd name="connsiteX10" fmla="*/ 205740 w 264160"/>
              <a:gd name="connsiteY10" fmla="*/ 166370 h 223519"/>
              <a:gd name="connsiteX11" fmla="*/ 223520 w 264160"/>
              <a:gd name="connsiteY11" fmla="*/ 111760 h 223519"/>
              <a:gd name="connsiteX12" fmla="*/ 132080 w 264160"/>
              <a:gd name="connsiteY12" fmla="*/ 20320 h 223519"/>
              <a:gd name="connsiteX13" fmla="*/ 121920 w 264160"/>
              <a:gd name="connsiteY13" fmla="*/ 50800 h 223519"/>
              <a:gd name="connsiteX14" fmla="*/ 132080 w 264160"/>
              <a:gd name="connsiteY14" fmla="*/ 40640 h 223519"/>
              <a:gd name="connsiteX15" fmla="*/ 176530 w 264160"/>
              <a:gd name="connsiteY15" fmla="*/ 53340 h 223519"/>
              <a:gd name="connsiteX16" fmla="*/ 203200 w 264160"/>
              <a:gd name="connsiteY16" fmla="*/ 110490 h 223519"/>
              <a:gd name="connsiteX17" fmla="*/ 193040 w 264160"/>
              <a:gd name="connsiteY17" fmla="*/ 120650 h 223519"/>
              <a:gd name="connsiteX18" fmla="*/ 182880 w 264160"/>
              <a:gd name="connsiteY18" fmla="*/ 110490 h 223519"/>
              <a:gd name="connsiteX19" fmla="*/ 163830 w 264160"/>
              <a:gd name="connsiteY19" fmla="*/ 69850 h 223519"/>
              <a:gd name="connsiteX20" fmla="*/ 132080 w 264160"/>
              <a:gd name="connsiteY20" fmla="*/ 59690 h 223519"/>
              <a:gd name="connsiteX21" fmla="*/ 121920 w 264160"/>
              <a:gd name="connsiteY21" fmla="*/ 50800 h 223519"/>
              <a:gd name="connsiteX22" fmla="*/ 10160 w 264160"/>
              <a:gd name="connsiteY22" fmla="*/ 203200 h 223519"/>
              <a:gd name="connsiteX23" fmla="*/ 0 w 264160"/>
              <a:gd name="connsiteY23" fmla="*/ 213360 h 223519"/>
              <a:gd name="connsiteX24" fmla="*/ 10160 w 264160"/>
              <a:gd name="connsiteY24" fmla="*/ 223520 h 223519"/>
              <a:gd name="connsiteX25" fmla="*/ 254000 w 264160"/>
              <a:gd name="connsiteY25" fmla="*/ 223520 h 223519"/>
              <a:gd name="connsiteX26" fmla="*/ 264160 w 264160"/>
              <a:gd name="connsiteY26" fmla="*/ 213360 h 223519"/>
              <a:gd name="connsiteX27" fmla="*/ 254000 w 264160"/>
              <a:gd name="connsiteY27" fmla="*/ 203200 h 223519"/>
              <a:gd name="connsiteX28" fmla="*/ 10160 w 264160"/>
              <a:gd name="connsiteY28" fmla="*/ 20320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64160" h="223519">
                <a:moveTo>
                  <a:pt x="132080" y="20320"/>
                </a:moveTo>
                <a:cubicBezTo>
                  <a:pt x="83820" y="20320"/>
                  <a:pt x="40640" y="59690"/>
                  <a:pt x="40640" y="111760"/>
                </a:cubicBezTo>
                <a:cubicBezTo>
                  <a:pt x="40640" y="130810"/>
                  <a:pt x="45720" y="151130"/>
                  <a:pt x="58420" y="166370"/>
                </a:cubicBezTo>
                <a:cubicBezTo>
                  <a:pt x="62230" y="170180"/>
                  <a:pt x="60960" y="176530"/>
                  <a:pt x="57150" y="180340"/>
                </a:cubicBezTo>
                <a:cubicBezTo>
                  <a:pt x="53340" y="184150"/>
                  <a:pt x="46990" y="182880"/>
                  <a:pt x="43180" y="179070"/>
                </a:cubicBezTo>
                <a:cubicBezTo>
                  <a:pt x="26670" y="160020"/>
                  <a:pt x="20320" y="133350"/>
                  <a:pt x="20320" y="111760"/>
                </a:cubicBezTo>
                <a:cubicBezTo>
                  <a:pt x="20320" y="48260"/>
                  <a:pt x="73660" y="0"/>
                  <a:pt x="132080" y="0"/>
                </a:cubicBezTo>
                <a:cubicBezTo>
                  <a:pt x="190500" y="0"/>
                  <a:pt x="243840" y="48260"/>
                  <a:pt x="243840" y="111760"/>
                </a:cubicBezTo>
                <a:cubicBezTo>
                  <a:pt x="243840" y="133350"/>
                  <a:pt x="237490" y="160020"/>
                  <a:pt x="220980" y="179070"/>
                </a:cubicBezTo>
                <a:cubicBezTo>
                  <a:pt x="217170" y="182880"/>
                  <a:pt x="210820" y="184150"/>
                  <a:pt x="207010" y="180340"/>
                </a:cubicBezTo>
                <a:cubicBezTo>
                  <a:pt x="203200" y="176530"/>
                  <a:pt x="201930" y="170180"/>
                  <a:pt x="205740" y="166370"/>
                </a:cubicBezTo>
                <a:cubicBezTo>
                  <a:pt x="218440" y="151130"/>
                  <a:pt x="223520" y="130810"/>
                  <a:pt x="223520" y="111760"/>
                </a:cubicBezTo>
                <a:cubicBezTo>
                  <a:pt x="223520" y="59690"/>
                  <a:pt x="180340" y="20320"/>
                  <a:pt x="132080" y="20320"/>
                </a:cubicBezTo>
                <a:close/>
                <a:moveTo>
                  <a:pt x="121920" y="50800"/>
                </a:moveTo>
                <a:cubicBezTo>
                  <a:pt x="121920" y="45720"/>
                  <a:pt x="127000" y="40640"/>
                  <a:pt x="132080" y="40640"/>
                </a:cubicBezTo>
                <a:cubicBezTo>
                  <a:pt x="143510" y="40640"/>
                  <a:pt x="161290" y="43180"/>
                  <a:pt x="176530" y="53340"/>
                </a:cubicBezTo>
                <a:cubicBezTo>
                  <a:pt x="191770" y="64770"/>
                  <a:pt x="203200" y="82550"/>
                  <a:pt x="203200" y="110490"/>
                </a:cubicBezTo>
                <a:cubicBezTo>
                  <a:pt x="203200" y="115570"/>
                  <a:pt x="198120" y="120650"/>
                  <a:pt x="193040" y="120650"/>
                </a:cubicBezTo>
                <a:cubicBezTo>
                  <a:pt x="187960" y="120650"/>
                  <a:pt x="182880" y="115570"/>
                  <a:pt x="182880" y="110490"/>
                </a:cubicBezTo>
                <a:cubicBezTo>
                  <a:pt x="182880" y="88900"/>
                  <a:pt x="173990" y="76200"/>
                  <a:pt x="163830" y="69850"/>
                </a:cubicBezTo>
                <a:cubicBezTo>
                  <a:pt x="153670" y="62230"/>
                  <a:pt x="140970" y="59690"/>
                  <a:pt x="132080" y="59690"/>
                </a:cubicBezTo>
                <a:cubicBezTo>
                  <a:pt x="127000" y="60960"/>
                  <a:pt x="121920" y="55880"/>
                  <a:pt x="121920" y="50800"/>
                </a:cubicBezTo>
                <a:close/>
                <a:moveTo>
                  <a:pt x="10160" y="203200"/>
                </a:moveTo>
                <a:cubicBezTo>
                  <a:pt x="5080" y="203200"/>
                  <a:pt x="0" y="208280"/>
                  <a:pt x="0" y="213360"/>
                </a:cubicBezTo>
                <a:cubicBezTo>
                  <a:pt x="0" y="218440"/>
                  <a:pt x="5080" y="223520"/>
                  <a:pt x="10160" y="223520"/>
                </a:cubicBezTo>
                <a:lnTo>
                  <a:pt x="254000" y="223520"/>
                </a:lnTo>
                <a:cubicBezTo>
                  <a:pt x="259080" y="223520"/>
                  <a:pt x="264160" y="218440"/>
                  <a:pt x="264160" y="213360"/>
                </a:cubicBezTo>
                <a:cubicBezTo>
                  <a:pt x="264160" y="208280"/>
                  <a:pt x="259080" y="203200"/>
                  <a:pt x="254000" y="203200"/>
                </a:cubicBezTo>
                <a:lnTo>
                  <a:pt x="10160" y="2032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59" name="Полилиния: фигура 472">
            <a:extLst>
              <a:ext uri="{FF2B5EF4-FFF2-40B4-BE49-F238E27FC236}">
                <a16:creationId xmlns:a16="http://schemas.microsoft.com/office/drawing/2014/main" id="{2193DD1F-93A3-D869-590F-B52CC421B0AC}"/>
              </a:ext>
            </a:extLst>
          </p:cNvPr>
          <p:cNvSpPr/>
          <p:nvPr/>
        </p:nvSpPr>
        <p:spPr>
          <a:xfrm>
            <a:off x="8328537" y="3059190"/>
            <a:ext cx="223763" cy="223763"/>
          </a:xfrm>
          <a:custGeom>
            <a:avLst/>
            <a:gdLst>
              <a:gd name="connsiteX0" fmla="*/ 152643 w 223763"/>
              <a:gd name="connsiteY0" fmla="*/ 158750 h 223763"/>
              <a:gd name="connsiteX1" fmla="*/ 128513 w 223763"/>
              <a:gd name="connsiteY1" fmla="*/ 162560 h 223763"/>
              <a:gd name="connsiteX2" fmla="*/ 90413 w 223763"/>
              <a:gd name="connsiteY2" fmla="*/ 133350 h 223763"/>
              <a:gd name="connsiteX3" fmla="*/ 61203 w 223763"/>
              <a:gd name="connsiteY3" fmla="*/ 95250 h 223763"/>
              <a:gd name="connsiteX4" fmla="*/ 65013 w 223763"/>
              <a:gd name="connsiteY4" fmla="*/ 71120 h 223763"/>
              <a:gd name="connsiteX5" fmla="*/ 80253 w 223763"/>
              <a:gd name="connsiteY5" fmla="*/ 55880 h 223763"/>
              <a:gd name="connsiteX6" fmla="*/ 80253 w 223763"/>
              <a:gd name="connsiteY6" fmla="*/ 46990 h 223763"/>
              <a:gd name="connsiteX7" fmla="*/ 53584 w 223763"/>
              <a:gd name="connsiteY7" fmla="*/ 20320 h 223763"/>
              <a:gd name="connsiteX8" fmla="*/ 44693 w 223763"/>
              <a:gd name="connsiteY8" fmla="*/ 20320 h 223763"/>
              <a:gd name="connsiteX9" fmla="*/ 25643 w 223763"/>
              <a:gd name="connsiteY9" fmla="*/ 39370 h 223763"/>
              <a:gd name="connsiteX10" fmla="*/ 21834 w 223763"/>
              <a:gd name="connsiteY10" fmla="*/ 58420 h 223763"/>
              <a:gd name="connsiteX11" fmla="*/ 42153 w 223763"/>
              <a:gd name="connsiteY11" fmla="*/ 109220 h 223763"/>
              <a:gd name="connsiteX12" fmla="*/ 73903 w 223763"/>
              <a:gd name="connsiteY12" fmla="*/ 148590 h 223763"/>
              <a:gd name="connsiteX13" fmla="*/ 114543 w 223763"/>
              <a:gd name="connsiteY13" fmla="*/ 180340 h 223763"/>
              <a:gd name="connsiteX14" fmla="*/ 166613 w 223763"/>
              <a:gd name="connsiteY14" fmla="*/ 200660 h 223763"/>
              <a:gd name="connsiteX15" fmla="*/ 185663 w 223763"/>
              <a:gd name="connsiteY15" fmla="*/ 196850 h 223763"/>
              <a:gd name="connsiteX16" fmla="*/ 204713 w 223763"/>
              <a:gd name="connsiteY16" fmla="*/ 177800 h 223763"/>
              <a:gd name="connsiteX17" fmla="*/ 204713 w 223763"/>
              <a:gd name="connsiteY17" fmla="*/ 168910 h 223763"/>
              <a:gd name="connsiteX18" fmla="*/ 175503 w 223763"/>
              <a:gd name="connsiteY18" fmla="*/ 144780 h 223763"/>
              <a:gd name="connsiteX19" fmla="*/ 166613 w 223763"/>
              <a:gd name="connsiteY19" fmla="*/ 144780 h 223763"/>
              <a:gd name="connsiteX20" fmla="*/ 152643 w 223763"/>
              <a:gd name="connsiteY20" fmla="*/ 158750 h 223763"/>
              <a:gd name="connsiteX21" fmla="*/ 243 w 223763"/>
              <a:gd name="connsiteY21" fmla="*/ 60960 h 223763"/>
              <a:gd name="connsiteX22" fmla="*/ 58663 w 223763"/>
              <a:gd name="connsiteY22" fmla="*/ 165100 h 223763"/>
              <a:gd name="connsiteX23" fmla="*/ 162803 w 223763"/>
              <a:gd name="connsiteY23" fmla="*/ 223520 h 223763"/>
              <a:gd name="connsiteX24" fmla="*/ 197093 w 223763"/>
              <a:gd name="connsiteY24" fmla="*/ 214630 h 223763"/>
              <a:gd name="connsiteX25" fmla="*/ 216143 w 223763"/>
              <a:gd name="connsiteY25" fmla="*/ 195580 h 223763"/>
              <a:gd name="connsiteX26" fmla="*/ 216143 w 223763"/>
              <a:gd name="connsiteY26" fmla="*/ 157480 h 223763"/>
              <a:gd name="connsiteX27" fmla="*/ 189473 w 223763"/>
              <a:gd name="connsiteY27" fmla="*/ 130810 h 223763"/>
              <a:gd name="connsiteX28" fmla="*/ 152643 w 223763"/>
              <a:gd name="connsiteY28" fmla="*/ 130810 h 223763"/>
              <a:gd name="connsiteX29" fmla="*/ 137403 w 223763"/>
              <a:gd name="connsiteY29" fmla="*/ 146050 h 223763"/>
              <a:gd name="connsiteX30" fmla="*/ 136134 w 223763"/>
              <a:gd name="connsiteY30" fmla="*/ 146050 h 223763"/>
              <a:gd name="connsiteX31" fmla="*/ 103113 w 223763"/>
              <a:gd name="connsiteY31" fmla="*/ 120650 h 223763"/>
              <a:gd name="connsiteX32" fmla="*/ 77713 w 223763"/>
              <a:gd name="connsiteY32" fmla="*/ 87630 h 223763"/>
              <a:gd name="connsiteX33" fmla="*/ 77713 w 223763"/>
              <a:gd name="connsiteY33" fmla="*/ 86360 h 223763"/>
              <a:gd name="connsiteX34" fmla="*/ 92953 w 223763"/>
              <a:gd name="connsiteY34" fmla="*/ 71120 h 223763"/>
              <a:gd name="connsiteX35" fmla="*/ 92953 w 223763"/>
              <a:gd name="connsiteY35" fmla="*/ 34290 h 223763"/>
              <a:gd name="connsiteX36" fmla="*/ 66284 w 223763"/>
              <a:gd name="connsiteY36" fmla="*/ 7620 h 223763"/>
              <a:gd name="connsiteX37" fmla="*/ 28184 w 223763"/>
              <a:gd name="connsiteY37" fmla="*/ 7620 h 223763"/>
              <a:gd name="connsiteX38" fmla="*/ 9134 w 223763"/>
              <a:gd name="connsiteY38" fmla="*/ 26670 h 223763"/>
              <a:gd name="connsiteX39" fmla="*/ 243 w 223763"/>
              <a:gd name="connsiteY39" fmla="*/ 60960 h 2237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23763" h="223763">
                <a:moveTo>
                  <a:pt x="152643" y="158750"/>
                </a:moveTo>
                <a:cubicBezTo>
                  <a:pt x="146293" y="165100"/>
                  <a:pt x="136134" y="166370"/>
                  <a:pt x="128513" y="162560"/>
                </a:cubicBezTo>
                <a:cubicBezTo>
                  <a:pt x="117084" y="156210"/>
                  <a:pt x="101843" y="144780"/>
                  <a:pt x="90413" y="133350"/>
                </a:cubicBezTo>
                <a:cubicBezTo>
                  <a:pt x="78984" y="121920"/>
                  <a:pt x="66284" y="106680"/>
                  <a:pt x="61203" y="95250"/>
                </a:cubicBezTo>
                <a:cubicBezTo>
                  <a:pt x="57393" y="87630"/>
                  <a:pt x="58663" y="77470"/>
                  <a:pt x="65013" y="71120"/>
                </a:cubicBezTo>
                <a:lnTo>
                  <a:pt x="80253" y="55880"/>
                </a:lnTo>
                <a:cubicBezTo>
                  <a:pt x="82793" y="53340"/>
                  <a:pt x="82793" y="49530"/>
                  <a:pt x="80253" y="46990"/>
                </a:cubicBezTo>
                <a:lnTo>
                  <a:pt x="53584" y="20320"/>
                </a:lnTo>
                <a:cubicBezTo>
                  <a:pt x="51043" y="17780"/>
                  <a:pt x="47234" y="17780"/>
                  <a:pt x="44693" y="20320"/>
                </a:cubicBezTo>
                <a:lnTo>
                  <a:pt x="25643" y="39370"/>
                </a:lnTo>
                <a:cubicBezTo>
                  <a:pt x="24373" y="40640"/>
                  <a:pt x="20563" y="48260"/>
                  <a:pt x="21834" y="58420"/>
                </a:cubicBezTo>
                <a:cubicBezTo>
                  <a:pt x="23103" y="74930"/>
                  <a:pt x="30723" y="92710"/>
                  <a:pt x="42153" y="109220"/>
                </a:cubicBezTo>
                <a:cubicBezTo>
                  <a:pt x="53584" y="125730"/>
                  <a:pt x="66284" y="140970"/>
                  <a:pt x="73903" y="148590"/>
                </a:cubicBezTo>
                <a:cubicBezTo>
                  <a:pt x="82793" y="157480"/>
                  <a:pt x="96763" y="170180"/>
                  <a:pt x="114543" y="180340"/>
                </a:cubicBezTo>
                <a:cubicBezTo>
                  <a:pt x="132323" y="191770"/>
                  <a:pt x="150103" y="199390"/>
                  <a:pt x="166613" y="200660"/>
                </a:cubicBezTo>
                <a:cubicBezTo>
                  <a:pt x="178043" y="201930"/>
                  <a:pt x="184393" y="198120"/>
                  <a:pt x="185663" y="196850"/>
                </a:cubicBezTo>
                <a:lnTo>
                  <a:pt x="204713" y="177800"/>
                </a:lnTo>
                <a:cubicBezTo>
                  <a:pt x="207253" y="175260"/>
                  <a:pt x="207253" y="171450"/>
                  <a:pt x="204713" y="168910"/>
                </a:cubicBezTo>
                <a:lnTo>
                  <a:pt x="175503" y="144780"/>
                </a:lnTo>
                <a:cubicBezTo>
                  <a:pt x="172963" y="142240"/>
                  <a:pt x="169153" y="142240"/>
                  <a:pt x="166613" y="144780"/>
                </a:cubicBezTo>
                <a:lnTo>
                  <a:pt x="152643" y="158750"/>
                </a:lnTo>
                <a:close/>
                <a:moveTo>
                  <a:pt x="243" y="60960"/>
                </a:moveTo>
                <a:cubicBezTo>
                  <a:pt x="4053" y="102870"/>
                  <a:pt x="39613" y="146050"/>
                  <a:pt x="58663" y="165100"/>
                </a:cubicBezTo>
                <a:cubicBezTo>
                  <a:pt x="77713" y="184150"/>
                  <a:pt x="122163" y="219710"/>
                  <a:pt x="162803" y="223520"/>
                </a:cubicBezTo>
                <a:cubicBezTo>
                  <a:pt x="176773" y="224790"/>
                  <a:pt x="190743" y="220980"/>
                  <a:pt x="197093" y="214630"/>
                </a:cubicBezTo>
                <a:lnTo>
                  <a:pt x="216143" y="195580"/>
                </a:lnTo>
                <a:cubicBezTo>
                  <a:pt x="226303" y="185420"/>
                  <a:pt x="226303" y="167640"/>
                  <a:pt x="216143" y="157480"/>
                </a:cubicBezTo>
                <a:lnTo>
                  <a:pt x="189473" y="130810"/>
                </a:lnTo>
                <a:cubicBezTo>
                  <a:pt x="179313" y="120650"/>
                  <a:pt x="162803" y="120650"/>
                  <a:pt x="152643" y="130810"/>
                </a:cubicBezTo>
                <a:lnTo>
                  <a:pt x="137403" y="146050"/>
                </a:lnTo>
                <a:cubicBezTo>
                  <a:pt x="137403" y="146050"/>
                  <a:pt x="136134" y="146050"/>
                  <a:pt x="136134" y="146050"/>
                </a:cubicBezTo>
                <a:cubicBezTo>
                  <a:pt x="127243" y="140970"/>
                  <a:pt x="114543" y="130810"/>
                  <a:pt x="103113" y="120650"/>
                </a:cubicBezTo>
                <a:cubicBezTo>
                  <a:pt x="91684" y="109220"/>
                  <a:pt x="81523" y="96520"/>
                  <a:pt x="77713" y="87630"/>
                </a:cubicBezTo>
                <a:cubicBezTo>
                  <a:pt x="77713" y="87630"/>
                  <a:pt x="77713" y="86360"/>
                  <a:pt x="77713" y="86360"/>
                </a:cubicBezTo>
                <a:lnTo>
                  <a:pt x="92953" y="71120"/>
                </a:lnTo>
                <a:cubicBezTo>
                  <a:pt x="103113" y="60960"/>
                  <a:pt x="103113" y="44450"/>
                  <a:pt x="92953" y="34290"/>
                </a:cubicBezTo>
                <a:lnTo>
                  <a:pt x="66284" y="7620"/>
                </a:lnTo>
                <a:cubicBezTo>
                  <a:pt x="56123" y="-2540"/>
                  <a:pt x="38343" y="-2540"/>
                  <a:pt x="28184" y="7620"/>
                </a:cubicBezTo>
                <a:lnTo>
                  <a:pt x="9134" y="26670"/>
                </a:lnTo>
                <a:cubicBezTo>
                  <a:pt x="2784" y="33020"/>
                  <a:pt x="-1027" y="46990"/>
                  <a:pt x="243" y="609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60" name="Полилиния: фигура 475">
            <a:extLst>
              <a:ext uri="{FF2B5EF4-FFF2-40B4-BE49-F238E27FC236}">
                <a16:creationId xmlns:a16="http://schemas.microsoft.com/office/drawing/2014/main" id="{FFDA3F78-0FAE-BFCF-3C2C-9F546F478612}"/>
              </a:ext>
            </a:extLst>
          </p:cNvPr>
          <p:cNvSpPr/>
          <p:nvPr/>
        </p:nvSpPr>
        <p:spPr>
          <a:xfrm>
            <a:off x="8877421" y="3078239"/>
            <a:ext cx="243839" cy="182880"/>
          </a:xfrm>
          <a:custGeom>
            <a:avLst/>
            <a:gdLst>
              <a:gd name="connsiteX0" fmla="*/ 30480 w 243839"/>
              <a:gd name="connsiteY0" fmla="*/ 20320 h 182880"/>
              <a:gd name="connsiteX1" fmla="*/ 213360 w 243839"/>
              <a:gd name="connsiteY1" fmla="*/ 20320 h 182880"/>
              <a:gd name="connsiteX2" fmla="*/ 223520 w 243839"/>
              <a:gd name="connsiteY2" fmla="*/ 30480 h 182880"/>
              <a:gd name="connsiteX3" fmla="*/ 223520 w 243839"/>
              <a:gd name="connsiteY3" fmla="*/ 35560 h 182880"/>
              <a:gd name="connsiteX4" fmla="*/ 121920 w 243839"/>
              <a:gd name="connsiteY4" fmla="*/ 100330 h 182880"/>
              <a:gd name="connsiteX5" fmla="*/ 20320 w 243839"/>
              <a:gd name="connsiteY5" fmla="*/ 35560 h 182880"/>
              <a:gd name="connsiteX6" fmla="*/ 20320 w 243839"/>
              <a:gd name="connsiteY6" fmla="*/ 30480 h 182880"/>
              <a:gd name="connsiteX7" fmla="*/ 30480 w 243839"/>
              <a:gd name="connsiteY7" fmla="*/ 20320 h 182880"/>
              <a:gd name="connsiteX8" fmla="*/ 0 w 243839"/>
              <a:gd name="connsiteY8" fmla="*/ 40640 h 182880"/>
              <a:gd name="connsiteX9" fmla="*/ 0 w 243839"/>
              <a:gd name="connsiteY9" fmla="*/ 40640 h 182880"/>
              <a:gd name="connsiteX10" fmla="*/ 0 w 243839"/>
              <a:gd name="connsiteY10" fmla="*/ 152400 h 182880"/>
              <a:gd name="connsiteX11" fmla="*/ 30480 w 243839"/>
              <a:gd name="connsiteY11" fmla="*/ 182880 h 182880"/>
              <a:gd name="connsiteX12" fmla="*/ 213360 w 243839"/>
              <a:gd name="connsiteY12" fmla="*/ 182880 h 182880"/>
              <a:gd name="connsiteX13" fmla="*/ 243839 w 243839"/>
              <a:gd name="connsiteY13" fmla="*/ 152400 h 182880"/>
              <a:gd name="connsiteX14" fmla="*/ 243839 w 243839"/>
              <a:gd name="connsiteY14" fmla="*/ 40640 h 182880"/>
              <a:gd name="connsiteX15" fmla="*/ 243839 w 243839"/>
              <a:gd name="connsiteY15" fmla="*/ 40640 h 182880"/>
              <a:gd name="connsiteX16" fmla="*/ 243839 w 243839"/>
              <a:gd name="connsiteY16" fmla="*/ 30480 h 182880"/>
              <a:gd name="connsiteX17" fmla="*/ 213360 w 243839"/>
              <a:gd name="connsiteY17" fmla="*/ 0 h 182880"/>
              <a:gd name="connsiteX18" fmla="*/ 30480 w 243839"/>
              <a:gd name="connsiteY18" fmla="*/ 0 h 182880"/>
              <a:gd name="connsiteX19" fmla="*/ 0 w 243839"/>
              <a:gd name="connsiteY19" fmla="*/ 30480 h 182880"/>
              <a:gd name="connsiteX20" fmla="*/ 0 w 243839"/>
              <a:gd name="connsiteY20" fmla="*/ 40640 h 182880"/>
              <a:gd name="connsiteX21" fmla="*/ 223520 w 243839"/>
              <a:gd name="connsiteY21" fmla="*/ 59690 h 182880"/>
              <a:gd name="connsiteX22" fmla="*/ 223520 w 243839"/>
              <a:gd name="connsiteY22" fmla="*/ 152400 h 182880"/>
              <a:gd name="connsiteX23" fmla="*/ 213360 w 243839"/>
              <a:gd name="connsiteY23" fmla="*/ 162560 h 182880"/>
              <a:gd name="connsiteX24" fmla="*/ 30480 w 243839"/>
              <a:gd name="connsiteY24" fmla="*/ 162560 h 182880"/>
              <a:gd name="connsiteX25" fmla="*/ 20320 w 243839"/>
              <a:gd name="connsiteY25" fmla="*/ 152400 h 182880"/>
              <a:gd name="connsiteX26" fmla="*/ 20320 w 243839"/>
              <a:gd name="connsiteY26" fmla="*/ 59690 h 182880"/>
              <a:gd name="connsiteX27" fmla="*/ 115570 w 243839"/>
              <a:gd name="connsiteY27" fmla="*/ 120650 h 182880"/>
              <a:gd name="connsiteX28" fmla="*/ 127000 w 243839"/>
              <a:gd name="connsiteY28" fmla="*/ 120650 h 182880"/>
              <a:gd name="connsiteX29" fmla="*/ 223520 w 243839"/>
              <a:gd name="connsiteY29" fmla="*/ 59690 h 182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43839" h="182880">
                <a:moveTo>
                  <a:pt x="30480" y="20320"/>
                </a:moveTo>
                <a:lnTo>
                  <a:pt x="213360" y="20320"/>
                </a:lnTo>
                <a:cubicBezTo>
                  <a:pt x="218439" y="20320"/>
                  <a:pt x="223520" y="25400"/>
                  <a:pt x="223520" y="30480"/>
                </a:cubicBezTo>
                <a:lnTo>
                  <a:pt x="223520" y="35560"/>
                </a:lnTo>
                <a:lnTo>
                  <a:pt x="121920" y="100330"/>
                </a:lnTo>
                <a:lnTo>
                  <a:pt x="20320" y="35560"/>
                </a:lnTo>
                <a:lnTo>
                  <a:pt x="20320" y="30480"/>
                </a:lnTo>
                <a:cubicBezTo>
                  <a:pt x="20320" y="25400"/>
                  <a:pt x="25400" y="20320"/>
                  <a:pt x="30480" y="20320"/>
                </a:cubicBezTo>
                <a:close/>
                <a:moveTo>
                  <a:pt x="0" y="40640"/>
                </a:moveTo>
                <a:cubicBezTo>
                  <a:pt x="0" y="40640"/>
                  <a:pt x="0" y="40640"/>
                  <a:pt x="0" y="40640"/>
                </a:cubicBezTo>
                <a:lnTo>
                  <a:pt x="0" y="152400"/>
                </a:lnTo>
                <a:cubicBezTo>
                  <a:pt x="0" y="168910"/>
                  <a:pt x="13970" y="182880"/>
                  <a:pt x="30480" y="182880"/>
                </a:cubicBezTo>
                <a:lnTo>
                  <a:pt x="213360" y="182880"/>
                </a:lnTo>
                <a:cubicBezTo>
                  <a:pt x="229870" y="182880"/>
                  <a:pt x="243839" y="168910"/>
                  <a:pt x="243839" y="152400"/>
                </a:cubicBezTo>
                <a:lnTo>
                  <a:pt x="243839" y="40640"/>
                </a:lnTo>
                <a:cubicBezTo>
                  <a:pt x="243839" y="40640"/>
                  <a:pt x="243839" y="40640"/>
                  <a:pt x="243839" y="40640"/>
                </a:cubicBezTo>
                <a:lnTo>
                  <a:pt x="243839" y="30480"/>
                </a:lnTo>
                <a:cubicBezTo>
                  <a:pt x="243839" y="13970"/>
                  <a:pt x="229870" y="0"/>
                  <a:pt x="213360" y="0"/>
                </a:cubicBez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40640"/>
                </a:lnTo>
                <a:close/>
                <a:moveTo>
                  <a:pt x="223520" y="59690"/>
                </a:moveTo>
                <a:lnTo>
                  <a:pt x="223520" y="152400"/>
                </a:lnTo>
                <a:cubicBezTo>
                  <a:pt x="223520" y="157480"/>
                  <a:pt x="218439" y="162560"/>
                  <a:pt x="213360" y="162560"/>
                </a:cubicBezTo>
                <a:lnTo>
                  <a:pt x="30480" y="162560"/>
                </a:lnTo>
                <a:cubicBezTo>
                  <a:pt x="25400" y="162560"/>
                  <a:pt x="20320" y="157480"/>
                  <a:pt x="20320" y="152400"/>
                </a:cubicBezTo>
                <a:lnTo>
                  <a:pt x="20320" y="59690"/>
                </a:lnTo>
                <a:lnTo>
                  <a:pt x="115570" y="120650"/>
                </a:lnTo>
                <a:cubicBezTo>
                  <a:pt x="119380" y="123190"/>
                  <a:pt x="124460" y="123190"/>
                  <a:pt x="127000" y="120650"/>
                </a:cubicBezTo>
                <a:lnTo>
                  <a:pt x="223520" y="5969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61" name="Полилиния: фигура 477">
            <a:extLst>
              <a:ext uri="{FF2B5EF4-FFF2-40B4-BE49-F238E27FC236}">
                <a16:creationId xmlns:a16="http://schemas.microsoft.com/office/drawing/2014/main" id="{4FF4B093-59EA-DF74-D9FC-90AC4A42BA7D}"/>
              </a:ext>
            </a:extLst>
          </p:cNvPr>
          <p:cNvSpPr/>
          <p:nvPr/>
        </p:nvSpPr>
        <p:spPr>
          <a:xfrm>
            <a:off x="10572107" y="3058244"/>
            <a:ext cx="211078" cy="222870"/>
          </a:xfrm>
          <a:custGeom>
            <a:avLst/>
            <a:gdLst>
              <a:gd name="connsiteX0" fmla="*/ 29974 w 211078"/>
              <a:gd name="connsiteY0" fmla="*/ 2215 h 222870"/>
              <a:gd name="connsiteX1" fmla="*/ 32514 w 211078"/>
              <a:gd name="connsiteY1" fmla="*/ 16185 h 222870"/>
              <a:gd name="connsiteX2" fmla="*/ 33784 w 211078"/>
              <a:gd name="connsiteY2" fmla="*/ 106355 h 222870"/>
              <a:gd name="connsiteX3" fmla="*/ 32514 w 211078"/>
              <a:gd name="connsiteY3" fmla="*/ 218115 h 222870"/>
              <a:gd name="connsiteX4" fmla="*/ 18544 w 211078"/>
              <a:gd name="connsiteY4" fmla="*/ 220655 h 222870"/>
              <a:gd name="connsiteX5" fmla="*/ 16004 w 211078"/>
              <a:gd name="connsiteY5" fmla="*/ 206685 h 222870"/>
              <a:gd name="connsiteX6" fmla="*/ 14734 w 211078"/>
              <a:gd name="connsiteY6" fmla="*/ 116515 h 222870"/>
              <a:gd name="connsiteX7" fmla="*/ 16004 w 211078"/>
              <a:gd name="connsiteY7" fmla="*/ 4755 h 222870"/>
              <a:gd name="connsiteX8" fmla="*/ 29974 w 211078"/>
              <a:gd name="connsiteY8" fmla="*/ 2215 h 222870"/>
              <a:gd name="connsiteX9" fmla="*/ 192534 w 211078"/>
              <a:gd name="connsiteY9" fmla="*/ 2215 h 222870"/>
              <a:gd name="connsiteX10" fmla="*/ 195074 w 211078"/>
              <a:gd name="connsiteY10" fmla="*/ 16185 h 222870"/>
              <a:gd name="connsiteX11" fmla="*/ 196344 w 211078"/>
              <a:gd name="connsiteY11" fmla="*/ 106355 h 222870"/>
              <a:gd name="connsiteX12" fmla="*/ 195074 w 211078"/>
              <a:gd name="connsiteY12" fmla="*/ 218115 h 222870"/>
              <a:gd name="connsiteX13" fmla="*/ 181104 w 211078"/>
              <a:gd name="connsiteY13" fmla="*/ 220655 h 222870"/>
              <a:gd name="connsiteX14" fmla="*/ 178564 w 211078"/>
              <a:gd name="connsiteY14" fmla="*/ 206685 h 222870"/>
              <a:gd name="connsiteX15" fmla="*/ 177294 w 211078"/>
              <a:gd name="connsiteY15" fmla="*/ 116515 h 222870"/>
              <a:gd name="connsiteX16" fmla="*/ 178564 w 211078"/>
              <a:gd name="connsiteY16" fmla="*/ 4755 h 222870"/>
              <a:gd name="connsiteX17" fmla="*/ 192534 w 211078"/>
              <a:gd name="connsiteY17" fmla="*/ 2215 h 222870"/>
              <a:gd name="connsiteX18" fmla="*/ 113794 w 211078"/>
              <a:gd name="connsiteY18" fmla="*/ 16185 h 222870"/>
              <a:gd name="connsiteX19" fmla="*/ 111254 w 211078"/>
              <a:gd name="connsiteY19" fmla="*/ 2215 h 222870"/>
              <a:gd name="connsiteX20" fmla="*/ 97284 w 211078"/>
              <a:gd name="connsiteY20" fmla="*/ 4755 h 222870"/>
              <a:gd name="connsiteX21" fmla="*/ 96014 w 211078"/>
              <a:gd name="connsiteY21" fmla="*/ 116515 h 222870"/>
              <a:gd name="connsiteX22" fmla="*/ 97284 w 211078"/>
              <a:gd name="connsiteY22" fmla="*/ 206685 h 222870"/>
              <a:gd name="connsiteX23" fmla="*/ 99824 w 211078"/>
              <a:gd name="connsiteY23" fmla="*/ 220655 h 222870"/>
              <a:gd name="connsiteX24" fmla="*/ 113794 w 211078"/>
              <a:gd name="connsiteY24" fmla="*/ 218115 h 222870"/>
              <a:gd name="connsiteX25" fmla="*/ 115064 w 211078"/>
              <a:gd name="connsiteY25" fmla="*/ 106355 h 222870"/>
              <a:gd name="connsiteX26" fmla="*/ 113794 w 211078"/>
              <a:gd name="connsiteY26" fmla="*/ 16185 h 2228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11078" h="222870">
                <a:moveTo>
                  <a:pt x="29974" y="2215"/>
                </a:moveTo>
                <a:cubicBezTo>
                  <a:pt x="35054" y="6025"/>
                  <a:pt x="35054" y="12375"/>
                  <a:pt x="32514" y="16185"/>
                </a:cubicBezTo>
                <a:cubicBezTo>
                  <a:pt x="24894" y="26345"/>
                  <a:pt x="10924" y="61905"/>
                  <a:pt x="33784" y="106355"/>
                </a:cubicBezTo>
                <a:cubicBezTo>
                  <a:pt x="60454" y="158425"/>
                  <a:pt x="45214" y="201605"/>
                  <a:pt x="32514" y="218115"/>
                </a:cubicBezTo>
                <a:cubicBezTo>
                  <a:pt x="28704" y="223195"/>
                  <a:pt x="22354" y="223195"/>
                  <a:pt x="18544" y="220655"/>
                </a:cubicBezTo>
                <a:cubicBezTo>
                  <a:pt x="13464" y="216845"/>
                  <a:pt x="13464" y="210495"/>
                  <a:pt x="16004" y="206685"/>
                </a:cubicBezTo>
                <a:cubicBezTo>
                  <a:pt x="23624" y="196525"/>
                  <a:pt x="37594" y="160965"/>
                  <a:pt x="14734" y="116515"/>
                </a:cubicBezTo>
                <a:cubicBezTo>
                  <a:pt x="-11936" y="64445"/>
                  <a:pt x="3304" y="21265"/>
                  <a:pt x="16004" y="4755"/>
                </a:cubicBezTo>
                <a:cubicBezTo>
                  <a:pt x="18544" y="-325"/>
                  <a:pt x="24894" y="-1595"/>
                  <a:pt x="29974" y="2215"/>
                </a:cubicBezTo>
                <a:close/>
                <a:moveTo>
                  <a:pt x="192534" y="2215"/>
                </a:moveTo>
                <a:cubicBezTo>
                  <a:pt x="197614" y="6025"/>
                  <a:pt x="197614" y="12375"/>
                  <a:pt x="195074" y="16185"/>
                </a:cubicBezTo>
                <a:cubicBezTo>
                  <a:pt x="187454" y="26345"/>
                  <a:pt x="173484" y="61905"/>
                  <a:pt x="196344" y="106355"/>
                </a:cubicBezTo>
                <a:cubicBezTo>
                  <a:pt x="223014" y="158425"/>
                  <a:pt x="207774" y="201605"/>
                  <a:pt x="195074" y="218115"/>
                </a:cubicBezTo>
                <a:cubicBezTo>
                  <a:pt x="191264" y="223195"/>
                  <a:pt x="184914" y="223195"/>
                  <a:pt x="181104" y="220655"/>
                </a:cubicBezTo>
                <a:cubicBezTo>
                  <a:pt x="176024" y="216845"/>
                  <a:pt x="176024" y="210495"/>
                  <a:pt x="178564" y="206685"/>
                </a:cubicBezTo>
                <a:cubicBezTo>
                  <a:pt x="186184" y="196525"/>
                  <a:pt x="200154" y="160965"/>
                  <a:pt x="177294" y="116515"/>
                </a:cubicBezTo>
                <a:cubicBezTo>
                  <a:pt x="150624" y="64445"/>
                  <a:pt x="165864" y="21265"/>
                  <a:pt x="178564" y="4755"/>
                </a:cubicBezTo>
                <a:cubicBezTo>
                  <a:pt x="181104" y="-325"/>
                  <a:pt x="187454" y="-1595"/>
                  <a:pt x="192534" y="2215"/>
                </a:cubicBezTo>
                <a:close/>
                <a:moveTo>
                  <a:pt x="113794" y="16185"/>
                </a:moveTo>
                <a:cubicBezTo>
                  <a:pt x="117604" y="11105"/>
                  <a:pt x="116334" y="4755"/>
                  <a:pt x="111254" y="2215"/>
                </a:cubicBezTo>
                <a:cubicBezTo>
                  <a:pt x="106174" y="-1595"/>
                  <a:pt x="99824" y="-325"/>
                  <a:pt x="97284" y="4755"/>
                </a:cubicBezTo>
                <a:cubicBezTo>
                  <a:pt x="84584" y="21265"/>
                  <a:pt x="70614" y="64445"/>
                  <a:pt x="96014" y="116515"/>
                </a:cubicBezTo>
                <a:cubicBezTo>
                  <a:pt x="118874" y="162235"/>
                  <a:pt x="104904" y="196525"/>
                  <a:pt x="97284" y="206685"/>
                </a:cubicBezTo>
                <a:cubicBezTo>
                  <a:pt x="93474" y="211765"/>
                  <a:pt x="94744" y="218115"/>
                  <a:pt x="99824" y="220655"/>
                </a:cubicBezTo>
                <a:cubicBezTo>
                  <a:pt x="104904" y="224465"/>
                  <a:pt x="109984" y="223195"/>
                  <a:pt x="113794" y="218115"/>
                </a:cubicBezTo>
                <a:cubicBezTo>
                  <a:pt x="126494" y="201605"/>
                  <a:pt x="140464" y="158425"/>
                  <a:pt x="115064" y="106355"/>
                </a:cubicBezTo>
                <a:cubicBezTo>
                  <a:pt x="92204" y="61905"/>
                  <a:pt x="104904" y="26345"/>
                  <a:pt x="113794" y="16185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62" name="Полилиния: фигура 481">
            <a:extLst>
              <a:ext uri="{FF2B5EF4-FFF2-40B4-BE49-F238E27FC236}">
                <a16:creationId xmlns:a16="http://schemas.microsoft.com/office/drawing/2014/main" id="{244BB122-D6BA-0532-4309-40A9BE9E727E}"/>
              </a:ext>
            </a:extLst>
          </p:cNvPr>
          <p:cNvSpPr/>
          <p:nvPr/>
        </p:nvSpPr>
        <p:spPr>
          <a:xfrm>
            <a:off x="11113891" y="3073159"/>
            <a:ext cx="243840" cy="193040"/>
          </a:xfrm>
          <a:custGeom>
            <a:avLst/>
            <a:gdLst>
              <a:gd name="connsiteX0" fmla="*/ 60960 w 243840"/>
              <a:gd name="connsiteY0" fmla="*/ 20320 h 193040"/>
              <a:gd name="connsiteX1" fmla="*/ 60960 w 243840"/>
              <a:gd name="connsiteY1" fmla="*/ 91440 h 193040"/>
              <a:gd name="connsiteX2" fmla="*/ 132080 w 243840"/>
              <a:gd name="connsiteY2" fmla="*/ 91440 h 193040"/>
              <a:gd name="connsiteX3" fmla="*/ 193040 w 243840"/>
              <a:gd name="connsiteY3" fmla="*/ 91440 h 193040"/>
              <a:gd name="connsiteX4" fmla="*/ 193040 w 243840"/>
              <a:gd name="connsiteY4" fmla="*/ 20320 h 193040"/>
              <a:gd name="connsiteX5" fmla="*/ 60960 w 243840"/>
              <a:gd name="connsiteY5" fmla="*/ 20320 h 193040"/>
              <a:gd name="connsiteX6" fmla="*/ 203200 w 243840"/>
              <a:gd name="connsiteY6" fmla="*/ 111760 h 193040"/>
              <a:gd name="connsiteX7" fmla="*/ 142240 w 243840"/>
              <a:gd name="connsiteY7" fmla="*/ 111760 h 193040"/>
              <a:gd name="connsiteX8" fmla="*/ 142240 w 243840"/>
              <a:gd name="connsiteY8" fmla="*/ 142240 h 193040"/>
              <a:gd name="connsiteX9" fmla="*/ 111760 w 243840"/>
              <a:gd name="connsiteY9" fmla="*/ 172720 h 193040"/>
              <a:gd name="connsiteX10" fmla="*/ 20320 w 243840"/>
              <a:gd name="connsiteY10" fmla="*/ 172720 h 193040"/>
              <a:gd name="connsiteX11" fmla="*/ 20320 w 243840"/>
              <a:gd name="connsiteY11" fmla="*/ 193040 h 193040"/>
              <a:gd name="connsiteX12" fmla="*/ 0 w 243840"/>
              <a:gd name="connsiteY12" fmla="*/ 193040 h 193040"/>
              <a:gd name="connsiteX13" fmla="*/ 0 w 243840"/>
              <a:gd name="connsiteY13" fmla="*/ 162560 h 193040"/>
              <a:gd name="connsiteX14" fmla="*/ 0 w 243840"/>
              <a:gd name="connsiteY14" fmla="*/ 132080 h 193040"/>
              <a:gd name="connsiteX15" fmla="*/ 20320 w 243840"/>
              <a:gd name="connsiteY15" fmla="*/ 132080 h 193040"/>
              <a:gd name="connsiteX16" fmla="*/ 20320 w 243840"/>
              <a:gd name="connsiteY16" fmla="*/ 152400 h 193040"/>
              <a:gd name="connsiteX17" fmla="*/ 111760 w 243840"/>
              <a:gd name="connsiteY17" fmla="*/ 152400 h 193040"/>
              <a:gd name="connsiteX18" fmla="*/ 121920 w 243840"/>
              <a:gd name="connsiteY18" fmla="*/ 142240 h 193040"/>
              <a:gd name="connsiteX19" fmla="*/ 121920 w 243840"/>
              <a:gd name="connsiteY19" fmla="*/ 111760 h 193040"/>
              <a:gd name="connsiteX20" fmla="*/ 50800 w 243840"/>
              <a:gd name="connsiteY20" fmla="*/ 111760 h 193040"/>
              <a:gd name="connsiteX21" fmla="*/ 40640 w 243840"/>
              <a:gd name="connsiteY21" fmla="*/ 101600 h 193040"/>
              <a:gd name="connsiteX22" fmla="*/ 40640 w 243840"/>
              <a:gd name="connsiteY22" fmla="*/ 10160 h 193040"/>
              <a:gd name="connsiteX23" fmla="*/ 50800 w 243840"/>
              <a:gd name="connsiteY23" fmla="*/ 0 h 193040"/>
              <a:gd name="connsiteX24" fmla="*/ 203200 w 243840"/>
              <a:gd name="connsiteY24" fmla="*/ 0 h 193040"/>
              <a:gd name="connsiteX25" fmla="*/ 213360 w 243840"/>
              <a:gd name="connsiteY25" fmla="*/ 10160 h 193040"/>
              <a:gd name="connsiteX26" fmla="*/ 213360 w 243840"/>
              <a:gd name="connsiteY26" fmla="*/ 101600 h 193040"/>
              <a:gd name="connsiteX27" fmla="*/ 203200 w 243840"/>
              <a:gd name="connsiteY27" fmla="*/ 111760 h 193040"/>
              <a:gd name="connsiteX28" fmla="*/ 233680 w 243840"/>
              <a:gd name="connsiteY28" fmla="*/ 20320 h 193040"/>
              <a:gd name="connsiteX29" fmla="*/ 243840 w 243840"/>
              <a:gd name="connsiteY29" fmla="*/ 30480 h 193040"/>
              <a:gd name="connsiteX30" fmla="*/ 243840 w 243840"/>
              <a:gd name="connsiteY30" fmla="*/ 81280 h 193040"/>
              <a:gd name="connsiteX31" fmla="*/ 233680 w 243840"/>
              <a:gd name="connsiteY31" fmla="*/ 91440 h 193040"/>
              <a:gd name="connsiteX32" fmla="*/ 223520 w 243840"/>
              <a:gd name="connsiteY32" fmla="*/ 81280 h 193040"/>
              <a:gd name="connsiteX33" fmla="*/ 223520 w 243840"/>
              <a:gd name="connsiteY33" fmla="*/ 30480 h 193040"/>
              <a:gd name="connsiteX34" fmla="*/ 233680 w 243840"/>
              <a:gd name="connsiteY34" fmla="*/ 20320 h 193040"/>
              <a:gd name="connsiteX35" fmla="*/ 91440 w 243840"/>
              <a:gd name="connsiteY35" fmla="*/ 40640 h 193040"/>
              <a:gd name="connsiteX36" fmla="*/ 81280 w 243840"/>
              <a:gd name="connsiteY36" fmla="*/ 50800 h 193040"/>
              <a:gd name="connsiteX37" fmla="*/ 91440 w 243840"/>
              <a:gd name="connsiteY37" fmla="*/ 60960 h 193040"/>
              <a:gd name="connsiteX38" fmla="*/ 121920 w 243840"/>
              <a:gd name="connsiteY38" fmla="*/ 60960 h 193040"/>
              <a:gd name="connsiteX39" fmla="*/ 132080 w 243840"/>
              <a:gd name="connsiteY39" fmla="*/ 50800 h 193040"/>
              <a:gd name="connsiteX40" fmla="*/ 121920 w 243840"/>
              <a:gd name="connsiteY40" fmla="*/ 40640 h 193040"/>
              <a:gd name="connsiteX41" fmla="*/ 91440 w 243840"/>
              <a:gd name="connsiteY41" fmla="*/ 4064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43840" h="193040">
                <a:moveTo>
                  <a:pt x="60960" y="20320"/>
                </a:moveTo>
                <a:lnTo>
                  <a:pt x="60960" y="91440"/>
                </a:lnTo>
                <a:lnTo>
                  <a:pt x="132080" y="91440"/>
                </a:lnTo>
                <a:lnTo>
                  <a:pt x="193040" y="91440"/>
                </a:lnTo>
                <a:lnTo>
                  <a:pt x="193040" y="20320"/>
                </a:lnTo>
                <a:lnTo>
                  <a:pt x="60960" y="20320"/>
                </a:lnTo>
                <a:close/>
                <a:moveTo>
                  <a:pt x="203200" y="111760"/>
                </a:moveTo>
                <a:lnTo>
                  <a:pt x="142240" y="111760"/>
                </a:lnTo>
                <a:lnTo>
                  <a:pt x="142240" y="142240"/>
                </a:lnTo>
                <a:cubicBezTo>
                  <a:pt x="142240" y="158750"/>
                  <a:pt x="128270" y="172720"/>
                  <a:pt x="111760" y="172720"/>
                </a:cubicBezTo>
                <a:lnTo>
                  <a:pt x="20320" y="172720"/>
                </a:lnTo>
                <a:lnTo>
                  <a:pt x="20320" y="193040"/>
                </a:lnTo>
                <a:lnTo>
                  <a:pt x="0" y="193040"/>
                </a:lnTo>
                <a:lnTo>
                  <a:pt x="0" y="162560"/>
                </a:lnTo>
                <a:lnTo>
                  <a:pt x="0" y="132080"/>
                </a:lnTo>
                <a:lnTo>
                  <a:pt x="20320" y="132080"/>
                </a:lnTo>
                <a:lnTo>
                  <a:pt x="20320" y="152400"/>
                </a:lnTo>
                <a:lnTo>
                  <a:pt x="111760" y="152400"/>
                </a:lnTo>
                <a:cubicBezTo>
                  <a:pt x="116840" y="152400"/>
                  <a:pt x="121920" y="147320"/>
                  <a:pt x="121920" y="142240"/>
                </a:cubicBezTo>
                <a:lnTo>
                  <a:pt x="121920" y="111760"/>
                </a:lnTo>
                <a:lnTo>
                  <a:pt x="50800" y="111760"/>
                </a:lnTo>
                <a:cubicBezTo>
                  <a:pt x="45720" y="111760"/>
                  <a:pt x="40640" y="106680"/>
                  <a:pt x="40640" y="101600"/>
                </a:cubicBezTo>
                <a:lnTo>
                  <a:pt x="40640" y="10160"/>
                </a:lnTo>
                <a:cubicBezTo>
                  <a:pt x="40640" y="5080"/>
                  <a:pt x="45720" y="0"/>
                  <a:pt x="50800" y="0"/>
                </a:cubicBezTo>
                <a:lnTo>
                  <a:pt x="203200" y="0"/>
                </a:lnTo>
                <a:cubicBezTo>
                  <a:pt x="208280" y="0"/>
                  <a:pt x="213360" y="5080"/>
                  <a:pt x="213360" y="10160"/>
                </a:cubicBezTo>
                <a:lnTo>
                  <a:pt x="213360" y="101600"/>
                </a:lnTo>
                <a:cubicBezTo>
                  <a:pt x="213360" y="106680"/>
                  <a:pt x="209550" y="111760"/>
                  <a:pt x="203200" y="111760"/>
                </a:cubicBezTo>
                <a:close/>
                <a:moveTo>
                  <a:pt x="233680" y="20320"/>
                </a:moveTo>
                <a:cubicBezTo>
                  <a:pt x="238760" y="20320"/>
                  <a:pt x="243840" y="25400"/>
                  <a:pt x="243840" y="30480"/>
                </a:cubicBezTo>
                <a:lnTo>
                  <a:pt x="243840" y="81280"/>
                </a:lnTo>
                <a:cubicBezTo>
                  <a:pt x="243840" y="86360"/>
                  <a:pt x="238760" y="91440"/>
                  <a:pt x="233680" y="91440"/>
                </a:cubicBezTo>
                <a:cubicBezTo>
                  <a:pt x="228600" y="91440"/>
                  <a:pt x="223520" y="86360"/>
                  <a:pt x="223520" y="81280"/>
                </a:cubicBezTo>
                <a:lnTo>
                  <a:pt x="223520" y="30480"/>
                </a:lnTo>
                <a:cubicBezTo>
                  <a:pt x="223520" y="25400"/>
                  <a:pt x="228600" y="20320"/>
                  <a:pt x="233680" y="20320"/>
                </a:cubicBezTo>
                <a:close/>
                <a:moveTo>
                  <a:pt x="91440" y="40640"/>
                </a:moveTo>
                <a:cubicBezTo>
                  <a:pt x="86360" y="40640"/>
                  <a:pt x="81280" y="45720"/>
                  <a:pt x="81280" y="50800"/>
                </a:cubicBezTo>
                <a:cubicBezTo>
                  <a:pt x="81280" y="55880"/>
                  <a:pt x="86360" y="60960"/>
                  <a:pt x="91440" y="60960"/>
                </a:cubicBezTo>
                <a:lnTo>
                  <a:pt x="121920" y="60960"/>
                </a:lnTo>
                <a:cubicBezTo>
                  <a:pt x="127000" y="60960"/>
                  <a:pt x="132080" y="55880"/>
                  <a:pt x="132080" y="50800"/>
                </a:cubicBezTo>
                <a:cubicBezTo>
                  <a:pt x="132080" y="45720"/>
                  <a:pt x="127000" y="40640"/>
                  <a:pt x="121920" y="40640"/>
                </a:cubicBezTo>
                <a:lnTo>
                  <a:pt x="91440" y="406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63" name="Полилиния: фигура 482">
            <a:extLst>
              <a:ext uri="{FF2B5EF4-FFF2-40B4-BE49-F238E27FC236}">
                <a16:creationId xmlns:a16="http://schemas.microsoft.com/office/drawing/2014/main" id="{CCE0B969-245B-5E32-95F1-52F9C8C39E4F}"/>
              </a:ext>
            </a:extLst>
          </p:cNvPr>
          <p:cNvSpPr/>
          <p:nvPr/>
        </p:nvSpPr>
        <p:spPr>
          <a:xfrm>
            <a:off x="1000880" y="3103639"/>
            <a:ext cx="345440" cy="132080"/>
          </a:xfrm>
          <a:custGeom>
            <a:avLst/>
            <a:gdLst>
              <a:gd name="connsiteX0" fmla="*/ 24130 w 345440"/>
              <a:gd name="connsiteY0" fmla="*/ 20320 h 132080"/>
              <a:gd name="connsiteX1" fmla="*/ 59690 w 345440"/>
              <a:gd name="connsiteY1" fmla="*/ 0 h 132080"/>
              <a:gd name="connsiteX2" fmla="*/ 120650 w 345440"/>
              <a:gd name="connsiteY2" fmla="*/ 0 h 132080"/>
              <a:gd name="connsiteX3" fmla="*/ 156210 w 345440"/>
              <a:gd name="connsiteY3" fmla="*/ 20320 h 132080"/>
              <a:gd name="connsiteX4" fmla="*/ 187960 w 345440"/>
              <a:gd name="connsiteY4" fmla="*/ 20320 h 132080"/>
              <a:gd name="connsiteX5" fmla="*/ 223520 w 345440"/>
              <a:gd name="connsiteY5" fmla="*/ 0 h 132080"/>
              <a:gd name="connsiteX6" fmla="*/ 284480 w 345440"/>
              <a:gd name="connsiteY6" fmla="*/ 0 h 132080"/>
              <a:gd name="connsiteX7" fmla="*/ 320040 w 345440"/>
              <a:gd name="connsiteY7" fmla="*/ 20320 h 132080"/>
              <a:gd name="connsiteX8" fmla="*/ 335280 w 345440"/>
              <a:gd name="connsiteY8" fmla="*/ 20320 h 132080"/>
              <a:gd name="connsiteX9" fmla="*/ 345440 w 345440"/>
              <a:gd name="connsiteY9" fmla="*/ 30480 h 132080"/>
              <a:gd name="connsiteX10" fmla="*/ 335280 w 345440"/>
              <a:gd name="connsiteY10" fmla="*/ 40640 h 132080"/>
              <a:gd name="connsiteX11" fmla="*/ 325120 w 345440"/>
              <a:gd name="connsiteY11" fmla="*/ 40640 h 132080"/>
              <a:gd name="connsiteX12" fmla="*/ 325120 w 345440"/>
              <a:gd name="connsiteY12" fmla="*/ 81280 h 132080"/>
              <a:gd name="connsiteX13" fmla="*/ 274320 w 345440"/>
              <a:gd name="connsiteY13" fmla="*/ 132080 h 132080"/>
              <a:gd name="connsiteX14" fmla="*/ 233680 w 345440"/>
              <a:gd name="connsiteY14" fmla="*/ 132080 h 132080"/>
              <a:gd name="connsiteX15" fmla="*/ 182880 w 345440"/>
              <a:gd name="connsiteY15" fmla="*/ 81280 h 132080"/>
              <a:gd name="connsiteX16" fmla="*/ 182880 w 345440"/>
              <a:gd name="connsiteY16" fmla="*/ 40640 h 132080"/>
              <a:gd name="connsiteX17" fmla="*/ 162560 w 345440"/>
              <a:gd name="connsiteY17" fmla="*/ 40640 h 132080"/>
              <a:gd name="connsiteX18" fmla="*/ 162560 w 345440"/>
              <a:gd name="connsiteY18" fmla="*/ 81280 h 132080"/>
              <a:gd name="connsiteX19" fmla="*/ 111760 w 345440"/>
              <a:gd name="connsiteY19" fmla="*/ 132080 h 132080"/>
              <a:gd name="connsiteX20" fmla="*/ 71120 w 345440"/>
              <a:gd name="connsiteY20" fmla="*/ 132080 h 132080"/>
              <a:gd name="connsiteX21" fmla="*/ 20320 w 345440"/>
              <a:gd name="connsiteY21" fmla="*/ 81280 h 132080"/>
              <a:gd name="connsiteX22" fmla="*/ 20320 w 345440"/>
              <a:gd name="connsiteY22" fmla="*/ 40640 h 132080"/>
              <a:gd name="connsiteX23" fmla="*/ 10160 w 345440"/>
              <a:gd name="connsiteY23" fmla="*/ 40640 h 132080"/>
              <a:gd name="connsiteX24" fmla="*/ 0 w 345440"/>
              <a:gd name="connsiteY24" fmla="*/ 30480 h 132080"/>
              <a:gd name="connsiteX25" fmla="*/ 10160 w 345440"/>
              <a:gd name="connsiteY25" fmla="*/ 20320 h 132080"/>
              <a:gd name="connsiteX26" fmla="*/ 24130 w 345440"/>
              <a:gd name="connsiteY26" fmla="*/ 20320 h 132080"/>
              <a:gd name="connsiteX27" fmla="*/ 58420 w 345440"/>
              <a:gd name="connsiteY27" fmla="*/ 20320 h 132080"/>
              <a:gd name="connsiteX28" fmla="*/ 38100 w 345440"/>
              <a:gd name="connsiteY28" fmla="*/ 40640 h 132080"/>
              <a:gd name="connsiteX29" fmla="*/ 38100 w 345440"/>
              <a:gd name="connsiteY29" fmla="*/ 81280 h 132080"/>
              <a:gd name="connsiteX30" fmla="*/ 68580 w 345440"/>
              <a:gd name="connsiteY30" fmla="*/ 111760 h 132080"/>
              <a:gd name="connsiteX31" fmla="*/ 109220 w 345440"/>
              <a:gd name="connsiteY31" fmla="*/ 111760 h 132080"/>
              <a:gd name="connsiteX32" fmla="*/ 139700 w 345440"/>
              <a:gd name="connsiteY32" fmla="*/ 81280 h 132080"/>
              <a:gd name="connsiteX33" fmla="*/ 139700 w 345440"/>
              <a:gd name="connsiteY33" fmla="*/ 40640 h 132080"/>
              <a:gd name="connsiteX34" fmla="*/ 119380 w 345440"/>
              <a:gd name="connsiteY34" fmla="*/ 20320 h 132080"/>
              <a:gd name="connsiteX35" fmla="*/ 58420 w 345440"/>
              <a:gd name="connsiteY35" fmla="*/ 20320 h 132080"/>
              <a:gd name="connsiteX36" fmla="*/ 220980 w 345440"/>
              <a:gd name="connsiteY36" fmla="*/ 20320 h 132080"/>
              <a:gd name="connsiteX37" fmla="*/ 200660 w 345440"/>
              <a:gd name="connsiteY37" fmla="*/ 40640 h 132080"/>
              <a:gd name="connsiteX38" fmla="*/ 200660 w 345440"/>
              <a:gd name="connsiteY38" fmla="*/ 81280 h 132080"/>
              <a:gd name="connsiteX39" fmla="*/ 231140 w 345440"/>
              <a:gd name="connsiteY39" fmla="*/ 111760 h 132080"/>
              <a:gd name="connsiteX40" fmla="*/ 271780 w 345440"/>
              <a:gd name="connsiteY40" fmla="*/ 111760 h 132080"/>
              <a:gd name="connsiteX41" fmla="*/ 302260 w 345440"/>
              <a:gd name="connsiteY41" fmla="*/ 81280 h 132080"/>
              <a:gd name="connsiteX42" fmla="*/ 302260 w 345440"/>
              <a:gd name="connsiteY42" fmla="*/ 40640 h 132080"/>
              <a:gd name="connsiteX43" fmla="*/ 281940 w 345440"/>
              <a:gd name="connsiteY43" fmla="*/ 20320 h 132080"/>
              <a:gd name="connsiteX44" fmla="*/ 220980 w 345440"/>
              <a:gd name="connsiteY44" fmla="*/ 20320 h 132080"/>
              <a:gd name="connsiteX45" fmla="*/ 99060 w 345440"/>
              <a:gd name="connsiteY45" fmla="*/ 50800 h 132080"/>
              <a:gd name="connsiteX46" fmla="*/ 68580 w 345440"/>
              <a:gd name="connsiteY46" fmla="*/ 50800 h 132080"/>
              <a:gd name="connsiteX47" fmla="*/ 68580 w 345440"/>
              <a:gd name="connsiteY47" fmla="*/ 71120 h 132080"/>
              <a:gd name="connsiteX48" fmla="*/ 58420 w 345440"/>
              <a:gd name="connsiteY48" fmla="*/ 81280 h 132080"/>
              <a:gd name="connsiteX49" fmla="*/ 48260 w 345440"/>
              <a:gd name="connsiteY49" fmla="*/ 71120 h 132080"/>
              <a:gd name="connsiteX50" fmla="*/ 48260 w 345440"/>
              <a:gd name="connsiteY50" fmla="*/ 41910 h 132080"/>
              <a:gd name="connsiteX51" fmla="*/ 59690 w 345440"/>
              <a:gd name="connsiteY51" fmla="*/ 30480 h 132080"/>
              <a:gd name="connsiteX52" fmla="*/ 99060 w 345440"/>
              <a:gd name="connsiteY52" fmla="*/ 30480 h 132080"/>
              <a:gd name="connsiteX53" fmla="*/ 109220 w 345440"/>
              <a:gd name="connsiteY53" fmla="*/ 40640 h 132080"/>
              <a:gd name="connsiteX54" fmla="*/ 99060 w 345440"/>
              <a:gd name="connsiteY54" fmla="*/ 50800 h 132080"/>
              <a:gd name="connsiteX55" fmla="*/ 231140 w 345440"/>
              <a:gd name="connsiteY55" fmla="*/ 50800 h 132080"/>
              <a:gd name="connsiteX56" fmla="*/ 261620 w 345440"/>
              <a:gd name="connsiteY56" fmla="*/ 50800 h 132080"/>
              <a:gd name="connsiteX57" fmla="*/ 271780 w 345440"/>
              <a:gd name="connsiteY57" fmla="*/ 40640 h 132080"/>
              <a:gd name="connsiteX58" fmla="*/ 261620 w 345440"/>
              <a:gd name="connsiteY58" fmla="*/ 30480 h 132080"/>
              <a:gd name="connsiteX59" fmla="*/ 222250 w 345440"/>
              <a:gd name="connsiteY59" fmla="*/ 30480 h 132080"/>
              <a:gd name="connsiteX60" fmla="*/ 210820 w 345440"/>
              <a:gd name="connsiteY60" fmla="*/ 41910 h 132080"/>
              <a:gd name="connsiteX61" fmla="*/ 210820 w 345440"/>
              <a:gd name="connsiteY61" fmla="*/ 71120 h 132080"/>
              <a:gd name="connsiteX62" fmla="*/ 220980 w 345440"/>
              <a:gd name="connsiteY62" fmla="*/ 81280 h 132080"/>
              <a:gd name="connsiteX63" fmla="*/ 231140 w 345440"/>
              <a:gd name="connsiteY63" fmla="*/ 71120 h 132080"/>
              <a:gd name="connsiteX64" fmla="*/ 231140 w 345440"/>
              <a:gd name="connsiteY64" fmla="*/ 50800 h 1320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</a:cxnLst>
            <a:rect l="l" t="t" r="r" b="b"/>
            <a:pathLst>
              <a:path w="345440" h="132080">
                <a:moveTo>
                  <a:pt x="24130" y="20320"/>
                </a:moveTo>
                <a:cubicBezTo>
                  <a:pt x="31750" y="7620"/>
                  <a:pt x="44450" y="0"/>
                  <a:pt x="59690" y="0"/>
                </a:cubicBezTo>
                <a:lnTo>
                  <a:pt x="120650" y="0"/>
                </a:lnTo>
                <a:cubicBezTo>
                  <a:pt x="135890" y="0"/>
                  <a:pt x="148590" y="7620"/>
                  <a:pt x="156210" y="20320"/>
                </a:cubicBezTo>
                <a:lnTo>
                  <a:pt x="187960" y="20320"/>
                </a:lnTo>
                <a:cubicBezTo>
                  <a:pt x="195580" y="7620"/>
                  <a:pt x="208280" y="0"/>
                  <a:pt x="223520" y="0"/>
                </a:cubicBezTo>
                <a:lnTo>
                  <a:pt x="284480" y="0"/>
                </a:lnTo>
                <a:cubicBezTo>
                  <a:pt x="299720" y="0"/>
                  <a:pt x="312420" y="7620"/>
                  <a:pt x="320040" y="20320"/>
                </a:cubicBezTo>
                <a:lnTo>
                  <a:pt x="335280" y="20320"/>
                </a:lnTo>
                <a:cubicBezTo>
                  <a:pt x="340360" y="20320"/>
                  <a:pt x="345440" y="25400"/>
                  <a:pt x="345440" y="30480"/>
                </a:cubicBezTo>
                <a:cubicBezTo>
                  <a:pt x="345440" y="35560"/>
                  <a:pt x="340360" y="40640"/>
                  <a:pt x="335280" y="40640"/>
                </a:cubicBezTo>
                <a:lnTo>
                  <a:pt x="325120" y="40640"/>
                </a:lnTo>
                <a:lnTo>
                  <a:pt x="325120" y="81280"/>
                </a:lnTo>
                <a:cubicBezTo>
                  <a:pt x="325120" y="109220"/>
                  <a:pt x="302260" y="132080"/>
                  <a:pt x="274320" y="132080"/>
                </a:cubicBezTo>
                <a:lnTo>
                  <a:pt x="233680" y="132080"/>
                </a:lnTo>
                <a:cubicBezTo>
                  <a:pt x="205740" y="132080"/>
                  <a:pt x="182880" y="109220"/>
                  <a:pt x="182880" y="81280"/>
                </a:cubicBezTo>
                <a:lnTo>
                  <a:pt x="182880" y="40640"/>
                </a:lnTo>
                <a:lnTo>
                  <a:pt x="162560" y="40640"/>
                </a:lnTo>
                <a:lnTo>
                  <a:pt x="162560" y="81280"/>
                </a:lnTo>
                <a:cubicBezTo>
                  <a:pt x="162560" y="109220"/>
                  <a:pt x="139700" y="132080"/>
                  <a:pt x="111760" y="132080"/>
                </a:cubicBezTo>
                <a:lnTo>
                  <a:pt x="71120" y="132080"/>
                </a:lnTo>
                <a:cubicBezTo>
                  <a:pt x="43180" y="132080"/>
                  <a:pt x="20320" y="109220"/>
                  <a:pt x="20320" y="81280"/>
                </a:cubicBezTo>
                <a:lnTo>
                  <a:pt x="20320" y="40640"/>
                </a:lnTo>
                <a:lnTo>
                  <a:pt x="10160" y="40640"/>
                </a:lnTo>
                <a:cubicBezTo>
                  <a:pt x="5080" y="40640"/>
                  <a:pt x="0" y="35560"/>
                  <a:pt x="0" y="30480"/>
                </a:cubicBezTo>
                <a:cubicBezTo>
                  <a:pt x="0" y="25400"/>
                  <a:pt x="5080" y="20320"/>
                  <a:pt x="10160" y="20320"/>
                </a:cubicBezTo>
                <a:lnTo>
                  <a:pt x="24130" y="20320"/>
                </a:lnTo>
                <a:close/>
                <a:moveTo>
                  <a:pt x="58420" y="20320"/>
                </a:moveTo>
                <a:cubicBezTo>
                  <a:pt x="46990" y="20320"/>
                  <a:pt x="38100" y="29210"/>
                  <a:pt x="38100" y="40640"/>
                </a:cubicBezTo>
                <a:lnTo>
                  <a:pt x="38100" y="81280"/>
                </a:lnTo>
                <a:cubicBezTo>
                  <a:pt x="38100" y="97790"/>
                  <a:pt x="52070" y="111760"/>
                  <a:pt x="68580" y="111760"/>
                </a:cubicBezTo>
                <a:lnTo>
                  <a:pt x="109220" y="111760"/>
                </a:lnTo>
                <a:cubicBezTo>
                  <a:pt x="125730" y="111760"/>
                  <a:pt x="139700" y="97790"/>
                  <a:pt x="139700" y="81280"/>
                </a:cubicBezTo>
                <a:lnTo>
                  <a:pt x="139700" y="40640"/>
                </a:lnTo>
                <a:cubicBezTo>
                  <a:pt x="139700" y="29210"/>
                  <a:pt x="130810" y="20320"/>
                  <a:pt x="119380" y="20320"/>
                </a:cubicBezTo>
                <a:lnTo>
                  <a:pt x="58420" y="20320"/>
                </a:lnTo>
                <a:close/>
                <a:moveTo>
                  <a:pt x="220980" y="20320"/>
                </a:moveTo>
                <a:cubicBezTo>
                  <a:pt x="209550" y="20320"/>
                  <a:pt x="200660" y="29210"/>
                  <a:pt x="200660" y="40640"/>
                </a:cubicBezTo>
                <a:lnTo>
                  <a:pt x="200660" y="81280"/>
                </a:lnTo>
                <a:cubicBezTo>
                  <a:pt x="200660" y="97790"/>
                  <a:pt x="214630" y="111760"/>
                  <a:pt x="231140" y="111760"/>
                </a:cubicBezTo>
                <a:lnTo>
                  <a:pt x="271780" y="111760"/>
                </a:lnTo>
                <a:cubicBezTo>
                  <a:pt x="288290" y="111760"/>
                  <a:pt x="302260" y="97790"/>
                  <a:pt x="302260" y="81280"/>
                </a:cubicBezTo>
                <a:lnTo>
                  <a:pt x="302260" y="40640"/>
                </a:lnTo>
                <a:cubicBezTo>
                  <a:pt x="302260" y="29210"/>
                  <a:pt x="293370" y="20320"/>
                  <a:pt x="281940" y="20320"/>
                </a:cubicBezTo>
                <a:lnTo>
                  <a:pt x="220980" y="20320"/>
                </a:lnTo>
                <a:close/>
                <a:moveTo>
                  <a:pt x="99060" y="50800"/>
                </a:moveTo>
                <a:lnTo>
                  <a:pt x="68580" y="50800"/>
                </a:lnTo>
                <a:lnTo>
                  <a:pt x="68580" y="71120"/>
                </a:lnTo>
                <a:cubicBezTo>
                  <a:pt x="68580" y="76200"/>
                  <a:pt x="63500" y="81280"/>
                  <a:pt x="58420" y="81280"/>
                </a:cubicBezTo>
                <a:cubicBezTo>
                  <a:pt x="53340" y="81280"/>
                  <a:pt x="48260" y="76200"/>
                  <a:pt x="48260" y="71120"/>
                </a:cubicBezTo>
                <a:lnTo>
                  <a:pt x="48260" y="41910"/>
                </a:lnTo>
                <a:cubicBezTo>
                  <a:pt x="48260" y="35560"/>
                  <a:pt x="53340" y="30480"/>
                  <a:pt x="59690" y="30480"/>
                </a:cubicBezTo>
                <a:lnTo>
                  <a:pt x="99060" y="30480"/>
                </a:lnTo>
                <a:cubicBezTo>
                  <a:pt x="104140" y="30480"/>
                  <a:pt x="109220" y="35560"/>
                  <a:pt x="109220" y="40640"/>
                </a:cubicBezTo>
                <a:cubicBezTo>
                  <a:pt x="109220" y="45720"/>
                  <a:pt x="105410" y="50800"/>
                  <a:pt x="99060" y="50800"/>
                </a:cubicBezTo>
                <a:close/>
                <a:moveTo>
                  <a:pt x="231140" y="50800"/>
                </a:moveTo>
                <a:lnTo>
                  <a:pt x="261620" y="50800"/>
                </a:lnTo>
                <a:cubicBezTo>
                  <a:pt x="266700" y="50800"/>
                  <a:pt x="271780" y="45720"/>
                  <a:pt x="271780" y="40640"/>
                </a:cubicBezTo>
                <a:cubicBezTo>
                  <a:pt x="271780" y="35560"/>
                  <a:pt x="266700" y="30480"/>
                  <a:pt x="261620" y="30480"/>
                </a:cubicBezTo>
                <a:lnTo>
                  <a:pt x="222250" y="30480"/>
                </a:lnTo>
                <a:cubicBezTo>
                  <a:pt x="215900" y="30480"/>
                  <a:pt x="210820" y="35560"/>
                  <a:pt x="210820" y="41910"/>
                </a:cubicBezTo>
                <a:lnTo>
                  <a:pt x="210820" y="71120"/>
                </a:lnTo>
                <a:cubicBezTo>
                  <a:pt x="210820" y="76200"/>
                  <a:pt x="215900" y="81280"/>
                  <a:pt x="220980" y="81280"/>
                </a:cubicBezTo>
                <a:cubicBezTo>
                  <a:pt x="226060" y="81280"/>
                  <a:pt x="231140" y="76200"/>
                  <a:pt x="231140" y="71120"/>
                </a:cubicBezTo>
                <a:lnTo>
                  <a:pt x="231140" y="508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64" name="Полилиния: фигура 486">
            <a:extLst>
              <a:ext uri="{FF2B5EF4-FFF2-40B4-BE49-F238E27FC236}">
                <a16:creationId xmlns:a16="http://schemas.microsoft.com/office/drawing/2014/main" id="{7B808305-3298-35AA-B6C8-9C77D4E8E249}"/>
              </a:ext>
            </a:extLst>
          </p:cNvPr>
          <p:cNvSpPr/>
          <p:nvPr/>
        </p:nvSpPr>
        <p:spPr>
          <a:xfrm>
            <a:off x="5615743" y="3154246"/>
            <a:ext cx="61595" cy="29720"/>
          </a:xfrm>
          <a:custGeom>
            <a:avLst/>
            <a:gdLst>
              <a:gd name="connsiteX0" fmla="*/ 28257 w 61595"/>
              <a:gd name="connsiteY0" fmla="*/ 20513 h 29720"/>
              <a:gd name="connsiteX1" fmla="*/ 16827 w 61595"/>
              <a:gd name="connsiteY1" fmla="*/ 26863 h 29720"/>
              <a:gd name="connsiteX2" fmla="*/ 2857 w 61595"/>
              <a:gd name="connsiteY2" fmla="*/ 26863 h 29720"/>
              <a:gd name="connsiteX3" fmla="*/ 2857 w 61595"/>
              <a:gd name="connsiteY3" fmla="*/ 12893 h 29720"/>
              <a:gd name="connsiteX4" fmla="*/ 28257 w 61595"/>
              <a:gd name="connsiteY4" fmla="*/ 193 h 29720"/>
              <a:gd name="connsiteX5" fmla="*/ 58738 w 61595"/>
              <a:gd name="connsiteY5" fmla="*/ 12893 h 29720"/>
              <a:gd name="connsiteX6" fmla="*/ 58738 w 61595"/>
              <a:gd name="connsiteY6" fmla="*/ 26863 h 29720"/>
              <a:gd name="connsiteX7" fmla="*/ 44768 w 61595"/>
              <a:gd name="connsiteY7" fmla="*/ 26863 h 29720"/>
              <a:gd name="connsiteX8" fmla="*/ 28257 w 61595"/>
              <a:gd name="connsiteY8" fmla="*/ 20513 h 29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1595" h="29720">
                <a:moveTo>
                  <a:pt x="28257" y="20513"/>
                </a:moveTo>
                <a:cubicBezTo>
                  <a:pt x="24448" y="20513"/>
                  <a:pt x="20638" y="23053"/>
                  <a:pt x="16827" y="26863"/>
                </a:cubicBezTo>
                <a:cubicBezTo>
                  <a:pt x="13018" y="30673"/>
                  <a:pt x="6668" y="30673"/>
                  <a:pt x="2857" y="26863"/>
                </a:cubicBezTo>
                <a:cubicBezTo>
                  <a:pt x="-952" y="23053"/>
                  <a:pt x="-952" y="16703"/>
                  <a:pt x="2857" y="12893"/>
                </a:cubicBezTo>
                <a:cubicBezTo>
                  <a:pt x="9207" y="6543"/>
                  <a:pt x="16827" y="193"/>
                  <a:pt x="28257" y="193"/>
                </a:cubicBezTo>
                <a:cubicBezTo>
                  <a:pt x="38418" y="-1077"/>
                  <a:pt x="49848" y="4003"/>
                  <a:pt x="58738" y="12893"/>
                </a:cubicBezTo>
                <a:cubicBezTo>
                  <a:pt x="62548" y="16703"/>
                  <a:pt x="62548" y="23053"/>
                  <a:pt x="58738" y="26863"/>
                </a:cubicBezTo>
                <a:cubicBezTo>
                  <a:pt x="54927" y="30673"/>
                  <a:pt x="48577" y="30673"/>
                  <a:pt x="44768" y="26863"/>
                </a:cubicBezTo>
                <a:cubicBezTo>
                  <a:pt x="35877" y="20513"/>
                  <a:pt x="30798" y="20513"/>
                  <a:pt x="28257" y="20513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65" name="Полилиния: фигура 487">
            <a:extLst>
              <a:ext uri="{FF2B5EF4-FFF2-40B4-BE49-F238E27FC236}">
                <a16:creationId xmlns:a16="http://schemas.microsoft.com/office/drawing/2014/main" id="{7BA179F0-247B-AC0C-C8E3-984A378FC5F5}"/>
              </a:ext>
            </a:extLst>
          </p:cNvPr>
          <p:cNvSpPr/>
          <p:nvPr/>
        </p:nvSpPr>
        <p:spPr>
          <a:xfrm>
            <a:off x="5525663" y="3047759"/>
            <a:ext cx="237945" cy="243840"/>
          </a:xfrm>
          <a:custGeom>
            <a:avLst/>
            <a:gdLst>
              <a:gd name="connsiteX0" fmla="*/ 73887 w 237945"/>
              <a:gd name="connsiteY0" fmla="*/ 0 h 243840"/>
              <a:gd name="connsiteX1" fmla="*/ 12928 w 237945"/>
              <a:gd name="connsiteY1" fmla="*/ 55880 h 243840"/>
              <a:gd name="connsiteX2" fmla="*/ 228 w 237945"/>
              <a:gd name="connsiteY2" fmla="*/ 199390 h 243840"/>
              <a:gd name="connsiteX3" fmla="*/ 40868 w 237945"/>
              <a:gd name="connsiteY3" fmla="*/ 243840 h 243840"/>
              <a:gd name="connsiteX4" fmla="*/ 197078 w 237945"/>
              <a:gd name="connsiteY4" fmla="*/ 243840 h 243840"/>
              <a:gd name="connsiteX5" fmla="*/ 237718 w 237945"/>
              <a:gd name="connsiteY5" fmla="*/ 199390 h 243840"/>
              <a:gd name="connsiteX6" fmla="*/ 227558 w 237945"/>
              <a:gd name="connsiteY6" fmla="*/ 82550 h 243840"/>
              <a:gd name="connsiteX7" fmla="*/ 227558 w 237945"/>
              <a:gd name="connsiteY7" fmla="*/ 82550 h 243840"/>
              <a:gd name="connsiteX8" fmla="*/ 225018 w 237945"/>
              <a:gd name="connsiteY8" fmla="*/ 55880 h 243840"/>
              <a:gd name="connsiteX9" fmla="*/ 164058 w 237945"/>
              <a:gd name="connsiteY9" fmla="*/ 0 h 243840"/>
              <a:gd name="connsiteX10" fmla="*/ 167868 w 237945"/>
              <a:gd name="connsiteY10" fmla="*/ 20320 h 243840"/>
              <a:gd name="connsiteX11" fmla="*/ 204698 w 237945"/>
              <a:gd name="connsiteY11" fmla="*/ 57150 h 243840"/>
              <a:gd name="connsiteX12" fmla="*/ 207237 w 237945"/>
              <a:gd name="connsiteY12" fmla="*/ 83820 h 243840"/>
              <a:gd name="connsiteX13" fmla="*/ 181837 w 237945"/>
              <a:gd name="connsiteY13" fmla="*/ 111760 h 243840"/>
              <a:gd name="connsiteX14" fmla="*/ 158978 w 237945"/>
              <a:gd name="connsiteY14" fmla="*/ 111760 h 243840"/>
              <a:gd name="connsiteX15" fmla="*/ 138658 w 237945"/>
              <a:gd name="connsiteY15" fmla="*/ 91440 h 243840"/>
              <a:gd name="connsiteX16" fmla="*/ 98018 w 237945"/>
              <a:gd name="connsiteY16" fmla="*/ 91440 h 243840"/>
              <a:gd name="connsiteX17" fmla="*/ 77698 w 237945"/>
              <a:gd name="connsiteY17" fmla="*/ 111760 h 243840"/>
              <a:gd name="connsiteX18" fmla="*/ 56108 w 237945"/>
              <a:gd name="connsiteY18" fmla="*/ 111760 h 243840"/>
              <a:gd name="connsiteX19" fmla="*/ 30708 w 237945"/>
              <a:gd name="connsiteY19" fmla="*/ 83820 h 243840"/>
              <a:gd name="connsiteX20" fmla="*/ 33248 w 237945"/>
              <a:gd name="connsiteY20" fmla="*/ 57150 h 243840"/>
              <a:gd name="connsiteX21" fmla="*/ 73887 w 237945"/>
              <a:gd name="connsiteY21" fmla="*/ 20320 h 243840"/>
              <a:gd name="connsiteX22" fmla="*/ 164058 w 237945"/>
              <a:gd name="connsiteY22" fmla="*/ 20320 h 243840"/>
              <a:gd name="connsiteX23" fmla="*/ 164058 w 237945"/>
              <a:gd name="connsiteY23" fmla="*/ 20320 h 243840"/>
              <a:gd name="connsiteX24" fmla="*/ 28168 w 237945"/>
              <a:gd name="connsiteY24" fmla="*/ 121920 h 243840"/>
              <a:gd name="connsiteX25" fmla="*/ 57378 w 237945"/>
              <a:gd name="connsiteY25" fmla="*/ 132080 h 243840"/>
              <a:gd name="connsiteX26" fmla="*/ 78968 w 237945"/>
              <a:gd name="connsiteY26" fmla="*/ 132080 h 243840"/>
              <a:gd name="connsiteX27" fmla="*/ 99287 w 237945"/>
              <a:gd name="connsiteY27" fmla="*/ 152400 h 243840"/>
              <a:gd name="connsiteX28" fmla="*/ 139928 w 237945"/>
              <a:gd name="connsiteY28" fmla="*/ 152400 h 243840"/>
              <a:gd name="connsiteX29" fmla="*/ 160248 w 237945"/>
              <a:gd name="connsiteY29" fmla="*/ 132080 h 243840"/>
              <a:gd name="connsiteX30" fmla="*/ 181837 w 237945"/>
              <a:gd name="connsiteY30" fmla="*/ 132080 h 243840"/>
              <a:gd name="connsiteX31" fmla="*/ 211048 w 237945"/>
              <a:gd name="connsiteY31" fmla="*/ 121920 h 243840"/>
              <a:gd name="connsiteX32" fmla="*/ 218668 w 237945"/>
              <a:gd name="connsiteY32" fmla="*/ 200660 h 243840"/>
              <a:gd name="connsiteX33" fmla="*/ 198348 w 237945"/>
              <a:gd name="connsiteY33" fmla="*/ 222250 h 243840"/>
              <a:gd name="connsiteX34" fmla="*/ 42137 w 237945"/>
              <a:gd name="connsiteY34" fmla="*/ 222250 h 243840"/>
              <a:gd name="connsiteX35" fmla="*/ 21818 w 237945"/>
              <a:gd name="connsiteY35" fmla="*/ 200660 h 243840"/>
              <a:gd name="connsiteX36" fmla="*/ 28168 w 237945"/>
              <a:gd name="connsiteY36" fmla="*/ 121920 h 243840"/>
              <a:gd name="connsiteX37" fmla="*/ 164058 w 237945"/>
              <a:gd name="connsiteY37" fmla="*/ 0 h 243840"/>
              <a:gd name="connsiteX38" fmla="*/ 73887 w 237945"/>
              <a:gd name="connsiteY38" fmla="*/ 0 h 243840"/>
              <a:gd name="connsiteX39" fmla="*/ 164058 w 237945"/>
              <a:gd name="connsiteY39" fmla="*/ 0 h 243840"/>
              <a:gd name="connsiteX40" fmla="*/ 99287 w 237945"/>
              <a:gd name="connsiteY40" fmla="*/ 111760 h 243840"/>
              <a:gd name="connsiteX41" fmla="*/ 139928 w 237945"/>
              <a:gd name="connsiteY41" fmla="*/ 111760 h 243840"/>
              <a:gd name="connsiteX42" fmla="*/ 139928 w 237945"/>
              <a:gd name="connsiteY42" fmla="*/ 132080 h 243840"/>
              <a:gd name="connsiteX43" fmla="*/ 99287 w 237945"/>
              <a:gd name="connsiteY43" fmla="*/ 132080 h 243840"/>
              <a:gd name="connsiteX44" fmla="*/ 99287 w 237945"/>
              <a:gd name="connsiteY44" fmla="*/ 111760 h 243840"/>
              <a:gd name="connsiteX45" fmla="*/ 68808 w 237945"/>
              <a:gd name="connsiteY45" fmla="*/ 177800 h 243840"/>
              <a:gd name="connsiteX46" fmla="*/ 78968 w 237945"/>
              <a:gd name="connsiteY46" fmla="*/ 167640 h 243840"/>
              <a:gd name="connsiteX47" fmla="*/ 160248 w 237945"/>
              <a:gd name="connsiteY47" fmla="*/ 167640 h 243840"/>
              <a:gd name="connsiteX48" fmla="*/ 170408 w 237945"/>
              <a:gd name="connsiteY48" fmla="*/ 177800 h 243840"/>
              <a:gd name="connsiteX49" fmla="*/ 160248 w 237945"/>
              <a:gd name="connsiteY49" fmla="*/ 187960 h 243840"/>
              <a:gd name="connsiteX50" fmla="*/ 78968 w 237945"/>
              <a:gd name="connsiteY50" fmla="*/ 187960 h 243840"/>
              <a:gd name="connsiteX51" fmla="*/ 68808 w 237945"/>
              <a:gd name="connsiteY51" fmla="*/ 1778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237945" h="243840">
                <a:moveTo>
                  <a:pt x="73887" y="0"/>
                </a:moveTo>
                <a:cubicBezTo>
                  <a:pt x="42137" y="0"/>
                  <a:pt x="16737" y="24130"/>
                  <a:pt x="12928" y="55880"/>
                </a:cubicBezTo>
                <a:lnTo>
                  <a:pt x="228" y="199390"/>
                </a:lnTo>
                <a:cubicBezTo>
                  <a:pt x="-2313" y="223520"/>
                  <a:pt x="16737" y="243840"/>
                  <a:pt x="40868" y="243840"/>
                </a:cubicBezTo>
                <a:lnTo>
                  <a:pt x="197078" y="243840"/>
                </a:lnTo>
                <a:cubicBezTo>
                  <a:pt x="221208" y="243840"/>
                  <a:pt x="240258" y="223520"/>
                  <a:pt x="237718" y="199390"/>
                </a:cubicBezTo>
                <a:lnTo>
                  <a:pt x="227558" y="82550"/>
                </a:lnTo>
                <a:cubicBezTo>
                  <a:pt x="227558" y="82550"/>
                  <a:pt x="227558" y="82550"/>
                  <a:pt x="227558" y="82550"/>
                </a:cubicBezTo>
                <a:lnTo>
                  <a:pt x="225018" y="55880"/>
                </a:lnTo>
                <a:cubicBezTo>
                  <a:pt x="222478" y="24130"/>
                  <a:pt x="195808" y="0"/>
                  <a:pt x="164058" y="0"/>
                </a:cubicBezTo>
                <a:moveTo>
                  <a:pt x="167868" y="20320"/>
                </a:moveTo>
                <a:cubicBezTo>
                  <a:pt x="186918" y="21590"/>
                  <a:pt x="203428" y="36830"/>
                  <a:pt x="204698" y="57150"/>
                </a:cubicBezTo>
                <a:lnTo>
                  <a:pt x="207237" y="83820"/>
                </a:lnTo>
                <a:cubicBezTo>
                  <a:pt x="208508" y="99060"/>
                  <a:pt x="197078" y="111760"/>
                  <a:pt x="181837" y="111760"/>
                </a:cubicBezTo>
                <a:lnTo>
                  <a:pt x="158978" y="111760"/>
                </a:lnTo>
                <a:cubicBezTo>
                  <a:pt x="158978" y="100330"/>
                  <a:pt x="150087" y="91440"/>
                  <a:pt x="138658" y="91440"/>
                </a:cubicBezTo>
                <a:lnTo>
                  <a:pt x="98018" y="91440"/>
                </a:lnTo>
                <a:cubicBezTo>
                  <a:pt x="86587" y="91440"/>
                  <a:pt x="77698" y="100330"/>
                  <a:pt x="77698" y="111760"/>
                </a:cubicBezTo>
                <a:lnTo>
                  <a:pt x="56108" y="111760"/>
                </a:lnTo>
                <a:cubicBezTo>
                  <a:pt x="40868" y="111760"/>
                  <a:pt x="29437" y="99060"/>
                  <a:pt x="30708" y="83820"/>
                </a:cubicBezTo>
                <a:lnTo>
                  <a:pt x="33248" y="57150"/>
                </a:lnTo>
                <a:cubicBezTo>
                  <a:pt x="34518" y="36830"/>
                  <a:pt x="52298" y="20320"/>
                  <a:pt x="73887" y="20320"/>
                </a:cubicBezTo>
                <a:lnTo>
                  <a:pt x="164058" y="20320"/>
                </a:lnTo>
                <a:cubicBezTo>
                  <a:pt x="164058" y="20320"/>
                  <a:pt x="164058" y="20320"/>
                  <a:pt x="164058" y="20320"/>
                </a:cubicBezTo>
                <a:moveTo>
                  <a:pt x="28168" y="121920"/>
                </a:moveTo>
                <a:cubicBezTo>
                  <a:pt x="35787" y="128270"/>
                  <a:pt x="45948" y="132080"/>
                  <a:pt x="57378" y="132080"/>
                </a:cubicBezTo>
                <a:lnTo>
                  <a:pt x="78968" y="132080"/>
                </a:lnTo>
                <a:cubicBezTo>
                  <a:pt x="78968" y="143510"/>
                  <a:pt x="87858" y="152400"/>
                  <a:pt x="99287" y="152400"/>
                </a:cubicBezTo>
                <a:lnTo>
                  <a:pt x="139928" y="152400"/>
                </a:lnTo>
                <a:cubicBezTo>
                  <a:pt x="151358" y="152400"/>
                  <a:pt x="160248" y="143510"/>
                  <a:pt x="160248" y="132080"/>
                </a:cubicBezTo>
                <a:lnTo>
                  <a:pt x="181837" y="132080"/>
                </a:lnTo>
                <a:cubicBezTo>
                  <a:pt x="193268" y="132080"/>
                  <a:pt x="202158" y="128270"/>
                  <a:pt x="211048" y="121920"/>
                </a:cubicBezTo>
                <a:lnTo>
                  <a:pt x="218668" y="200660"/>
                </a:lnTo>
                <a:cubicBezTo>
                  <a:pt x="219937" y="212090"/>
                  <a:pt x="209778" y="222250"/>
                  <a:pt x="198348" y="222250"/>
                </a:cubicBezTo>
                <a:lnTo>
                  <a:pt x="42137" y="222250"/>
                </a:lnTo>
                <a:cubicBezTo>
                  <a:pt x="30708" y="222250"/>
                  <a:pt x="20548" y="212090"/>
                  <a:pt x="21818" y="200660"/>
                </a:cubicBezTo>
                <a:lnTo>
                  <a:pt x="28168" y="121920"/>
                </a:lnTo>
                <a:close/>
                <a:moveTo>
                  <a:pt x="164058" y="0"/>
                </a:moveTo>
                <a:lnTo>
                  <a:pt x="73887" y="0"/>
                </a:lnTo>
                <a:lnTo>
                  <a:pt x="164058" y="0"/>
                </a:lnTo>
                <a:close/>
                <a:moveTo>
                  <a:pt x="99287" y="111760"/>
                </a:moveTo>
                <a:lnTo>
                  <a:pt x="139928" y="111760"/>
                </a:lnTo>
                <a:lnTo>
                  <a:pt x="139928" y="132080"/>
                </a:lnTo>
                <a:lnTo>
                  <a:pt x="99287" y="132080"/>
                </a:lnTo>
                <a:lnTo>
                  <a:pt x="99287" y="111760"/>
                </a:lnTo>
                <a:close/>
                <a:moveTo>
                  <a:pt x="68808" y="177800"/>
                </a:moveTo>
                <a:cubicBezTo>
                  <a:pt x="68808" y="172720"/>
                  <a:pt x="73887" y="167640"/>
                  <a:pt x="78968" y="167640"/>
                </a:cubicBezTo>
                <a:lnTo>
                  <a:pt x="160248" y="167640"/>
                </a:lnTo>
                <a:cubicBezTo>
                  <a:pt x="165328" y="167640"/>
                  <a:pt x="170408" y="172720"/>
                  <a:pt x="170408" y="177800"/>
                </a:cubicBezTo>
                <a:cubicBezTo>
                  <a:pt x="170408" y="182880"/>
                  <a:pt x="165328" y="187960"/>
                  <a:pt x="160248" y="187960"/>
                </a:cubicBezTo>
                <a:lnTo>
                  <a:pt x="78968" y="187960"/>
                </a:lnTo>
                <a:cubicBezTo>
                  <a:pt x="72618" y="187960"/>
                  <a:pt x="68808" y="182880"/>
                  <a:pt x="68808" y="1778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>
              <a:solidFill>
                <a:schemeClr val="bg1"/>
              </a:solidFill>
            </a:endParaRPr>
          </a:p>
        </p:txBody>
      </p:sp>
      <p:sp>
        <p:nvSpPr>
          <p:cNvPr id="666" name="Полилиния: фигура 490">
            <a:extLst>
              <a:ext uri="{FF2B5EF4-FFF2-40B4-BE49-F238E27FC236}">
                <a16:creationId xmlns:a16="http://schemas.microsoft.com/office/drawing/2014/main" id="{FFFA95E5-78CC-8E5C-B01F-51E62168A40C}"/>
              </a:ext>
            </a:extLst>
          </p:cNvPr>
          <p:cNvSpPr/>
          <p:nvPr/>
        </p:nvSpPr>
        <p:spPr>
          <a:xfrm>
            <a:off x="513906" y="4481828"/>
            <a:ext cx="285750" cy="194036"/>
          </a:xfrm>
          <a:custGeom>
            <a:avLst/>
            <a:gdLst>
              <a:gd name="connsiteX0" fmla="*/ 7620 w 285750"/>
              <a:gd name="connsiteY0" fmla="*/ 6076 h 194036"/>
              <a:gd name="connsiteX1" fmla="*/ 21590 w 285750"/>
              <a:gd name="connsiteY1" fmla="*/ 997 h 194036"/>
              <a:gd name="connsiteX2" fmla="*/ 111760 w 285750"/>
              <a:gd name="connsiteY2" fmla="*/ 41636 h 194036"/>
              <a:gd name="connsiteX3" fmla="*/ 123190 w 285750"/>
              <a:gd name="connsiteY3" fmla="*/ 60686 h 194036"/>
              <a:gd name="connsiteX4" fmla="*/ 123190 w 285750"/>
              <a:gd name="connsiteY4" fmla="*/ 81006 h 194036"/>
              <a:gd name="connsiteX5" fmla="*/ 143510 w 285750"/>
              <a:gd name="connsiteY5" fmla="*/ 81006 h 194036"/>
              <a:gd name="connsiteX6" fmla="*/ 143510 w 285750"/>
              <a:gd name="connsiteY6" fmla="*/ 12426 h 194036"/>
              <a:gd name="connsiteX7" fmla="*/ 154940 w 285750"/>
              <a:gd name="connsiteY7" fmla="*/ 997 h 194036"/>
              <a:gd name="connsiteX8" fmla="*/ 219710 w 285750"/>
              <a:gd name="connsiteY8" fmla="*/ 997 h 194036"/>
              <a:gd name="connsiteX9" fmla="*/ 229870 w 285750"/>
              <a:gd name="connsiteY9" fmla="*/ 7347 h 194036"/>
              <a:gd name="connsiteX10" fmla="*/ 264160 w 285750"/>
              <a:gd name="connsiteY10" fmla="*/ 82276 h 194036"/>
              <a:gd name="connsiteX11" fmla="*/ 265430 w 285750"/>
              <a:gd name="connsiteY11" fmla="*/ 82276 h 194036"/>
              <a:gd name="connsiteX12" fmla="*/ 285750 w 285750"/>
              <a:gd name="connsiteY12" fmla="*/ 102597 h 194036"/>
              <a:gd name="connsiteX13" fmla="*/ 285750 w 285750"/>
              <a:gd name="connsiteY13" fmla="*/ 143236 h 194036"/>
              <a:gd name="connsiteX14" fmla="*/ 265430 w 285750"/>
              <a:gd name="connsiteY14" fmla="*/ 163556 h 194036"/>
              <a:gd name="connsiteX15" fmla="*/ 250190 w 285750"/>
              <a:gd name="connsiteY15" fmla="*/ 163556 h 194036"/>
              <a:gd name="connsiteX16" fmla="*/ 214630 w 285750"/>
              <a:gd name="connsiteY16" fmla="*/ 194036 h 194036"/>
              <a:gd name="connsiteX17" fmla="*/ 179070 w 285750"/>
              <a:gd name="connsiteY17" fmla="*/ 163556 h 194036"/>
              <a:gd name="connsiteX18" fmla="*/ 101600 w 285750"/>
              <a:gd name="connsiteY18" fmla="*/ 163556 h 194036"/>
              <a:gd name="connsiteX19" fmla="*/ 66040 w 285750"/>
              <a:gd name="connsiteY19" fmla="*/ 194036 h 194036"/>
              <a:gd name="connsiteX20" fmla="*/ 30480 w 285750"/>
              <a:gd name="connsiteY20" fmla="*/ 163556 h 194036"/>
              <a:gd name="connsiteX21" fmla="*/ 11430 w 285750"/>
              <a:gd name="connsiteY21" fmla="*/ 163556 h 194036"/>
              <a:gd name="connsiteX22" fmla="*/ 0 w 285750"/>
              <a:gd name="connsiteY22" fmla="*/ 152126 h 194036"/>
              <a:gd name="connsiteX23" fmla="*/ 0 w 285750"/>
              <a:gd name="connsiteY23" fmla="*/ 93706 h 194036"/>
              <a:gd name="connsiteX24" fmla="*/ 11430 w 285750"/>
              <a:gd name="connsiteY24" fmla="*/ 82276 h 194036"/>
              <a:gd name="connsiteX25" fmla="*/ 101600 w 285750"/>
              <a:gd name="connsiteY25" fmla="*/ 82276 h 194036"/>
              <a:gd name="connsiteX26" fmla="*/ 101600 w 285750"/>
              <a:gd name="connsiteY26" fmla="*/ 61956 h 194036"/>
              <a:gd name="connsiteX27" fmla="*/ 11430 w 285750"/>
              <a:gd name="connsiteY27" fmla="*/ 21316 h 194036"/>
              <a:gd name="connsiteX28" fmla="*/ 7620 w 285750"/>
              <a:gd name="connsiteY28" fmla="*/ 6076 h 194036"/>
              <a:gd name="connsiteX29" fmla="*/ 241300 w 285750"/>
              <a:gd name="connsiteY29" fmla="*/ 82276 h 194036"/>
              <a:gd name="connsiteX30" fmla="*/ 213360 w 285750"/>
              <a:gd name="connsiteY30" fmla="*/ 21316 h 194036"/>
              <a:gd name="connsiteX31" fmla="*/ 163830 w 285750"/>
              <a:gd name="connsiteY31" fmla="*/ 21316 h 194036"/>
              <a:gd name="connsiteX32" fmla="*/ 163830 w 285750"/>
              <a:gd name="connsiteY32" fmla="*/ 82276 h 194036"/>
              <a:gd name="connsiteX33" fmla="*/ 241300 w 285750"/>
              <a:gd name="connsiteY33" fmla="*/ 82276 h 194036"/>
              <a:gd name="connsiteX34" fmla="*/ 153670 w 285750"/>
              <a:gd name="connsiteY34" fmla="*/ 102597 h 194036"/>
              <a:gd name="connsiteX35" fmla="*/ 113030 w 285750"/>
              <a:gd name="connsiteY35" fmla="*/ 102597 h 194036"/>
              <a:gd name="connsiteX36" fmla="*/ 21590 w 285750"/>
              <a:gd name="connsiteY36" fmla="*/ 102597 h 194036"/>
              <a:gd name="connsiteX37" fmla="*/ 21590 w 285750"/>
              <a:gd name="connsiteY37" fmla="*/ 143236 h 194036"/>
              <a:gd name="connsiteX38" fmla="*/ 35560 w 285750"/>
              <a:gd name="connsiteY38" fmla="*/ 143236 h 194036"/>
              <a:gd name="connsiteX39" fmla="*/ 67310 w 285750"/>
              <a:gd name="connsiteY39" fmla="*/ 122916 h 194036"/>
              <a:gd name="connsiteX40" fmla="*/ 99060 w 285750"/>
              <a:gd name="connsiteY40" fmla="*/ 143236 h 194036"/>
              <a:gd name="connsiteX41" fmla="*/ 181610 w 285750"/>
              <a:gd name="connsiteY41" fmla="*/ 143236 h 194036"/>
              <a:gd name="connsiteX42" fmla="*/ 213360 w 285750"/>
              <a:gd name="connsiteY42" fmla="*/ 122916 h 194036"/>
              <a:gd name="connsiteX43" fmla="*/ 245110 w 285750"/>
              <a:gd name="connsiteY43" fmla="*/ 143236 h 194036"/>
              <a:gd name="connsiteX44" fmla="*/ 264160 w 285750"/>
              <a:gd name="connsiteY44" fmla="*/ 143236 h 194036"/>
              <a:gd name="connsiteX45" fmla="*/ 264160 w 285750"/>
              <a:gd name="connsiteY45" fmla="*/ 102597 h 194036"/>
              <a:gd name="connsiteX46" fmla="*/ 153670 w 285750"/>
              <a:gd name="connsiteY46" fmla="*/ 102597 h 194036"/>
              <a:gd name="connsiteX47" fmla="*/ 52070 w 285750"/>
              <a:gd name="connsiteY47" fmla="*/ 158476 h 194036"/>
              <a:gd name="connsiteX48" fmla="*/ 67310 w 285750"/>
              <a:gd name="connsiteY48" fmla="*/ 143236 h 194036"/>
              <a:gd name="connsiteX49" fmla="*/ 82550 w 285750"/>
              <a:gd name="connsiteY49" fmla="*/ 158476 h 194036"/>
              <a:gd name="connsiteX50" fmla="*/ 67310 w 285750"/>
              <a:gd name="connsiteY50" fmla="*/ 173716 h 194036"/>
              <a:gd name="connsiteX51" fmla="*/ 52070 w 285750"/>
              <a:gd name="connsiteY51" fmla="*/ 158476 h 194036"/>
              <a:gd name="connsiteX52" fmla="*/ 214630 w 285750"/>
              <a:gd name="connsiteY52" fmla="*/ 143236 h 194036"/>
              <a:gd name="connsiteX53" fmla="*/ 199390 w 285750"/>
              <a:gd name="connsiteY53" fmla="*/ 158476 h 194036"/>
              <a:gd name="connsiteX54" fmla="*/ 214630 w 285750"/>
              <a:gd name="connsiteY54" fmla="*/ 173716 h 194036"/>
              <a:gd name="connsiteX55" fmla="*/ 229870 w 285750"/>
              <a:gd name="connsiteY55" fmla="*/ 158476 h 194036"/>
              <a:gd name="connsiteX56" fmla="*/ 214630 w 285750"/>
              <a:gd name="connsiteY56" fmla="*/ 143236 h 194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285750" h="194036">
                <a:moveTo>
                  <a:pt x="7620" y="6076"/>
                </a:moveTo>
                <a:cubicBezTo>
                  <a:pt x="10160" y="997"/>
                  <a:pt x="16510" y="-1544"/>
                  <a:pt x="21590" y="997"/>
                </a:cubicBezTo>
                <a:lnTo>
                  <a:pt x="111760" y="41636"/>
                </a:lnTo>
                <a:cubicBezTo>
                  <a:pt x="119380" y="45447"/>
                  <a:pt x="123190" y="51797"/>
                  <a:pt x="123190" y="60686"/>
                </a:cubicBezTo>
                <a:lnTo>
                  <a:pt x="123190" y="81006"/>
                </a:lnTo>
                <a:lnTo>
                  <a:pt x="143510" y="81006"/>
                </a:lnTo>
                <a:lnTo>
                  <a:pt x="143510" y="12426"/>
                </a:lnTo>
                <a:cubicBezTo>
                  <a:pt x="143510" y="6076"/>
                  <a:pt x="148590" y="997"/>
                  <a:pt x="154940" y="997"/>
                </a:cubicBezTo>
                <a:lnTo>
                  <a:pt x="219710" y="997"/>
                </a:lnTo>
                <a:cubicBezTo>
                  <a:pt x="223520" y="997"/>
                  <a:pt x="227330" y="3536"/>
                  <a:pt x="229870" y="7347"/>
                </a:cubicBezTo>
                <a:lnTo>
                  <a:pt x="264160" y="82276"/>
                </a:lnTo>
                <a:lnTo>
                  <a:pt x="265430" y="82276"/>
                </a:lnTo>
                <a:cubicBezTo>
                  <a:pt x="276860" y="82276"/>
                  <a:pt x="285750" y="91166"/>
                  <a:pt x="285750" y="102597"/>
                </a:cubicBezTo>
                <a:lnTo>
                  <a:pt x="285750" y="143236"/>
                </a:lnTo>
                <a:cubicBezTo>
                  <a:pt x="285750" y="154666"/>
                  <a:pt x="276860" y="163556"/>
                  <a:pt x="265430" y="163556"/>
                </a:cubicBezTo>
                <a:lnTo>
                  <a:pt x="250190" y="163556"/>
                </a:lnTo>
                <a:cubicBezTo>
                  <a:pt x="247650" y="181336"/>
                  <a:pt x="232410" y="194036"/>
                  <a:pt x="214630" y="194036"/>
                </a:cubicBezTo>
                <a:cubicBezTo>
                  <a:pt x="196850" y="194036"/>
                  <a:pt x="181610" y="181336"/>
                  <a:pt x="179070" y="163556"/>
                </a:cubicBezTo>
                <a:lnTo>
                  <a:pt x="101600" y="163556"/>
                </a:lnTo>
                <a:cubicBezTo>
                  <a:pt x="99060" y="181336"/>
                  <a:pt x="83820" y="194036"/>
                  <a:pt x="66040" y="194036"/>
                </a:cubicBezTo>
                <a:cubicBezTo>
                  <a:pt x="48260" y="194036"/>
                  <a:pt x="33020" y="181336"/>
                  <a:pt x="30480" y="163556"/>
                </a:cubicBezTo>
                <a:lnTo>
                  <a:pt x="11430" y="163556"/>
                </a:lnTo>
                <a:cubicBezTo>
                  <a:pt x="5080" y="163556"/>
                  <a:pt x="0" y="158476"/>
                  <a:pt x="0" y="152126"/>
                </a:cubicBezTo>
                <a:lnTo>
                  <a:pt x="0" y="93706"/>
                </a:lnTo>
                <a:cubicBezTo>
                  <a:pt x="0" y="87356"/>
                  <a:pt x="5080" y="82276"/>
                  <a:pt x="11430" y="82276"/>
                </a:cubicBezTo>
                <a:lnTo>
                  <a:pt x="101600" y="82276"/>
                </a:lnTo>
                <a:lnTo>
                  <a:pt x="101600" y="61956"/>
                </a:lnTo>
                <a:lnTo>
                  <a:pt x="11430" y="21316"/>
                </a:lnTo>
                <a:cubicBezTo>
                  <a:pt x="7620" y="17506"/>
                  <a:pt x="5080" y="11156"/>
                  <a:pt x="7620" y="6076"/>
                </a:cubicBezTo>
                <a:close/>
                <a:moveTo>
                  <a:pt x="241300" y="82276"/>
                </a:moveTo>
                <a:lnTo>
                  <a:pt x="213360" y="21316"/>
                </a:lnTo>
                <a:lnTo>
                  <a:pt x="163830" y="21316"/>
                </a:lnTo>
                <a:lnTo>
                  <a:pt x="163830" y="82276"/>
                </a:lnTo>
                <a:lnTo>
                  <a:pt x="241300" y="82276"/>
                </a:lnTo>
                <a:close/>
                <a:moveTo>
                  <a:pt x="153670" y="102597"/>
                </a:moveTo>
                <a:lnTo>
                  <a:pt x="113030" y="102597"/>
                </a:lnTo>
                <a:lnTo>
                  <a:pt x="21590" y="102597"/>
                </a:lnTo>
                <a:lnTo>
                  <a:pt x="21590" y="143236"/>
                </a:lnTo>
                <a:lnTo>
                  <a:pt x="35560" y="143236"/>
                </a:lnTo>
                <a:cubicBezTo>
                  <a:pt x="40640" y="131806"/>
                  <a:pt x="53340" y="122916"/>
                  <a:pt x="67310" y="122916"/>
                </a:cubicBezTo>
                <a:cubicBezTo>
                  <a:pt x="81280" y="122916"/>
                  <a:pt x="93980" y="131806"/>
                  <a:pt x="99060" y="143236"/>
                </a:cubicBezTo>
                <a:lnTo>
                  <a:pt x="181610" y="143236"/>
                </a:lnTo>
                <a:cubicBezTo>
                  <a:pt x="186690" y="131806"/>
                  <a:pt x="199390" y="122916"/>
                  <a:pt x="213360" y="122916"/>
                </a:cubicBezTo>
                <a:cubicBezTo>
                  <a:pt x="227330" y="122916"/>
                  <a:pt x="240030" y="131806"/>
                  <a:pt x="245110" y="143236"/>
                </a:cubicBezTo>
                <a:lnTo>
                  <a:pt x="264160" y="143236"/>
                </a:lnTo>
                <a:lnTo>
                  <a:pt x="264160" y="102597"/>
                </a:lnTo>
                <a:lnTo>
                  <a:pt x="153670" y="102597"/>
                </a:lnTo>
                <a:close/>
                <a:moveTo>
                  <a:pt x="52070" y="158476"/>
                </a:moveTo>
                <a:cubicBezTo>
                  <a:pt x="52070" y="149586"/>
                  <a:pt x="58420" y="143236"/>
                  <a:pt x="67310" y="143236"/>
                </a:cubicBezTo>
                <a:cubicBezTo>
                  <a:pt x="76200" y="143236"/>
                  <a:pt x="82550" y="149586"/>
                  <a:pt x="82550" y="158476"/>
                </a:cubicBezTo>
                <a:cubicBezTo>
                  <a:pt x="82550" y="167366"/>
                  <a:pt x="76200" y="173716"/>
                  <a:pt x="67310" y="173716"/>
                </a:cubicBezTo>
                <a:cubicBezTo>
                  <a:pt x="58420" y="172447"/>
                  <a:pt x="52070" y="166097"/>
                  <a:pt x="52070" y="158476"/>
                </a:cubicBezTo>
                <a:close/>
                <a:moveTo>
                  <a:pt x="214630" y="143236"/>
                </a:moveTo>
                <a:cubicBezTo>
                  <a:pt x="205740" y="143236"/>
                  <a:pt x="199390" y="149586"/>
                  <a:pt x="199390" y="158476"/>
                </a:cubicBezTo>
                <a:cubicBezTo>
                  <a:pt x="199390" y="167366"/>
                  <a:pt x="205740" y="173716"/>
                  <a:pt x="214630" y="173716"/>
                </a:cubicBezTo>
                <a:cubicBezTo>
                  <a:pt x="223520" y="173716"/>
                  <a:pt x="229870" y="167366"/>
                  <a:pt x="229870" y="158476"/>
                </a:cubicBezTo>
                <a:cubicBezTo>
                  <a:pt x="229870" y="149586"/>
                  <a:pt x="222250" y="143236"/>
                  <a:pt x="214630" y="143236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67" name="Полилиния: фигура 494">
            <a:extLst>
              <a:ext uri="{FF2B5EF4-FFF2-40B4-BE49-F238E27FC236}">
                <a16:creationId xmlns:a16="http://schemas.microsoft.com/office/drawing/2014/main" id="{61121691-2C39-7373-AF72-1F93AD495C0C}"/>
              </a:ext>
            </a:extLst>
          </p:cNvPr>
          <p:cNvSpPr/>
          <p:nvPr/>
        </p:nvSpPr>
        <p:spPr>
          <a:xfrm>
            <a:off x="1054221" y="4452344"/>
            <a:ext cx="232409" cy="252730"/>
          </a:xfrm>
          <a:custGeom>
            <a:avLst/>
            <a:gdLst>
              <a:gd name="connsiteX0" fmla="*/ 132080 w 232409"/>
              <a:gd name="connsiteY0" fmla="*/ 71120 h 252730"/>
              <a:gd name="connsiteX1" fmla="*/ 132080 w 232409"/>
              <a:gd name="connsiteY1" fmla="*/ 91440 h 252730"/>
              <a:gd name="connsiteX2" fmla="*/ 111760 w 232409"/>
              <a:gd name="connsiteY2" fmla="*/ 91440 h 252730"/>
              <a:gd name="connsiteX3" fmla="*/ 50800 w 232409"/>
              <a:gd name="connsiteY3" fmla="*/ 91440 h 252730"/>
              <a:gd name="connsiteX4" fmla="*/ 30480 w 232409"/>
              <a:gd name="connsiteY4" fmla="*/ 91440 h 252730"/>
              <a:gd name="connsiteX5" fmla="*/ 10160 w 232409"/>
              <a:gd name="connsiteY5" fmla="*/ 91440 h 252730"/>
              <a:gd name="connsiteX6" fmla="*/ 0 w 232409"/>
              <a:gd name="connsiteY6" fmla="*/ 101600 h 252730"/>
              <a:gd name="connsiteX7" fmla="*/ 10160 w 232409"/>
              <a:gd name="connsiteY7" fmla="*/ 111760 h 252730"/>
              <a:gd name="connsiteX8" fmla="*/ 30480 w 232409"/>
              <a:gd name="connsiteY8" fmla="*/ 111760 h 252730"/>
              <a:gd name="connsiteX9" fmla="*/ 110490 w 232409"/>
              <a:gd name="connsiteY9" fmla="*/ 182880 h 252730"/>
              <a:gd name="connsiteX10" fmla="*/ 151130 w 232409"/>
              <a:gd name="connsiteY10" fmla="*/ 182880 h 252730"/>
              <a:gd name="connsiteX11" fmla="*/ 232410 w 232409"/>
              <a:gd name="connsiteY11" fmla="*/ 101600 h 252730"/>
              <a:gd name="connsiteX12" fmla="*/ 232410 w 232409"/>
              <a:gd name="connsiteY12" fmla="*/ 91440 h 252730"/>
              <a:gd name="connsiteX13" fmla="*/ 140970 w 232409"/>
              <a:gd name="connsiteY13" fmla="*/ 0 h 252730"/>
              <a:gd name="connsiteX14" fmla="*/ 130810 w 232409"/>
              <a:gd name="connsiteY14" fmla="*/ 10160 h 252730"/>
              <a:gd name="connsiteX15" fmla="*/ 130810 w 232409"/>
              <a:gd name="connsiteY15" fmla="*/ 71120 h 252730"/>
              <a:gd name="connsiteX16" fmla="*/ 213360 w 232409"/>
              <a:gd name="connsiteY16" fmla="*/ 91440 h 252730"/>
              <a:gd name="connsiteX17" fmla="*/ 152400 w 232409"/>
              <a:gd name="connsiteY17" fmla="*/ 21590 h 252730"/>
              <a:gd name="connsiteX18" fmla="*/ 152400 w 232409"/>
              <a:gd name="connsiteY18" fmla="*/ 91440 h 252730"/>
              <a:gd name="connsiteX19" fmla="*/ 213360 w 232409"/>
              <a:gd name="connsiteY19" fmla="*/ 91440 h 252730"/>
              <a:gd name="connsiteX20" fmla="*/ 152400 w 232409"/>
              <a:gd name="connsiteY20" fmla="*/ 111760 h 252730"/>
              <a:gd name="connsiteX21" fmla="*/ 213360 w 232409"/>
              <a:gd name="connsiteY21" fmla="*/ 111760 h 252730"/>
              <a:gd name="connsiteX22" fmla="*/ 153670 w 232409"/>
              <a:gd name="connsiteY22" fmla="*/ 162560 h 252730"/>
              <a:gd name="connsiteX23" fmla="*/ 113030 w 232409"/>
              <a:gd name="connsiteY23" fmla="*/ 162560 h 252730"/>
              <a:gd name="connsiteX24" fmla="*/ 53340 w 232409"/>
              <a:gd name="connsiteY24" fmla="*/ 111760 h 252730"/>
              <a:gd name="connsiteX25" fmla="*/ 133350 w 232409"/>
              <a:gd name="connsiteY25" fmla="*/ 111760 h 252730"/>
              <a:gd name="connsiteX26" fmla="*/ 152400 w 232409"/>
              <a:gd name="connsiteY26" fmla="*/ 111760 h 252730"/>
              <a:gd name="connsiteX27" fmla="*/ 60960 w 232409"/>
              <a:gd name="connsiteY27" fmla="*/ 222250 h 252730"/>
              <a:gd name="connsiteX28" fmla="*/ 71120 w 232409"/>
              <a:gd name="connsiteY28" fmla="*/ 212090 h 252730"/>
              <a:gd name="connsiteX29" fmla="*/ 81280 w 232409"/>
              <a:gd name="connsiteY29" fmla="*/ 222250 h 252730"/>
              <a:gd name="connsiteX30" fmla="*/ 71120 w 232409"/>
              <a:gd name="connsiteY30" fmla="*/ 232410 h 252730"/>
              <a:gd name="connsiteX31" fmla="*/ 60960 w 232409"/>
              <a:gd name="connsiteY31" fmla="*/ 222250 h 252730"/>
              <a:gd name="connsiteX32" fmla="*/ 71120 w 232409"/>
              <a:gd name="connsiteY32" fmla="*/ 191770 h 252730"/>
              <a:gd name="connsiteX33" fmla="*/ 40640 w 232409"/>
              <a:gd name="connsiteY33" fmla="*/ 222250 h 252730"/>
              <a:gd name="connsiteX34" fmla="*/ 71120 w 232409"/>
              <a:gd name="connsiteY34" fmla="*/ 252730 h 252730"/>
              <a:gd name="connsiteX35" fmla="*/ 101600 w 232409"/>
              <a:gd name="connsiteY35" fmla="*/ 222250 h 252730"/>
              <a:gd name="connsiteX36" fmla="*/ 71120 w 232409"/>
              <a:gd name="connsiteY36" fmla="*/ 191770 h 252730"/>
              <a:gd name="connsiteX37" fmla="*/ 182880 w 232409"/>
              <a:gd name="connsiteY37" fmla="*/ 222250 h 252730"/>
              <a:gd name="connsiteX38" fmla="*/ 193040 w 232409"/>
              <a:gd name="connsiteY38" fmla="*/ 212090 h 252730"/>
              <a:gd name="connsiteX39" fmla="*/ 203200 w 232409"/>
              <a:gd name="connsiteY39" fmla="*/ 222250 h 252730"/>
              <a:gd name="connsiteX40" fmla="*/ 193040 w 232409"/>
              <a:gd name="connsiteY40" fmla="*/ 232410 h 252730"/>
              <a:gd name="connsiteX41" fmla="*/ 182880 w 232409"/>
              <a:gd name="connsiteY41" fmla="*/ 222250 h 252730"/>
              <a:gd name="connsiteX42" fmla="*/ 193040 w 232409"/>
              <a:gd name="connsiteY42" fmla="*/ 191770 h 252730"/>
              <a:gd name="connsiteX43" fmla="*/ 162560 w 232409"/>
              <a:gd name="connsiteY43" fmla="*/ 222250 h 252730"/>
              <a:gd name="connsiteX44" fmla="*/ 193040 w 232409"/>
              <a:gd name="connsiteY44" fmla="*/ 252730 h 252730"/>
              <a:gd name="connsiteX45" fmla="*/ 223520 w 232409"/>
              <a:gd name="connsiteY45" fmla="*/ 222250 h 252730"/>
              <a:gd name="connsiteX46" fmla="*/ 193040 w 232409"/>
              <a:gd name="connsiteY46" fmla="*/ 191770 h 2527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32409" h="252730">
                <a:moveTo>
                  <a:pt x="132080" y="71120"/>
                </a:moveTo>
                <a:lnTo>
                  <a:pt x="132080" y="91440"/>
                </a:lnTo>
                <a:lnTo>
                  <a:pt x="111760" y="91440"/>
                </a:lnTo>
                <a:lnTo>
                  <a:pt x="50800" y="91440"/>
                </a:lnTo>
                <a:lnTo>
                  <a:pt x="30480" y="91440"/>
                </a:lnTo>
                <a:lnTo>
                  <a:pt x="10160" y="91440"/>
                </a:lnTo>
                <a:cubicBezTo>
                  <a:pt x="5080" y="91440"/>
                  <a:pt x="0" y="96520"/>
                  <a:pt x="0" y="101600"/>
                </a:cubicBezTo>
                <a:cubicBezTo>
                  <a:pt x="0" y="106680"/>
                  <a:pt x="5080" y="111760"/>
                  <a:pt x="10160" y="111760"/>
                </a:cubicBezTo>
                <a:lnTo>
                  <a:pt x="30480" y="111760"/>
                </a:lnTo>
                <a:cubicBezTo>
                  <a:pt x="35560" y="152400"/>
                  <a:pt x="69850" y="182880"/>
                  <a:pt x="110490" y="182880"/>
                </a:cubicBezTo>
                <a:lnTo>
                  <a:pt x="151130" y="182880"/>
                </a:lnTo>
                <a:cubicBezTo>
                  <a:pt x="195580" y="182880"/>
                  <a:pt x="232410" y="146050"/>
                  <a:pt x="232410" y="101600"/>
                </a:cubicBezTo>
                <a:lnTo>
                  <a:pt x="232410" y="91440"/>
                </a:lnTo>
                <a:cubicBezTo>
                  <a:pt x="232410" y="40640"/>
                  <a:pt x="191770" y="0"/>
                  <a:pt x="140970" y="0"/>
                </a:cubicBezTo>
                <a:cubicBezTo>
                  <a:pt x="135890" y="0"/>
                  <a:pt x="130810" y="5080"/>
                  <a:pt x="130810" y="10160"/>
                </a:cubicBezTo>
                <a:lnTo>
                  <a:pt x="130810" y="71120"/>
                </a:lnTo>
                <a:close/>
                <a:moveTo>
                  <a:pt x="213360" y="91440"/>
                </a:moveTo>
                <a:cubicBezTo>
                  <a:pt x="213360" y="55880"/>
                  <a:pt x="186690" y="26670"/>
                  <a:pt x="152400" y="21590"/>
                </a:cubicBezTo>
                <a:lnTo>
                  <a:pt x="152400" y="91440"/>
                </a:lnTo>
                <a:lnTo>
                  <a:pt x="213360" y="91440"/>
                </a:lnTo>
                <a:close/>
                <a:moveTo>
                  <a:pt x="152400" y="111760"/>
                </a:moveTo>
                <a:lnTo>
                  <a:pt x="213360" y="111760"/>
                </a:lnTo>
                <a:cubicBezTo>
                  <a:pt x="208280" y="140970"/>
                  <a:pt x="182880" y="162560"/>
                  <a:pt x="153670" y="162560"/>
                </a:cubicBezTo>
                <a:lnTo>
                  <a:pt x="113030" y="162560"/>
                </a:lnTo>
                <a:cubicBezTo>
                  <a:pt x="82550" y="162560"/>
                  <a:pt x="58420" y="140970"/>
                  <a:pt x="53340" y="111760"/>
                </a:cubicBezTo>
                <a:lnTo>
                  <a:pt x="133350" y="111760"/>
                </a:lnTo>
                <a:lnTo>
                  <a:pt x="152400" y="111760"/>
                </a:lnTo>
                <a:close/>
                <a:moveTo>
                  <a:pt x="60960" y="222250"/>
                </a:moveTo>
                <a:cubicBezTo>
                  <a:pt x="60960" y="217170"/>
                  <a:pt x="66040" y="212090"/>
                  <a:pt x="71120" y="212090"/>
                </a:cubicBezTo>
                <a:cubicBezTo>
                  <a:pt x="76200" y="212090"/>
                  <a:pt x="81280" y="217170"/>
                  <a:pt x="81280" y="222250"/>
                </a:cubicBezTo>
                <a:cubicBezTo>
                  <a:pt x="81280" y="227330"/>
                  <a:pt x="76200" y="232410"/>
                  <a:pt x="71120" y="232410"/>
                </a:cubicBezTo>
                <a:cubicBezTo>
                  <a:pt x="66040" y="232410"/>
                  <a:pt x="60960" y="228600"/>
                  <a:pt x="60960" y="222250"/>
                </a:cubicBezTo>
                <a:close/>
                <a:moveTo>
                  <a:pt x="71120" y="191770"/>
                </a:moveTo>
                <a:cubicBezTo>
                  <a:pt x="54610" y="191770"/>
                  <a:pt x="40640" y="205740"/>
                  <a:pt x="40640" y="222250"/>
                </a:cubicBezTo>
                <a:cubicBezTo>
                  <a:pt x="40640" y="238760"/>
                  <a:pt x="54610" y="252730"/>
                  <a:pt x="71120" y="252730"/>
                </a:cubicBezTo>
                <a:cubicBezTo>
                  <a:pt x="87630" y="252730"/>
                  <a:pt x="101600" y="238760"/>
                  <a:pt x="101600" y="222250"/>
                </a:cubicBezTo>
                <a:cubicBezTo>
                  <a:pt x="101600" y="205740"/>
                  <a:pt x="88900" y="191770"/>
                  <a:pt x="71120" y="191770"/>
                </a:cubicBezTo>
                <a:close/>
                <a:moveTo>
                  <a:pt x="182880" y="222250"/>
                </a:moveTo>
                <a:cubicBezTo>
                  <a:pt x="182880" y="217170"/>
                  <a:pt x="187960" y="212090"/>
                  <a:pt x="193040" y="212090"/>
                </a:cubicBezTo>
                <a:cubicBezTo>
                  <a:pt x="198120" y="212090"/>
                  <a:pt x="203200" y="217170"/>
                  <a:pt x="203200" y="222250"/>
                </a:cubicBezTo>
                <a:cubicBezTo>
                  <a:pt x="203200" y="227330"/>
                  <a:pt x="198120" y="232410"/>
                  <a:pt x="193040" y="232410"/>
                </a:cubicBezTo>
                <a:cubicBezTo>
                  <a:pt x="187960" y="232410"/>
                  <a:pt x="182880" y="228600"/>
                  <a:pt x="182880" y="222250"/>
                </a:cubicBezTo>
                <a:close/>
                <a:moveTo>
                  <a:pt x="193040" y="191770"/>
                </a:moveTo>
                <a:cubicBezTo>
                  <a:pt x="176530" y="191770"/>
                  <a:pt x="162560" y="205740"/>
                  <a:pt x="162560" y="222250"/>
                </a:cubicBezTo>
                <a:cubicBezTo>
                  <a:pt x="162560" y="238760"/>
                  <a:pt x="176530" y="252730"/>
                  <a:pt x="193040" y="252730"/>
                </a:cubicBezTo>
                <a:cubicBezTo>
                  <a:pt x="209550" y="252730"/>
                  <a:pt x="223520" y="238760"/>
                  <a:pt x="223520" y="222250"/>
                </a:cubicBezTo>
                <a:cubicBezTo>
                  <a:pt x="223520" y="205740"/>
                  <a:pt x="209550" y="191770"/>
                  <a:pt x="193040" y="19177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68" name="Полилиния: фигура 497">
            <a:extLst>
              <a:ext uri="{FF2B5EF4-FFF2-40B4-BE49-F238E27FC236}">
                <a16:creationId xmlns:a16="http://schemas.microsoft.com/office/drawing/2014/main" id="{F568AF6A-18CA-CC8B-8314-3370A69BD991}"/>
              </a:ext>
            </a:extLst>
          </p:cNvPr>
          <p:cNvSpPr/>
          <p:nvPr/>
        </p:nvSpPr>
        <p:spPr>
          <a:xfrm>
            <a:off x="1592106" y="4440751"/>
            <a:ext cx="276184" cy="275078"/>
          </a:xfrm>
          <a:custGeom>
            <a:avLst/>
            <a:gdLst>
              <a:gd name="connsiteX0" fmla="*/ 264755 w 276184"/>
              <a:gd name="connsiteY0" fmla="*/ 11594 h 275078"/>
              <a:gd name="connsiteX1" fmla="*/ 210145 w 276184"/>
              <a:gd name="connsiteY1" fmla="*/ 10324 h 275078"/>
              <a:gd name="connsiteX2" fmla="*/ 168235 w 276184"/>
              <a:gd name="connsiteY2" fmla="*/ 48424 h 275078"/>
              <a:gd name="connsiteX3" fmla="*/ 62825 w 276184"/>
              <a:gd name="connsiteY3" fmla="*/ 20484 h 275078"/>
              <a:gd name="connsiteX4" fmla="*/ 43775 w 276184"/>
              <a:gd name="connsiteY4" fmla="*/ 25564 h 275078"/>
              <a:gd name="connsiteX5" fmla="*/ 25995 w 276184"/>
              <a:gd name="connsiteY5" fmla="*/ 43344 h 275078"/>
              <a:gd name="connsiteX6" fmla="*/ 28535 w 276184"/>
              <a:gd name="connsiteY6" fmla="*/ 73824 h 275078"/>
              <a:gd name="connsiteX7" fmla="*/ 94575 w 276184"/>
              <a:gd name="connsiteY7" fmla="*/ 120814 h 275078"/>
              <a:gd name="connsiteX8" fmla="*/ 66635 w 276184"/>
              <a:gd name="connsiteY8" fmla="*/ 148754 h 275078"/>
              <a:gd name="connsiteX9" fmla="*/ 41235 w 276184"/>
              <a:gd name="connsiteY9" fmla="*/ 144944 h 275078"/>
              <a:gd name="connsiteX10" fmla="*/ 23455 w 276184"/>
              <a:gd name="connsiteY10" fmla="*/ 151294 h 275078"/>
              <a:gd name="connsiteX11" fmla="*/ 3135 w 276184"/>
              <a:gd name="connsiteY11" fmla="*/ 171614 h 275078"/>
              <a:gd name="connsiteX12" fmla="*/ 5675 w 276184"/>
              <a:gd name="connsiteY12" fmla="*/ 189394 h 275078"/>
              <a:gd name="connsiteX13" fmla="*/ 52664 w 276184"/>
              <a:gd name="connsiteY13" fmla="*/ 217334 h 275078"/>
              <a:gd name="connsiteX14" fmla="*/ 80605 w 276184"/>
              <a:gd name="connsiteY14" fmla="*/ 269404 h 275078"/>
              <a:gd name="connsiteX15" fmla="*/ 98385 w 276184"/>
              <a:gd name="connsiteY15" fmla="*/ 271944 h 275078"/>
              <a:gd name="connsiteX16" fmla="*/ 118705 w 276184"/>
              <a:gd name="connsiteY16" fmla="*/ 251624 h 275078"/>
              <a:gd name="connsiteX17" fmla="*/ 125055 w 276184"/>
              <a:gd name="connsiteY17" fmla="*/ 233844 h 275078"/>
              <a:gd name="connsiteX18" fmla="*/ 121245 w 276184"/>
              <a:gd name="connsiteY18" fmla="*/ 208444 h 275078"/>
              <a:gd name="connsiteX19" fmla="*/ 154264 w 276184"/>
              <a:gd name="connsiteY19" fmla="*/ 175424 h 275078"/>
              <a:gd name="connsiteX20" fmla="*/ 196175 w 276184"/>
              <a:gd name="connsiteY20" fmla="*/ 240194 h 275078"/>
              <a:gd name="connsiteX21" fmla="*/ 227925 w 276184"/>
              <a:gd name="connsiteY21" fmla="*/ 244004 h 275078"/>
              <a:gd name="connsiteX22" fmla="*/ 245705 w 276184"/>
              <a:gd name="connsiteY22" fmla="*/ 226224 h 275078"/>
              <a:gd name="connsiteX23" fmla="*/ 250785 w 276184"/>
              <a:gd name="connsiteY23" fmla="*/ 207174 h 275078"/>
              <a:gd name="connsiteX24" fmla="*/ 227925 w 276184"/>
              <a:gd name="connsiteY24" fmla="*/ 101764 h 275078"/>
              <a:gd name="connsiteX25" fmla="*/ 264755 w 276184"/>
              <a:gd name="connsiteY25" fmla="*/ 64934 h 275078"/>
              <a:gd name="connsiteX26" fmla="*/ 264755 w 276184"/>
              <a:gd name="connsiteY26" fmla="*/ 11594 h 275078"/>
              <a:gd name="connsiteX27" fmla="*/ 224114 w 276184"/>
              <a:gd name="connsiteY27" fmla="*/ 24294 h 275078"/>
              <a:gd name="connsiteX28" fmla="*/ 250785 w 276184"/>
              <a:gd name="connsiteY28" fmla="*/ 24294 h 275078"/>
              <a:gd name="connsiteX29" fmla="*/ 250785 w 276184"/>
              <a:gd name="connsiteY29" fmla="*/ 50964 h 275078"/>
              <a:gd name="connsiteX30" fmla="*/ 211414 w 276184"/>
              <a:gd name="connsiteY30" fmla="*/ 90334 h 275078"/>
              <a:gd name="connsiteX31" fmla="*/ 211414 w 276184"/>
              <a:gd name="connsiteY31" fmla="*/ 90334 h 275078"/>
              <a:gd name="connsiteX32" fmla="*/ 211414 w 276184"/>
              <a:gd name="connsiteY32" fmla="*/ 90334 h 275078"/>
              <a:gd name="connsiteX33" fmla="*/ 145375 w 276184"/>
              <a:gd name="connsiteY33" fmla="*/ 156374 h 275078"/>
              <a:gd name="connsiteX34" fmla="*/ 145375 w 276184"/>
              <a:gd name="connsiteY34" fmla="*/ 156374 h 275078"/>
              <a:gd name="connsiteX35" fmla="*/ 104735 w 276184"/>
              <a:gd name="connsiteY35" fmla="*/ 197014 h 275078"/>
              <a:gd name="connsiteX36" fmla="*/ 102195 w 276184"/>
              <a:gd name="connsiteY36" fmla="*/ 205904 h 275078"/>
              <a:gd name="connsiteX37" fmla="*/ 106005 w 276184"/>
              <a:gd name="connsiteY37" fmla="*/ 236384 h 275078"/>
              <a:gd name="connsiteX38" fmla="*/ 93305 w 276184"/>
              <a:gd name="connsiteY38" fmla="*/ 249084 h 275078"/>
              <a:gd name="connsiteX39" fmla="*/ 69175 w 276184"/>
              <a:gd name="connsiteY39" fmla="*/ 205904 h 275078"/>
              <a:gd name="connsiteX40" fmla="*/ 65364 w 276184"/>
              <a:gd name="connsiteY40" fmla="*/ 202094 h 275078"/>
              <a:gd name="connsiteX41" fmla="*/ 25995 w 276184"/>
              <a:gd name="connsiteY41" fmla="*/ 177964 h 275078"/>
              <a:gd name="connsiteX42" fmla="*/ 38695 w 276184"/>
              <a:gd name="connsiteY42" fmla="*/ 165264 h 275078"/>
              <a:gd name="connsiteX43" fmla="*/ 69175 w 276184"/>
              <a:gd name="connsiteY43" fmla="*/ 169074 h 275078"/>
              <a:gd name="connsiteX44" fmla="*/ 78064 w 276184"/>
              <a:gd name="connsiteY44" fmla="*/ 166534 h 275078"/>
              <a:gd name="connsiteX45" fmla="*/ 117435 w 276184"/>
              <a:gd name="connsiteY45" fmla="*/ 127164 h 275078"/>
              <a:gd name="connsiteX46" fmla="*/ 116164 w 276184"/>
              <a:gd name="connsiteY46" fmla="*/ 110654 h 275078"/>
              <a:gd name="connsiteX47" fmla="*/ 41235 w 276184"/>
              <a:gd name="connsiteY47" fmla="*/ 57314 h 275078"/>
              <a:gd name="connsiteX48" fmla="*/ 59014 w 276184"/>
              <a:gd name="connsiteY48" fmla="*/ 39534 h 275078"/>
              <a:gd name="connsiteX49" fmla="*/ 169505 w 276184"/>
              <a:gd name="connsiteY49" fmla="*/ 68744 h 275078"/>
              <a:gd name="connsiteX50" fmla="*/ 179664 w 276184"/>
              <a:gd name="connsiteY50" fmla="*/ 66204 h 275078"/>
              <a:gd name="connsiteX51" fmla="*/ 224114 w 276184"/>
              <a:gd name="connsiteY51" fmla="*/ 24294 h 275078"/>
              <a:gd name="connsiteX52" fmla="*/ 169505 w 276184"/>
              <a:gd name="connsiteY52" fmla="*/ 161454 h 275078"/>
              <a:gd name="connsiteX53" fmla="*/ 213955 w 276184"/>
              <a:gd name="connsiteY53" fmla="*/ 230034 h 275078"/>
              <a:gd name="connsiteX54" fmla="*/ 231735 w 276184"/>
              <a:gd name="connsiteY54" fmla="*/ 212254 h 275078"/>
              <a:gd name="connsiteX55" fmla="*/ 211414 w 276184"/>
              <a:gd name="connsiteY55" fmla="*/ 119544 h 275078"/>
              <a:gd name="connsiteX56" fmla="*/ 169505 w 276184"/>
              <a:gd name="connsiteY56" fmla="*/ 161454 h 275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276184" h="275078">
                <a:moveTo>
                  <a:pt x="264755" y="11594"/>
                </a:moveTo>
                <a:cubicBezTo>
                  <a:pt x="249514" y="-3646"/>
                  <a:pt x="225385" y="-3646"/>
                  <a:pt x="210145" y="10324"/>
                </a:cubicBezTo>
                <a:lnTo>
                  <a:pt x="168235" y="48424"/>
                </a:lnTo>
                <a:lnTo>
                  <a:pt x="62825" y="20484"/>
                </a:lnTo>
                <a:cubicBezTo>
                  <a:pt x="55205" y="19214"/>
                  <a:pt x="48855" y="20484"/>
                  <a:pt x="43775" y="25564"/>
                </a:cubicBezTo>
                <a:lnTo>
                  <a:pt x="25995" y="43344"/>
                </a:lnTo>
                <a:cubicBezTo>
                  <a:pt x="17105" y="52234"/>
                  <a:pt x="18375" y="67474"/>
                  <a:pt x="28535" y="73824"/>
                </a:cubicBezTo>
                <a:lnTo>
                  <a:pt x="94575" y="120814"/>
                </a:lnTo>
                <a:lnTo>
                  <a:pt x="66635" y="148754"/>
                </a:lnTo>
                <a:lnTo>
                  <a:pt x="41235" y="144944"/>
                </a:lnTo>
                <a:cubicBezTo>
                  <a:pt x="34885" y="143674"/>
                  <a:pt x="28535" y="146214"/>
                  <a:pt x="23455" y="151294"/>
                </a:cubicBezTo>
                <a:lnTo>
                  <a:pt x="3135" y="171614"/>
                </a:lnTo>
                <a:cubicBezTo>
                  <a:pt x="-1945" y="176694"/>
                  <a:pt x="-675" y="185584"/>
                  <a:pt x="5675" y="189394"/>
                </a:cubicBezTo>
                <a:lnTo>
                  <a:pt x="52664" y="217334"/>
                </a:lnTo>
                <a:lnTo>
                  <a:pt x="80605" y="269404"/>
                </a:lnTo>
                <a:cubicBezTo>
                  <a:pt x="84414" y="275754"/>
                  <a:pt x="93305" y="277024"/>
                  <a:pt x="98385" y="271944"/>
                </a:cubicBezTo>
                <a:lnTo>
                  <a:pt x="118705" y="251624"/>
                </a:lnTo>
                <a:cubicBezTo>
                  <a:pt x="123785" y="246544"/>
                  <a:pt x="125055" y="240194"/>
                  <a:pt x="125055" y="233844"/>
                </a:cubicBezTo>
                <a:lnTo>
                  <a:pt x="121245" y="208444"/>
                </a:lnTo>
                <a:lnTo>
                  <a:pt x="154264" y="175424"/>
                </a:lnTo>
                <a:lnTo>
                  <a:pt x="196175" y="240194"/>
                </a:lnTo>
                <a:cubicBezTo>
                  <a:pt x="203795" y="251624"/>
                  <a:pt x="217764" y="252894"/>
                  <a:pt x="227925" y="244004"/>
                </a:cubicBezTo>
                <a:lnTo>
                  <a:pt x="245705" y="226224"/>
                </a:lnTo>
                <a:cubicBezTo>
                  <a:pt x="250785" y="221144"/>
                  <a:pt x="253325" y="214794"/>
                  <a:pt x="250785" y="207174"/>
                </a:cubicBezTo>
                <a:lnTo>
                  <a:pt x="227925" y="101764"/>
                </a:lnTo>
                <a:lnTo>
                  <a:pt x="264755" y="64934"/>
                </a:lnTo>
                <a:cubicBezTo>
                  <a:pt x="279995" y="50964"/>
                  <a:pt x="279995" y="26834"/>
                  <a:pt x="264755" y="11594"/>
                </a:cubicBezTo>
                <a:close/>
                <a:moveTo>
                  <a:pt x="224114" y="24294"/>
                </a:moveTo>
                <a:cubicBezTo>
                  <a:pt x="231735" y="17944"/>
                  <a:pt x="243164" y="17944"/>
                  <a:pt x="250785" y="24294"/>
                </a:cubicBezTo>
                <a:cubicBezTo>
                  <a:pt x="258405" y="31914"/>
                  <a:pt x="258405" y="43344"/>
                  <a:pt x="250785" y="50964"/>
                </a:cubicBezTo>
                <a:lnTo>
                  <a:pt x="211414" y="90334"/>
                </a:lnTo>
                <a:cubicBezTo>
                  <a:pt x="211414" y="90334"/>
                  <a:pt x="211414" y="90334"/>
                  <a:pt x="211414" y="90334"/>
                </a:cubicBezTo>
                <a:cubicBezTo>
                  <a:pt x="211414" y="90334"/>
                  <a:pt x="211414" y="90334"/>
                  <a:pt x="211414" y="90334"/>
                </a:cubicBezTo>
                <a:lnTo>
                  <a:pt x="145375" y="156374"/>
                </a:lnTo>
                <a:cubicBezTo>
                  <a:pt x="145375" y="156374"/>
                  <a:pt x="145375" y="156374"/>
                  <a:pt x="145375" y="156374"/>
                </a:cubicBezTo>
                <a:lnTo>
                  <a:pt x="104735" y="197014"/>
                </a:lnTo>
                <a:cubicBezTo>
                  <a:pt x="102195" y="199554"/>
                  <a:pt x="100925" y="203364"/>
                  <a:pt x="102195" y="205904"/>
                </a:cubicBezTo>
                <a:lnTo>
                  <a:pt x="106005" y="236384"/>
                </a:lnTo>
                <a:lnTo>
                  <a:pt x="93305" y="249084"/>
                </a:lnTo>
                <a:lnTo>
                  <a:pt x="69175" y="205904"/>
                </a:lnTo>
                <a:cubicBezTo>
                  <a:pt x="67905" y="204634"/>
                  <a:pt x="66635" y="202094"/>
                  <a:pt x="65364" y="202094"/>
                </a:cubicBezTo>
                <a:lnTo>
                  <a:pt x="25995" y="177964"/>
                </a:lnTo>
                <a:lnTo>
                  <a:pt x="38695" y="165264"/>
                </a:lnTo>
                <a:lnTo>
                  <a:pt x="69175" y="169074"/>
                </a:lnTo>
                <a:cubicBezTo>
                  <a:pt x="72985" y="169074"/>
                  <a:pt x="76795" y="167804"/>
                  <a:pt x="78064" y="166534"/>
                </a:cubicBezTo>
                <a:lnTo>
                  <a:pt x="117435" y="127164"/>
                </a:lnTo>
                <a:cubicBezTo>
                  <a:pt x="122514" y="122084"/>
                  <a:pt x="121245" y="114464"/>
                  <a:pt x="116164" y="110654"/>
                </a:cubicBezTo>
                <a:lnTo>
                  <a:pt x="41235" y="57314"/>
                </a:lnTo>
                <a:lnTo>
                  <a:pt x="59014" y="39534"/>
                </a:lnTo>
                <a:lnTo>
                  <a:pt x="169505" y="68744"/>
                </a:lnTo>
                <a:cubicBezTo>
                  <a:pt x="173314" y="70014"/>
                  <a:pt x="177125" y="68744"/>
                  <a:pt x="179664" y="66204"/>
                </a:cubicBezTo>
                <a:lnTo>
                  <a:pt x="224114" y="24294"/>
                </a:lnTo>
                <a:close/>
                <a:moveTo>
                  <a:pt x="169505" y="161454"/>
                </a:moveTo>
                <a:lnTo>
                  <a:pt x="213955" y="230034"/>
                </a:lnTo>
                <a:lnTo>
                  <a:pt x="231735" y="212254"/>
                </a:lnTo>
                <a:lnTo>
                  <a:pt x="211414" y="119544"/>
                </a:lnTo>
                <a:lnTo>
                  <a:pt x="169505" y="161454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69" name="Полилиния: фигура 500">
            <a:extLst>
              <a:ext uri="{FF2B5EF4-FFF2-40B4-BE49-F238E27FC236}">
                <a16:creationId xmlns:a16="http://schemas.microsoft.com/office/drawing/2014/main" id="{F94DD301-04FA-A4F8-8262-49BA85715260}"/>
              </a:ext>
            </a:extLst>
          </p:cNvPr>
          <p:cNvSpPr/>
          <p:nvPr/>
        </p:nvSpPr>
        <p:spPr>
          <a:xfrm>
            <a:off x="2183251" y="4479967"/>
            <a:ext cx="213360" cy="199707"/>
          </a:xfrm>
          <a:custGeom>
            <a:avLst/>
            <a:gdLst>
              <a:gd name="connsiteX0" fmla="*/ 195580 w 213360"/>
              <a:gd name="connsiteY0" fmla="*/ 58737 h 199707"/>
              <a:gd name="connsiteX1" fmla="*/ 195580 w 213360"/>
              <a:gd name="connsiteY1" fmla="*/ 44767 h 199707"/>
              <a:gd name="connsiteX2" fmla="*/ 153670 w 213360"/>
              <a:gd name="connsiteY2" fmla="*/ 2858 h 199707"/>
              <a:gd name="connsiteX3" fmla="*/ 139700 w 213360"/>
              <a:gd name="connsiteY3" fmla="*/ 2858 h 199707"/>
              <a:gd name="connsiteX4" fmla="*/ 2540 w 213360"/>
              <a:gd name="connsiteY4" fmla="*/ 140017 h 199707"/>
              <a:gd name="connsiteX5" fmla="*/ 0 w 213360"/>
              <a:gd name="connsiteY5" fmla="*/ 147637 h 199707"/>
              <a:gd name="connsiteX6" fmla="*/ 0 w 213360"/>
              <a:gd name="connsiteY6" fmla="*/ 189547 h 199707"/>
              <a:gd name="connsiteX7" fmla="*/ 10160 w 213360"/>
              <a:gd name="connsiteY7" fmla="*/ 199708 h 199707"/>
              <a:gd name="connsiteX8" fmla="*/ 52070 w 213360"/>
              <a:gd name="connsiteY8" fmla="*/ 199708 h 199707"/>
              <a:gd name="connsiteX9" fmla="*/ 59690 w 213360"/>
              <a:gd name="connsiteY9" fmla="*/ 197167 h 199707"/>
              <a:gd name="connsiteX10" fmla="*/ 195580 w 213360"/>
              <a:gd name="connsiteY10" fmla="*/ 58737 h 199707"/>
              <a:gd name="connsiteX11" fmla="*/ 20320 w 213360"/>
              <a:gd name="connsiteY11" fmla="*/ 178117 h 199707"/>
              <a:gd name="connsiteX12" fmla="*/ 46990 w 213360"/>
              <a:gd name="connsiteY12" fmla="*/ 178117 h 199707"/>
              <a:gd name="connsiteX13" fmla="*/ 138430 w 213360"/>
              <a:gd name="connsiteY13" fmla="*/ 86677 h 199707"/>
              <a:gd name="connsiteX14" fmla="*/ 111760 w 213360"/>
              <a:gd name="connsiteY14" fmla="*/ 60008 h 199707"/>
              <a:gd name="connsiteX15" fmla="*/ 20320 w 213360"/>
              <a:gd name="connsiteY15" fmla="*/ 151447 h 199707"/>
              <a:gd name="connsiteX16" fmla="*/ 20320 w 213360"/>
              <a:gd name="connsiteY16" fmla="*/ 178117 h 199707"/>
              <a:gd name="connsiteX17" fmla="*/ 125730 w 213360"/>
              <a:gd name="connsiteY17" fmla="*/ 46037 h 199707"/>
              <a:gd name="connsiteX18" fmla="*/ 152400 w 213360"/>
              <a:gd name="connsiteY18" fmla="*/ 72708 h 199707"/>
              <a:gd name="connsiteX19" fmla="*/ 173990 w 213360"/>
              <a:gd name="connsiteY19" fmla="*/ 51117 h 199707"/>
              <a:gd name="connsiteX20" fmla="*/ 147320 w 213360"/>
              <a:gd name="connsiteY20" fmla="*/ 24447 h 199707"/>
              <a:gd name="connsiteX21" fmla="*/ 125730 w 213360"/>
              <a:gd name="connsiteY21" fmla="*/ 46037 h 199707"/>
              <a:gd name="connsiteX22" fmla="*/ 111760 w 213360"/>
              <a:gd name="connsiteY22" fmla="*/ 178117 h 199707"/>
              <a:gd name="connsiteX23" fmla="*/ 101600 w 213360"/>
              <a:gd name="connsiteY23" fmla="*/ 188277 h 199707"/>
              <a:gd name="connsiteX24" fmla="*/ 111760 w 213360"/>
              <a:gd name="connsiteY24" fmla="*/ 198437 h 199707"/>
              <a:gd name="connsiteX25" fmla="*/ 203200 w 213360"/>
              <a:gd name="connsiteY25" fmla="*/ 198437 h 199707"/>
              <a:gd name="connsiteX26" fmla="*/ 213360 w 213360"/>
              <a:gd name="connsiteY26" fmla="*/ 188277 h 199707"/>
              <a:gd name="connsiteX27" fmla="*/ 203200 w 213360"/>
              <a:gd name="connsiteY27" fmla="*/ 178117 h 199707"/>
              <a:gd name="connsiteX28" fmla="*/ 111760 w 213360"/>
              <a:gd name="connsiteY28" fmla="*/ 178117 h 1997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13360" h="199707">
                <a:moveTo>
                  <a:pt x="195580" y="58737"/>
                </a:moveTo>
                <a:cubicBezTo>
                  <a:pt x="199390" y="54927"/>
                  <a:pt x="199390" y="48577"/>
                  <a:pt x="195580" y="44767"/>
                </a:cubicBezTo>
                <a:lnTo>
                  <a:pt x="153670" y="2858"/>
                </a:lnTo>
                <a:cubicBezTo>
                  <a:pt x="149860" y="-953"/>
                  <a:pt x="143510" y="-953"/>
                  <a:pt x="139700" y="2858"/>
                </a:cubicBezTo>
                <a:lnTo>
                  <a:pt x="2540" y="140017"/>
                </a:lnTo>
                <a:cubicBezTo>
                  <a:pt x="1270" y="142558"/>
                  <a:pt x="0" y="145097"/>
                  <a:pt x="0" y="147637"/>
                </a:cubicBezTo>
                <a:lnTo>
                  <a:pt x="0" y="189547"/>
                </a:lnTo>
                <a:cubicBezTo>
                  <a:pt x="0" y="194628"/>
                  <a:pt x="5080" y="199708"/>
                  <a:pt x="10160" y="199708"/>
                </a:cubicBezTo>
                <a:lnTo>
                  <a:pt x="52070" y="199708"/>
                </a:lnTo>
                <a:cubicBezTo>
                  <a:pt x="54610" y="199708"/>
                  <a:pt x="57150" y="198437"/>
                  <a:pt x="59690" y="197167"/>
                </a:cubicBezTo>
                <a:lnTo>
                  <a:pt x="195580" y="58737"/>
                </a:lnTo>
                <a:close/>
                <a:moveTo>
                  <a:pt x="20320" y="178117"/>
                </a:moveTo>
                <a:lnTo>
                  <a:pt x="46990" y="178117"/>
                </a:lnTo>
                <a:lnTo>
                  <a:pt x="138430" y="86677"/>
                </a:lnTo>
                <a:lnTo>
                  <a:pt x="111760" y="60008"/>
                </a:lnTo>
                <a:lnTo>
                  <a:pt x="20320" y="151447"/>
                </a:lnTo>
                <a:lnTo>
                  <a:pt x="20320" y="178117"/>
                </a:lnTo>
                <a:close/>
                <a:moveTo>
                  <a:pt x="125730" y="46037"/>
                </a:moveTo>
                <a:lnTo>
                  <a:pt x="152400" y="72708"/>
                </a:lnTo>
                <a:lnTo>
                  <a:pt x="173990" y="51117"/>
                </a:lnTo>
                <a:lnTo>
                  <a:pt x="147320" y="24447"/>
                </a:lnTo>
                <a:lnTo>
                  <a:pt x="125730" y="46037"/>
                </a:lnTo>
                <a:close/>
                <a:moveTo>
                  <a:pt x="111760" y="178117"/>
                </a:moveTo>
                <a:cubicBezTo>
                  <a:pt x="106680" y="178117"/>
                  <a:pt x="101600" y="183197"/>
                  <a:pt x="101600" y="188277"/>
                </a:cubicBezTo>
                <a:cubicBezTo>
                  <a:pt x="101600" y="193358"/>
                  <a:pt x="106680" y="198437"/>
                  <a:pt x="111760" y="198437"/>
                </a:cubicBezTo>
                <a:lnTo>
                  <a:pt x="203200" y="198437"/>
                </a:lnTo>
                <a:cubicBezTo>
                  <a:pt x="208280" y="198437"/>
                  <a:pt x="213360" y="193358"/>
                  <a:pt x="213360" y="188277"/>
                </a:cubicBezTo>
                <a:cubicBezTo>
                  <a:pt x="213360" y="183197"/>
                  <a:pt x="208280" y="178117"/>
                  <a:pt x="203200" y="178117"/>
                </a:cubicBezTo>
                <a:lnTo>
                  <a:pt x="111760" y="178117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0" name="Полилиния: фигура 503">
            <a:extLst>
              <a:ext uri="{FF2B5EF4-FFF2-40B4-BE49-F238E27FC236}">
                <a16:creationId xmlns:a16="http://schemas.microsoft.com/office/drawing/2014/main" id="{5075788E-0BA0-0DF2-27C4-14CB080FB530}"/>
              </a:ext>
            </a:extLst>
          </p:cNvPr>
          <p:cNvSpPr/>
          <p:nvPr/>
        </p:nvSpPr>
        <p:spPr>
          <a:xfrm>
            <a:off x="2697283" y="4472665"/>
            <a:ext cx="303847" cy="213360"/>
          </a:xfrm>
          <a:custGeom>
            <a:avLst/>
            <a:gdLst>
              <a:gd name="connsiteX0" fmla="*/ 100647 w 303847"/>
              <a:gd name="connsiteY0" fmla="*/ 181610 h 213360"/>
              <a:gd name="connsiteX1" fmla="*/ 100647 w 303847"/>
              <a:gd name="connsiteY1" fmla="*/ 19050 h 213360"/>
              <a:gd name="connsiteX2" fmla="*/ 222568 w 303847"/>
              <a:gd name="connsiteY2" fmla="*/ 19050 h 213360"/>
              <a:gd name="connsiteX3" fmla="*/ 222568 w 303847"/>
              <a:gd name="connsiteY3" fmla="*/ 181610 h 213360"/>
              <a:gd name="connsiteX4" fmla="*/ 212408 w 303847"/>
              <a:gd name="connsiteY4" fmla="*/ 191770 h 213360"/>
              <a:gd name="connsiteX5" fmla="*/ 110808 w 303847"/>
              <a:gd name="connsiteY5" fmla="*/ 191770 h 213360"/>
              <a:gd name="connsiteX6" fmla="*/ 100647 w 303847"/>
              <a:gd name="connsiteY6" fmla="*/ 181610 h 213360"/>
              <a:gd name="connsiteX7" fmla="*/ 80328 w 303847"/>
              <a:gd name="connsiteY7" fmla="*/ 10160 h 213360"/>
              <a:gd name="connsiteX8" fmla="*/ 90487 w 303847"/>
              <a:gd name="connsiteY8" fmla="*/ 0 h 213360"/>
              <a:gd name="connsiteX9" fmla="*/ 232728 w 303847"/>
              <a:gd name="connsiteY9" fmla="*/ 0 h 213360"/>
              <a:gd name="connsiteX10" fmla="*/ 303848 w 303847"/>
              <a:gd name="connsiteY10" fmla="*/ 71120 h 213360"/>
              <a:gd name="connsiteX11" fmla="*/ 303848 w 303847"/>
              <a:gd name="connsiteY11" fmla="*/ 81280 h 213360"/>
              <a:gd name="connsiteX12" fmla="*/ 242887 w 303847"/>
              <a:gd name="connsiteY12" fmla="*/ 151130 h 213360"/>
              <a:gd name="connsiteX13" fmla="*/ 242887 w 303847"/>
              <a:gd name="connsiteY13" fmla="*/ 182880 h 213360"/>
              <a:gd name="connsiteX14" fmla="*/ 212408 w 303847"/>
              <a:gd name="connsiteY14" fmla="*/ 213360 h 213360"/>
              <a:gd name="connsiteX15" fmla="*/ 110808 w 303847"/>
              <a:gd name="connsiteY15" fmla="*/ 213360 h 213360"/>
              <a:gd name="connsiteX16" fmla="*/ 80328 w 303847"/>
              <a:gd name="connsiteY16" fmla="*/ 182880 h 213360"/>
              <a:gd name="connsiteX17" fmla="*/ 80328 w 303847"/>
              <a:gd name="connsiteY17" fmla="*/ 166370 h 213360"/>
              <a:gd name="connsiteX18" fmla="*/ 77787 w 303847"/>
              <a:gd name="connsiteY18" fmla="*/ 163830 h 213360"/>
              <a:gd name="connsiteX19" fmla="*/ 2858 w 303847"/>
              <a:gd name="connsiteY19" fmla="*/ 78740 h 213360"/>
              <a:gd name="connsiteX20" fmla="*/ 2858 w 303847"/>
              <a:gd name="connsiteY20" fmla="*/ 63500 h 213360"/>
              <a:gd name="connsiteX21" fmla="*/ 21908 w 303847"/>
              <a:gd name="connsiteY21" fmla="*/ 44450 h 213360"/>
              <a:gd name="connsiteX22" fmla="*/ 37147 w 303847"/>
              <a:gd name="connsiteY22" fmla="*/ 44450 h 213360"/>
              <a:gd name="connsiteX23" fmla="*/ 80328 w 303847"/>
              <a:gd name="connsiteY23" fmla="*/ 83820 h 213360"/>
              <a:gd name="connsiteX24" fmla="*/ 80328 w 303847"/>
              <a:gd name="connsiteY24" fmla="*/ 10160 h 213360"/>
              <a:gd name="connsiteX25" fmla="*/ 80328 w 303847"/>
              <a:gd name="connsiteY25" fmla="*/ 135890 h 213360"/>
              <a:gd name="connsiteX26" fmla="*/ 23178 w 303847"/>
              <a:gd name="connsiteY26" fmla="*/ 71120 h 213360"/>
              <a:gd name="connsiteX27" fmla="*/ 29528 w 303847"/>
              <a:gd name="connsiteY27" fmla="*/ 64770 h 213360"/>
              <a:gd name="connsiteX28" fmla="*/ 77787 w 303847"/>
              <a:gd name="connsiteY28" fmla="*/ 109220 h 213360"/>
              <a:gd name="connsiteX29" fmla="*/ 79058 w 303847"/>
              <a:gd name="connsiteY29" fmla="*/ 110490 h 213360"/>
              <a:gd name="connsiteX30" fmla="*/ 79058 w 303847"/>
              <a:gd name="connsiteY30" fmla="*/ 135890 h 213360"/>
              <a:gd name="connsiteX31" fmla="*/ 283528 w 303847"/>
              <a:gd name="connsiteY31" fmla="*/ 81280 h 213360"/>
              <a:gd name="connsiteX32" fmla="*/ 242887 w 303847"/>
              <a:gd name="connsiteY32" fmla="*/ 130810 h 213360"/>
              <a:gd name="connsiteX33" fmla="*/ 242887 w 303847"/>
              <a:gd name="connsiteY33" fmla="*/ 21590 h 213360"/>
              <a:gd name="connsiteX34" fmla="*/ 283528 w 303847"/>
              <a:gd name="connsiteY34" fmla="*/ 71120 h 213360"/>
              <a:gd name="connsiteX35" fmla="*/ 283528 w 303847"/>
              <a:gd name="connsiteY35" fmla="*/ 81280 h 213360"/>
              <a:gd name="connsiteX36" fmla="*/ 156528 w 303847"/>
              <a:gd name="connsiteY36" fmla="*/ 55880 h 213360"/>
              <a:gd name="connsiteX37" fmla="*/ 136208 w 303847"/>
              <a:gd name="connsiteY37" fmla="*/ 55880 h 213360"/>
              <a:gd name="connsiteX38" fmla="*/ 136208 w 303847"/>
              <a:gd name="connsiteY38" fmla="*/ 76200 h 213360"/>
              <a:gd name="connsiteX39" fmla="*/ 126047 w 303847"/>
              <a:gd name="connsiteY39" fmla="*/ 86360 h 213360"/>
              <a:gd name="connsiteX40" fmla="*/ 115887 w 303847"/>
              <a:gd name="connsiteY40" fmla="*/ 76200 h 213360"/>
              <a:gd name="connsiteX41" fmla="*/ 115887 w 303847"/>
              <a:gd name="connsiteY41" fmla="*/ 46990 h 213360"/>
              <a:gd name="connsiteX42" fmla="*/ 127318 w 303847"/>
              <a:gd name="connsiteY42" fmla="*/ 35560 h 213360"/>
              <a:gd name="connsiteX43" fmla="*/ 156528 w 303847"/>
              <a:gd name="connsiteY43" fmla="*/ 35560 h 213360"/>
              <a:gd name="connsiteX44" fmla="*/ 166687 w 303847"/>
              <a:gd name="connsiteY44" fmla="*/ 45720 h 213360"/>
              <a:gd name="connsiteX45" fmla="*/ 156528 w 303847"/>
              <a:gd name="connsiteY45" fmla="*/ 55880 h 213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303847" h="213360">
                <a:moveTo>
                  <a:pt x="100647" y="181610"/>
                </a:moveTo>
                <a:lnTo>
                  <a:pt x="100647" y="19050"/>
                </a:lnTo>
                <a:lnTo>
                  <a:pt x="222568" y="19050"/>
                </a:lnTo>
                <a:lnTo>
                  <a:pt x="222568" y="181610"/>
                </a:lnTo>
                <a:cubicBezTo>
                  <a:pt x="222568" y="186690"/>
                  <a:pt x="217487" y="191770"/>
                  <a:pt x="212408" y="191770"/>
                </a:cubicBezTo>
                <a:lnTo>
                  <a:pt x="110808" y="191770"/>
                </a:lnTo>
                <a:cubicBezTo>
                  <a:pt x="105728" y="191770"/>
                  <a:pt x="100647" y="187960"/>
                  <a:pt x="100647" y="181610"/>
                </a:cubicBezTo>
                <a:close/>
                <a:moveTo>
                  <a:pt x="80328" y="10160"/>
                </a:moveTo>
                <a:cubicBezTo>
                  <a:pt x="80328" y="5080"/>
                  <a:pt x="85408" y="0"/>
                  <a:pt x="90487" y="0"/>
                </a:cubicBezTo>
                <a:lnTo>
                  <a:pt x="232728" y="0"/>
                </a:lnTo>
                <a:cubicBezTo>
                  <a:pt x="272098" y="0"/>
                  <a:pt x="303848" y="31750"/>
                  <a:pt x="303848" y="71120"/>
                </a:cubicBezTo>
                <a:lnTo>
                  <a:pt x="303848" y="81280"/>
                </a:lnTo>
                <a:cubicBezTo>
                  <a:pt x="303848" y="116840"/>
                  <a:pt x="277178" y="146050"/>
                  <a:pt x="242887" y="151130"/>
                </a:cubicBezTo>
                <a:lnTo>
                  <a:pt x="242887" y="182880"/>
                </a:lnTo>
                <a:cubicBezTo>
                  <a:pt x="242887" y="199390"/>
                  <a:pt x="228918" y="213360"/>
                  <a:pt x="212408" y="213360"/>
                </a:cubicBezTo>
                <a:lnTo>
                  <a:pt x="110808" y="213360"/>
                </a:lnTo>
                <a:cubicBezTo>
                  <a:pt x="94297" y="213360"/>
                  <a:pt x="80328" y="199390"/>
                  <a:pt x="80328" y="182880"/>
                </a:cubicBezTo>
                <a:lnTo>
                  <a:pt x="80328" y="166370"/>
                </a:lnTo>
                <a:cubicBezTo>
                  <a:pt x="79058" y="166370"/>
                  <a:pt x="79058" y="165100"/>
                  <a:pt x="77787" y="163830"/>
                </a:cubicBezTo>
                <a:lnTo>
                  <a:pt x="2858" y="78740"/>
                </a:lnTo>
                <a:cubicBezTo>
                  <a:pt x="-953" y="74930"/>
                  <a:pt x="-953" y="67310"/>
                  <a:pt x="2858" y="63500"/>
                </a:cubicBezTo>
                <a:lnTo>
                  <a:pt x="21908" y="44450"/>
                </a:lnTo>
                <a:cubicBezTo>
                  <a:pt x="25718" y="40640"/>
                  <a:pt x="33337" y="40640"/>
                  <a:pt x="37147" y="44450"/>
                </a:cubicBezTo>
                <a:lnTo>
                  <a:pt x="80328" y="83820"/>
                </a:lnTo>
                <a:lnTo>
                  <a:pt x="80328" y="10160"/>
                </a:lnTo>
                <a:close/>
                <a:moveTo>
                  <a:pt x="80328" y="135890"/>
                </a:moveTo>
                <a:lnTo>
                  <a:pt x="23178" y="71120"/>
                </a:lnTo>
                <a:lnTo>
                  <a:pt x="29528" y="64770"/>
                </a:lnTo>
                <a:lnTo>
                  <a:pt x="77787" y="109220"/>
                </a:lnTo>
                <a:cubicBezTo>
                  <a:pt x="77787" y="109220"/>
                  <a:pt x="79058" y="110490"/>
                  <a:pt x="79058" y="110490"/>
                </a:cubicBezTo>
                <a:lnTo>
                  <a:pt x="79058" y="135890"/>
                </a:lnTo>
                <a:close/>
                <a:moveTo>
                  <a:pt x="283528" y="81280"/>
                </a:moveTo>
                <a:cubicBezTo>
                  <a:pt x="283528" y="105410"/>
                  <a:pt x="265748" y="125730"/>
                  <a:pt x="242887" y="130810"/>
                </a:cubicBezTo>
                <a:lnTo>
                  <a:pt x="242887" y="21590"/>
                </a:lnTo>
                <a:cubicBezTo>
                  <a:pt x="265748" y="26670"/>
                  <a:pt x="283528" y="46990"/>
                  <a:pt x="283528" y="71120"/>
                </a:cubicBezTo>
                <a:lnTo>
                  <a:pt x="283528" y="81280"/>
                </a:lnTo>
                <a:close/>
                <a:moveTo>
                  <a:pt x="156528" y="55880"/>
                </a:moveTo>
                <a:lnTo>
                  <a:pt x="136208" y="55880"/>
                </a:lnTo>
                <a:lnTo>
                  <a:pt x="136208" y="76200"/>
                </a:lnTo>
                <a:cubicBezTo>
                  <a:pt x="136208" y="81280"/>
                  <a:pt x="131128" y="86360"/>
                  <a:pt x="126047" y="86360"/>
                </a:cubicBezTo>
                <a:cubicBezTo>
                  <a:pt x="120968" y="86360"/>
                  <a:pt x="115887" y="81280"/>
                  <a:pt x="115887" y="76200"/>
                </a:cubicBezTo>
                <a:lnTo>
                  <a:pt x="115887" y="46990"/>
                </a:lnTo>
                <a:cubicBezTo>
                  <a:pt x="115887" y="40640"/>
                  <a:pt x="120968" y="35560"/>
                  <a:pt x="127318" y="35560"/>
                </a:cubicBezTo>
                <a:lnTo>
                  <a:pt x="156528" y="35560"/>
                </a:lnTo>
                <a:cubicBezTo>
                  <a:pt x="161608" y="35560"/>
                  <a:pt x="166687" y="40640"/>
                  <a:pt x="166687" y="45720"/>
                </a:cubicBezTo>
                <a:cubicBezTo>
                  <a:pt x="166687" y="50800"/>
                  <a:pt x="161608" y="55880"/>
                  <a:pt x="156528" y="558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1" name="Полилиния: фигура 505">
            <a:extLst>
              <a:ext uri="{FF2B5EF4-FFF2-40B4-BE49-F238E27FC236}">
                <a16:creationId xmlns:a16="http://schemas.microsoft.com/office/drawing/2014/main" id="{CE70E9B4-CC8B-ED60-ABFC-50D1CFD423B5}"/>
              </a:ext>
            </a:extLst>
          </p:cNvPr>
          <p:cNvSpPr/>
          <p:nvPr/>
        </p:nvSpPr>
        <p:spPr>
          <a:xfrm>
            <a:off x="4417181" y="4470068"/>
            <a:ext cx="221481" cy="215956"/>
          </a:xfrm>
          <a:custGeom>
            <a:avLst/>
            <a:gdLst>
              <a:gd name="connsiteX0" fmla="*/ 199390 w 221481"/>
              <a:gd name="connsiteY0" fmla="*/ 57 h 215956"/>
              <a:gd name="connsiteX1" fmla="*/ 217170 w 221481"/>
              <a:gd name="connsiteY1" fmla="*/ 31807 h 215956"/>
              <a:gd name="connsiteX2" fmla="*/ 163830 w 221481"/>
              <a:gd name="connsiteY2" fmla="*/ 104197 h 215956"/>
              <a:gd name="connsiteX3" fmla="*/ 217170 w 221481"/>
              <a:gd name="connsiteY3" fmla="*/ 172777 h 215956"/>
              <a:gd name="connsiteX4" fmla="*/ 201930 w 221481"/>
              <a:gd name="connsiteY4" fmla="*/ 207067 h 215956"/>
              <a:gd name="connsiteX5" fmla="*/ 20320 w 221481"/>
              <a:gd name="connsiteY5" fmla="*/ 215957 h 215956"/>
              <a:gd name="connsiteX6" fmla="*/ 0 w 221481"/>
              <a:gd name="connsiteY6" fmla="*/ 196907 h 215956"/>
              <a:gd name="connsiteX7" fmla="*/ 0 w 221481"/>
              <a:gd name="connsiteY7" fmla="*/ 27997 h 215956"/>
              <a:gd name="connsiteX8" fmla="*/ 19050 w 221481"/>
              <a:gd name="connsiteY8" fmla="*/ 7677 h 215956"/>
              <a:gd name="connsiteX9" fmla="*/ 199390 w 221481"/>
              <a:gd name="connsiteY9" fmla="*/ 57 h 215956"/>
              <a:gd name="connsiteX10" fmla="*/ 200660 w 221481"/>
              <a:gd name="connsiteY10" fmla="*/ 20377 h 215956"/>
              <a:gd name="connsiteX11" fmla="*/ 19050 w 221481"/>
              <a:gd name="connsiteY11" fmla="*/ 29267 h 215956"/>
              <a:gd name="connsiteX12" fmla="*/ 19050 w 221481"/>
              <a:gd name="connsiteY12" fmla="*/ 196907 h 215956"/>
              <a:gd name="connsiteX13" fmla="*/ 199390 w 221481"/>
              <a:gd name="connsiteY13" fmla="*/ 188017 h 215956"/>
              <a:gd name="connsiteX14" fmla="*/ 199390 w 221481"/>
              <a:gd name="connsiteY14" fmla="*/ 188017 h 215956"/>
              <a:gd name="connsiteX15" fmla="*/ 199390 w 221481"/>
              <a:gd name="connsiteY15" fmla="*/ 188017 h 215956"/>
              <a:gd name="connsiteX16" fmla="*/ 199390 w 221481"/>
              <a:gd name="connsiteY16" fmla="*/ 188017 h 215956"/>
              <a:gd name="connsiteX17" fmla="*/ 199390 w 221481"/>
              <a:gd name="connsiteY17" fmla="*/ 188017 h 215956"/>
              <a:gd name="connsiteX18" fmla="*/ 146050 w 221481"/>
              <a:gd name="connsiteY18" fmla="*/ 119437 h 215956"/>
              <a:gd name="connsiteX19" fmla="*/ 146050 w 221481"/>
              <a:gd name="connsiteY19" fmla="*/ 95307 h 215956"/>
              <a:gd name="connsiteX20" fmla="*/ 200660 w 221481"/>
              <a:gd name="connsiteY20" fmla="*/ 20377 h 2159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21481" h="215956">
                <a:moveTo>
                  <a:pt x="199390" y="57"/>
                </a:moveTo>
                <a:cubicBezTo>
                  <a:pt x="215900" y="-1213"/>
                  <a:pt x="227330" y="19107"/>
                  <a:pt x="217170" y="31807"/>
                </a:cubicBezTo>
                <a:lnTo>
                  <a:pt x="163830" y="104197"/>
                </a:lnTo>
                <a:lnTo>
                  <a:pt x="217170" y="172777"/>
                </a:lnTo>
                <a:cubicBezTo>
                  <a:pt x="227330" y="186747"/>
                  <a:pt x="218440" y="205797"/>
                  <a:pt x="201930" y="207067"/>
                </a:cubicBezTo>
                <a:lnTo>
                  <a:pt x="20320" y="215957"/>
                </a:lnTo>
                <a:cubicBezTo>
                  <a:pt x="8890" y="215957"/>
                  <a:pt x="0" y="208337"/>
                  <a:pt x="0" y="196907"/>
                </a:cubicBezTo>
                <a:lnTo>
                  <a:pt x="0" y="27997"/>
                </a:lnTo>
                <a:cubicBezTo>
                  <a:pt x="0" y="16567"/>
                  <a:pt x="8890" y="7677"/>
                  <a:pt x="19050" y="7677"/>
                </a:cubicBezTo>
                <a:lnTo>
                  <a:pt x="199390" y="57"/>
                </a:lnTo>
                <a:close/>
                <a:moveTo>
                  <a:pt x="200660" y="20377"/>
                </a:moveTo>
                <a:lnTo>
                  <a:pt x="19050" y="29267"/>
                </a:lnTo>
                <a:lnTo>
                  <a:pt x="19050" y="196907"/>
                </a:lnTo>
                <a:lnTo>
                  <a:pt x="199390" y="188017"/>
                </a:lnTo>
                <a:cubicBezTo>
                  <a:pt x="199390" y="188017"/>
                  <a:pt x="199390" y="188017"/>
                  <a:pt x="199390" y="188017"/>
                </a:cubicBezTo>
                <a:cubicBezTo>
                  <a:pt x="199390" y="188017"/>
                  <a:pt x="199390" y="188017"/>
                  <a:pt x="199390" y="188017"/>
                </a:cubicBezTo>
                <a:cubicBezTo>
                  <a:pt x="199390" y="188017"/>
                  <a:pt x="199390" y="188017"/>
                  <a:pt x="199390" y="188017"/>
                </a:cubicBezTo>
                <a:cubicBezTo>
                  <a:pt x="199390" y="188017"/>
                  <a:pt x="199390" y="188017"/>
                  <a:pt x="199390" y="188017"/>
                </a:cubicBezTo>
                <a:lnTo>
                  <a:pt x="146050" y="119437"/>
                </a:lnTo>
                <a:cubicBezTo>
                  <a:pt x="140970" y="111817"/>
                  <a:pt x="139700" y="101657"/>
                  <a:pt x="146050" y="95307"/>
                </a:cubicBezTo>
                <a:lnTo>
                  <a:pt x="200660" y="20377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2" name="Полилиния: фигура 508">
            <a:extLst>
              <a:ext uri="{FF2B5EF4-FFF2-40B4-BE49-F238E27FC236}">
                <a16:creationId xmlns:a16="http://schemas.microsoft.com/office/drawing/2014/main" id="{182DF17B-440E-760E-5F76-CA3CCB7F1BAE}"/>
              </a:ext>
            </a:extLst>
          </p:cNvPr>
          <p:cNvSpPr/>
          <p:nvPr/>
        </p:nvSpPr>
        <p:spPr>
          <a:xfrm>
            <a:off x="7180700" y="4487905"/>
            <a:ext cx="283209" cy="182879"/>
          </a:xfrm>
          <a:custGeom>
            <a:avLst/>
            <a:gdLst>
              <a:gd name="connsiteX0" fmla="*/ 0 w 283209"/>
              <a:gd name="connsiteY0" fmla="*/ 30480 h 182879"/>
              <a:gd name="connsiteX1" fmla="*/ 30480 w 283209"/>
              <a:gd name="connsiteY1" fmla="*/ 0 h 182879"/>
              <a:gd name="connsiteX2" fmla="*/ 172720 w 283209"/>
              <a:gd name="connsiteY2" fmla="*/ 0 h 182879"/>
              <a:gd name="connsiteX3" fmla="*/ 203200 w 283209"/>
              <a:gd name="connsiteY3" fmla="*/ 30480 h 182879"/>
              <a:gd name="connsiteX4" fmla="*/ 203200 w 283209"/>
              <a:gd name="connsiteY4" fmla="*/ 152400 h 182879"/>
              <a:gd name="connsiteX5" fmla="*/ 172720 w 283209"/>
              <a:gd name="connsiteY5" fmla="*/ 182880 h 182879"/>
              <a:gd name="connsiteX6" fmla="*/ 30480 w 283209"/>
              <a:gd name="connsiteY6" fmla="*/ 182880 h 182879"/>
              <a:gd name="connsiteX7" fmla="*/ 0 w 283209"/>
              <a:gd name="connsiteY7" fmla="*/ 152400 h 182879"/>
              <a:gd name="connsiteX8" fmla="*/ 0 w 283209"/>
              <a:gd name="connsiteY8" fmla="*/ 30480 h 182879"/>
              <a:gd name="connsiteX9" fmla="*/ 30480 w 283209"/>
              <a:gd name="connsiteY9" fmla="*/ 20320 h 182879"/>
              <a:gd name="connsiteX10" fmla="*/ 20320 w 283209"/>
              <a:gd name="connsiteY10" fmla="*/ 30480 h 182879"/>
              <a:gd name="connsiteX11" fmla="*/ 20320 w 283209"/>
              <a:gd name="connsiteY11" fmla="*/ 152400 h 182879"/>
              <a:gd name="connsiteX12" fmla="*/ 30480 w 283209"/>
              <a:gd name="connsiteY12" fmla="*/ 162560 h 182879"/>
              <a:gd name="connsiteX13" fmla="*/ 172720 w 283209"/>
              <a:gd name="connsiteY13" fmla="*/ 162560 h 182879"/>
              <a:gd name="connsiteX14" fmla="*/ 182880 w 283209"/>
              <a:gd name="connsiteY14" fmla="*/ 152400 h 182879"/>
              <a:gd name="connsiteX15" fmla="*/ 182880 w 283209"/>
              <a:gd name="connsiteY15" fmla="*/ 30480 h 182879"/>
              <a:gd name="connsiteX16" fmla="*/ 172720 w 283209"/>
              <a:gd name="connsiteY16" fmla="*/ 20320 h 182879"/>
              <a:gd name="connsiteX17" fmla="*/ 30480 w 283209"/>
              <a:gd name="connsiteY17" fmla="*/ 20320 h 182879"/>
              <a:gd name="connsiteX18" fmla="*/ 262890 w 283209"/>
              <a:gd name="connsiteY18" fmla="*/ 44450 h 182879"/>
              <a:gd name="connsiteX19" fmla="*/ 242570 w 283209"/>
              <a:gd name="connsiteY19" fmla="*/ 52070 h 182879"/>
              <a:gd name="connsiteX20" fmla="*/ 242570 w 283209"/>
              <a:gd name="connsiteY20" fmla="*/ 129540 h 182879"/>
              <a:gd name="connsiteX21" fmla="*/ 262890 w 283209"/>
              <a:gd name="connsiteY21" fmla="*/ 137160 h 182879"/>
              <a:gd name="connsiteX22" fmla="*/ 262890 w 283209"/>
              <a:gd name="connsiteY22" fmla="*/ 44450 h 182879"/>
              <a:gd name="connsiteX23" fmla="*/ 267970 w 283209"/>
              <a:gd name="connsiteY23" fmla="*/ 21590 h 182879"/>
              <a:gd name="connsiteX24" fmla="*/ 283210 w 283209"/>
              <a:gd name="connsiteY24" fmla="*/ 31750 h 182879"/>
              <a:gd name="connsiteX25" fmla="*/ 283210 w 283209"/>
              <a:gd name="connsiteY25" fmla="*/ 151130 h 182879"/>
              <a:gd name="connsiteX26" fmla="*/ 267970 w 283209"/>
              <a:gd name="connsiteY26" fmla="*/ 161290 h 182879"/>
              <a:gd name="connsiteX27" fmla="*/ 229870 w 283209"/>
              <a:gd name="connsiteY27" fmla="*/ 147320 h 182879"/>
              <a:gd name="connsiteX28" fmla="*/ 222250 w 283209"/>
              <a:gd name="connsiteY28" fmla="*/ 137160 h 182879"/>
              <a:gd name="connsiteX29" fmla="*/ 222250 w 283209"/>
              <a:gd name="connsiteY29" fmla="*/ 46990 h 182879"/>
              <a:gd name="connsiteX30" fmla="*/ 229870 w 283209"/>
              <a:gd name="connsiteY30" fmla="*/ 36830 h 182879"/>
              <a:gd name="connsiteX31" fmla="*/ 267970 w 283209"/>
              <a:gd name="connsiteY31" fmla="*/ 21590 h 182879"/>
              <a:gd name="connsiteX32" fmla="*/ 49530 w 283209"/>
              <a:gd name="connsiteY32" fmla="*/ 50800 h 182879"/>
              <a:gd name="connsiteX33" fmla="*/ 39370 w 283209"/>
              <a:gd name="connsiteY33" fmla="*/ 60960 h 182879"/>
              <a:gd name="connsiteX34" fmla="*/ 49530 w 283209"/>
              <a:gd name="connsiteY34" fmla="*/ 71120 h 182879"/>
              <a:gd name="connsiteX35" fmla="*/ 80010 w 283209"/>
              <a:gd name="connsiteY35" fmla="*/ 71120 h 182879"/>
              <a:gd name="connsiteX36" fmla="*/ 90170 w 283209"/>
              <a:gd name="connsiteY36" fmla="*/ 60960 h 182879"/>
              <a:gd name="connsiteX37" fmla="*/ 80010 w 283209"/>
              <a:gd name="connsiteY37" fmla="*/ 50800 h 182879"/>
              <a:gd name="connsiteX38" fmla="*/ 49530 w 283209"/>
              <a:gd name="connsiteY38" fmla="*/ 50800 h 182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83209" h="182879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72720" y="0"/>
                </a:lnTo>
                <a:cubicBezTo>
                  <a:pt x="189230" y="0"/>
                  <a:pt x="203200" y="13970"/>
                  <a:pt x="203200" y="30480"/>
                </a:cubicBezTo>
                <a:lnTo>
                  <a:pt x="203200" y="152400"/>
                </a:lnTo>
                <a:cubicBezTo>
                  <a:pt x="203200" y="168910"/>
                  <a:pt x="189230" y="182880"/>
                  <a:pt x="172720" y="182880"/>
                </a:cubicBezTo>
                <a:lnTo>
                  <a:pt x="30480" y="182880"/>
                </a:lnTo>
                <a:cubicBezTo>
                  <a:pt x="13970" y="182880"/>
                  <a:pt x="0" y="168910"/>
                  <a:pt x="0" y="15240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152400"/>
                </a:lnTo>
                <a:cubicBezTo>
                  <a:pt x="20320" y="157480"/>
                  <a:pt x="25400" y="162560"/>
                  <a:pt x="30480" y="162560"/>
                </a:cubicBezTo>
                <a:lnTo>
                  <a:pt x="172720" y="162560"/>
                </a:lnTo>
                <a:cubicBezTo>
                  <a:pt x="177800" y="162560"/>
                  <a:pt x="182880" y="157480"/>
                  <a:pt x="182880" y="152400"/>
                </a:cubicBezTo>
                <a:lnTo>
                  <a:pt x="182880" y="30480"/>
                </a:lnTo>
                <a:cubicBezTo>
                  <a:pt x="182880" y="25400"/>
                  <a:pt x="177800" y="20320"/>
                  <a:pt x="172720" y="20320"/>
                </a:cubicBezTo>
                <a:lnTo>
                  <a:pt x="30480" y="20320"/>
                </a:lnTo>
                <a:close/>
                <a:moveTo>
                  <a:pt x="262890" y="44450"/>
                </a:moveTo>
                <a:lnTo>
                  <a:pt x="242570" y="52070"/>
                </a:lnTo>
                <a:lnTo>
                  <a:pt x="242570" y="129540"/>
                </a:lnTo>
                <a:lnTo>
                  <a:pt x="262890" y="137160"/>
                </a:lnTo>
                <a:lnTo>
                  <a:pt x="262890" y="44450"/>
                </a:lnTo>
                <a:close/>
                <a:moveTo>
                  <a:pt x="267970" y="21590"/>
                </a:moveTo>
                <a:cubicBezTo>
                  <a:pt x="275590" y="19050"/>
                  <a:pt x="283210" y="24130"/>
                  <a:pt x="283210" y="31750"/>
                </a:cubicBezTo>
                <a:lnTo>
                  <a:pt x="283210" y="151130"/>
                </a:lnTo>
                <a:cubicBezTo>
                  <a:pt x="283210" y="158750"/>
                  <a:pt x="275590" y="163830"/>
                  <a:pt x="267970" y="161290"/>
                </a:cubicBezTo>
                <a:lnTo>
                  <a:pt x="229870" y="147320"/>
                </a:lnTo>
                <a:cubicBezTo>
                  <a:pt x="226060" y="146050"/>
                  <a:pt x="222250" y="140970"/>
                  <a:pt x="222250" y="137160"/>
                </a:cubicBezTo>
                <a:lnTo>
                  <a:pt x="222250" y="46990"/>
                </a:lnTo>
                <a:cubicBezTo>
                  <a:pt x="222250" y="41910"/>
                  <a:pt x="224790" y="38100"/>
                  <a:pt x="229870" y="36830"/>
                </a:cubicBezTo>
                <a:lnTo>
                  <a:pt x="267970" y="21590"/>
                </a:lnTo>
                <a:close/>
                <a:moveTo>
                  <a:pt x="49530" y="50800"/>
                </a:moveTo>
                <a:cubicBezTo>
                  <a:pt x="44450" y="50800"/>
                  <a:pt x="39370" y="55880"/>
                  <a:pt x="39370" y="60960"/>
                </a:cubicBezTo>
                <a:cubicBezTo>
                  <a:pt x="39370" y="66040"/>
                  <a:pt x="44450" y="71120"/>
                  <a:pt x="49530" y="71120"/>
                </a:cubicBezTo>
                <a:lnTo>
                  <a:pt x="80010" y="71120"/>
                </a:lnTo>
                <a:cubicBezTo>
                  <a:pt x="85090" y="71120"/>
                  <a:pt x="90170" y="66040"/>
                  <a:pt x="90170" y="60960"/>
                </a:cubicBezTo>
                <a:cubicBezTo>
                  <a:pt x="90170" y="55880"/>
                  <a:pt x="85090" y="50800"/>
                  <a:pt x="80010" y="50800"/>
                </a:cubicBezTo>
                <a:lnTo>
                  <a:pt x="49530" y="508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3" name="Полилиния: фигура 511">
            <a:extLst>
              <a:ext uri="{FF2B5EF4-FFF2-40B4-BE49-F238E27FC236}">
                <a16:creationId xmlns:a16="http://schemas.microsoft.com/office/drawing/2014/main" id="{509C968A-76FC-5225-E177-CA447D6C5280}"/>
              </a:ext>
            </a:extLst>
          </p:cNvPr>
          <p:cNvSpPr/>
          <p:nvPr/>
        </p:nvSpPr>
        <p:spPr>
          <a:xfrm>
            <a:off x="5513191" y="4482825"/>
            <a:ext cx="264159" cy="193039"/>
          </a:xfrm>
          <a:custGeom>
            <a:avLst/>
            <a:gdLst>
              <a:gd name="connsiteX0" fmla="*/ 242570 w 264159"/>
              <a:gd name="connsiteY0" fmla="*/ 20320 h 193039"/>
              <a:gd name="connsiteX1" fmla="*/ 19050 w 264159"/>
              <a:gd name="connsiteY1" fmla="*/ 20320 h 193039"/>
              <a:gd name="connsiteX2" fmla="*/ 19050 w 264159"/>
              <a:gd name="connsiteY2" fmla="*/ 172720 h 193039"/>
              <a:gd name="connsiteX3" fmla="*/ 242570 w 264159"/>
              <a:gd name="connsiteY3" fmla="*/ 172720 h 193039"/>
              <a:gd name="connsiteX4" fmla="*/ 242570 w 264159"/>
              <a:gd name="connsiteY4" fmla="*/ 20320 h 193039"/>
              <a:gd name="connsiteX5" fmla="*/ 20320 w 264159"/>
              <a:gd name="connsiteY5" fmla="*/ 0 h 193039"/>
              <a:gd name="connsiteX6" fmla="*/ 0 w 264159"/>
              <a:gd name="connsiteY6" fmla="*/ 20320 h 193039"/>
              <a:gd name="connsiteX7" fmla="*/ 0 w 264159"/>
              <a:gd name="connsiteY7" fmla="*/ 172720 h 193039"/>
              <a:gd name="connsiteX8" fmla="*/ 20320 w 264159"/>
              <a:gd name="connsiteY8" fmla="*/ 193040 h 193039"/>
              <a:gd name="connsiteX9" fmla="*/ 243840 w 264159"/>
              <a:gd name="connsiteY9" fmla="*/ 193040 h 193039"/>
              <a:gd name="connsiteX10" fmla="*/ 264160 w 264159"/>
              <a:gd name="connsiteY10" fmla="*/ 172720 h 193039"/>
              <a:gd name="connsiteX11" fmla="*/ 264160 w 264159"/>
              <a:gd name="connsiteY11" fmla="*/ 20320 h 193039"/>
              <a:gd name="connsiteX12" fmla="*/ 243840 w 264159"/>
              <a:gd name="connsiteY12" fmla="*/ 0 h 193039"/>
              <a:gd name="connsiteX13" fmla="*/ 20320 w 264159"/>
              <a:gd name="connsiteY13" fmla="*/ 0 h 193039"/>
              <a:gd name="connsiteX14" fmla="*/ 45720 w 264159"/>
              <a:gd name="connsiteY14" fmla="*/ 71120 h 193039"/>
              <a:gd name="connsiteX15" fmla="*/ 76200 w 264159"/>
              <a:gd name="connsiteY15" fmla="*/ 40640 h 193039"/>
              <a:gd name="connsiteX16" fmla="*/ 106680 w 264159"/>
              <a:gd name="connsiteY16" fmla="*/ 71120 h 193039"/>
              <a:gd name="connsiteX17" fmla="*/ 106680 w 264159"/>
              <a:gd name="connsiteY17" fmla="*/ 81280 h 193039"/>
              <a:gd name="connsiteX18" fmla="*/ 76200 w 264159"/>
              <a:gd name="connsiteY18" fmla="*/ 111760 h 193039"/>
              <a:gd name="connsiteX19" fmla="*/ 45720 w 264159"/>
              <a:gd name="connsiteY19" fmla="*/ 81280 h 193039"/>
              <a:gd name="connsiteX20" fmla="*/ 45720 w 264159"/>
              <a:gd name="connsiteY20" fmla="*/ 71120 h 193039"/>
              <a:gd name="connsiteX21" fmla="*/ 76200 w 264159"/>
              <a:gd name="connsiteY21" fmla="*/ 60960 h 193039"/>
              <a:gd name="connsiteX22" fmla="*/ 66040 w 264159"/>
              <a:gd name="connsiteY22" fmla="*/ 71120 h 193039"/>
              <a:gd name="connsiteX23" fmla="*/ 66040 w 264159"/>
              <a:gd name="connsiteY23" fmla="*/ 81280 h 193039"/>
              <a:gd name="connsiteX24" fmla="*/ 76200 w 264159"/>
              <a:gd name="connsiteY24" fmla="*/ 91440 h 193039"/>
              <a:gd name="connsiteX25" fmla="*/ 86360 w 264159"/>
              <a:gd name="connsiteY25" fmla="*/ 81280 h 193039"/>
              <a:gd name="connsiteX26" fmla="*/ 86360 w 264159"/>
              <a:gd name="connsiteY26" fmla="*/ 71120 h 193039"/>
              <a:gd name="connsiteX27" fmla="*/ 76200 w 264159"/>
              <a:gd name="connsiteY27" fmla="*/ 60960 h 193039"/>
              <a:gd name="connsiteX28" fmla="*/ 60960 w 264159"/>
              <a:gd name="connsiteY28" fmla="*/ 121920 h 193039"/>
              <a:gd name="connsiteX29" fmla="*/ 40640 w 264159"/>
              <a:gd name="connsiteY29" fmla="*/ 142240 h 193039"/>
              <a:gd name="connsiteX30" fmla="*/ 111760 w 264159"/>
              <a:gd name="connsiteY30" fmla="*/ 142240 h 193039"/>
              <a:gd name="connsiteX31" fmla="*/ 91440 w 264159"/>
              <a:gd name="connsiteY31" fmla="*/ 121920 h 193039"/>
              <a:gd name="connsiteX32" fmla="*/ 60960 w 264159"/>
              <a:gd name="connsiteY32" fmla="*/ 121920 h 193039"/>
              <a:gd name="connsiteX33" fmla="*/ 222250 w 264159"/>
              <a:gd name="connsiteY33" fmla="*/ 101600 h 193039"/>
              <a:gd name="connsiteX34" fmla="*/ 140970 w 264159"/>
              <a:gd name="connsiteY34" fmla="*/ 101600 h 193039"/>
              <a:gd name="connsiteX35" fmla="*/ 140970 w 264159"/>
              <a:gd name="connsiteY35" fmla="*/ 81280 h 193039"/>
              <a:gd name="connsiteX36" fmla="*/ 222250 w 264159"/>
              <a:gd name="connsiteY36" fmla="*/ 81280 h 193039"/>
              <a:gd name="connsiteX37" fmla="*/ 222250 w 264159"/>
              <a:gd name="connsiteY37" fmla="*/ 101600 h 193039"/>
              <a:gd name="connsiteX38" fmla="*/ 140970 w 264159"/>
              <a:gd name="connsiteY38" fmla="*/ 142240 h 193039"/>
              <a:gd name="connsiteX39" fmla="*/ 201930 w 264159"/>
              <a:gd name="connsiteY39" fmla="*/ 142240 h 193039"/>
              <a:gd name="connsiteX40" fmla="*/ 201930 w 264159"/>
              <a:gd name="connsiteY40" fmla="*/ 121920 h 193039"/>
              <a:gd name="connsiteX41" fmla="*/ 140970 w 264159"/>
              <a:gd name="connsiteY41" fmla="*/ 121920 h 193039"/>
              <a:gd name="connsiteX42" fmla="*/ 140970 w 264159"/>
              <a:gd name="connsiteY42" fmla="*/ 142240 h 193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64159" h="193039">
                <a:moveTo>
                  <a:pt x="242570" y="20320"/>
                </a:moveTo>
                <a:lnTo>
                  <a:pt x="19050" y="20320"/>
                </a:lnTo>
                <a:lnTo>
                  <a:pt x="19050" y="172720"/>
                </a:lnTo>
                <a:lnTo>
                  <a:pt x="242570" y="172720"/>
                </a:lnTo>
                <a:lnTo>
                  <a:pt x="242570" y="20320"/>
                </a:lnTo>
                <a:close/>
                <a:moveTo>
                  <a:pt x="20320" y="0"/>
                </a:moveTo>
                <a:cubicBezTo>
                  <a:pt x="8890" y="0"/>
                  <a:pt x="0" y="8890"/>
                  <a:pt x="0" y="20320"/>
                </a:cubicBezTo>
                <a:lnTo>
                  <a:pt x="0" y="172720"/>
                </a:lnTo>
                <a:cubicBezTo>
                  <a:pt x="0" y="184150"/>
                  <a:pt x="8890" y="193040"/>
                  <a:pt x="20320" y="193040"/>
                </a:cubicBezTo>
                <a:lnTo>
                  <a:pt x="243840" y="193040"/>
                </a:lnTo>
                <a:cubicBezTo>
                  <a:pt x="255270" y="193040"/>
                  <a:pt x="264160" y="184150"/>
                  <a:pt x="264160" y="172720"/>
                </a:cubicBezTo>
                <a:lnTo>
                  <a:pt x="264160" y="20320"/>
                </a:lnTo>
                <a:cubicBezTo>
                  <a:pt x="264160" y="8890"/>
                  <a:pt x="255270" y="0"/>
                  <a:pt x="243840" y="0"/>
                </a:cubicBezTo>
                <a:lnTo>
                  <a:pt x="20320" y="0"/>
                </a:lnTo>
                <a:close/>
                <a:moveTo>
                  <a:pt x="45720" y="71120"/>
                </a:moveTo>
                <a:cubicBezTo>
                  <a:pt x="45720" y="54610"/>
                  <a:pt x="59690" y="40640"/>
                  <a:pt x="76200" y="40640"/>
                </a:cubicBezTo>
                <a:cubicBezTo>
                  <a:pt x="92710" y="40640"/>
                  <a:pt x="106680" y="54610"/>
                  <a:pt x="106680" y="71120"/>
                </a:cubicBezTo>
                <a:lnTo>
                  <a:pt x="106680" y="81280"/>
                </a:lnTo>
                <a:cubicBezTo>
                  <a:pt x="106680" y="97790"/>
                  <a:pt x="92710" y="111760"/>
                  <a:pt x="76200" y="111760"/>
                </a:cubicBezTo>
                <a:cubicBezTo>
                  <a:pt x="59690" y="111760"/>
                  <a:pt x="45720" y="97790"/>
                  <a:pt x="45720" y="81280"/>
                </a:cubicBezTo>
                <a:lnTo>
                  <a:pt x="45720" y="71120"/>
                </a:lnTo>
                <a:close/>
                <a:moveTo>
                  <a:pt x="76200" y="60960"/>
                </a:moveTo>
                <a:cubicBezTo>
                  <a:pt x="71120" y="60960"/>
                  <a:pt x="66040" y="66040"/>
                  <a:pt x="66040" y="71120"/>
                </a:cubicBezTo>
                <a:lnTo>
                  <a:pt x="66040" y="81280"/>
                </a:lnTo>
                <a:cubicBezTo>
                  <a:pt x="66040" y="86360"/>
                  <a:pt x="71120" y="91440"/>
                  <a:pt x="76200" y="91440"/>
                </a:cubicBezTo>
                <a:cubicBezTo>
                  <a:pt x="81280" y="91440"/>
                  <a:pt x="86360" y="86360"/>
                  <a:pt x="86360" y="81280"/>
                </a:cubicBezTo>
                <a:lnTo>
                  <a:pt x="86360" y="71120"/>
                </a:lnTo>
                <a:cubicBezTo>
                  <a:pt x="86360" y="64770"/>
                  <a:pt x="81280" y="60960"/>
                  <a:pt x="76200" y="60960"/>
                </a:cubicBezTo>
                <a:close/>
                <a:moveTo>
                  <a:pt x="60960" y="121920"/>
                </a:moveTo>
                <a:cubicBezTo>
                  <a:pt x="49530" y="121920"/>
                  <a:pt x="40640" y="130810"/>
                  <a:pt x="40640" y="142240"/>
                </a:cubicBezTo>
                <a:lnTo>
                  <a:pt x="111760" y="142240"/>
                </a:lnTo>
                <a:cubicBezTo>
                  <a:pt x="111760" y="130810"/>
                  <a:pt x="102870" y="121920"/>
                  <a:pt x="91440" y="121920"/>
                </a:cubicBezTo>
                <a:lnTo>
                  <a:pt x="60960" y="121920"/>
                </a:lnTo>
                <a:close/>
                <a:moveTo>
                  <a:pt x="222250" y="101600"/>
                </a:moveTo>
                <a:lnTo>
                  <a:pt x="140970" y="101600"/>
                </a:lnTo>
                <a:lnTo>
                  <a:pt x="140970" y="81280"/>
                </a:lnTo>
                <a:lnTo>
                  <a:pt x="222250" y="81280"/>
                </a:lnTo>
                <a:lnTo>
                  <a:pt x="222250" y="101600"/>
                </a:lnTo>
                <a:close/>
                <a:moveTo>
                  <a:pt x="140970" y="142240"/>
                </a:moveTo>
                <a:lnTo>
                  <a:pt x="201930" y="142240"/>
                </a:lnTo>
                <a:lnTo>
                  <a:pt x="201930" y="121920"/>
                </a:lnTo>
                <a:lnTo>
                  <a:pt x="140970" y="121920"/>
                </a:lnTo>
                <a:lnTo>
                  <a:pt x="140970" y="1422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4" name="Полилиния: фигура 513">
            <a:extLst>
              <a:ext uri="{FF2B5EF4-FFF2-40B4-BE49-F238E27FC236}">
                <a16:creationId xmlns:a16="http://schemas.microsoft.com/office/drawing/2014/main" id="{7DC9792F-DDAA-376D-98AF-1EB2F4344BCC}"/>
              </a:ext>
            </a:extLst>
          </p:cNvPr>
          <p:cNvSpPr/>
          <p:nvPr/>
        </p:nvSpPr>
        <p:spPr>
          <a:xfrm>
            <a:off x="4993761" y="4457425"/>
            <a:ext cx="182879" cy="243839"/>
          </a:xfrm>
          <a:custGeom>
            <a:avLst/>
            <a:gdLst>
              <a:gd name="connsiteX0" fmla="*/ 20320 w 182879"/>
              <a:gd name="connsiteY0" fmla="*/ 222250 h 243839"/>
              <a:gd name="connsiteX1" fmla="*/ 20320 w 182879"/>
              <a:gd name="connsiteY1" fmla="*/ 19050 h 243839"/>
              <a:gd name="connsiteX2" fmla="*/ 162560 w 182879"/>
              <a:gd name="connsiteY2" fmla="*/ 19050 h 243839"/>
              <a:gd name="connsiteX3" fmla="*/ 162560 w 182879"/>
              <a:gd name="connsiteY3" fmla="*/ 222250 h 243839"/>
              <a:gd name="connsiteX4" fmla="*/ 20320 w 182879"/>
              <a:gd name="connsiteY4" fmla="*/ 222250 h 243839"/>
              <a:gd name="connsiteX5" fmla="*/ 0 w 182879"/>
              <a:gd name="connsiteY5" fmla="*/ 10160 h 243839"/>
              <a:gd name="connsiteX6" fmla="*/ 10160 w 182879"/>
              <a:gd name="connsiteY6" fmla="*/ 0 h 243839"/>
              <a:gd name="connsiteX7" fmla="*/ 172720 w 182879"/>
              <a:gd name="connsiteY7" fmla="*/ 0 h 243839"/>
              <a:gd name="connsiteX8" fmla="*/ 182880 w 182879"/>
              <a:gd name="connsiteY8" fmla="*/ 10160 h 243839"/>
              <a:gd name="connsiteX9" fmla="*/ 182880 w 182879"/>
              <a:gd name="connsiteY9" fmla="*/ 233680 h 243839"/>
              <a:gd name="connsiteX10" fmla="*/ 172720 w 182879"/>
              <a:gd name="connsiteY10" fmla="*/ 243840 h 243839"/>
              <a:gd name="connsiteX11" fmla="*/ 10160 w 182879"/>
              <a:gd name="connsiteY11" fmla="*/ 243840 h 243839"/>
              <a:gd name="connsiteX12" fmla="*/ 0 w 182879"/>
              <a:gd name="connsiteY12" fmla="*/ 233680 h 243839"/>
              <a:gd name="connsiteX13" fmla="*/ 0 w 182879"/>
              <a:gd name="connsiteY13" fmla="*/ 10160 h 243839"/>
              <a:gd name="connsiteX14" fmla="*/ 40640 w 182879"/>
              <a:gd name="connsiteY14" fmla="*/ 152400 h 243839"/>
              <a:gd name="connsiteX15" fmla="*/ 40640 w 182879"/>
              <a:gd name="connsiteY15" fmla="*/ 172720 h 243839"/>
              <a:gd name="connsiteX16" fmla="*/ 142240 w 182879"/>
              <a:gd name="connsiteY16" fmla="*/ 172720 h 243839"/>
              <a:gd name="connsiteX17" fmla="*/ 142240 w 182879"/>
              <a:gd name="connsiteY17" fmla="*/ 152400 h 243839"/>
              <a:gd name="connsiteX18" fmla="*/ 40640 w 182879"/>
              <a:gd name="connsiteY18" fmla="*/ 152400 h 243839"/>
              <a:gd name="connsiteX19" fmla="*/ 121920 w 182879"/>
              <a:gd name="connsiteY19" fmla="*/ 182880 h 243839"/>
              <a:gd name="connsiteX20" fmla="*/ 121920 w 182879"/>
              <a:gd name="connsiteY20" fmla="*/ 203200 h 243839"/>
              <a:gd name="connsiteX21" fmla="*/ 60960 w 182879"/>
              <a:gd name="connsiteY21" fmla="*/ 203200 h 243839"/>
              <a:gd name="connsiteX22" fmla="*/ 60960 w 182879"/>
              <a:gd name="connsiteY22" fmla="*/ 182880 h 243839"/>
              <a:gd name="connsiteX23" fmla="*/ 121920 w 182879"/>
              <a:gd name="connsiteY23" fmla="*/ 182880 h 243839"/>
              <a:gd name="connsiteX24" fmla="*/ 71120 w 182879"/>
              <a:gd name="connsiteY24" fmla="*/ 81280 h 243839"/>
              <a:gd name="connsiteX25" fmla="*/ 91440 w 182879"/>
              <a:gd name="connsiteY25" fmla="*/ 60960 h 243839"/>
              <a:gd name="connsiteX26" fmla="*/ 111760 w 182879"/>
              <a:gd name="connsiteY26" fmla="*/ 81280 h 243839"/>
              <a:gd name="connsiteX27" fmla="*/ 91440 w 182879"/>
              <a:gd name="connsiteY27" fmla="*/ 101600 h 243839"/>
              <a:gd name="connsiteX28" fmla="*/ 71120 w 182879"/>
              <a:gd name="connsiteY28" fmla="*/ 81280 h 243839"/>
              <a:gd name="connsiteX29" fmla="*/ 91440 w 182879"/>
              <a:gd name="connsiteY29" fmla="*/ 40640 h 243839"/>
              <a:gd name="connsiteX30" fmla="*/ 50800 w 182879"/>
              <a:gd name="connsiteY30" fmla="*/ 81280 h 243839"/>
              <a:gd name="connsiteX31" fmla="*/ 91440 w 182879"/>
              <a:gd name="connsiteY31" fmla="*/ 121920 h 243839"/>
              <a:gd name="connsiteX32" fmla="*/ 132080 w 182879"/>
              <a:gd name="connsiteY32" fmla="*/ 81280 h 243839"/>
              <a:gd name="connsiteX33" fmla="*/ 91440 w 182879"/>
              <a:gd name="connsiteY33" fmla="*/ 4064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182879" h="243839">
                <a:moveTo>
                  <a:pt x="20320" y="222250"/>
                </a:moveTo>
                <a:lnTo>
                  <a:pt x="20320" y="19050"/>
                </a:lnTo>
                <a:lnTo>
                  <a:pt x="162560" y="19050"/>
                </a:lnTo>
                <a:lnTo>
                  <a:pt x="162560" y="222250"/>
                </a:lnTo>
                <a:lnTo>
                  <a:pt x="20320" y="222250"/>
                </a:ln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72720" y="0"/>
                </a:lnTo>
                <a:cubicBezTo>
                  <a:pt x="177800" y="0"/>
                  <a:pt x="182880" y="5080"/>
                  <a:pt x="182880" y="10160"/>
                </a:cubicBezTo>
                <a:lnTo>
                  <a:pt x="182880" y="233680"/>
                </a:lnTo>
                <a:cubicBezTo>
                  <a:pt x="182880" y="238760"/>
                  <a:pt x="177800" y="243840"/>
                  <a:pt x="172720" y="243840"/>
                </a:cubicBezTo>
                <a:lnTo>
                  <a:pt x="10160" y="243840"/>
                </a:lnTo>
                <a:cubicBezTo>
                  <a:pt x="5080" y="243840"/>
                  <a:pt x="0" y="238760"/>
                  <a:pt x="0" y="233680"/>
                </a:cubicBezTo>
                <a:lnTo>
                  <a:pt x="0" y="10160"/>
                </a:lnTo>
                <a:close/>
                <a:moveTo>
                  <a:pt x="40640" y="152400"/>
                </a:moveTo>
                <a:lnTo>
                  <a:pt x="40640" y="172720"/>
                </a:lnTo>
                <a:lnTo>
                  <a:pt x="142240" y="172720"/>
                </a:lnTo>
                <a:lnTo>
                  <a:pt x="142240" y="152400"/>
                </a:lnTo>
                <a:lnTo>
                  <a:pt x="40640" y="152400"/>
                </a:lnTo>
                <a:close/>
                <a:moveTo>
                  <a:pt x="121920" y="182880"/>
                </a:moveTo>
                <a:lnTo>
                  <a:pt x="121920" y="203200"/>
                </a:lnTo>
                <a:lnTo>
                  <a:pt x="60960" y="203200"/>
                </a:lnTo>
                <a:lnTo>
                  <a:pt x="60960" y="182880"/>
                </a:lnTo>
                <a:lnTo>
                  <a:pt x="121920" y="182880"/>
                </a:lnTo>
                <a:close/>
                <a:moveTo>
                  <a:pt x="71120" y="81280"/>
                </a:moveTo>
                <a:cubicBezTo>
                  <a:pt x="71120" y="69850"/>
                  <a:pt x="80010" y="60960"/>
                  <a:pt x="91440" y="60960"/>
                </a:cubicBezTo>
                <a:cubicBezTo>
                  <a:pt x="102870" y="60960"/>
                  <a:pt x="111760" y="69850"/>
                  <a:pt x="111760" y="81280"/>
                </a:cubicBezTo>
                <a:cubicBezTo>
                  <a:pt x="111760" y="92710"/>
                  <a:pt x="102870" y="101600"/>
                  <a:pt x="91440" y="101600"/>
                </a:cubicBezTo>
                <a:cubicBezTo>
                  <a:pt x="80010" y="101600"/>
                  <a:pt x="71120" y="91440"/>
                  <a:pt x="71120" y="81280"/>
                </a:cubicBezTo>
                <a:close/>
                <a:moveTo>
                  <a:pt x="91440" y="40640"/>
                </a:moveTo>
                <a:cubicBezTo>
                  <a:pt x="68580" y="40640"/>
                  <a:pt x="50800" y="58420"/>
                  <a:pt x="50800" y="81280"/>
                </a:cubicBezTo>
                <a:cubicBezTo>
                  <a:pt x="50800" y="104140"/>
                  <a:pt x="68580" y="121920"/>
                  <a:pt x="91440" y="121920"/>
                </a:cubicBezTo>
                <a:cubicBezTo>
                  <a:pt x="114300" y="121920"/>
                  <a:pt x="132080" y="104140"/>
                  <a:pt x="132080" y="81280"/>
                </a:cubicBezTo>
                <a:cubicBezTo>
                  <a:pt x="132080" y="58420"/>
                  <a:pt x="114300" y="40640"/>
                  <a:pt x="91440" y="4064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5" name="Полилиния: фигура 516">
            <a:extLst>
              <a:ext uri="{FF2B5EF4-FFF2-40B4-BE49-F238E27FC236}">
                <a16:creationId xmlns:a16="http://schemas.microsoft.com/office/drawing/2014/main" id="{24F7B2A7-16E0-035E-0D19-8A1C71F0E4CB}"/>
              </a:ext>
            </a:extLst>
          </p:cNvPr>
          <p:cNvSpPr/>
          <p:nvPr/>
        </p:nvSpPr>
        <p:spPr>
          <a:xfrm>
            <a:off x="6063100" y="4468855"/>
            <a:ext cx="284480" cy="218440"/>
          </a:xfrm>
          <a:custGeom>
            <a:avLst/>
            <a:gdLst>
              <a:gd name="connsiteX0" fmla="*/ 19050 w 284480"/>
              <a:gd name="connsiteY0" fmla="*/ 31750 h 218440"/>
              <a:gd name="connsiteX1" fmla="*/ 29210 w 284480"/>
              <a:gd name="connsiteY1" fmla="*/ 21590 h 218440"/>
              <a:gd name="connsiteX2" fmla="*/ 120650 w 284480"/>
              <a:gd name="connsiteY2" fmla="*/ 21590 h 218440"/>
              <a:gd name="connsiteX3" fmla="*/ 130810 w 284480"/>
              <a:gd name="connsiteY3" fmla="*/ 31750 h 218440"/>
              <a:gd name="connsiteX4" fmla="*/ 130810 w 284480"/>
              <a:gd name="connsiteY4" fmla="*/ 189230 h 218440"/>
              <a:gd name="connsiteX5" fmla="*/ 106680 w 284480"/>
              <a:gd name="connsiteY5" fmla="*/ 182880 h 218440"/>
              <a:gd name="connsiteX6" fmla="*/ 29210 w 284480"/>
              <a:gd name="connsiteY6" fmla="*/ 182880 h 218440"/>
              <a:gd name="connsiteX7" fmla="*/ 19050 w 284480"/>
              <a:gd name="connsiteY7" fmla="*/ 172720 h 218440"/>
              <a:gd name="connsiteX8" fmla="*/ 19050 w 284480"/>
              <a:gd name="connsiteY8" fmla="*/ 31750 h 218440"/>
              <a:gd name="connsiteX9" fmla="*/ 140970 w 284480"/>
              <a:gd name="connsiteY9" fmla="*/ 218440 h 218440"/>
              <a:gd name="connsiteX10" fmla="*/ 133350 w 284480"/>
              <a:gd name="connsiteY10" fmla="*/ 215900 h 218440"/>
              <a:gd name="connsiteX11" fmla="*/ 125730 w 284480"/>
              <a:gd name="connsiteY11" fmla="*/ 209550 h 218440"/>
              <a:gd name="connsiteX12" fmla="*/ 107950 w 284480"/>
              <a:gd name="connsiteY12" fmla="*/ 203200 h 218440"/>
              <a:gd name="connsiteX13" fmla="*/ 30480 w 284480"/>
              <a:gd name="connsiteY13" fmla="*/ 203200 h 218440"/>
              <a:gd name="connsiteX14" fmla="*/ 0 w 284480"/>
              <a:gd name="connsiteY14" fmla="*/ 172720 h 218440"/>
              <a:gd name="connsiteX15" fmla="*/ 0 w 284480"/>
              <a:gd name="connsiteY15" fmla="*/ 30480 h 218440"/>
              <a:gd name="connsiteX16" fmla="*/ 30480 w 284480"/>
              <a:gd name="connsiteY16" fmla="*/ 0 h 218440"/>
              <a:gd name="connsiteX17" fmla="*/ 121920 w 284480"/>
              <a:gd name="connsiteY17" fmla="*/ 0 h 218440"/>
              <a:gd name="connsiteX18" fmla="*/ 142240 w 284480"/>
              <a:gd name="connsiteY18" fmla="*/ 7620 h 218440"/>
              <a:gd name="connsiteX19" fmla="*/ 162560 w 284480"/>
              <a:gd name="connsiteY19" fmla="*/ 0 h 218440"/>
              <a:gd name="connsiteX20" fmla="*/ 254000 w 284480"/>
              <a:gd name="connsiteY20" fmla="*/ 0 h 218440"/>
              <a:gd name="connsiteX21" fmla="*/ 284480 w 284480"/>
              <a:gd name="connsiteY21" fmla="*/ 30480 h 218440"/>
              <a:gd name="connsiteX22" fmla="*/ 284480 w 284480"/>
              <a:gd name="connsiteY22" fmla="*/ 172720 h 218440"/>
              <a:gd name="connsiteX23" fmla="*/ 254000 w 284480"/>
              <a:gd name="connsiteY23" fmla="*/ 203200 h 218440"/>
              <a:gd name="connsiteX24" fmla="*/ 176530 w 284480"/>
              <a:gd name="connsiteY24" fmla="*/ 203200 h 218440"/>
              <a:gd name="connsiteX25" fmla="*/ 158750 w 284480"/>
              <a:gd name="connsiteY25" fmla="*/ 209550 h 218440"/>
              <a:gd name="connsiteX26" fmla="*/ 151130 w 284480"/>
              <a:gd name="connsiteY26" fmla="*/ 215900 h 218440"/>
              <a:gd name="connsiteX27" fmla="*/ 140970 w 284480"/>
              <a:gd name="connsiteY27" fmla="*/ 218440 h 218440"/>
              <a:gd name="connsiteX28" fmla="*/ 151130 w 284480"/>
              <a:gd name="connsiteY28" fmla="*/ 189230 h 218440"/>
              <a:gd name="connsiteX29" fmla="*/ 175260 w 284480"/>
              <a:gd name="connsiteY29" fmla="*/ 182880 h 218440"/>
              <a:gd name="connsiteX30" fmla="*/ 252730 w 284480"/>
              <a:gd name="connsiteY30" fmla="*/ 182880 h 218440"/>
              <a:gd name="connsiteX31" fmla="*/ 262890 w 284480"/>
              <a:gd name="connsiteY31" fmla="*/ 172720 h 218440"/>
              <a:gd name="connsiteX32" fmla="*/ 262890 w 284480"/>
              <a:gd name="connsiteY32" fmla="*/ 30480 h 218440"/>
              <a:gd name="connsiteX33" fmla="*/ 252730 w 284480"/>
              <a:gd name="connsiteY33" fmla="*/ 20320 h 218440"/>
              <a:gd name="connsiteX34" fmla="*/ 161290 w 284480"/>
              <a:gd name="connsiteY34" fmla="*/ 20320 h 218440"/>
              <a:gd name="connsiteX35" fmla="*/ 151130 w 284480"/>
              <a:gd name="connsiteY35" fmla="*/ 30480 h 218440"/>
              <a:gd name="connsiteX36" fmla="*/ 151130 w 284480"/>
              <a:gd name="connsiteY36" fmla="*/ 189230 h 218440"/>
              <a:gd name="connsiteX37" fmla="*/ 100330 w 284480"/>
              <a:gd name="connsiteY37" fmla="*/ 72390 h 218440"/>
              <a:gd name="connsiteX38" fmla="*/ 39370 w 284480"/>
              <a:gd name="connsiteY38" fmla="*/ 72390 h 218440"/>
              <a:gd name="connsiteX39" fmla="*/ 39370 w 284480"/>
              <a:gd name="connsiteY39" fmla="*/ 52070 h 218440"/>
              <a:gd name="connsiteX40" fmla="*/ 100330 w 284480"/>
              <a:gd name="connsiteY40" fmla="*/ 52070 h 218440"/>
              <a:gd name="connsiteX41" fmla="*/ 100330 w 284480"/>
              <a:gd name="connsiteY41" fmla="*/ 72390 h 218440"/>
              <a:gd name="connsiteX42" fmla="*/ 181610 w 284480"/>
              <a:gd name="connsiteY42" fmla="*/ 72390 h 218440"/>
              <a:gd name="connsiteX43" fmla="*/ 242570 w 284480"/>
              <a:gd name="connsiteY43" fmla="*/ 72390 h 218440"/>
              <a:gd name="connsiteX44" fmla="*/ 242570 w 284480"/>
              <a:gd name="connsiteY44" fmla="*/ 52070 h 218440"/>
              <a:gd name="connsiteX45" fmla="*/ 181610 w 284480"/>
              <a:gd name="connsiteY45" fmla="*/ 52070 h 218440"/>
              <a:gd name="connsiteX46" fmla="*/ 181610 w 284480"/>
              <a:gd name="connsiteY46" fmla="*/ 72390 h 218440"/>
              <a:gd name="connsiteX47" fmla="*/ 100330 w 284480"/>
              <a:gd name="connsiteY47" fmla="*/ 113030 h 218440"/>
              <a:gd name="connsiteX48" fmla="*/ 39370 w 284480"/>
              <a:gd name="connsiteY48" fmla="*/ 113030 h 218440"/>
              <a:gd name="connsiteX49" fmla="*/ 39370 w 284480"/>
              <a:gd name="connsiteY49" fmla="*/ 92710 h 218440"/>
              <a:gd name="connsiteX50" fmla="*/ 100330 w 284480"/>
              <a:gd name="connsiteY50" fmla="*/ 92710 h 218440"/>
              <a:gd name="connsiteX51" fmla="*/ 100330 w 284480"/>
              <a:gd name="connsiteY51" fmla="*/ 113030 h 218440"/>
              <a:gd name="connsiteX52" fmla="*/ 181610 w 284480"/>
              <a:gd name="connsiteY52" fmla="*/ 113030 h 218440"/>
              <a:gd name="connsiteX53" fmla="*/ 242570 w 284480"/>
              <a:gd name="connsiteY53" fmla="*/ 113030 h 218440"/>
              <a:gd name="connsiteX54" fmla="*/ 242570 w 284480"/>
              <a:gd name="connsiteY54" fmla="*/ 92710 h 218440"/>
              <a:gd name="connsiteX55" fmla="*/ 181610 w 284480"/>
              <a:gd name="connsiteY55" fmla="*/ 92710 h 218440"/>
              <a:gd name="connsiteX56" fmla="*/ 181610 w 284480"/>
              <a:gd name="connsiteY56" fmla="*/ 113030 h 218440"/>
              <a:gd name="connsiteX57" fmla="*/ 100330 w 284480"/>
              <a:gd name="connsiteY57" fmla="*/ 153670 h 218440"/>
              <a:gd name="connsiteX58" fmla="*/ 39370 w 284480"/>
              <a:gd name="connsiteY58" fmla="*/ 153670 h 218440"/>
              <a:gd name="connsiteX59" fmla="*/ 39370 w 284480"/>
              <a:gd name="connsiteY59" fmla="*/ 133350 h 218440"/>
              <a:gd name="connsiteX60" fmla="*/ 100330 w 284480"/>
              <a:gd name="connsiteY60" fmla="*/ 133350 h 218440"/>
              <a:gd name="connsiteX61" fmla="*/ 100330 w 284480"/>
              <a:gd name="connsiteY61" fmla="*/ 153670 h 218440"/>
              <a:gd name="connsiteX62" fmla="*/ 181610 w 284480"/>
              <a:gd name="connsiteY62" fmla="*/ 153670 h 218440"/>
              <a:gd name="connsiteX63" fmla="*/ 242570 w 284480"/>
              <a:gd name="connsiteY63" fmla="*/ 153670 h 218440"/>
              <a:gd name="connsiteX64" fmla="*/ 242570 w 284480"/>
              <a:gd name="connsiteY64" fmla="*/ 133350 h 218440"/>
              <a:gd name="connsiteX65" fmla="*/ 181610 w 284480"/>
              <a:gd name="connsiteY65" fmla="*/ 133350 h 218440"/>
              <a:gd name="connsiteX66" fmla="*/ 181610 w 284480"/>
              <a:gd name="connsiteY66" fmla="*/ 153670 h 2184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284480" h="218440">
                <a:moveTo>
                  <a:pt x="19050" y="31750"/>
                </a:moveTo>
                <a:cubicBezTo>
                  <a:pt x="19050" y="26670"/>
                  <a:pt x="24130" y="21590"/>
                  <a:pt x="29210" y="21590"/>
                </a:cubicBezTo>
                <a:lnTo>
                  <a:pt x="120650" y="21590"/>
                </a:lnTo>
                <a:cubicBezTo>
                  <a:pt x="125730" y="21590"/>
                  <a:pt x="130810" y="26670"/>
                  <a:pt x="130810" y="31750"/>
                </a:cubicBezTo>
                <a:lnTo>
                  <a:pt x="130810" y="189230"/>
                </a:lnTo>
                <a:cubicBezTo>
                  <a:pt x="123190" y="185420"/>
                  <a:pt x="115570" y="182880"/>
                  <a:pt x="106680" y="182880"/>
                </a:cubicBezTo>
                <a:lnTo>
                  <a:pt x="29210" y="182880"/>
                </a:lnTo>
                <a:cubicBezTo>
                  <a:pt x="24130" y="182880"/>
                  <a:pt x="19050" y="177800"/>
                  <a:pt x="19050" y="172720"/>
                </a:cubicBezTo>
                <a:lnTo>
                  <a:pt x="19050" y="31750"/>
                </a:lnTo>
                <a:close/>
                <a:moveTo>
                  <a:pt x="140970" y="218440"/>
                </a:moveTo>
                <a:cubicBezTo>
                  <a:pt x="138430" y="218440"/>
                  <a:pt x="135890" y="218440"/>
                  <a:pt x="133350" y="215900"/>
                </a:cubicBezTo>
                <a:lnTo>
                  <a:pt x="125730" y="209550"/>
                </a:lnTo>
                <a:cubicBezTo>
                  <a:pt x="120650" y="205740"/>
                  <a:pt x="114300" y="203200"/>
                  <a:pt x="107950" y="203200"/>
                </a:cubicBezTo>
                <a:lnTo>
                  <a:pt x="30480" y="203200"/>
                </a:lnTo>
                <a:cubicBezTo>
                  <a:pt x="13970" y="203200"/>
                  <a:pt x="0" y="189230"/>
                  <a:pt x="0" y="172720"/>
                </a:cubicBezTo>
                <a:lnTo>
                  <a:pt x="0" y="30480"/>
                </a:lnTo>
                <a:cubicBezTo>
                  <a:pt x="0" y="13970"/>
                  <a:pt x="13970" y="0"/>
                  <a:pt x="30480" y="0"/>
                </a:cubicBezTo>
                <a:lnTo>
                  <a:pt x="121920" y="0"/>
                </a:lnTo>
                <a:cubicBezTo>
                  <a:pt x="129540" y="0"/>
                  <a:pt x="137160" y="2540"/>
                  <a:pt x="142240" y="7620"/>
                </a:cubicBezTo>
                <a:cubicBezTo>
                  <a:pt x="147320" y="2540"/>
                  <a:pt x="154940" y="0"/>
                  <a:pt x="162560" y="0"/>
                </a:cubicBezTo>
                <a:lnTo>
                  <a:pt x="254000" y="0"/>
                </a:lnTo>
                <a:cubicBezTo>
                  <a:pt x="270510" y="0"/>
                  <a:pt x="284480" y="13970"/>
                  <a:pt x="284480" y="30480"/>
                </a:cubicBezTo>
                <a:lnTo>
                  <a:pt x="284480" y="172720"/>
                </a:lnTo>
                <a:cubicBezTo>
                  <a:pt x="284480" y="189230"/>
                  <a:pt x="270510" y="203200"/>
                  <a:pt x="254000" y="203200"/>
                </a:cubicBezTo>
                <a:lnTo>
                  <a:pt x="176530" y="203200"/>
                </a:lnTo>
                <a:cubicBezTo>
                  <a:pt x="170180" y="203200"/>
                  <a:pt x="163830" y="205740"/>
                  <a:pt x="158750" y="209550"/>
                </a:cubicBezTo>
                <a:lnTo>
                  <a:pt x="151130" y="215900"/>
                </a:lnTo>
                <a:cubicBezTo>
                  <a:pt x="146050" y="218440"/>
                  <a:pt x="143510" y="218440"/>
                  <a:pt x="140970" y="218440"/>
                </a:cubicBezTo>
                <a:close/>
                <a:moveTo>
                  <a:pt x="151130" y="189230"/>
                </a:moveTo>
                <a:cubicBezTo>
                  <a:pt x="158750" y="185420"/>
                  <a:pt x="166370" y="182880"/>
                  <a:pt x="175260" y="182880"/>
                </a:cubicBezTo>
                <a:lnTo>
                  <a:pt x="252730" y="182880"/>
                </a:lnTo>
                <a:cubicBezTo>
                  <a:pt x="257810" y="182880"/>
                  <a:pt x="262890" y="177800"/>
                  <a:pt x="262890" y="172720"/>
                </a:cubicBezTo>
                <a:lnTo>
                  <a:pt x="262890" y="30480"/>
                </a:lnTo>
                <a:cubicBezTo>
                  <a:pt x="262890" y="25400"/>
                  <a:pt x="257810" y="20320"/>
                  <a:pt x="252730" y="20320"/>
                </a:cubicBezTo>
                <a:lnTo>
                  <a:pt x="161290" y="20320"/>
                </a:lnTo>
                <a:cubicBezTo>
                  <a:pt x="156210" y="20320"/>
                  <a:pt x="151130" y="25400"/>
                  <a:pt x="151130" y="30480"/>
                </a:cubicBezTo>
                <a:lnTo>
                  <a:pt x="151130" y="189230"/>
                </a:lnTo>
                <a:close/>
                <a:moveTo>
                  <a:pt x="100330" y="72390"/>
                </a:moveTo>
                <a:lnTo>
                  <a:pt x="39370" y="72390"/>
                </a:lnTo>
                <a:lnTo>
                  <a:pt x="39370" y="52070"/>
                </a:lnTo>
                <a:lnTo>
                  <a:pt x="100330" y="52070"/>
                </a:lnTo>
                <a:lnTo>
                  <a:pt x="100330" y="72390"/>
                </a:lnTo>
                <a:close/>
                <a:moveTo>
                  <a:pt x="181610" y="72390"/>
                </a:moveTo>
                <a:lnTo>
                  <a:pt x="242570" y="72390"/>
                </a:lnTo>
                <a:lnTo>
                  <a:pt x="242570" y="52070"/>
                </a:lnTo>
                <a:lnTo>
                  <a:pt x="181610" y="52070"/>
                </a:lnTo>
                <a:lnTo>
                  <a:pt x="181610" y="72390"/>
                </a:lnTo>
                <a:close/>
                <a:moveTo>
                  <a:pt x="100330" y="113030"/>
                </a:moveTo>
                <a:lnTo>
                  <a:pt x="39370" y="113030"/>
                </a:lnTo>
                <a:lnTo>
                  <a:pt x="39370" y="92710"/>
                </a:lnTo>
                <a:lnTo>
                  <a:pt x="100330" y="92710"/>
                </a:lnTo>
                <a:lnTo>
                  <a:pt x="100330" y="113030"/>
                </a:lnTo>
                <a:close/>
                <a:moveTo>
                  <a:pt x="181610" y="113030"/>
                </a:moveTo>
                <a:lnTo>
                  <a:pt x="242570" y="113030"/>
                </a:lnTo>
                <a:lnTo>
                  <a:pt x="242570" y="92710"/>
                </a:lnTo>
                <a:lnTo>
                  <a:pt x="181610" y="92710"/>
                </a:lnTo>
                <a:lnTo>
                  <a:pt x="181610" y="113030"/>
                </a:lnTo>
                <a:close/>
                <a:moveTo>
                  <a:pt x="100330" y="153670"/>
                </a:moveTo>
                <a:lnTo>
                  <a:pt x="39370" y="153670"/>
                </a:lnTo>
                <a:lnTo>
                  <a:pt x="39370" y="133350"/>
                </a:lnTo>
                <a:lnTo>
                  <a:pt x="100330" y="133350"/>
                </a:lnTo>
                <a:lnTo>
                  <a:pt x="100330" y="153670"/>
                </a:lnTo>
                <a:close/>
                <a:moveTo>
                  <a:pt x="181610" y="153670"/>
                </a:moveTo>
                <a:lnTo>
                  <a:pt x="242570" y="153670"/>
                </a:lnTo>
                <a:lnTo>
                  <a:pt x="242570" y="133350"/>
                </a:lnTo>
                <a:lnTo>
                  <a:pt x="181610" y="133350"/>
                </a:lnTo>
                <a:lnTo>
                  <a:pt x="181610" y="15367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6" name="Полилиния: фигура 520">
            <a:extLst>
              <a:ext uri="{FF2B5EF4-FFF2-40B4-BE49-F238E27FC236}">
                <a16:creationId xmlns:a16="http://schemas.microsoft.com/office/drawing/2014/main" id="{A2942813-F0EE-2F46-3397-6A65EBBF9F11}"/>
              </a:ext>
            </a:extLst>
          </p:cNvPr>
          <p:cNvSpPr/>
          <p:nvPr/>
        </p:nvSpPr>
        <p:spPr>
          <a:xfrm>
            <a:off x="6630791" y="4467584"/>
            <a:ext cx="264159" cy="222250"/>
          </a:xfrm>
          <a:custGeom>
            <a:avLst/>
            <a:gdLst>
              <a:gd name="connsiteX0" fmla="*/ 233680 w 264159"/>
              <a:gd name="connsiteY0" fmla="*/ 20320 h 222250"/>
              <a:gd name="connsiteX1" fmla="*/ 30480 w 264159"/>
              <a:gd name="connsiteY1" fmla="*/ 20320 h 222250"/>
              <a:gd name="connsiteX2" fmla="*/ 20320 w 264159"/>
              <a:gd name="connsiteY2" fmla="*/ 30480 h 222250"/>
              <a:gd name="connsiteX3" fmla="*/ 20320 w 264159"/>
              <a:gd name="connsiteY3" fmla="*/ 152400 h 222250"/>
              <a:gd name="connsiteX4" fmla="*/ 30480 w 264159"/>
              <a:gd name="connsiteY4" fmla="*/ 162560 h 222250"/>
              <a:gd name="connsiteX5" fmla="*/ 233680 w 264159"/>
              <a:gd name="connsiteY5" fmla="*/ 162560 h 222250"/>
              <a:gd name="connsiteX6" fmla="*/ 243840 w 264159"/>
              <a:gd name="connsiteY6" fmla="*/ 152400 h 222250"/>
              <a:gd name="connsiteX7" fmla="*/ 243840 w 264159"/>
              <a:gd name="connsiteY7" fmla="*/ 30480 h 222250"/>
              <a:gd name="connsiteX8" fmla="*/ 233680 w 264159"/>
              <a:gd name="connsiteY8" fmla="*/ 20320 h 222250"/>
              <a:gd name="connsiteX9" fmla="*/ 30480 w 264159"/>
              <a:gd name="connsiteY9" fmla="*/ 0 h 222250"/>
              <a:gd name="connsiteX10" fmla="*/ 0 w 264159"/>
              <a:gd name="connsiteY10" fmla="*/ 30480 h 222250"/>
              <a:gd name="connsiteX11" fmla="*/ 0 w 264159"/>
              <a:gd name="connsiteY11" fmla="*/ 152400 h 222250"/>
              <a:gd name="connsiteX12" fmla="*/ 30480 w 264159"/>
              <a:gd name="connsiteY12" fmla="*/ 182880 h 222250"/>
              <a:gd name="connsiteX13" fmla="*/ 233680 w 264159"/>
              <a:gd name="connsiteY13" fmla="*/ 182880 h 222250"/>
              <a:gd name="connsiteX14" fmla="*/ 264160 w 264159"/>
              <a:gd name="connsiteY14" fmla="*/ 152400 h 222250"/>
              <a:gd name="connsiteX15" fmla="*/ 264160 w 264159"/>
              <a:gd name="connsiteY15" fmla="*/ 30480 h 222250"/>
              <a:gd name="connsiteX16" fmla="*/ 233680 w 264159"/>
              <a:gd name="connsiteY16" fmla="*/ 0 h 222250"/>
              <a:gd name="connsiteX17" fmla="*/ 30480 w 264159"/>
              <a:gd name="connsiteY17" fmla="*/ 0 h 222250"/>
              <a:gd name="connsiteX18" fmla="*/ 71120 w 264159"/>
              <a:gd name="connsiteY18" fmla="*/ 212090 h 222250"/>
              <a:gd name="connsiteX19" fmla="*/ 81280 w 264159"/>
              <a:gd name="connsiteY19" fmla="*/ 201930 h 222250"/>
              <a:gd name="connsiteX20" fmla="*/ 182880 w 264159"/>
              <a:gd name="connsiteY20" fmla="*/ 201930 h 222250"/>
              <a:gd name="connsiteX21" fmla="*/ 193040 w 264159"/>
              <a:gd name="connsiteY21" fmla="*/ 212090 h 222250"/>
              <a:gd name="connsiteX22" fmla="*/ 182880 w 264159"/>
              <a:gd name="connsiteY22" fmla="*/ 222250 h 222250"/>
              <a:gd name="connsiteX23" fmla="*/ 81280 w 264159"/>
              <a:gd name="connsiteY23" fmla="*/ 222250 h 222250"/>
              <a:gd name="connsiteX24" fmla="*/ 71120 w 264159"/>
              <a:gd name="connsiteY24" fmla="*/ 212090 h 222250"/>
              <a:gd name="connsiteX25" fmla="*/ 132080 w 264159"/>
              <a:gd name="connsiteY25" fmla="*/ 152400 h 222250"/>
              <a:gd name="connsiteX26" fmla="*/ 142240 w 264159"/>
              <a:gd name="connsiteY26" fmla="*/ 142240 h 222250"/>
              <a:gd name="connsiteX27" fmla="*/ 132080 w 264159"/>
              <a:gd name="connsiteY27" fmla="*/ 132080 h 222250"/>
              <a:gd name="connsiteX28" fmla="*/ 121920 w 264159"/>
              <a:gd name="connsiteY28" fmla="*/ 142240 h 222250"/>
              <a:gd name="connsiteX29" fmla="*/ 132080 w 264159"/>
              <a:gd name="connsiteY29" fmla="*/ 152400 h 22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64159" h="222250">
                <a:moveTo>
                  <a:pt x="233680" y="20320"/>
                </a:moveTo>
                <a:lnTo>
                  <a:pt x="30480" y="20320"/>
                </a:lnTo>
                <a:cubicBezTo>
                  <a:pt x="25400" y="20320"/>
                  <a:pt x="20320" y="25400"/>
                  <a:pt x="20320" y="30480"/>
                </a:cubicBezTo>
                <a:lnTo>
                  <a:pt x="20320" y="152400"/>
                </a:lnTo>
                <a:cubicBezTo>
                  <a:pt x="20320" y="157480"/>
                  <a:pt x="25400" y="162560"/>
                  <a:pt x="30480" y="162560"/>
                </a:cubicBezTo>
                <a:lnTo>
                  <a:pt x="233680" y="162560"/>
                </a:lnTo>
                <a:cubicBezTo>
                  <a:pt x="238760" y="162560"/>
                  <a:pt x="243840" y="157480"/>
                  <a:pt x="243840" y="152400"/>
                </a:cubicBezTo>
                <a:lnTo>
                  <a:pt x="243840" y="30480"/>
                </a:lnTo>
                <a:cubicBezTo>
                  <a:pt x="243840" y="24130"/>
                  <a:pt x="238760" y="20320"/>
                  <a:pt x="233680" y="20320"/>
                </a:cubicBezTo>
                <a:close/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152400"/>
                </a:lnTo>
                <a:cubicBezTo>
                  <a:pt x="0" y="168910"/>
                  <a:pt x="13970" y="182880"/>
                  <a:pt x="30480" y="182880"/>
                </a:cubicBezTo>
                <a:lnTo>
                  <a:pt x="233680" y="182880"/>
                </a:lnTo>
                <a:cubicBezTo>
                  <a:pt x="250190" y="182880"/>
                  <a:pt x="264160" y="168910"/>
                  <a:pt x="264160" y="152400"/>
                </a:cubicBezTo>
                <a:lnTo>
                  <a:pt x="264160" y="30480"/>
                </a:lnTo>
                <a:cubicBezTo>
                  <a:pt x="264160" y="13970"/>
                  <a:pt x="250190" y="0"/>
                  <a:pt x="233680" y="0"/>
                </a:cubicBezTo>
                <a:lnTo>
                  <a:pt x="30480" y="0"/>
                </a:lnTo>
                <a:close/>
                <a:moveTo>
                  <a:pt x="71120" y="212090"/>
                </a:moveTo>
                <a:cubicBezTo>
                  <a:pt x="71120" y="207010"/>
                  <a:pt x="76200" y="201930"/>
                  <a:pt x="81280" y="201930"/>
                </a:cubicBezTo>
                <a:lnTo>
                  <a:pt x="182880" y="201930"/>
                </a:lnTo>
                <a:cubicBezTo>
                  <a:pt x="187960" y="201930"/>
                  <a:pt x="193040" y="207010"/>
                  <a:pt x="193040" y="212090"/>
                </a:cubicBezTo>
                <a:cubicBezTo>
                  <a:pt x="193040" y="217170"/>
                  <a:pt x="187960" y="222250"/>
                  <a:pt x="182880" y="222250"/>
                </a:cubicBezTo>
                <a:lnTo>
                  <a:pt x="81280" y="222250"/>
                </a:lnTo>
                <a:cubicBezTo>
                  <a:pt x="76200" y="222250"/>
                  <a:pt x="71120" y="218440"/>
                  <a:pt x="71120" y="212090"/>
                </a:cubicBezTo>
                <a:close/>
                <a:moveTo>
                  <a:pt x="132080" y="152400"/>
                </a:moveTo>
                <a:cubicBezTo>
                  <a:pt x="137160" y="152400"/>
                  <a:pt x="142240" y="147320"/>
                  <a:pt x="142240" y="142240"/>
                </a:cubicBezTo>
                <a:cubicBezTo>
                  <a:pt x="142240" y="137160"/>
                  <a:pt x="137160" y="132080"/>
                  <a:pt x="132080" y="132080"/>
                </a:cubicBezTo>
                <a:cubicBezTo>
                  <a:pt x="127000" y="132080"/>
                  <a:pt x="121920" y="137160"/>
                  <a:pt x="121920" y="142240"/>
                </a:cubicBezTo>
                <a:cubicBezTo>
                  <a:pt x="121920" y="147320"/>
                  <a:pt x="127000" y="152400"/>
                  <a:pt x="132080" y="1524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7" name="Полилиния: фигура 523">
            <a:extLst>
              <a:ext uri="{FF2B5EF4-FFF2-40B4-BE49-F238E27FC236}">
                <a16:creationId xmlns:a16="http://schemas.microsoft.com/office/drawing/2014/main" id="{EC3A5804-E1E0-F577-9518-C5B5085A2F04}"/>
              </a:ext>
            </a:extLst>
          </p:cNvPr>
          <p:cNvSpPr/>
          <p:nvPr/>
        </p:nvSpPr>
        <p:spPr>
          <a:xfrm>
            <a:off x="3320607" y="4450439"/>
            <a:ext cx="262889" cy="255905"/>
          </a:xfrm>
          <a:custGeom>
            <a:avLst/>
            <a:gdLst>
              <a:gd name="connsiteX0" fmla="*/ 248920 w 262889"/>
              <a:gd name="connsiteY0" fmla="*/ 95885 h 255905"/>
              <a:gd name="connsiteX1" fmla="*/ 132080 w 262889"/>
              <a:gd name="connsiteY1" fmla="*/ 23495 h 255905"/>
              <a:gd name="connsiteX2" fmla="*/ 15240 w 262889"/>
              <a:gd name="connsiteY2" fmla="*/ 95885 h 255905"/>
              <a:gd name="connsiteX3" fmla="*/ 1270 w 262889"/>
              <a:gd name="connsiteY3" fmla="*/ 92075 h 255905"/>
              <a:gd name="connsiteX4" fmla="*/ 5080 w 262889"/>
              <a:gd name="connsiteY4" fmla="*/ 78105 h 255905"/>
              <a:gd name="connsiteX5" fmla="*/ 125730 w 262889"/>
              <a:gd name="connsiteY5" fmla="*/ 1905 h 255905"/>
              <a:gd name="connsiteX6" fmla="*/ 137160 w 262889"/>
              <a:gd name="connsiteY6" fmla="*/ 1905 h 255905"/>
              <a:gd name="connsiteX7" fmla="*/ 212090 w 262889"/>
              <a:gd name="connsiteY7" fmla="*/ 48895 h 255905"/>
              <a:gd name="connsiteX8" fmla="*/ 212090 w 262889"/>
              <a:gd name="connsiteY8" fmla="*/ 19685 h 255905"/>
              <a:gd name="connsiteX9" fmla="*/ 222250 w 262889"/>
              <a:gd name="connsiteY9" fmla="*/ 9525 h 255905"/>
              <a:gd name="connsiteX10" fmla="*/ 232410 w 262889"/>
              <a:gd name="connsiteY10" fmla="*/ 19685 h 255905"/>
              <a:gd name="connsiteX11" fmla="*/ 232410 w 262889"/>
              <a:gd name="connsiteY11" fmla="*/ 61595 h 255905"/>
              <a:gd name="connsiteX12" fmla="*/ 257810 w 262889"/>
              <a:gd name="connsiteY12" fmla="*/ 78105 h 255905"/>
              <a:gd name="connsiteX13" fmla="*/ 261620 w 262889"/>
              <a:gd name="connsiteY13" fmla="*/ 92075 h 255905"/>
              <a:gd name="connsiteX14" fmla="*/ 248920 w 262889"/>
              <a:gd name="connsiteY14" fmla="*/ 95885 h 255905"/>
              <a:gd name="connsiteX15" fmla="*/ 40640 w 262889"/>
              <a:gd name="connsiteY15" fmla="*/ 103505 h 255905"/>
              <a:gd name="connsiteX16" fmla="*/ 50800 w 262889"/>
              <a:gd name="connsiteY16" fmla="*/ 113665 h 255905"/>
              <a:gd name="connsiteX17" fmla="*/ 50800 w 262889"/>
              <a:gd name="connsiteY17" fmla="*/ 225425 h 255905"/>
              <a:gd name="connsiteX18" fmla="*/ 60960 w 262889"/>
              <a:gd name="connsiteY18" fmla="*/ 235585 h 255905"/>
              <a:gd name="connsiteX19" fmla="*/ 203200 w 262889"/>
              <a:gd name="connsiteY19" fmla="*/ 235585 h 255905"/>
              <a:gd name="connsiteX20" fmla="*/ 213360 w 262889"/>
              <a:gd name="connsiteY20" fmla="*/ 225425 h 255905"/>
              <a:gd name="connsiteX21" fmla="*/ 213360 w 262889"/>
              <a:gd name="connsiteY21" fmla="*/ 113665 h 255905"/>
              <a:gd name="connsiteX22" fmla="*/ 223520 w 262889"/>
              <a:gd name="connsiteY22" fmla="*/ 103505 h 255905"/>
              <a:gd name="connsiteX23" fmla="*/ 233680 w 262889"/>
              <a:gd name="connsiteY23" fmla="*/ 113665 h 255905"/>
              <a:gd name="connsiteX24" fmla="*/ 233680 w 262889"/>
              <a:gd name="connsiteY24" fmla="*/ 225425 h 255905"/>
              <a:gd name="connsiteX25" fmla="*/ 203200 w 262889"/>
              <a:gd name="connsiteY25" fmla="*/ 255905 h 255905"/>
              <a:gd name="connsiteX26" fmla="*/ 60960 w 262889"/>
              <a:gd name="connsiteY26" fmla="*/ 255905 h 255905"/>
              <a:gd name="connsiteX27" fmla="*/ 30480 w 262889"/>
              <a:gd name="connsiteY27" fmla="*/ 225425 h 255905"/>
              <a:gd name="connsiteX28" fmla="*/ 30480 w 262889"/>
              <a:gd name="connsiteY28" fmla="*/ 113665 h 255905"/>
              <a:gd name="connsiteX29" fmla="*/ 40640 w 262889"/>
              <a:gd name="connsiteY29" fmla="*/ 103505 h 255905"/>
              <a:gd name="connsiteX30" fmla="*/ 114300 w 262889"/>
              <a:gd name="connsiteY30" fmla="*/ 127635 h 255905"/>
              <a:gd name="connsiteX31" fmla="*/ 121920 w 262889"/>
              <a:gd name="connsiteY31" fmla="*/ 117475 h 255905"/>
              <a:gd name="connsiteX32" fmla="*/ 121920 w 262889"/>
              <a:gd name="connsiteY32" fmla="*/ 125095 h 255905"/>
              <a:gd name="connsiteX33" fmla="*/ 162560 w 262889"/>
              <a:gd name="connsiteY33" fmla="*/ 154305 h 255905"/>
              <a:gd name="connsiteX34" fmla="*/ 158750 w 262889"/>
              <a:gd name="connsiteY34" fmla="*/ 175895 h 255905"/>
              <a:gd name="connsiteX35" fmla="*/ 132080 w 262889"/>
              <a:gd name="connsiteY35" fmla="*/ 189865 h 255905"/>
              <a:gd name="connsiteX36" fmla="*/ 101600 w 262889"/>
              <a:gd name="connsiteY36" fmla="*/ 159385 h 255905"/>
              <a:gd name="connsiteX37" fmla="*/ 114300 w 262889"/>
              <a:gd name="connsiteY37" fmla="*/ 127635 h 255905"/>
              <a:gd name="connsiteX38" fmla="*/ 142240 w 262889"/>
              <a:gd name="connsiteY38" fmla="*/ 99695 h 255905"/>
              <a:gd name="connsiteX39" fmla="*/ 127000 w 262889"/>
              <a:gd name="connsiteY39" fmla="*/ 89535 h 255905"/>
              <a:gd name="connsiteX40" fmla="*/ 97790 w 262889"/>
              <a:gd name="connsiteY40" fmla="*/ 116205 h 255905"/>
              <a:gd name="connsiteX41" fmla="*/ 82550 w 262889"/>
              <a:gd name="connsiteY41" fmla="*/ 159385 h 255905"/>
              <a:gd name="connsiteX42" fmla="*/ 133350 w 262889"/>
              <a:gd name="connsiteY42" fmla="*/ 210185 h 255905"/>
              <a:gd name="connsiteX43" fmla="*/ 177800 w 262889"/>
              <a:gd name="connsiteY43" fmla="*/ 186055 h 255905"/>
              <a:gd name="connsiteX44" fmla="*/ 179070 w 262889"/>
              <a:gd name="connsiteY44" fmla="*/ 135255 h 255905"/>
              <a:gd name="connsiteX45" fmla="*/ 161290 w 262889"/>
              <a:gd name="connsiteY45" fmla="*/ 131445 h 255905"/>
              <a:gd name="connsiteX46" fmla="*/ 160020 w 262889"/>
              <a:gd name="connsiteY46" fmla="*/ 132715 h 255905"/>
              <a:gd name="connsiteX47" fmla="*/ 143510 w 262889"/>
              <a:gd name="connsiteY47" fmla="*/ 125095 h 255905"/>
              <a:gd name="connsiteX48" fmla="*/ 143510 w 262889"/>
              <a:gd name="connsiteY48" fmla="*/ 99695 h 25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62889" h="255905">
                <a:moveTo>
                  <a:pt x="248920" y="95885"/>
                </a:moveTo>
                <a:lnTo>
                  <a:pt x="132080" y="23495"/>
                </a:lnTo>
                <a:lnTo>
                  <a:pt x="15240" y="95885"/>
                </a:lnTo>
                <a:cubicBezTo>
                  <a:pt x="10160" y="98425"/>
                  <a:pt x="3810" y="97155"/>
                  <a:pt x="1270" y="92075"/>
                </a:cubicBezTo>
                <a:cubicBezTo>
                  <a:pt x="-1270" y="86995"/>
                  <a:pt x="0" y="80645"/>
                  <a:pt x="5080" y="78105"/>
                </a:cubicBezTo>
                <a:lnTo>
                  <a:pt x="125730" y="1905"/>
                </a:lnTo>
                <a:cubicBezTo>
                  <a:pt x="129540" y="-635"/>
                  <a:pt x="133350" y="-635"/>
                  <a:pt x="137160" y="1905"/>
                </a:cubicBezTo>
                <a:lnTo>
                  <a:pt x="212090" y="48895"/>
                </a:lnTo>
                <a:lnTo>
                  <a:pt x="212090" y="19685"/>
                </a:lnTo>
                <a:cubicBezTo>
                  <a:pt x="212090" y="14605"/>
                  <a:pt x="217170" y="9525"/>
                  <a:pt x="222250" y="9525"/>
                </a:cubicBezTo>
                <a:cubicBezTo>
                  <a:pt x="227330" y="9525"/>
                  <a:pt x="232410" y="14605"/>
                  <a:pt x="232410" y="19685"/>
                </a:cubicBezTo>
                <a:lnTo>
                  <a:pt x="232410" y="61595"/>
                </a:lnTo>
                <a:lnTo>
                  <a:pt x="257810" y="78105"/>
                </a:lnTo>
                <a:cubicBezTo>
                  <a:pt x="262890" y="80645"/>
                  <a:pt x="264160" y="86995"/>
                  <a:pt x="261620" y="92075"/>
                </a:cubicBezTo>
                <a:cubicBezTo>
                  <a:pt x="260350" y="98425"/>
                  <a:pt x="254000" y="99695"/>
                  <a:pt x="248920" y="95885"/>
                </a:cubicBezTo>
                <a:close/>
                <a:moveTo>
                  <a:pt x="40640" y="103505"/>
                </a:moveTo>
                <a:cubicBezTo>
                  <a:pt x="45720" y="103505"/>
                  <a:pt x="50800" y="108585"/>
                  <a:pt x="50800" y="113665"/>
                </a:cubicBezTo>
                <a:lnTo>
                  <a:pt x="50800" y="225425"/>
                </a:lnTo>
                <a:cubicBezTo>
                  <a:pt x="50800" y="230505"/>
                  <a:pt x="55880" y="235585"/>
                  <a:pt x="60960" y="235585"/>
                </a:cubicBezTo>
                <a:lnTo>
                  <a:pt x="203200" y="235585"/>
                </a:lnTo>
                <a:cubicBezTo>
                  <a:pt x="208280" y="235585"/>
                  <a:pt x="213360" y="230505"/>
                  <a:pt x="213360" y="225425"/>
                </a:cubicBezTo>
                <a:lnTo>
                  <a:pt x="213360" y="113665"/>
                </a:lnTo>
                <a:cubicBezTo>
                  <a:pt x="213360" y="108585"/>
                  <a:pt x="218440" y="103505"/>
                  <a:pt x="223520" y="103505"/>
                </a:cubicBezTo>
                <a:cubicBezTo>
                  <a:pt x="228600" y="103505"/>
                  <a:pt x="233680" y="108585"/>
                  <a:pt x="233680" y="113665"/>
                </a:cubicBezTo>
                <a:lnTo>
                  <a:pt x="233680" y="225425"/>
                </a:lnTo>
                <a:cubicBezTo>
                  <a:pt x="233680" y="241935"/>
                  <a:pt x="219710" y="255905"/>
                  <a:pt x="203200" y="255905"/>
                </a:cubicBezTo>
                <a:lnTo>
                  <a:pt x="60960" y="255905"/>
                </a:lnTo>
                <a:cubicBezTo>
                  <a:pt x="44450" y="255905"/>
                  <a:pt x="30480" y="241935"/>
                  <a:pt x="30480" y="225425"/>
                </a:cubicBezTo>
                <a:lnTo>
                  <a:pt x="30480" y="113665"/>
                </a:lnTo>
                <a:cubicBezTo>
                  <a:pt x="31750" y="107315"/>
                  <a:pt x="35560" y="103505"/>
                  <a:pt x="40640" y="103505"/>
                </a:cubicBezTo>
                <a:close/>
                <a:moveTo>
                  <a:pt x="114300" y="127635"/>
                </a:moveTo>
                <a:cubicBezTo>
                  <a:pt x="116840" y="123825"/>
                  <a:pt x="119380" y="120015"/>
                  <a:pt x="121920" y="117475"/>
                </a:cubicBezTo>
                <a:lnTo>
                  <a:pt x="121920" y="125095"/>
                </a:lnTo>
                <a:cubicBezTo>
                  <a:pt x="121920" y="146685"/>
                  <a:pt x="143510" y="160655"/>
                  <a:pt x="162560" y="154305"/>
                </a:cubicBezTo>
                <a:cubicBezTo>
                  <a:pt x="163830" y="163195"/>
                  <a:pt x="162560" y="170815"/>
                  <a:pt x="158750" y="175895"/>
                </a:cubicBezTo>
                <a:cubicBezTo>
                  <a:pt x="153670" y="183515"/>
                  <a:pt x="144780" y="189865"/>
                  <a:pt x="132080" y="189865"/>
                </a:cubicBezTo>
                <a:cubicBezTo>
                  <a:pt x="116840" y="189865"/>
                  <a:pt x="101600" y="178435"/>
                  <a:pt x="101600" y="159385"/>
                </a:cubicBezTo>
                <a:cubicBezTo>
                  <a:pt x="101600" y="149225"/>
                  <a:pt x="106680" y="137795"/>
                  <a:pt x="114300" y="127635"/>
                </a:cubicBezTo>
                <a:close/>
                <a:moveTo>
                  <a:pt x="142240" y="99695"/>
                </a:moveTo>
                <a:cubicBezTo>
                  <a:pt x="142240" y="92075"/>
                  <a:pt x="134620" y="85725"/>
                  <a:pt x="127000" y="89535"/>
                </a:cubicBezTo>
                <a:cubicBezTo>
                  <a:pt x="116840" y="93345"/>
                  <a:pt x="105410" y="104775"/>
                  <a:pt x="97790" y="116205"/>
                </a:cubicBezTo>
                <a:cubicBezTo>
                  <a:pt x="88900" y="127635"/>
                  <a:pt x="82550" y="144145"/>
                  <a:pt x="82550" y="159385"/>
                </a:cubicBezTo>
                <a:cubicBezTo>
                  <a:pt x="82550" y="191135"/>
                  <a:pt x="107950" y="210185"/>
                  <a:pt x="133350" y="210185"/>
                </a:cubicBezTo>
                <a:cubicBezTo>
                  <a:pt x="152400" y="210185"/>
                  <a:pt x="168910" y="201295"/>
                  <a:pt x="177800" y="186055"/>
                </a:cubicBezTo>
                <a:cubicBezTo>
                  <a:pt x="186690" y="172085"/>
                  <a:pt x="186690" y="153035"/>
                  <a:pt x="179070" y="135255"/>
                </a:cubicBezTo>
                <a:cubicBezTo>
                  <a:pt x="176530" y="128905"/>
                  <a:pt x="167640" y="126365"/>
                  <a:pt x="161290" y="131445"/>
                </a:cubicBezTo>
                <a:lnTo>
                  <a:pt x="160020" y="132715"/>
                </a:lnTo>
                <a:cubicBezTo>
                  <a:pt x="153670" y="137795"/>
                  <a:pt x="143510" y="133985"/>
                  <a:pt x="143510" y="125095"/>
                </a:cubicBezTo>
                <a:lnTo>
                  <a:pt x="143510" y="99695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8" name="Полилиния: фигура 524">
            <a:extLst>
              <a:ext uri="{FF2B5EF4-FFF2-40B4-BE49-F238E27FC236}">
                <a16:creationId xmlns:a16="http://schemas.microsoft.com/office/drawing/2014/main" id="{A5E6D92C-1BA6-C641-FCFE-83D77F042BD4}"/>
              </a:ext>
            </a:extLst>
          </p:cNvPr>
          <p:cNvSpPr/>
          <p:nvPr/>
        </p:nvSpPr>
        <p:spPr>
          <a:xfrm>
            <a:off x="3834251" y="4450439"/>
            <a:ext cx="262889" cy="255905"/>
          </a:xfrm>
          <a:custGeom>
            <a:avLst/>
            <a:gdLst>
              <a:gd name="connsiteX0" fmla="*/ 248920 w 262889"/>
              <a:gd name="connsiteY0" fmla="*/ 95885 h 255905"/>
              <a:gd name="connsiteX1" fmla="*/ 132080 w 262889"/>
              <a:gd name="connsiteY1" fmla="*/ 23495 h 255905"/>
              <a:gd name="connsiteX2" fmla="*/ 15240 w 262889"/>
              <a:gd name="connsiteY2" fmla="*/ 95885 h 255905"/>
              <a:gd name="connsiteX3" fmla="*/ 1270 w 262889"/>
              <a:gd name="connsiteY3" fmla="*/ 92075 h 255905"/>
              <a:gd name="connsiteX4" fmla="*/ 5080 w 262889"/>
              <a:gd name="connsiteY4" fmla="*/ 78105 h 255905"/>
              <a:gd name="connsiteX5" fmla="*/ 125730 w 262889"/>
              <a:gd name="connsiteY5" fmla="*/ 1905 h 255905"/>
              <a:gd name="connsiteX6" fmla="*/ 137160 w 262889"/>
              <a:gd name="connsiteY6" fmla="*/ 1905 h 255905"/>
              <a:gd name="connsiteX7" fmla="*/ 212090 w 262889"/>
              <a:gd name="connsiteY7" fmla="*/ 48895 h 255905"/>
              <a:gd name="connsiteX8" fmla="*/ 212090 w 262889"/>
              <a:gd name="connsiteY8" fmla="*/ 19685 h 255905"/>
              <a:gd name="connsiteX9" fmla="*/ 222250 w 262889"/>
              <a:gd name="connsiteY9" fmla="*/ 9525 h 255905"/>
              <a:gd name="connsiteX10" fmla="*/ 232410 w 262889"/>
              <a:gd name="connsiteY10" fmla="*/ 19685 h 255905"/>
              <a:gd name="connsiteX11" fmla="*/ 232410 w 262889"/>
              <a:gd name="connsiteY11" fmla="*/ 61595 h 255905"/>
              <a:gd name="connsiteX12" fmla="*/ 257810 w 262889"/>
              <a:gd name="connsiteY12" fmla="*/ 78105 h 255905"/>
              <a:gd name="connsiteX13" fmla="*/ 261620 w 262889"/>
              <a:gd name="connsiteY13" fmla="*/ 92075 h 255905"/>
              <a:gd name="connsiteX14" fmla="*/ 248920 w 262889"/>
              <a:gd name="connsiteY14" fmla="*/ 95885 h 255905"/>
              <a:gd name="connsiteX15" fmla="*/ 41910 w 262889"/>
              <a:gd name="connsiteY15" fmla="*/ 103505 h 255905"/>
              <a:gd name="connsiteX16" fmla="*/ 52070 w 262889"/>
              <a:gd name="connsiteY16" fmla="*/ 113665 h 255905"/>
              <a:gd name="connsiteX17" fmla="*/ 52070 w 262889"/>
              <a:gd name="connsiteY17" fmla="*/ 225425 h 255905"/>
              <a:gd name="connsiteX18" fmla="*/ 62230 w 262889"/>
              <a:gd name="connsiteY18" fmla="*/ 235585 h 255905"/>
              <a:gd name="connsiteX19" fmla="*/ 204470 w 262889"/>
              <a:gd name="connsiteY19" fmla="*/ 235585 h 255905"/>
              <a:gd name="connsiteX20" fmla="*/ 214630 w 262889"/>
              <a:gd name="connsiteY20" fmla="*/ 225425 h 255905"/>
              <a:gd name="connsiteX21" fmla="*/ 214630 w 262889"/>
              <a:gd name="connsiteY21" fmla="*/ 113665 h 255905"/>
              <a:gd name="connsiteX22" fmla="*/ 224790 w 262889"/>
              <a:gd name="connsiteY22" fmla="*/ 103505 h 255905"/>
              <a:gd name="connsiteX23" fmla="*/ 234950 w 262889"/>
              <a:gd name="connsiteY23" fmla="*/ 113665 h 255905"/>
              <a:gd name="connsiteX24" fmla="*/ 234950 w 262889"/>
              <a:gd name="connsiteY24" fmla="*/ 225425 h 255905"/>
              <a:gd name="connsiteX25" fmla="*/ 204470 w 262889"/>
              <a:gd name="connsiteY25" fmla="*/ 255905 h 255905"/>
              <a:gd name="connsiteX26" fmla="*/ 62230 w 262889"/>
              <a:gd name="connsiteY26" fmla="*/ 255905 h 255905"/>
              <a:gd name="connsiteX27" fmla="*/ 31750 w 262889"/>
              <a:gd name="connsiteY27" fmla="*/ 225425 h 255905"/>
              <a:gd name="connsiteX28" fmla="*/ 31750 w 262889"/>
              <a:gd name="connsiteY28" fmla="*/ 113665 h 255905"/>
              <a:gd name="connsiteX29" fmla="*/ 41910 w 262889"/>
              <a:gd name="connsiteY29" fmla="*/ 103505 h 255905"/>
              <a:gd name="connsiteX30" fmla="*/ 175260 w 262889"/>
              <a:gd name="connsiteY30" fmla="*/ 130175 h 255905"/>
              <a:gd name="connsiteX31" fmla="*/ 175260 w 262889"/>
              <a:gd name="connsiteY31" fmla="*/ 116205 h 255905"/>
              <a:gd name="connsiteX32" fmla="*/ 161290 w 262889"/>
              <a:gd name="connsiteY32" fmla="*/ 116205 h 255905"/>
              <a:gd name="connsiteX33" fmla="*/ 95250 w 262889"/>
              <a:gd name="connsiteY33" fmla="*/ 182245 h 255905"/>
              <a:gd name="connsiteX34" fmla="*/ 95250 w 262889"/>
              <a:gd name="connsiteY34" fmla="*/ 196215 h 255905"/>
              <a:gd name="connsiteX35" fmla="*/ 109220 w 262889"/>
              <a:gd name="connsiteY35" fmla="*/ 196215 h 255905"/>
              <a:gd name="connsiteX36" fmla="*/ 175260 w 262889"/>
              <a:gd name="connsiteY36" fmla="*/ 130175 h 255905"/>
              <a:gd name="connsiteX37" fmla="*/ 123190 w 262889"/>
              <a:gd name="connsiteY37" fmla="*/ 128905 h 255905"/>
              <a:gd name="connsiteX38" fmla="*/ 107950 w 262889"/>
              <a:gd name="connsiteY38" fmla="*/ 144145 h 255905"/>
              <a:gd name="connsiteX39" fmla="*/ 92710 w 262889"/>
              <a:gd name="connsiteY39" fmla="*/ 128905 h 255905"/>
              <a:gd name="connsiteX40" fmla="*/ 107950 w 262889"/>
              <a:gd name="connsiteY40" fmla="*/ 113665 h 255905"/>
              <a:gd name="connsiteX41" fmla="*/ 123190 w 262889"/>
              <a:gd name="connsiteY41" fmla="*/ 128905 h 255905"/>
              <a:gd name="connsiteX42" fmla="*/ 163830 w 262889"/>
              <a:gd name="connsiteY42" fmla="*/ 198755 h 255905"/>
              <a:gd name="connsiteX43" fmla="*/ 179070 w 262889"/>
              <a:gd name="connsiteY43" fmla="*/ 183515 h 255905"/>
              <a:gd name="connsiteX44" fmla="*/ 163830 w 262889"/>
              <a:gd name="connsiteY44" fmla="*/ 168275 h 255905"/>
              <a:gd name="connsiteX45" fmla="*/ 148590 w 262889"/>
              <a:gd name="connsiteY45" fmla="*/ 183515 h 255905"/>
              <a:gd name="connsiteX46" fmla="*/ 163830 w 262889"/>
              <a:gd name="connsiteY46" fmla="*/ 198755 h 2559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62889" h="255905">
                <a:moveTo>
                  <a:pt x="248920" y="95885"/>
                </a:moveTo>
                <a:lnTo>
                  <a:pt x="132080" y="23495"/>
                </a:lnTo>
                <a:lnTo>
                  <a:pt x="15240" y="95885"/>
                </a:lnTo>
                <a:cubicBezTo>
                  <a:pt x="10160" y="98425"/>
                  <a:pt x="3810" y="97155"/>
                  <a:pt x="1270" y="92075"/>
                </a:cubicBezTo>
                <a:cubicBezTo>
                  <a:pt x="-1270" y="86995"/>
                  <a:pt x="0" y="80645"/>
                  <a:pt x="5080" y="78105"/>
                </a:cubicBezTo>
                <a:lnTo>
                  <a:pt x="125730" y="1905"/>
                </a:lnTo>
                <a:cubicBezTo>
                  <a:pt x="129540" y="-635"/>
                  <a:pt x="133350" y="-635"/>
                  <a:pt x="137160" y="1905"/>
                </a:cubicBezTo>
                <a:lnTo>
                  <a:pt x="212090" y="48895"/>
                </a:lnTo>
                <a:lnTo>
                  <a:pt x="212090" y="19685"/>
                </a:lnTo>
                <a:cubicBezTo>
                  <a:pt x="212090" y="14605"/>
                  <a:pt x="217170" y="9525"/>
                  <a:pt x="222250" y="9525"/>
                </a:cubicBezTo>
                <a:cubicBezTo>
                  <a:pt x="227330" y="9525"/>
                  <a:pt x="232410" y="14605"/>
                  <a:pt x="232410" y="19685"/>
                </a:cubicBezTo>
                <a:lnTo>
                  <a:pt x="232410" y="61595"/>
                </a:lnTo>
                <a:lnTo>
                  <a:pt x="257810" y="78105"/>
                </a:lnTo>
                <a:cubicBezTo>
                  <a:pt x="262890" y="80645"/>
                  <a:pt x="264160" y="86995"/>
                  <a:pt x="261620" y="92075"/>
                </a:cubicBezTo>
                <a:cubicBezTo>
                  <a:pt x="260350" y="98425"/>
                  <a:pt x="254000" y="99695"/>
                  <a:pt x="248920" y="95885"/>
                </a:cubicBezTo>
                <a:close/>
                <a:moveTo>
                  <a:pt x="41910" y="103505"/>
                </a:moveTo>
                <a:cubicBezTo>
                  <a:pt x="46990" y="103505"/>
                  <a:pt x="52070" y="108585"/>
                  <a:pt x="52070" y="113665"/>
                </a:cubicBezTo>
                <a:lnTo>
                  <a:pt x="52070" y="225425"/>
                </a:lnTo>
                <a:cubicBezTo>
                  <a:pt x="52070" y="230505"/>
                  <a:pt x="57150" y="235585"/>
                  <a:pt x="62230" y="235585"/>
                </a:cubicBezTo>
                <a:lnTo>
                  <a:pt x="204470" y="235585"/>
                </a:lnTo>
                <a:cubicBezTo>
                  <a:pt x="209550" y="235585"/>
                  <a:pt x="214630" y="230505"/>
                  <a:pt x="214630" y="225425"/>
                </a:cubicBezTo>
                <a:lnTo>
                  <a:pt x="214630" y="113665"/>
                </a:lnTo>
                <a:cubicBezTo>
                  <a:pt x="214630" y="108585"/>
                  <a:pt x="219710" y="103505"/>
                  <a:pt x="224790" y="103505"/>
                </a:cubicBezTo>
                <a:cubicBezTo>
                  <a:pt x="229870" y="103505"/>
                  <a:pt x="234950" y="108585"/>
                  <a:pt x="234950" y="113665"/>
                </a:cubicBezTo>
                <a:lnTo>
                  <a:pt x="234950" y="225425"/>
                </a:lnTo>
                <a:cubicBezTo>
                  <a:pt x="234950" y="241935"/>
                  <a:pt x="220980" y="255905"/>
                  <a:pt x="204470" y="255905"/>
                </a:cubicBezTo>
                <a:lnTo>
                  <a:pt x="62230" y="255905"/>
                </a:lnTo>
                <a:cubicBezTo>
                  <a:pt x="45720" y="255905"/>
                  <a:pt x="31750" y="241935"/>
                  <a:pt x="31750" y="225425"/>
                </a:cubicBezTo>
                <a:lnTo>
                  <a:pt x="31750" y="113665"/>
                </a:lnTo>
                <a:cubicBezTo>
                  <a:pt x="31750" y="107315"/>
                  <a:pt x="35560" y="103505"/>
                  <a:pt x="41910" y="103505"/>
                </a:cubicBezTo>
                <a:close/>
                <a:moveTo>
                  <a:pt x="175260" y="130175"/>
                </a:moveTo>
                <a:cubicBezTo>
                  <a:pt x="179070" y="126365"/>
                  <a:pt x="179070" y="120015"/>
                  <a:pt x="175260" y="116205"/>
                </a:cubicBezTo>
                <a:cubicBezTo>
                  <a:pt x="171450" y="112395"/>
                  <a:pt x="165100" y="112395"/>
                  <a:pt x="161290" y="116205"/>
                </a:cubicBezTo>
                <a:lnTo>
                  <a:pt x="95250" y="182245"/>
                </a:lnTo>
                <a:cubicBezTo>
                  <a:pt x="91440" y="186055"/>
                  <a:pt x="91440" y="192405"/>
                  <a:pt x="95250" y="196215"/>
                </a:cubicBezTo>
                <a:cubicBezTo>
                  <a:pt x="99060" y="200025"/>
                  <a:pt x="105410" y="200025"/>
                  <a:pt x="109220" y="196215"/>
                </a:cubicBezTo>
                <a:lnTo>
                  <a:pt x="175260" y="130175"/>
                </a:lnTo>
                <a:close/>
                <a:moveTo>
                  <a:pt x="123190" y="128905"/>
                </a:moveTo>
                <a:cubicBezTo>
                  <a:pt x="123190" y="137795"/>
                  <a:pt x="116840" y="144145"/>
                  <a:pt x="107950" y="144145"/>
                </a:cubicBezTo>
                <a:cubicBezTo>
                  <a:pt x="99060" y="144145"/>
                  <a:pt x="92710" y="137795"/>
                  <a:pt x="92710" y="128905"/>
                </a:cubicBezTo>
                <a:cubicBezTo>
                  <a:pt x="92710" y="120015"/>
                  <a:pt x="99060" y="113665"/>
                  <a:pt x="107950" y="113665"/>
                </a:cubicBezTo>
                <a:cubicBezTo>
                  <a:pt x="115570" y="113665"/>
                  <a:pt x="123190" y="120015"/>
                  <a:pt x="123190" y="128905"/>
                </a:cubicBezTo>
                <a:close/>
                <a:moveTo>
                  <a:pt x="163830" y="198755"/>
                </a:moveTo>
                <a:cubicBezTo>
                  <a:pt x="172720" y="198755"/>
                  <a:pt x="179070" y="192405"/>
                  <a:pt x="179070" y="183515"/>
                </a:cubicBezTo>
                <a:cubicBezTo>
                  <a:pt x="179070" y="174625"/>
                  <a:pt x="172720" y="168275"/>
                  <a:pt x="163830" y="168275"/>
                </a:cubicBezTo>
                <a:cubicBezTo>
                  <a:pt x="154940" y="168275"/>
                  <a:pt x="148590" y="174625"/>
                  <a:pt x="148590" y="183515"/>
                </a:cubicBezTo>
                <a:cubicBezTo>
                  <a:pt x="148590" y="192405"/>
                  <a:pt x="154940" y="198755"/>
                  <a:pt x="163830" y="198755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79" name="Полилиния: фигура 527">
            <a:extLst>
              <a:ext uri="{FF2B5EF4-FFF2-40B4-BE49-F238E27FC236}">
                <a16:creationId xmlns:a16="http://schemas.microsoft.com/office/drawing/2014/main" id="{268E2C45-8F1E-208C-1A71-E9E4CABCDDD5}"/>
              </a:ext>
            </a:extLst>
          </p:cNvPr>
          <p:cNvSpPr/>
          <p:nvPr/>
        </p:nvSpPr>
        <p:spPr>
          <a:xfrm>
            <a:off x="9455271" y="4449805"/>
            <a:ext cx="204008" cy="257809"/>
          </a:xfrm>
          <a:custGeom>
            <a:avLst/>
            <a:gdLst>
              <a:gd name="connsiteX0" fmla="*/ 104139 w 204008"/>
              <a:gd name="connsiteY0" fmla="*/ 0 h 257809"/>
              <a:gd name="connsiteX1" fmla="*/ 43180 w 204008"/>
              <a:gd name="connsiteY1" fmla="*/ 60960 h 257809"/>
              <a:gd name="connsiteX2" fmla="*/ 43180 w 204008"/>
              <a:gd name="connsiteY2" fmla="*/ 111760 h 257809"/>
              <a:gd name="connsiteX3" fmla="*/ 104139 w 204008"/>
              <a:gd name="connsiteY3" fmla="*/ 172720 h 257809"/>
              <a:gd name="connsiteX4" fmla="*/ 165100 w 204008"/>
              <a:gd name="connsiteY4" fmla="*/ 111760 h 257809"/>
              <a:gd name="connsiteX5" fmla="*/ 165100 w 204008"/>
              <a:gd name="connsiteY5" fmla="*/ 60960 h 257809"/>
              <a:gd name="connsiteX6" fmla="*/ 104139 w 204008"/>
              <a:gd name="connsiteY6" fmla="*/ 0 h 257809"/>
              <a:gd name="connsiteX7" fmla="*/ 63500 w 204008"/>
              <a:gd name="connsiteY7" fmla="*/ 60960 h 257809"/>
              <a:gd name="connsiteX8" fmla="*/ 104139 w 204008"/>
              <a:gd name="connsiteY8" fmla="*/ 20320 h 257809"/>
              <a:gd name="connsiteX9" fmla="*/ 144780 w 204008"/>
              <a:gd name="connsiteY9" fmla="*/ 60960 h 257809"/>
              <a:gd name="connsiteX10" fmla="*/ 144780 w 204008"/>
              <a:gd name="connsiteY10" fmla="*/ 111760 h 257809"/>
              <a:gd name="connsiteX11" fmla="*/ 104139 w 204008"/>
              <a:gd name="connsiteY11" fmla="*/ 152400 h 257809"/>
              <a:gd name="connsiteX12" fmla="*/ 63500 w 204008"/>
              <a:gd name="connsiteY12" fmla="*/ 111760 h 257809"/>
              <a:gd name="connsiteX13" fmla="*/ 63500 w 204008"/>
              <a:gd name="connsiteY13" fmla="*/ 60960 h 257809"/>
              <a:gd name="connsiteX14" fmla="*/ 8889 w 204008"/>
              <a:gd name="connsiteY14" fmla="*/ 121920 h 257809"/>
              <a:gd name="connsiteX15" fmla="*/ 21589 w 204008"/>
              <a:gd name="connsiteY15" fmla="*/ 128270 h 257809"/>
              <a:gd name="connsiteX16" fmla="*/ 102870 w 204008"/>
              <a:gd name="connsiteY16" fmla="*/ 191770 h 257809"/>
              <a:gd name="connsiteX17" fmla="*/ 102870 w 204008"/>
              <a:gd name="connsiteY17" fmla="*/ 191770 h 257809"/>
              <a:gd name="connsiteX18" fmla="*/ 102870 w 204008"/>
              <a:gd name="connsiteY18" fmla="*/ 191770 h 257809"/>
              <a:gd name="connsiteX19" fmla="*/ 184150 w 204008"/>
              <a:gd name="connsiteY19" fmla="*/ 128270 h 257809"/>
              <a:gd name="connsiteX20" fmla="*/ 196850 w 204008"/>
              <a:gd name="connsiteY20" fmla="*/ 121920 h 257809"/>
              <a:gd name="connsiteX21" fmla="*/ 203200 w 204008"/>
              <a:gd name="connsiteY21" fmla="*/ 134620 h 257809"/>
              <a:gd name="connsiteX22" fmla="*/ 111760 w 204008"/>
              <a:gd name="connsiteY22" fmla="*/ 212090 h 257809"/>
              <a:gd name="connsiteX23" fmla="*/ 111760 w 204008"/>
              <a:gd name="connsiteY23" fmla="*/ 247650 h 257809"/>
              <a:gd name="connsiteX24" fmla="*/ 101600 w 204008"/>
              <a:gd name="connsiteY24" fmla="*/ 257810 h 257809"/>
              <a:gd name="connsiteX25" fmla="*/ 91439 w 204008"/>
              <a:gd name="connsiteY25" fmla="*/ 247650 h 257809"/>
              <a:gd name="connsiteX26" fmla="*/ 91439 w 204008"/>
              <a:gd name="connsiteY26" fmla="*/ 212090 h 257809"/>
              <a:gd name="connsiteX27" fmla="*/ 0 w 204008"/>
              <a:gd name="connsiteY27" fmla="*/ 134620 h 257809"/>
              <a:gd name="connsiteX28" fmla="*/ 8889 w 204008"/>
              <a:gd name="connsiteY28" fmla="*/ 121920 h 2578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04008" h="257809">
                <a:moveTo>
                  <a:pt x="104139" y="0"/>
                </a:moveTo>
                <a:cubicBezTo>
                  <a:pt x="71120" y="0"/>
                  <a:pt x="43180" y="26670"/>
                  <a:pt x="43180" y="60960"/>
                </a:cubicBezTo>
                <a:lnTo>
                  <a:pt x="43180" y="111760"/>
                </a:lnTo>
                <a:cubicBezTo>
                  <a:pt x="43180" y="144780"/>
                  <a:pt x="69850" y="172720"/>
                  <a:pt x="104139" y="172720"/>
                </a:cubicBezTo>
                <a:cubicBezTo>
                  <a:pt x="138430" y="172720"/>
                  <a:pt x="165100" y="146050"/>
                  <a:pt x="165100" y="111760"/>
                </a:cubicBezTo>
                <a:lnTo>
                  <a:pt x="165100" y="60960"/>
                </a:lnTo>
                <a:cubicBezTo>
                  <a:pt x="163830" y="26670"/>
                  <a:pt x="137160" y="0"/>
                  <a:pt x="104139" y="0"/>
                </a:cubicBezTo>
                <a:close/>
                <a:moveTo>
                  <a:pt x="63500" y="60960"/>
                </a:moveTo>
                <a:cubicBezTo>
                  <a:pt x="63500" y="38100"/>
                  <a:pt x="81280" y="20320"/>
                  <a:pt x="104139" y="20320"/>
                </a:cubicBezTo>
                <a:cubicBezTo>
                  <a:pt x="127000" y="20320"/>
                  <a:pt x="144780" y="38100"/>
                  <a:pt x="144780" y="60960"/>
                </a:cubicBezTo>
                <a:lnTo>
                  <a:pt x="144780" y="111760"/>
                </a:lnTo>
                <a:cubicBezTo>
                  <a:pt x="144780" y="134620"/>
                  <a:pt x="127000" y="152400"/>
                  <a:pt x="104139" y="152400"/>
                </a:cubicBezTo>
                <a:cubicBezTo>
                  <a:pt x="81280" y="152400"/>
                  <a:pt x="63500" y="134620"/>
                  <a:pt x="63500" y="111760"/>
                </a:cubicBezTo>
                <a:lnTo>
                  <a:pt x="63500" y="60960"/>
                </a:lnTo>
                <a:close/>
                <a:moveTo>
                  <a:pt x="8889" y="121920"/>
                </a:moveTo>
                <a:cubicBezTo>
                  <a:pt x="13970" y="120650"/>
                  <a:pt x="20320" y="123190"/>
                  <a:pt x="21589" y="128270"/>
                </a:cubicBezTo>
                <a:cubicBezTo>
                  <a:pt x="33020" y="165100"/>
                  <a:pt x="64770" y="191770"/>
                  <a:pt x="102870" y="191770"/>
                </a:cubicBezTo>
                <a:lnTo>
                  <a:pt x="102870" y="191770"/>
                </a:lnTo>
                <a:lnTo>
                  <a:pt x="102870" y="191770"/>
                </a:lnTo>
                <a:cubicBezTo>
                  <a:pt x="140970" y="191770"/>
                  <a:pt x="172720" y="163830"/>
                  <a:pt x="184150" y="128270"/>
                </a:cubicBezTo>
                <a:cubicBezTo>
                  <a:pt x="185420" y="123190"/>
                  <a:pt x="191770" y="119380"/>
                  <a:pt x="196850" y="121920"/>
                </a:cubicBezTo>
                <a:cubicBezTo>
                  <a:pt x="201930" y="123190"/>
                  <a:pt x="205739" y="129540"/>
                  <a:pt x="203200" y="134620"/>
                </a:cubicBezTo>
                <a:cubicBezTo>
                  <a:pt x="190500" y="175260"/>
                  <a:pt x="156210" y="208280"/>
                  <a:pt x="111760" y="212090"/>
                </a:cubicBezTo>
                <a:lnTo>
                  <a:pt x="111760" y="247650"/>
                </a:lnTo>
                <a:cubicBezTo>
                  <a:pt x="111760" y="252730"/>
                  <a:pt x="106680" y="257810"/>
                  <a:pt x="101600" y="257810"/>
                </a:cubicBezTo>
                <a:cubicBezTo>
                  <a:pt x="96520" y="257810"/>
                  <a:pt x="91439" y="252730"/>
                  <a:pt x="91439" y="247650"/>
                </a:cubicBezTo>
                <a:lnTo>
                  <a:pt x="91439" y="212090"/>
                </a:lnTo>
                <a:cubicBezTo>
                  <a:pt x="48260" y="208280"/>
                  <a:pt x="12700" y="175260"/>
                  <a:pt x="0" y="134620"/>
                </a:cubicBezTo>
                <a:cubicBezTo>
                  <a:pt x="1270" y="129540"/>
                  <a:pt x="3810" y="123190"/>
                  <a:pt x="8889" y="1219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80" name="Полилиния: фигура 530">
            <a:extLst>
              <a:ext uri="{FF2B5EF4-FFF2-40B4-BE49-F238E27FC236}">
                <a16:creationId xmlns:a16="http://schemas.microsoft.com/office/drawing/2014/main" id="{B12EB549-34CE-AC31-22A2-5A772EB45443}"/>
              </a:ext>
            </a:extLst>
          </p:cNvPr>
          <p:cNvSpPr/>
          <p:nvPr/>
        </p:nvSpPr>
        <p:spPr>
          <a:xfrm>
            <a:off x="10630973" y="4543467"/>
            <a:ext cx="94614" cy="69214"/>
          </a:xfrm>
          <a:custGeom>
            <a:avLst/>
            <a:gdLst>
              <a:gd name="connsiteX0" fmla="*/ 91757 w 94614"/>
              <a:gd name="connsiteY0" fmla="*/ 16827 h 69214"/>
              <a:gd name="connsiteX1" fmla="*/ 91757 w 94614"/>
              <a:gd name="connsiteY1" fmla="*/ 2858 h 69214"/>
              <a:gd name="connsiteX2" fmla="*/ 77787 w 94614"/>
              <a:gd name="connsiteY2" fmla="*/ 2858 h 69214"/>
              <a:gd name="connsiteX3" fmla="*/ 34607 w 94614"/>
              <a:gd name="connsiteY3" fmla="*/ 46037 h 69214"/>
              <a:gd name="connsiteX4" fmla="*/ 16827 w 94614"/>
              <a:gd name="connsiteY4" fmla="*/ 28258 h 69214"/>
              <a:gd name="connsiteX5" fmla="*/ 2857 w 94614"/>
              <a:gd name="connsiteY5" fmla="*/ 28258 h 69214"/>
              <a:gd name="connsiteX6" fmla="*/ 2857 w 94614"/>
              <a:gd name="connsiteY6" fmla="*/ 42227 h 69214"/>
              <a:gd name="connsiteX7" fmla="*/ 26987 w 94614"/>
              <a:gd name="connsiteY7" fmla="*/ 66358 h 69214"/>
              <a:gd name="connsiteX8" fmla="*/ 42227 w 94614"/>
              <a:gd name="connsiteY8" fmla="*/ 66358 h 69214"/>
              <a:gd name="connsiteX9" fmla="*/ 91757 w 94614"/>
              <a:gd name="connsiteY9" fmla="*/ 16827 h 692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4614" h="69214">
                <a:moveTo>
                  <a:pt x="91757" y="16827"/>
                </a:moveTo>
                <a:cubicBezTo>
                  <a:pt x="95567" y="13017"/>
                  <a:pt x="95567" y="6667"/>
                  <a:pt x="91757" y="2858"/>
                </a:cubicBezTo>
                <a:cubicBezTo>
                  <a:pt x="87948" y="-953"/>
                  <a:pt x="81598" y="-953"/>
                  <a:pt x="77787" y="2858"/>
                </a:cubicBezTo>
                <a:lnTo>
                  <a:pt x="34607" y="46037"/>
                </a:lnTo>
                <a:lnTo>
                  <a:pt x="16827" y="28258"/>
                </a:lnTo>
                <a:cubicBezTo>
                  <a:pt x="13017" y="24447"/>
                  <a:pt x="6667" y="24447"/>
                  <a:pt x="2857" y="28258"/>
                </a:cubicBezTo>
                <a:cubicBezTo>
                  <a:pt x="-952" y="32067"/>
                  <a:pt x="-952" y="38417"/>
                  <a:pt x="2857" y="42227"/>
                </a:cubicBezTo>
                <a:lnTo>
                  <a:pt x="26987" y="66358"/>
                </a:lnTo>
                <a:cubicBezTo>
                  <a:pt x="30798" y="70167"/>
                  <a:pt x="38417" y="70167"/>
                  <a:pt x="42227" y="66358"/>
                </a:cubicBezTo>
                <a:lnTo>
                  <a:pt x="91757" y="16827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81" name="Полилиния: фигура 531">
            <a:extLst>
              <a:ext uri="{FF2B5EF4-FFF2-40B4-BE49-F238E27FC236}">
                <a16:creationId xmlns:a16="http://schemas.microsoft.com/office/drawing/2014/main" id="{E10A67F5-48E9-9D30-801F-8E8F1C7BFEA0}"/>
              </a:ext>
            </a:extLst>
          </p:cNvPr>
          <p:cNvSpPr/>
          <p:nvPr/>
        </p:nvSpPr>
        <p:spPr>
          <a:xfrm>
            <a:off x="10574141" y="4457425"/>
            <a:ext cx="203200" cy="242252"/>
          </a:xfrm>
          <a:custGeom>
            <a:avLst/>
            <a:gdLst>
              <a:gd name="connsiteX0" fmla="*/ 201930 w 203200"/>
              <a:gd name="connsiteY0" fmla="*/ 152400 h 242252"/>
              <a:gd name="connsiteX1" fmla="*/ 201930 w 203200"/>
              <a:gd name="connsiteY1" fmla="*/ 149860 h 242252"/>
              <a:gd name="connsiteX2" fmla="*/ 203200 w 203200"/>
              <a:gd name="connsiteY2" fmla="*/ 133350 h 242252"/>
              <a:gd name="connsiteX3" fmla="*/ 203200 w 203200"/>
              <a:gd name="connsiteY3" fmla="*/ 10160 h 242252"/>
              <a:gd name="connsiteX4" fmla="*/ 193040 w 203200"/>
              <a:gd name="connsiteY4" fmla="*/ 0 h 242252"/>
              <a:gd name="connsiteX5" fmla="*/ 10160 w 203200"/>
              <a:gd name="connsiteY5" fmla="*/ 0 h 242252"/>
              <a:gd name="connsiteX6" fmla="*/ 0 w 203200"/>
              <a:gd name="connsiteY6" fmla="*/ 10160 h 242252"/>
              <a:gd name="connsiteX7" fmla="*/ 0 w 203200"/>
              <a:gd name="connsiteY7" fmla="*/ 133350 h 242252"/>
              <a:gd name="connsiteX8" fmla="*/ 1270 w 203200"/>
              <a:gd name="connsiteY8" fmla="*/ 149860 h 242252"/>
              <a:gd name="connsiteX9" fmla="*/ 1270 w 203200"/>
              <a:gd name="connsiteY9" fmla="*/ 152400 h 242252"/>
              <a:gd name="connsiteX10" fmla="*/ 44450 w 203200"/>
              <a:gd name="connsiteY10" fmla="*/ 213360 h 242252"/>
              <a:gd name="connsiteX11" fmla="*/ 95250 w 203200"/>
              <a:gd name="connsiteY11" fmla="*/ 241300 h 242252"/>
              <a:gd name="connsiteX12" fmla="*/ 105410 w 203200"/>
              <a:gd name="connsiteY12" fmla="*/ 241300 h 242252"/>
              <a:gd name="connsiteX13" fmla="*/ 156210 w 203200"/>
              <a:gd name="connsiteY13" fmla="*/ 213360 h 242252"/>
              <a:gd name="connsiteX14" fmla="*/ 201930 w 203200"/>
              <a:gd name="connsiteY14" fmla="*/ 152400 h 242252"/>
              <a:gd name="connsiteX15" fmla="*/ 21590 w 203200"/>
              <a:gd name="connsiteY15" fmla="*/ 134620 h 242252"/>
              <a:gd name="connsiteX16" fmla="*/ 21590 w 203200"/>
              <a:gd name="connsiteY16" fmla="*/ 20320 h 242252"/>
              <a:gd name="connsiteX17" fmla="*/ 184150 w 203200"/>
              <a:gd name="connsiteY17" fmla="*/ 20320 h 242252"/>
              <a:gd name="connsiteX18" fmla="*/ 184150 w 203200"/>
              <a:gd name="connsiteY18" fmla="*/ 134620 h 242252"/>
              <a:gd name="connsiteX19" fmla="*/ 182880 w 203200"/>
              <a:gd name="connsiteY19" fmla="*/ 146050 h 242252"/>
              <a:gd name="connsiteX20" fmla="*/ 182880 w 203200"/>
              <a:gd name="connsiteY20" fmla="*/ 148590 h 242252"/>
              <a:gd name="connsiteX21" fmla="*/ 149860 w 203200"/>
              <a:gd name="connsiteY21" fmla="*/ 195580 h 242252"/>
              <a:gd name="connsiteX22" fmla="*/ 104140 w 203200"/>
              <a:gd name="connsiteY22" fmla="*/ 220980 h 242252"/>
              <a:gd name="connsiteX23" fmla="*/ 58420 w 203200"/>
              <a:gd name="connsiteY23" fmla="*/ 195580 h 242252"/>
              <a:gd name="connsiteX24" fmla="*/ 25400 w 203200"/>
              <a:gd name="connsiteY24" fmla="*/ 148590 h 242252"/>
              <a:gd name="connsiteX25" fmla="*/ 25400 w 203200"/>
              <a:gd name="connsiteY25" fmla="*/ 146050 h 242252"/>
              <a:gd name="connsiteX26" fmla="*/ 21590 w 203200"/>
              <a:gd name="connsiteY26" fmla="*/ 134620 h 242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03200" h="242252">
                <a:moveTo>
                  <a:pt x="201930" y="152400"/>
                </a:moveTo>
                <a:lnTo>
                  <a:pt x="201930" y="149860"/>
                </a:lnTo>
                <a:cubicBezTo>
                  <a:pt x="203200" y="144780"/>
                  <a:pt x="203200" y="139700"/>
                  <a:pt x="203200" y="133350"/>
                </a:cubicBezTo>
                <a:lnTo>
                  <a:pt x="203200" y="10160"/>
                </a:lnTo>
                <a:cubicBezTo>
                  <a:pt x="203200" y="5080"/>
                  <a:pt x="198120" y="0"/>
                  <a:pt x="193040" y="0"/>
                </a:cubicBezTo>
                <a:lnTo>
                  <a:pt x="10160" y="0"/>
                </a:lnTo>
                <a:cubicBezTo>
                  <a:pt x="5080" y="0"/>
                  <a:pt x="0" y="5080"/>
                  <a:pt x="0" y="10160"/>
                </a:cubicBezTo>
                <a:lnTo>
                  <a:pt x="0" y="133350"/>
                </a:lnTo>
                <a:cubicBezTo>
                  <a:pt x="0" y="138430"/>
                  <a:pt x="0" y="143510"/>
                  <a:pt x="1270" y="149860"/>
                </a:cubicBezTo>
                <a:lnTo>
                  <a:pt x="1270" y="152400"/>
                </a:lnTo>
                <a:cubicBezTo>
                  <a:pt x="6350" y="177800"/>
                  <a:pt x="22860" y="199390"/>
                  <a:pt x="44450" y="213360"/>
                </a:cubicBezTo>
                <a:lnTo>
                  <a:pt x="95250" y="241300"/>
                </a:lnTo>
                <a:cubicBezTo>
                  <a:pt x="97790" y="242570"/>
                  <a:pt x="101600" y="242570"/>
                  <a:pt x="105410" y="241300"/>
                </a:cubicBezTo>
                <a:lnTo>
                  <a:pt x="156210" y="213360"/>
                </a:lnTo>
                <a:cubicBezTo>
                  <a:pt x="181610" y="200660"/>
                  <a:pt x="196850" y="179070"/>
                  <a:pt x="201930" y="152400"/>
                </a:cubicBezTo>
                <a:close/>
                <a:moveTo>
                  <a:pt x="21590" y="134620"/>
                </a:moveTo>
                <a:lnTo>
                  <a:pt x="21590" y="20320"/>
                </a:lnTo>
                <a:lnTo>
                  <a:pt x="184150" y="20320"/>
                </a:lnTo>
                <a:lnTo>
                  <a:pt x="184150" y="134620"/>
                </a:lnTo>
                <a:cubicBezTo>
                  <a:pt x="184150" y="138430"/>
                  <a:pt x="184150" y="142240"/>
                  <a:pt x="182880" y="146050"/>
                </a:cubicBezTo>
                <a:lnTo>
                  <a:pt x="182880" y="148590"/>
                </a:lnTo>
                <a:cubicBezTo>
                  <a:pt x="179070" y="167640"/>
                  <a:pt x="166370" y="185420"/>
                  <a:pt x="149860" y="195580"/>
                </a:cubicBezTo>
                <a:lnTo>
                  <a:pt x="104140" y="220980"/>
                </a:lnTo>
                <a:lnTo>
                  <a:pt x="58420" y="195580"/>
                </a:lnTo>
                <a:cubicBezTo>
                  <a:pt x="40640" y="185420"/>
                  <a:pt x="29210" y="168910"/>
                  <a:pt x="25400" y="148590"/>
                </a:cubicBezTo>
                <a:lnTo>
                  <a:pt x="25400" y="146050"/>
                </a:lnTo>
                <a:cubicBezTo>
                  <a:pt x="22860" y="142240"/>
                  <a:pt x="21590" y="138430"/>
                  <a:pt x="21590" y="1346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82" name="Полилиния: фигура 534">
            <a:extLst>
              <a:ext uri="{FF2B5EF4-FFF2-40B4-BE49-F238E27FC236}">
                <a16:creationId xmlns:a16="http://schemas.microsoft.com/office/drawing/2014/main" id="{2CAFB5B6-90DC-ECCC-E2A4-2B5F1D05DFFE}"/>
              </a:ext>
            </a:extLst>
          </p:cNvPr>
          <p:cNvSpPr/>
          <p:nvPr/>
        </p:nvSpPr>
        <p:spPr>
          <a:xfrm>
            <a:off x="10007403" y="4448534"/>
            <a:ext cx="221615" cy="257810"/>
          </a:xfrm>
          <a:custGeom>
            <a:avLst/>
            <a:gdLst>
              <a:gd name="connsiteX0" fmla="*/ 218757 w 221615"/>
              <a:gd name="connsiteY0" fmla="*/ 17780 h 257810"/>
              <a:gd name="connsiteX1" fmla="*/ 218757 w 221615"/>
              <a:gd name="connsiteY1" fmla="*/ 3810 h 257810"/>
              <a:gd name="connsiteX2" fmla="*/ 204788 w 221615"/>
              <a:gd name="connsiteY2" fmla="*/ 3810 h 257810"/>
              <a:gd name="connsiteX3" fmla="*/ 167957 w 221615"/>
              <a:gd name="connsiteY3" fmla="*/ 40640 h 257810"/>
              <a:gd name="connsiteX4" fmla="*/ 110807 w 221615"/>
              <a:gd name="connsiteY4" fmla="*/ 0 h 257810"/>
              <a:gd name="connsiteX5" fmla="*/ 49848 w 221615"/>
              <a:gd name="connsiteY5" fmla="*/ 60960 h 257810"/>
              <a:gd name="connsiteX6" fmla="*/ 49848 w 221615"/>
              <a:gd name="connsiteY6" fmla="*/ 111760 h 257810"/>
              <a:gd name="connsiteX7" fmla="*/ 61278 w 221615"/>
              <a:gd name="connsiteY7" fmla="*/ 147320 h 257810"/>
              <a:gd name="connsiteX8" fmla="*/ 47307 w 221615"/>
              <a:gd name="connsiteY8" fmla="*/ 162560 h 257810"/>
              <a:gd name="connsiteX9" fmla="*/ 29528 w 221615"/>
              <a:gd name="connsiteY9" fmla="*/ 129540 h 257810"/>
              <a:gd name="connsiteX10" fmla="*/ 16828 w 221615"/>
              <a:gd name="connsiteY10" fmla="*/ 123190 h 257810"/>
              <a:gd name="connsiteX11" fmla="*/ 10478 w 221615"/>
              <a:gd name="connsiteY11" fmla="*/ 135890 h 257810"/>
              <a:gd name="connsiteX12" fmla="*/ 33338 w 221615"/>
              <a:gd name="connsiteY12" fmla="*/ 176530 h 257810"/>
              <a:gd name="connsiteX13" fmla="*/ 2857 w 221615"/>
              <a:gd name="connsiteY13" fmla="*/ 207010 h 257810"/>
              <a:gd name="connsiteX14" fmla="*/ 2857 w 221615"/>
              <a:gd name="connsiteY14" fmla="*/ 220980 h 257810"/>
              <a:gd name="connsiteX15" fmla="*/ 16828 w 221615"/>
              <a:gd name="connsiteY15" fmla="*/ 220980 h 257810"/>
              <a:gd name="connsiteX16" fmla="*/ 218757 w 221615"/>
              <a:gd name="connsiteY16" fmla="*/ 17780 h 257810"/>
              <a:gd name="connsiteX17" fmla="*/ 110807 w 221615"/>
              <a:gd name="connsiteY17" fmla="*/ 21590 h 257810"/>
              <a:gd name="connsiteX18" fmla="*/ 151448 w 221615"/>
              <a:gd name="connsiteY18" fmla="*/ 58420 h 257810"/>
              <a:gd name="connsiteX19" fmla="*/ 76518 w 221615"/>
              <a:gd name="connsiteY19" fmla="*/ 133350 h 257810"/>
              <a:gd name="connsiteX20" fmla="*/ 71438 w 221615"/>
              <a:gd name="connsiteY20" fmla="*/ 113030 h 257810"/>
              <a:gd name="connsiteX21" fmla="*/ 71438 w 221615"/>
              <a:gd name="connsiteY21" fmla="*/ 62230 h 257810"/>
              <a:gd name="connsiteX22" fmla="*/ 110807 w 221615"/>
              <a:gd name="connsiteY22" fmla="*/ 21590 h 257810"/>
              <a:gd name="connsiteX23" fmla="*/ 110807 w 221615"/>
              <a:gd name="connsiteY23" fmla="*/ 193040 h 257810"/>
              <a:gd name="connsiteX24" fmla="*/ 110807 w 221615"/>
              <a:gd name="connsiteY24" fmla="*/ 193040 h 257810"/>
              <a:gd name="connsiteX25" fmla="*/ 110807 w 221615"/>
              <a:gd name="connsiteY25" fmla="*/ 193040 h 257810"/>
              <a:gd name="connsiteX26" fmla="*/ 80328 w 221615"/>
              <a:gd name="connsiteY26" fmla="*/ 186690 h 257810"/>
              <a:gd name="connsiteX27" fmla="*/ 67628 w 221615"/>
              <a:gd name="connsiteY27" fmla="*/ 191770 h 257810"/>
              <a:gd name="connsiteX28" fmla="*/ 72707 w 221615"/>
              <a:gd name="connsiteY28" fmla="*/ 204470 h 257810"/>
              <a:gd name="connsiteX29" fmla="*/ 100648 w 221615"/>
              <a:gd name="connsiteY29" fmla="*/ 212090 h 257810"/>
              <a:gd name="connsiteX30" fmla="*/ 100648 w 221615"/>
              <a:gd name="connsiteY30" fmla="*/ 247650 h 257810"/>
              <a:gd name="connsiteX31" fmla="*/ 110807 w 221615"/>
              <a:gd name="connsiteY31" fmla="*/ 257810 h 257810"/>
              <a:gd name="connsiteX32" fmla="*/ 120968 w 221615"/>
              <a:gd name="connsiteY32" fmla="*/ 247650 h 257810"/>
              <a:gd name="connsiteX33" fmla="*/ 120968 w 221615"/>
              <a:gd name="connsiteY33" fmla="*/ 212090 h 257810"/>
              <a:gd name="connsiteX34" fmla="*/ 212407 w 221615"/>
              <a:gd name="connsiteY34" fmla="*/ 134620 h 257810"/>
              <a:gd name="connsiteX35" fmla="*/ 206057 w 221615"/>
              <a:gd name="connsiteY35" fmla="*/ 121920 h 257810"/>
              <a:gd name="connsiteX36" fmla="*/ 193357 w 221615"/>
              <a:gd name="connsiteY36" fmla="*/ 128270 h 257810"/>
              <a:gd name="connsiteX37" fmla="*/ 110807 w 221615"/>
              <a:gd name="connsiteY37" fmla="*/ 193040 h 257810"/>
              <a:gd name="connsiteX38" fmla="*/ 161607 w 221615"/>
              <a:gd name="connsiteY38" fmla="*/ 102870 h 257810"/>
              <a:gd name="connsiteX39" fmla="*/ 171768 w 221615"/>
              <a:gd name="connsiteY39" fmla="*/ 113030 h 257810"/>
              <a:gd name="connsiteX40" fmla="*/ 110807 w 221615"/>
              <a:gd name="connsiteY40" fmla="*/ 173990 h 257810"/>
              <a:gd name="connsiteX41" fmla="*/ 100648 w 221615"/>
              <a:gd name="connsiteY41" fmla="*/ 163830 h 257810"/>
              <a:gd name="connsiteX42" fmla="*/ 110807 w 221615"/>
              <a:gd name="connsiteY42" fmla="*/ 153670 h 257810"/>
              <a:gd name="connsiteX43" fmla="*/ 151448 w 221615"/>
              <a:gd name="connsiteY43" fmla="*/ 113030 h 257810"/>
              <a:gd name="connsiteX44" fmla="*/ 161607 w 221615"/>
              <a:gd name="connsiteY44" fmla="*/ 102870 h 2578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21615" h="257810">
                <a:moveTo>
                  <a:pt x="218757" y="17780"/>
                </a:moveTo>
                <a:cubicBezTo>
                  <a:pt x="222568" y="13970"/>
                  <a:pt x="222568" y="7620"/>
                  <a:pt x="218757" y="3810"/>
                </a:cubicBezTo>
                <a:cubicBezTo>
                  <a:pt x="214948" y="0"/>
                  <a:pt x="208598" y="0"/>
                  <a:pt x="204788" y="3810"/>
                </a:cubicBezTo>
                <a:lnTo>
                  <a:pt x="167957" y="40640"/>
                </a:lnTo>
                <a:cubicBezTo>
                  <a:pt x="159068" y="17780"/>
                  <a:pt x="137478" y="0"/>
                  <a:pt x="110807" y="0"/>
                </a:cubicBezTo>
                <a:cubicBezTo>
                  <a:pt x="77788" y="0"/>
                  <a:pt x="49848" y="26670"/>
                  <a:pt x="49848" y="60960"/>
                </a:cubicBezTo>
                <a:lnTo>
                  <a:pt x="49848" y="111760"/>
                </a:lnTo>
                <a:cubicBezTo>
                  <a:pt x="49848" y="124460"/>
                  <a:pt x="53657" y="137160"/>
                  <a:pt x="61278" y="147320"/>
                </a:cubicBezTo>
                <a:lnTo>
                  <a:pt x="47307" y="162560"/>
                </a:lnTo>
                <a:cubicBezTo>
                  <a:pt x="39688" y="153670"/>
                  <a:pt x="33338" y="142240"/>
                  <a:pt x="29528" y="129540"/>
                </a:cubicBezTo>
                <a:cubicBezTo>
                  <a:pt x="28257" y="124460"/>
                  <a:pt x="21907" y="120650"/>
                  <a:pt x="16828" y="123190"/>
                </a:cubicBezTo>
                <a:cubicBezTo>
                  <a:pt x="11748" y="124460"/>
                  <a:pt x="7938" y="130810"/>
                  <a:pt x="10478" y="135890"/>
                </a:cubicBezTo>
                <a:cubicBezTo>
                  <a:pt x="15557" y="151130"/>
                  <a:pt x="23178" y="165100"/>
                  <a:pt x="33338" y="176530"/>
                </a:cubicBezTo>
                <a:lnTo>
                  <a:pt x="2857" y="207010"/>
                </a:lnTo>
                <a:cubicBezTo>
                  <a:pt x="-952" y="210820"/>
                  <a:pt x="-952" y="217170"/>
                  <a:pt x="2857" y="220980"/>
                </a:cubicBezTo>
                <a:cubicBezTo>
                  <a:pt x="6668" y="224790"/>
                  <a:pt x="13018" y="224790"/>
                  <a:pt x="16828" y="220980"/>
                </a:cubicBezTo>
                <a:lnTo>
                  <a:pt x="218757" y="17780"/>
                </a:lnTo>
                <a:close/>
                <a:moveTo>
                  <a:pt x="110807" y="21590"/>
                </a:moveTo>
                <a:cubicBezTo>
                  <a:pt x="132398" y="21590"/>
                  <a:pt x="148907" y="38100"/>
                  <a:pt x="151448" y="58420"/>
                </a:cubicBezTo>
                <a:lnTo>
                  <a:pt x="76518" y="133350"/>
                </a:lnTo>
                <a:cubicBezTo>
                  <a:pt x="72707" y="127000"/>
                  <a:pt x="71438" y="120650"/>
                  <a:pt x="71438" y="113030"/>
                </a:cubicBezTo>
                <a:lnTo>
                  <a:pt x="71438" y="62230"/>
                </a:lnTo>
                <a:cubicBezTo>
                  <a:pt x="70168" y="39370"/>
                  <a:pt x="87948" y="21590"/>
                  <a:pt x="110807" y="21590"/>
                </a:cubicBezTo>
                <a:close/>
                <a:moveTo>
                  <a:pt x="110807" y="193040"/>
                </a:moveTo>
                <a:cubicBezTo>
                  <a:pt x="110807" y="193040"/>
                  <a:pt x="110807" y="193040"/>
                  <a:pt x="110807" y="193040"/>
                </a:cubicBezTo>
                <a:cubicBezTo>
                  <a:pt x="110807" y="193040"/>
                  <a:pt x="110807" y="193040"/>
                  <a:pt x="110807" y="193040"/>
                </a:cubicBezTo>
                <a:cubicBezTo>
                  <a:pt x="99378" y="193040"/>
                  <a:pt x="89218" y="190500"/>
                  <a:pt x="80328" y="186690"/>
                </a:cubicBezTo>
                <a:cubicBezTo>
                  <a:pt x="75248" y="184150"/>
                  <a:pt x="68898" y="186690"/>
                  <a:pt x="67628" y="191770"/>
                </a:cubicBezTo>
                <a:cubicBezTo>
                  <a:pt x="65088" y="196850"/>
                  <a:pt x="67628" y="203200"/>
                  <a:pt x="72707" y="204470"/>
                </a:cubicBezTo>
                <a:cubicBezTo>
                  <a:pt x="81598" y="208280"/>
                  <a:pt x="91757" y="210820"/>
                  <a:pt x="100648" y="212090"/>
                </a:cubicBezTo>
                <a:lnTo>
                  <a:pt x="100648" y="247650"/>
                </a:lnTo>
                <a:cubicBezTo>
                  <a:pt x="100648" y="252730"/>
                  <a:pt x="105728" y="257810"/>
                  <a:pt x="110807" y="257810"/>
                </a:cubicBezTo>
                <a:cubicBezTo>
                  <a:pt x="115888" y="257810"/>
                  <a:pt x="120968" y="252730"/>
                  <a:pt x="120968" y="247650"/>
                </a:cubicBezTo>
                <a:lnTo>
                  <a:pt x="120968" y="212090"/>
                </a:lnTo>
                <a:cubicBezTo>
                  <a:pt x="164148" y="208280"/>
                  <a:pt x="199707" y="175260"/>
                  <a:pt x="212407" y="134620"/>
                </a:cubicBezTo>
                <a:cubicBezTo>
                  <a:pt x="213678" y="129540"/>
                  <a:pt x="211138" y="123190"/>
                  <a:pt x="206057" y="121920"/>
                </a:cubicBezTo>
                <a:cubicBezTo>
                  <a:pt x="200978" y="120650"/>
                  <a:pt x="194628" y="123190"/>
                  <a:pt x="193357" y="128270"/>
                </a:cubicBezTo>
                <a:cubicBezTo>
                  <a:pt x="180657" y="166370"/>
                  <a:pt x="148907" y="193040"/>
                  <a:pt x="110807" y="193040"/>
                </a:cubicBezTo>
                <a:close/>
                <a:moveTo>
                  <a:pt x="161607" y="102870"/>
                </a:moveTo>
                <a:cubicBezTo>
                  <a:pt x="166688" y="102870"/>
                  <a:pt x="171768" y="107950"/>
                  <a:pt x="171768" y="113030"/>
                </a:cubicBezTo>
                <a:cubicBezTo>
                  <a:pt x="171768" y="146050"/>
                  <a:pt x="145098" y="173990"/>
                  <a:pt x="110807" y="173990"/>
                </a:cubicBezTo>
                <a:cubicBezTo>
                  <a:pt x="105728" y="173990"/>
                  <a:pt x="100648" y="168910"/>
                  <a:pt x="100648" y="163830"/>
                </a:cubicBezTo>
                <a:cubicBezTo>
                  <a:pt x="100648" y="158750"/>
                  <a:pt x="105728" y="153670"/>
                  <a:pt x="110807" y="153670"/>
                </a:cubicBezTo>
                <a:cubicBezTo>
                  <a:pt x="133668" y="153670"/>
                  <a:pt x="151448" y="135890"/>
                  <a:pt x="151448" y="113030"/>
                </a:cubicBezTo>
                <a:cubicBezTo>
                  <a:pt x="151448" y="106680"/>
                  <a:pt x="155257" y="102870"/>
                  <a:pt x="161607" y="10287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83" name="Полилиния: фигура 538">
            <a:extLst>
              <a:ext uri="{FF2B5EF4-FFF2-40B4-BE49-F238E27FC236}">
                <a16:creationId xmlns:a16="http://schemas.microsoft.com/office/drawing/2014/main" id="{3A8B7D5C-D74A-EA80-E963-023CF436A23E}"/>
              </a:ext>
            </a:extLst>
          </p:cNvPr>
          <p:cNvSpPr/>
          <p:nvPr/>
        </p:nvSpPr>
        <p:spPr>
          <a:xfrm>
            <a:off x="7748391" y="4447265"/>
            <a:ext cx="264159" cy="264160"/>
          </a:xfrm>
          <a:custGeom>
            <a:avLst/>
            <a:gdLst>
              <a:gd name="connsiteX0" fmla="*/ 245110 w 264159"/>
              <a:gd name="connsiteY0" fmla="*/ 132080 h 264160"/>
              <a:gd name="connsiteX1" fmla="*/ 133350 w 264159"/>
              <a:gd name="connsiteY1" fmla="*/ 243840 h 264160"/>
              <a:gd name="connsiteX2" fmla="*/ 21590 w 264159"/>
              <a:gd name="connsiteY2" fmla="*/ 132080 h 264160"/>
              <a:gd name="connsiteX3" fmla="*/ 133350 w 264159"/>
              <a:gd name="connsiteY3" fmla="*/ 20320 h 264160"/>
              <a:gd name="connsiteX4" fmla="*/ 245110 w 264159"/>
              <a:gd name="connsiteY4" fmla="*/ 132080 h 264160"/>
              <a:gd name="connsiteX5" fmla="*/ 264160 w 264159"/>
              <a:gd name="connsiteY5" fmla="*/ 132080 h 264160"/>
              <a:gd name="connsiteX6" fmla="*/ 132080 w 264159"/>
              <a:gd name="connsiteY6" fmla="*/ 264160 h 264160"/>
              <a:gd name="connsiteX7" fmla="*/ 0 w 264159"/>
              <a:gd name="connsiteY7" fmla="*/ 132080 h 264160"/>
              <a:gd name="connsiteX8" fmla="*/ 132080 w 264159"/>
              <a:gd name="connsiteY8" fmla="*/ 0 h 264160"/>
              <a:gd name="connsiteX9" fmla="*/ 264160 w 264159"/>
              <a:gd name="connsiteY9" fmla="*/ 132080 h 264160"/>
              <a:gd name="connsiteX10" fmla="*/ 87630 w 264159"/>
              <a:gd name="connsiteY10" fmla="*/ 121920 h 264160"/>
              <a:gd name="connsiteX11" fmla="*/ 102870 w 264159"/>
              <a:gd name="connsiteY11" fmla="*/ 106680 h 264160"/>
              <a:gd name="connsiteX12" fmla="*/ 87630 w 264159"/>
              <a:gd name="connsiteY12" fmla="*/ 91440 h 264160"/>
              <a:gd name="connsiteX13" fmla="*/ 72390 w 264159"/>
              <a:gd name="connsiteY13" fmla="*/ 106680 h 264160"/>
              <a:gd name="connsiteX14" fmla="*/ 87630 w 264159"/>
              <a:gd name="connsiteY14" fmla="*/ 121920 h 264160"/>
              <a:gd name="connsiteX15" fmla="*/ 194310 w 264159"/>
              <a:gd name="connsiteY15" fmla="*/ 106680 h 264160"/>
              <a:gd name="connsiteX16" fmla="*/ 179070 w 264159"/>
              <a:gd name="connsiteY16" fmla="*/ 121920 h 264160"/>
              <a:gd name="connsiteX17" fmla="*/ 163830 w 264159"/>
              <a:gd name="connsiteY17" fmla="*/ 106680 h 264160"/>
              <a:gd name="connsiteX18" fmla="*/ 179070 w 264159"/>
              <a:gd name="connsiteY18" fmla="*/ 91440 h 264160"/>
              <a:gd name="connsiteX19" fmla="*/ 194310 w 264159"/>
              <a:gd name="connsiteY19" fmla="*/ 106680 h 264160"/>
              <a:gd name="connsiteX20" fmla="*/ 83820 w 264159"/>
              <a:gd name="connsiteY20" fmla="*/ 152400 h 264160"/>
              <a:gd name="connsiteX21" fmla="*/ 180340 w 264159"/>
              <a:gd name="connsiteY21" fmla="*/ 152400 h 264160"/>
              <a:gd name="connsiteX22" fmla="*/ 189230 w 264159"/>
              <a:gd name="connsiteY22" fmla="*/ 163830 h 264160"/>
              <a:gd name="connsiteX23" fmla="*/ 132080 w 264159"/>
              <a:gd name="connsiteY23" fmla="*/ 203200 h 264160"/>
              <a:gd name="connsiteX24" fmla="*/ 74930 w 264159"/>
              <a:gd name="connsiteY24" fmla="*/ 163830 h 264160"/>
              <a:gd name="connsiteX25" fmla="*/ 83820 w 264159"/>
              <a:gd name="connsiteY25" fmla="*/ 152400 h 264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64159" h="264160">
                <a:moveTo>
                  <a:pt x="245110" y="132080"/>
                </a:moveTo>
                <a:cubicBezTo>
                  <a:pt x="245110" y="194310"/>
                  <a:pt x="195580" y="243840"/>
                  <a:pt x="133350" y="243840"/>
                </a:cubicBezTo>
                <a:cubicBezTo>
                  <a:pt x="71120" y="243840"/>
                  <a:pt x="21590" y="194310"/>
                  <a:pt x="21590" y="132080"/>
                </a:cubicBezTo>
                <a:cubicBezTo>
                  <a:pt x="21590" y="69850"/>
                  <a:pt x="71120" y="20320"/>
                  <a:pt x="133350" y="20320"/>
                </a:cubicBezTo>
                <a:cubicBezTo>
                  <a:pt x="194310" y="20320"/>
                  <a:pt x="245110" y="69850"/>
                  <a:pt x="245110" y="132080"/>
                </a:cubicBezTo>
                <a:close/>
                <a:moveTo>
                  <a:pt x="264160" y="132080"/>
                </a:moveTo>
                <a:cubicBezTo>
                  <a:pt x="264160" y="204470"/>
                  <a:pt x="205740" y="264160"/>
                  <a:pt x="132080" y="264160"/>
                </a:cubicBezTo>
                <a:cubicBezTo>
                  <a:pt x="59690" y="264160"/>
                  <a:pt x="0" y="205740"/>
                  <a:pt x="0" y="132080"/>
                </a:cubicBezTo>
                <a:cubicBezTo>
                  <a:pt x="0" y="59690"/>
                  <a:pt x="58420" y="0"/>
                  <a:pt x="132080" y="0"/>
                </a:cubicBezTo>
                <a:cubicBezTo>
                  <a:pt x="205740" y="0"/>
                  <a:pt x="264160" y="58420"/>
                  <a:pt x="264160" y="132080"/>
                </a:cubicBezTo>
                <a:close/>
                <a:moveTo>
                  <a:pt x="87630" y="121920"/>
                </a:moveTo>
                <a:cubicBezTo>
                  <a:pt x="96520" y="121920"/>
                  <a:pt x="102870" y="115570"/>
                  <a:pt x="102870" y="106680"/>
                </a:cubicBezTo>
                <a:cubicBezTo>
                  <a:pt x="102870" y="97790"/>
                  <a:pt x="96520" y="91440"/>
                  <a:pt x="87630" y="91440"/>
                </a:cubicBezTo>
                <a:cubicBezTo>
                  <a:pt x="78740" y="91440"/>
                  <a:pt x="72390" y="97790"/>
                  <a:pt x="72390" y="106680"/>
                </a:cubicBezTo>
                <a:cubicBezTo>
                  <a:pt x="72390" y="115570"/>
                  <a:pt x="78740" y="121920"/>
                  <a:pt x="87630" y="121920"/>
                </a:cubicBezTo>
                <a:close/>
                <a:moveTo>
                  <a:pt x="194310" y="106680"/>
                </a:moveTo>
                <a:cubicBezTo>
                  <a:pt x="194310" y="115570"/>
                  <a:pt x="187960" y="121920"/>
                  <a:pt x="179070" y="121920"/>
                </a:cubicBezTo>
                <a:cubicBezTo>
                  <a:pt x="170180" y="121920"/>
                  <a:pt x="163830" y="115570"/>
                  <a:pt x="163830" y="106680"/>
                </a:cubicBezTo>
                <a:cubicBezTo>
                  <a:pt x="163830" y="97790"/>
                  <a:pt x="170180" y="91440"/>
                  <a:pt x="179070" y="91440"/>
                </a:cubicBezTo>
                <a:cubicBezTo>
                  <a:pt x="187960" y="91440"/>
                  <a:pt x="194310" y="97790"/>
                  <a:pt x="194310" y="106680"/>
                </a:cubicBezTo>
                <a:close/>
                <a:moveTo>
                  <a:pt x="83820" y="152400"/>
                </a:moveTo>
                <a:lnTo>
                  <a:pt x="180340" y="152400"/>
                </a:lnTo>
                <a:cubicBezTo>
                  <a:pt x="186690" y="152400"/>
                  <a:pt x="191770" y="158750"/>
                  <a:pt x="189230" y="163830"/>
                </a:cubicBezTo>
                <a:cubicBezTo>
                  <a:pt x="181610" y="181610"/>
                  <a:pt x="165100" y="203200"/>
                  <a:pt x="132080" y="203200"/>
                </a:cubicBezTo>
                <a:cubicBezTo>
                  <a:pt x="99060" y="203200"/>
                  <a:pt x="82550" y="181610"/>
                  <a:pt x="74930" y="163830"/>
                </a:cubicBezTo>
                <a:cubicBezTo>
                  <a:pt x="73660" y="157480"/>
                  <a:pt x="77470" y="152400"/>
                  <a:pt x="83820" y="1524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84" name="Полилиния: фигура 541">
            <a:extLst>
              <a:ext uri="{FF2B5EF4-FFF2-40B4-BE49-F238E27FC236}">
                <a16:creationId xmlns:a16="http://schemas.microsoft.com/office/drawing/2014/main" id="{0BC5D950-1726-5040-1192-EC108E47581E}"/>
              </a:ext>
            </a:extLst>
          </p:cNvPr>
          <p:cNvSpPr/>
          <p:nvPr/>
        </p:nvSpPr>
        <p:spPr>
          <a:xfrm>
            <a:off x="8297774" y="4467584"/>
            <a:ext cx="285532" cy="223520"/>
          </a:xfrm>
          <a:custGeom>
            <a:avLst/>
            <a:gdLst>
              <a:gd name="connsiteX0" fmla="*/ 55136 w 285532"/>
              <a:gd name="connsiteY0" fmla="*/ 165100 h 223520"/>
              <a:gd name="connsiteX1" fmla="*/ 22116 w 285532"/>
              <a:gd name="connsiteY1" fmla="*/ 102870 h 223520"/>
              <a:gd name="connsiteX2" fmla="*/ 64026 w 285532"/>
              <a:gd name="connsiteY2" fmla="*/ 50800 h 223520"/>
              <a:gd name="connsiteX3" fmla="*/ 142766 w 285532"/>
              <a:gd name="connsiteY3" fmla="*/ 20320 h 223520"/>
              <a:gd name="connsiteX4" fmla="*/ 221506 w 285532"/>
              <a:gd name="connsiteY4" fmla="*/ 50800 h 223520"/>
              <a:gd name="connsiteX5" fmla="*/ 263416 w 285532"/>
              <a:gd name="connsiteY5" fmla="*/ 102870 h 223520"/>
              <a:gd name="connsiteX6" fmla="*/ 230396 w 285532"/>
              <a:gd name="connsiteY6" fmla="*/ 165100 h 223520"/>
              <a:gd name="connsiteX7" fmla="*/ 142766 w 285532"/>
              <a:gd name="connsiteY7" fmla="*/ 201930 h 223520"/>
              <a:gd name="connsiteX8" fmla="*/ 55136 w 285532"/>
              <a:gd name="connsiteY8" fmla="*/ 165100 h 223520"/>
              <a:gd name="connsiteX9" fmla="*/ 142766 w 285532"/>
              <a:gd name="connsiteY9" fmla="*/ 0 h 223520"/>
              <a:gd name="connsiteX10" fmla="*/ 50056 w 285532"/>
              <a:gd name="connsiteY10" fmla="*/ 35560 h 223520"/>
              <a:gd name="connsiteX11" fmla="*/ 1796 w 285532"/>
              <a:gd name="connsiteY11" fmla="*/ 95250 h 223520"/>
              <a:gd name="connsiteX12" fmla="*/ 526 w 285532"/>
              <a:gd name="connsiteY12" fmla="*/ 105410 h 223520"/>
              <a:gd name="connsiteX13" fmla="*/ 39896 w 285532"/>
              <a:gd name="connsiteY13" fmla="*/ 179070 h 223520"/>
              <a:gd name="connsiteX14" fmla="*/ 142766 w 285532"/>
              <a:gd name="connsiteY14" fmla="*/ 223520 h 223520"/>
              <a:gd name="connsiteX15" fmla="*/ 245636 w 285532"/>
              <a:gd name="connsiteY15" fmla="*/ 179070 h 223520"/>
              <a:gd name="connsiteX16" fmla="*/ 285006 w 285532"/>
              <a:gd name="connsiteY16" fmla="*/ 105410 h 223520"/>
              <a:gd name="connsiteX17" fmla="*/ 283736 w 285532"/>
              <a:gd name="connsiteY17" fmla="*/ 95250 h 223520"/>
              <a:gd name="connsiteX18" fmla="*/ 235476 w 285532"/>
              <a:gd name="connsiteY18" fmla="*/ 35560 h 223520"/>
              <a:gd name="connsiteX19" fmla="*/ 142766 w 285532"/>
              <a:gd name="connsiteY19" fmla="*/ 0 h 223520"/>
              <a:gd name="connsiteX20" fmla="*/ 50056 w 285532"/>
              <a:gd name="connsiteY20" fmla="*/ 92710 h 223520"/>
              <a:gd name="connsiteX21" fmla="*/ 64026 w 285532"/>
              <a:gd name="connsiteY21" fmla="*/ 95250 h 223520"/>
              <a:gd name="connsiteX22" fmla="*/ 69106 w 285532"/>
              <a:gd name="connsiteY22" fmla="*/ 101600 h 223520"/>
              <a:gd name="connsiteX23" fmla="*/ 76726 w 285532"/>
              <a:gd name="connsiteY23" fmla="*/ 107950 h 223520"/>
              <a:gd name="connsiteX24" fmla="*/ 85616 w 285532"/>
              <a:gd name="connsiteY24" fmla="*/ 113030 h 223520"/>
              <a:gd name="connsiteX25" fmla="*/ 97046 w 285532"/>
              <a:gd name="connsiteY25" fmla="*/ 116840 h 223520"/>
              <a:gd name="connsiteX26" fmla="*/ 111016 w 285532"/>
              <a:gd name="connsiteY26" fmla="*/ 119380 h 223520"/>
              <a:gd name="connsiteX27" fmla="*/ 126256 w 285532"/>
              <a:gd name="connsiteY27" fmla="*/ 121920 h 223520"/>
              <a:gd name="connsiteX28" fmla="*/ 141496 w 285532"/>
              <a:gd name="connsiteY28" fmla="*/ 123190 h 223520"/>
              <a:gd name="connsiteX29" fmla="*/ 141496 w 285532"/>
              <a:gd name="connsiteY29" fmla="*/ 123190 h 223520"/>
              <a:gd name="connsiteX30" fmla="*/ 141496 w 285532"/>
              <a:gd name="connsiteY30" fmla="*/ 123190 h 223520"/>
              <a:gd name="connsiteX31" fmla="*/ 185946 w 285532"/>
              <a:gd name="connsiteY31" fmla="*/ 118110 h 223520"/>
              <a:gd name="connsiteX32" fmla="*/ 220236 w 285532"/>
              <a:gd name="connsiteY32" fmla="*/ 97790 h 223520"/>
              <a:gd name="connsiteX33" fmla="*/ 234206 w 285532"/>
              <a:gd name="connsiteY33" fmla="*/ 95250 h 223520"/>
              <a:gd name="connsiteX34" fmla="*/ 236746 w 285532"/>
              <a:gd name="connsiteY34" fmla="*/ 109220 h 223520"/>
              <a:gd name="connsiteX35" fmla="*/ 203726 w 285532"/>
              <a:gd name="connsiteY35" fmla="*/ 133350 h 223520"/>
              <a:gd name="connsiteX36" fmla="*/ 210076 w 285532"/>
              <a:gd name="connsiteY36" fmla="*/ 142240 h 223520"/>
              <a:gd name="connsiteX37" fmla="*/ 207536 w 285532"/>
              <a:gd name="connsiteY37" fmla="*/ 156210 h 223520"/>
              <a:gd name="connsiteX38" fmla="*/ 193566 w 285532"/>
              <a:gd name="connsiteY38" fmla="*/ 153670 h 223520"/>
              <a:gd name="connsiteX39" fmla="*/ 182136 w 285532"/>
              <a:gd name="connsiteY39" fmla="*/ 138430 h 223520"/>
              <a:gd name="connsiteX40" fmla="*/ 182136 w 285532"/>
              <a:gd name="connsiteY40" fmla="*/ 138430 h 223520"/>
              <a:gd name="connsiteX41" fmla="*/ 150386 w 285532"/>
              <a:gd name="connsiteY41" fmla="*/ 142240 h 223520"/>
              <a:gd name="connsiteX42" fmla="*/ 150386 w 285532"/>
              <a:gd name="connsiteY42" fmla="*/ 157480 h 223520"/>
              <a:gd name="connsiteX43" fmla="*/ 140226 w 285532"/>
              <a:gd name="connsiteY43" fmla="*/ 167640 h 223520"/>
              <a:gd name="connsiteX44" fmla="*/ 130066 w 285532"/>
              <a:gd name="connsiteY44" fmla="*/ 157480 h 223520"/>
              <a:gd name="connsiteX45" fmla="*/ 130066 w 285532"/>
              <a:gd name="connsiteY45" fmla="*/ 140970 h 223520"/>
              <a:gd name="connsiteX46" fmla="*/ 98316 w 285532"/>
              <a:gd name="connsiteY46" fmla="*/ 137160 h 223520"/>
              <a:gd name="connsiteX47" fmla="*/ 98316 w 285532"/>
              <a:gd name="connsiteY47" fmla="*/ 137160 h 223520"/>
              <a:gd name="connsiteX48" fmla="*/ 98316 w 285532"/>
              <a:gd name="connsiteY48" fmla="*/ 137160 h 223520"/>
              <a:gd name="connsiteX49" fmla="*/ 86886 w 285532"/>
              <a:gd name="connsiteY49" fmla="*/ 152400 h 223520"/>
              <a:gd name="connsiteX50" fmla="*/ 72916 w 285532"/>
              <a:gd name="connsiteY50" fmla="*/ 154940 h 223520"/>
              <a:gd name="connsiteX51" fmla="*/ 70376 w 285532"/>
              <a:gd name="connsiteY51" fmla="*/ 140970 h 223520"/>
              <a:gd name="connsiteX52" fmla="*/ 77996 w 285532"/>
              <a:gd name="connsiteY52" fmla="*/ 130810 h 223520"/>
              <a:gd name="connsiteX53" fmla="*/ 44976 w 285532"/>
              <a:gd name="connsiteY53" fmla="*/ 106680 h 223520"/>
              <a:gd name="connsiteX54" fmla="*/ 50056 w 285532"/>
              <a:gd name="connsiteY54" fmla="*/ 9271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85532" h="223520">
                <a:moveTo>
                  <a:pt x="55136" y="165100"/>
                </a:moveTo>
                <a:cubicBezTo>
                  <a:pt x="36086" y="144780"/>
                  <a:pt x="25926" y="119380"/>
                  <a:pt x="22116" y="102870"/>
                </a:cubicBezTo>
                <a:cubicBezTo>
                  <a:pt x="29736" y="88900"/>
                  <a:pt x="43706" y="68580"/>
                  <a:pt x="64026" y="50800"/>
                </a:cubicBezTo>
                <a:cubicBezTo>
                  <a:pt x="84346" y="33020"/>
                  <a:pt x="112286" y="20320"/>
                  <a:pt x="142766" y="20320"/>
                </a:cubicBezTo>
                <a:cubicBezTo>
                  <a:pt x="174516" y="20320"/>
                  <a:pt x="201186" y="34290"/>
                  <a:pt x="221506" y="50800"/>
                </a:cubicBezTo>
                <a:cubicBezTo>
                  <a:pt x="241826" y="67310"/>
                  <a:pt x="255796" y="87630"/>
                  <a:pt x="263416" y="102870"/>
                </a:cubicBezTo>
                <a:cubicBezTo>
                  <a:pt x="259606" y="120650"/>
                  <a:pt x="249446" y="144780"/>
                  <a:pt x="230396" y="165100"/>
                </a:cubicBezTo>
                <a:cubicBezTo>
                  <a:pt x="211346" y="185420"/>
                  <a:pt x="182136" y="201930"/>
                  <a:pt x="142766" y="201930"/>
                </a:cubicBezTo>
                <a:cubicBezTo>
                  <a:pt x="102126" y="201930"/>
                  <a:pt x="74186" y="185420"/>
                  <a:pt x="55136" y="165100"/>
                </a:cubicBezTo>
                <a:close/>
                <a:moveTo>
                  <a:pt x="142766" y="0"/>
                </a:moveTo>
                <a:cubicBezTo>
                  <a:pt x="104666" y="0"/>
                  <a:pt x="74186" y="16510"/>
                  <a:pt x="50056" y="35560"/>
                </a:cubicBezTo>
                <a:cubicBezTo>
                  <a:pt x="27196" y="54610"/>
                  <a:pt x="10686" y="78740"/>
                  <a:pt x="1796" y="95250"/>
                </a:cubicBezTo>
                <a:cubicBezTo>
                  <a:pt x="526" y="97790"/>
                  <a:pt x="-744" y="101600"/>
                  <a:pt x="526" y="105410"/>
                </a:cubicBezTo>
                <a:cubicBezTo>
                  <a:pt x="4336" y="125730"/>
                  <a:pt x="17036" y="154940"/>
                  <a:pt x="39896" y="179070"/>
                </a:cubicBezTo>
                <a:cubicBezTo>
                  <a:pt x="62756" y="203200"/>
                  <a:pt x="95776" y="223520"/>
                  <a:pt x="142766" y="223520"/>
                </a:cubicBezTo>
                <a:cubicBezTo>
                  <a:pt x="189756" y="223520"/>
                  <a:pt x="222776" y="204470"/>
                  <a:pt x="245636" y="179070"/>
                </a:cubicBezTo>
                <a:cubicBezTo>
                  <a:pt x="268496" y="154940"/>
                  <a:pt x="279926" y="125730"/>
                  <a:pt x="285006" y="105410"/>
                </a:cubicBezTo>
                <a:cubicBezTo>
                  <a:pt x="286276" y="101600"/>
                  <a:pt x="285006" y="99060"/>
                  <a:pt x="283736" y="95250"/>
                </a:cubicBezTo>
                <a:cubicBezTo>
                  <a:pt x="274846" y="78740"/>
                  <a:pt x="259606" y="55880"/>
                  <a:pt x="235476" y="35560"/>
                </a:cubicBezTo>
                <a:cubicBezTo>
                  <a:pt x="211346" y="15240"/>
                  <a:pt x="180866" y="0"/>
                  <a:pt x="142766" y="0"/>
                </a:cubicBezTo>
                <a:close/>
                <a:moveTo>
                  <a:pt x="50056" y="92710"/>
                </a:moveTo>
                <a:cubicBezTo>
                  <a:pt x="55136" y="88900"/>
                  <a:pt x="61486" y="90170"/>
                  <a:pt x="64026" y="95250"/>
                </a:cubicBezTo>
                <a:cubicBezTo>
                  <a:pt x="65296" y="97790"/>
                  <a:pt x="67836" y="99060"/>
                  <a:pt x="69106" y="101600"/>
                </a:cubicBezTo>
                <a:cubicBezTo>
                  <a:pt x="71646" y="104140"/>
                  <a:pt x="74186" y="105410"/>
                  <a:pt x="76726" y="107950"/>
                </a:cubicBezTo>
                <a:cubicBezTo>
                  <a:pt x="79266" y="109220"/>
                  <a:pt x="83076" y="111760"/>
                  <a:pt x="85616" y="113030"/>
                </a:cubicBezTo>
                <a:cubicBezTo>
                  <a:pt x="89426" y="114300"/>
                  <a:pt x="93236" y="115570"/>
                  <a:pt x="97046" y="116840"/>
                </a:cubicBezTo>
                <a:cubicBezTo>
                  <a:pt x="100856" y="118110"/>
                  <a:pt x="105936" y="119380"/>
                  <a:pt x="111016" y="119380"/>
                </a:cubicBezTo>
                <a:cubicBezTo>
                  <a:pt x="116096" y="120650"/>
                  <a:pt x="121176" y="120650"/>
                  <a:pt x="126256" y="121920"/>
                </a:cubicBezTo>
                <a:cubicBezTo>
                  <a:pt x="131336" y="121920"/>
                  <a:pt x="136416" y="123190"/>
                  <a:pt x="141496" y="123190"/>
                </a:cubicBezTo>
                <a:lnTo>
                  <a:pt x="141496" y="123190"/>
                </a:lnTo>
                <a:lnTo>
                  <a:pt x="141496" y="123190"/>
                </a:lnTo>
                <a:cubicBezTo>
                  <a:pt x="154196" y="123190"/>
                  <a:pt x="170706" y="121920"/>
                  <a:pt x="185946" y="118110"/>
                </a:cubicBezTo>
                <a:cubicBezTo>
                  <a:pt x="201186" y="114300"/>
                  <a:pt x="213886" y="106680"/>
                  <a:pt x="220236" y="97790"/>
                </a:cubicBezTo>
                <a:cubicBezTo>
                  <a:pt x="224046" y="92710"/>
                  <a:pt x="230396" y="92710"/>
                  <a:pt x="234206" y="95250"/>
                </a:cubicBezTo>
                <a:cubicBezTo>
                  <a:pt x="239286" y="99060"/>
                  <a:pt x="239286" y="105410"/>
                  <a:pt x="236746" y="109220"/>
                </a:cubicBezTo>
                <a:cubicBezTo>
                  <a:pt x="229126" y="120650"/>
                  <a:pt x="216426" y="128270"/>
                  <a:pt x="203726" y="133350"/>
                </a:cubicBezTo>
                <a:lnTo>
                  <a:pt x="210076" y="142240"/>
                </a:lnTo>
                <a:cubicBezTo>
                  <a:pt x="213886" y="147320"/>
                  <a:pt x="212616" y="153670"/>
                  <a:pt x="207536" y="156210"/>
                </a:cubicBezTo>
                <a:cubicBezTo>
                  <a:pt x="202456" y="160020"/>
                  <a:pt x="196106" y="158750"/>
                  <a:pt x="193566" y="153670"/>
                </a:cubicBezTo>
                <a:lnTo>
                  <a:pt x="182136" y="138430"/>
                </a:lnTo>
                <a:cubicBezTo>
                  <a:pt x="182136" y="138430"/>
                  <a:pt x="182136" y="138430"/>
                  <a:pt x="182136" y="138430"/>
                </a:cubicBezTo>
                <a:cubicBezTo>
                  <a:pt x="171976" y="140970"/>
                  <a:pt x="160546" y="142240"/>
                  <a:pt x="150386" y="142240"/>
                </a:cubicBezTo>
                <a:lnTo>
                  <a:pt x="150386" y="157480"/>
                </a:lnTo>
                <a:cubicBezTo>
                  <a:pt x="150386" y="162560"/>
                  <a:pt x="145306" y="167640"/>
                  <a:pt x="140226" y="167640"/>
                </a:cubicBezTo>
                <a:cubicBezTo>
                  <a:pt x="135146" y="167640"/>
                  <a:pt x="130066" y="162560"/>
                  <a:pt x="130066" y="157480"/>
                </a:cubicBezTo>
                <a:lnTo>
                  <a:pt x="130066" y="140970"/>
                </a:lnTo>
                <a:cubicBezTo>
                  <a:pt x="119906" y="140970"/>
                  <a:pt x="109746" y="139700"/>
                  <a:pt x="98316" y="137160"/>
                </a:cubicBezTo>
                <a:cubicBezTo>
                  <a:pt x="98316" y="137160"/>
                  <a:pt x="98316" y="137160"/>
                  <a:pt x="98316" y="137160"/>
                </a:cubicBezTo>
                <a:cubicBezTo>
                  <a:pt x="98316" y="137160"/>
                  <a:pt x="98316" y="137160"/>
                  <a:pt x="98316" y="137160"/>
                </a:cubicBezTo>
                <a:lnTo>
                  <a:pt x="86886" y="152400"/>
                </a:lnTo>
                <a:cubicBezTo>
                  <a:pt x="83076" y="157480"/>
                  <a:pt x="76726" y="157480"/>
                  <a:pt x="72916" y="154940"/>
                </a:cubicBezTo>
                <a:cubicBezTo>
                  <a:pt x="67836" y="151130"/>
                  <a:pt x="67836" y="144780"/>
                  <a:pt x="70376" y="140970"/>
                </a:cubicBezTo>
                <a:lnTo>
                  <a:pt x="77996" y="130810"/>
                </a:lnTo>
                <a:cubicBezTo>
                  <a:pt x="65296" y="125730"/>
                  <a:pt x="53866" y="118110"/>
                  <a:pt x="44976" y="106680"/>
                </a:cubicBezTo>
                <a:cubicBezTo>
                  <a:pt x="44976" y="102870"/>
                  <a:pt x="46246" y="96520"/>
                  <a:pt x="50056" y="9271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85" name="Полилиния: фигура 543">
            <a:extLst>
              <a:ext uri="{FF2B5EF4-FFF2-40B4-BE49-F238E27FC236}">
                <a16:creationId xmlns:a16="http://schemas.microsoft.com/office/drawing/2014/main" id="{8E19B52C-8120-862F-FCAB-A03D76D7836B}"/>
              </a:ext>
            </a:extLst>
          </p:cNvPr>
          <p:cNvSpPr/>
          <p:nvPr/>
        </p:nvSpPr>
        <p:spPr>
          <a:xfrm>
            <a:off x="8897741" y="4437105"/>
            <a:ext cx="203200" cy="284479"/>
          </a:xfrm>
          <a:custGeom>
            <a:avLst/>
            <a:gdLst>
              <a:gd name="connsiteX0" fmla="*/ 121920 w 203200"/>
              <a:gd name="connsiteY0" fmla="*/ 0 h 284479"/>
              <a:gd name="connsiteX1" fmla="*/ 111760 w 203200"/>
              <a:gd name="connsiteY1" fmla="*/ 10160 h 284479"/>
              <a:gd name="connsiteX2" fmla="*/ 121920 w 203200"/>
              <a:gd name="connsiteY2" fmla="*/ 20320 h 284479"/>
              <a:gd name="connsiteX3" fmla="*/ 132080 w 203200"/>
              <a:gd name="connsiteY3" fmla="*/ 20320 h 284479"/>
              <a:gd name="connsiteX4" fmla="*/ 142240 w 203200"/>
              <a:gd name="connsiteY4" fmla="*/ 10160 h 284479"/>
              <a:gd name="connsiteX5" fmla="*/ 132080 w 203200"/>
              <a:gd name="connsiteY5" fmla="*/ 0 h 284479"/>
              <a:gd name="connsiteX6" fmla="*/ 121920 w 203200"/>
              <a:gd name="connsiteY6" fmla="*/ 0 h 284479"/>
              <a:gd name="connsiteX7" fmla="*/ 95250 w 203200"/>
              <a:gd name="connsiteY7" fmla="*/ 44450 h 284479"/>
              <a:gd name="connsiteX8" fmla="*/ 100330 w 203200"/>
              <a:gd name="connsiteY8" fmla="*/ 31750 h 284479"/>
              <a:gd name="connsiteX9" fmla="*/ 87630 w 203200"/>
              <a:gd name="connsiteY9" fmla="*/ 26670 h 284479"/>
              <a:gd name="connsiteX10" fmla="*/ 62230 w 203200"/>
              <a:gd name="connsiteY10" fmla="*/ 36830 h 284479"/>
              <a:gd name="connsiteX11" fmla="*/ 58420 w 203200"/>
              <a:gd name="connsiteY11" fmla="*/ 38100 h 284479"/>
              <a:gd name="connsiteX12" fmla="*/ 29210 w 203200"/>
              <a:gd name="connsiteY12" fmla="*/ 96520 h 284479"/>
              <a:gd name="connsiteX13" fmla="*/ 38100 w 203200"/>
              <a:gd name="connsiteY13" fmla="*/ 132080 h 284479"/>
              <a:gd name="connsiteX14" fmla="*/ 30480 w 203200"/>
              <a:gd name="connsiteY14" fmla="*/ 132080 h 284479"/>
              <a:gd name="connsiteX15" fmla="*/ 0 w 203200"/>
              <a:gd name="connsiteY15" fmla="*/ 162560 h 284479"/>
              <a:gd name="connsiteX16" fmla="*/ 0 w 203200"/>
              <a:gd name="connsiteY16" fmla="*/ 254000 h 284479"/>
              <a:gd name="connsiteX17" fmla="*/ 30480 w 203200"/>
              <a:gd name="connsiteY17" fmla="*/ 284480 h 284479"/>
              <a:gd name="connsiteX18" fmla="*/ 172720 w 203200"/>
              <a:gd name="connsiteY18" fmla="*/ 284480 h 284479"/>
              <a:gd name="connsiteX19" fmla="*/ 203200 w 203200"/>
              <a:gd name="connsiteY19" fmla="*/ 254000 h 284479"/>
              <a:gd name="connsiteX20" fmla="*/ 203200 w 203200"/>
              <a:gd name="connsiteY20" fmla="*/ 162560 h 284479"/>
              <a:gd name="connsiteX21" fmla="*/ 172720 w 203200"/>
              <a:gd name="connsiteY21" fmla="*/ 132080 h 284479"/>
              <a:gd name="connsiteX22" fmla="*/ 165100 w 203200"/>
              <a:gd name="connsiteY22" fmla="*/ 132080 h 284479"/>
              <a:gd name="connsiteX23" fmla="*/ 173990 w 203200"/>
              <a:gd name="connsiteY23" fmla="*/ 95250 h 284479"/>
              <a:gd name="connsiteX24" fmla="*/ 147320 w 203200"/>
              <a:gd name="connsiteY24" fmla="*/ 38100 h 284479"/>
              <a:gd name="connsiteX25" fmla="*/ 146050 w 203200"/>
              <a:gd name="connsiteY25" fmla="*/ 36830 h 284479"/>
              <a:gd name="connsiteX26" fmla="*/ 132080 w 203200"/>
              <a:gd name="connsiteY26" fmla="*/ 41910 h 284479"/>
              <a:gd name="connsiteX27" fmla="*/ 137160 w 203200"/>
              <a:gd name="connsiteY27" fmla="*/ 55880 h 284479"/>
              <a:gd name="connsiteX28" fmla="*/ 138430 w 203200"/>
              <a:gd name="connsiteY28" fmla="*/ 57150 h 284479"/>
              <a:gd name="connsiteX29" fmla="*/ 154940 w 203200"/>
              <a:gd name="connsiteY29" fmla="*/ 91440 h 284479"/>
              <a:gd name="connsiteX30" fmla="*/ 144780 w 203200"/>
              <a:gd name="connsiteY30" fmla="*/ 133350 h 284479"/>
              <a:gd name="connsiteX31" fmla="*/ 106680 w 203200"/>
              <a:gd name="connsiteY31" fmla="*/ 133350 h 284479"/>
              <a:gd name="connsiteX32" fmla="*/ 106680 w 203200"/>
              <a:gd name="connsiteY32" fmla="*/ 133350 h 284479"/>
              <a:gd name="connsiteX33" fmla="*/ 58420 w 203200"/>
              <a:gd name="connsiteY33" fmla="*/ 133350 h 284479"/>
              <a:gd name="connsiteX34" fmla="*/ 48260 w 203200"/>
              <a:gd name="connsiteY34" fmla="*/ 93980 h 284479"/>
              <a:gd name="connsiteX35" fmla="*/ 66040 w 203200"/>
              <a:gd name="connsiteY35" fmla="*/ 58420 h 284479"/>
              <a:gd name="connsiteX36" fmla="*/ 69850 w 203200"/>
              <a:gd name="connsiteY36" fmla="*/ 57150 h 284479"/>
              <a:gd name="connsiteX37" fmla="*/ 95250 w 203200"/>
              <a:gd name="connsiteY37" fmla="*/ 44450 h 284479"/>
              <a:gd name="connsiteX38" fmla="*/ 152400 w 203200"/>
              <a:gd name="connsiteY38" fmla="*/ 152400 h 284479"/>
              <a:gd name="connsiteX39" fmla="*/ 152400 w 203200"/>
              <a:gd name="connsiteY39" fmla="*/ 152400 h 284479"/>
              <a:gd name="connsiteX40" fmla="*/ 114300 w 203200"/>
              <a:gd name="connsiteY40" fmla="*/ 152400 h 284479"/>
              <a:gd name="connsiteX41" fmla="*/ 104140 w 203200"/>
              <a:gd name="connsiteY41" fmla="*/ 187960 h 284479"/>
              <a:gd name="connsiteX42" fmla="*/ 115570 w 203200"/>
              <a:gd name="connsiteY42" fmla="*/ 194310 h 284479"/>
              <a:gd name="connsiteX43" fmla="*/ 120650 w 203200"/>
              <a:gd name="connsiteY43" fmla="*/ 208280 h 284479"/>
              <a:gd name="connsiteX44" fmla="*/ 110490 w 203200"/>
              <a:gd name="connsiteY44" fmla="*/ 237490 h 284479"/>
              <a:gd name="connsiteX45" fmla="*/ 97790 w 203200"/>
              <a:gd name="connsiteY45" fmla="*/ 243840 h 284479"/>
              <a:gd name="connsiteX46" fmla="*/ 91440 w 203200"/>
              <a:gd name="connsiteY46" fmla="*/ 231140 h 284479"/>
              <a:gd name="connsiteX47" fmla="*/ 99060 w 203200"/>
              <a:gd name="connsiteY47" fmla="*/ 209550 h 284479"/>
              <a:gd name="connsiteX48" fmla="*/ 87630 w 203200"/>
              <a:gd name="connsiteY48" fmla="*/ 203200 h 284479"/>
              <a:gd name="connsiteX49" fmla="*/ 82550 w 203200"/>
              <a:gd name="connsiteY49" fmla="*/ 190500 h 284479"/>
              <a:gd name="connsiteX50" fmla="*/ 93980 w 203200"/>
              <a:gd name="connsiteY50" fmla="*/ 153670 h 284479"/>
              <a:gd name="connsiteX51" fmla="*/ 50800 w 203200"/>
              <a:gd name="connsiteY51" fmla="*/ 153670 h 284479"/>
              <a:gd name="connsiteX52" fmla="*/ 50800 w 203200"/>
              <a:gd name="connsiteY52" fmla="*/ 153670 h 284479"/>
              <a:gd name="connsiteX53" fmla="*/ 30480 w 203200"/>
              <a:gd name="connsiteY53" fmla="*/ 153670 h 284479"/>
              <a:gd name="connsiteX54" fmla="*/ 20320 w 203200"/>
              <a:gd name="connsiteY54" fmla="*/ 163830 h 284479"/>
              <a:gd name="connsiteX55" fmla="*/ 20320 w 203200"/>
              <a:gd name="connsiteY55" fmla="*/ 255270 h 284479"/>
              <a:gd name="connsiteX56" fmla="*/ 30480 w 203200"/>
              <a:gd name="connsiteY56" fmla="*/ 265430 h 284479"/>
              <a:gd name="connsiteX57" fmla="*/ 172720 w 203200"/>
              <a:gd name="connsiteY57" fmla="*/ 265430 h 284479"/>
              <a:gd name="connsiteX58" fmla="*/ 182880 w 203200"/>
              <a:gd name="connsiteY58" fmla="*/ 255270 h 284479"/>
              <a:gd name="connsiteX59" fmla="*/ 182880 w 203200"/>
              <a:gd name="connsiteY59" fmla="*/ 163830 h 284479"/>
              <a:gd name="connsiteX60" fmla="*/ 172720 w 203200"/>
              <a:gd name="connsiteY60" fmla="*/ 153670 h 284479"/>
              <a:gd name="connsiteX61" fmla="*/ 152400 w 203200"/>
              <a:gd name="connsiteY61" fmla="*/ 153670 h 284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203200" h="284479">
                <a:moveTo>
                  <a:pt x="121920" y="0"/>
                </a:moveTo>
                <a:cubicBezTo>
                  <a:pt x="116840" y="0"/>
                  <a:pt x="111760" y="5080"/>
                  <a:pt x="111760" y="10160"/>
                </a:cubicBezTo>
                <a:cubicBezTo>
                  <a:pt x="111760" y="15240"/>
                  <a:pt x="116840" y="20320"/>
                  <a:pt x="121920" y="20320"/>
                </a:cubicBezTo>
                <a:lnTo>
                  <a:pt x="132080" y="20320"/>
                </a:lnTo>
                <a:cubicBezTo>
                  <a:pt x="137160" y="20320"/>
                  <a:pt x="142240" y="15240"/>
                  <a:pt x="142240" y="10160"/>
                </a:cubicBezTo>
                <a:cubicBezTo>
                  <a:pt x="142240" y="5080"/>
                  <a:pt x="137160" y="0"/>
                  <a:pt x="132080" y="0"/>
                </a:cubicBezTo>
                <a:lnTo>
                  <a:pt x="121920" y="0"/>
                </a:lnTo>
                <a:close/>
                <a:moveTo>
                  <a:pt x="95250" y="44450"/>
                </a:moveTo>
                <a:cubicBezTo>
                  <a:pt x="100330" y="41910"/>
                  <a:pt x="102870" y="36830"/>
                  <a:pt x="100330" y="31750"/>
                </a:cubicBezTo>
                <a:cubicBezTo>
                  <a:pt x="97790" y="26670"/>
                  <a:pt x="92710" y="24130"/>
                  <a:pt x="87630" y="26670"/>
                </a:cubicBezTo>
                <a:lnTo>
                  <a:pt x="62230" y="36830"/>
                </a:lnTo>
                <a:lnTo>
                  <a:pt x="58420" y="38100"/>
                </a:lnTo>
                <a:cubicBezTo>
                  <a:pt x="35560" y="48260"/>
                  <a:pt x="22860" y="72390"/>
                  <a:pt x="29210" y="96520"/>
                </a:cubicBezTo>
                <a:lnTo>
                  <a:pt x="38100" y="132080"/>
                </a:lnTo>
                <a:lnTo>
                  <a:pt x="30480" y="132080"/>
                </a:lnTo>
                <a:cubicBezTo>
                  <a:pt x="13970" y="132080"/>
                  <a:pt x="0" y="146050"/>
                  <a:pt x="0" y="162560"/>
                </a:cubicBezTo>
                <a:lnTo>
                  <a:pt x="0" y="254000"/>
                </a:lnTo>
                <a:cubicBezTo>
                  <a:pt x="0" y="270510"/>
                  <a:pt x="13970" y="284480"/>
                  <a:pt x="30480" y="284480"/>
                </a:cubicBezTo>
                <a:lnTo>
                  <a:pt x="172720" y="284480"/>
                </a:lnTo>
                <a:cubicBezTo>
                  <a:pt x="189230" y="284480"/>
                  <a:pt x="203200" y="270510"/>
                  <a:pt x="203200" y="254000"/>
                </a:cubicBezTo>
                <a:lnTo>
                  <a:pt x="203200" y="162560"/>
                </a:lnTo>
                <a:cubicBezTo>
                  <a:pt x="203200" y="146050"/>
                  <a:pt x="189230" y="132080"/>
                  <a:pt x="172720" y="132080"/>
                </a:cubicBezTo>
                <a:lnTo>
                  <a:pt x="165100" y="132080"/>
                </a:lnTo>
                <a:lnTo>
                  <a:pt x="173990" y="95250"/>
                </a:lnTo>
                <a:cubicBezTo>
                  <a:pt x="180340" y="72390"/>
                  <a:pt x="168910" y="48260"/>
                  <a:pt x="147320" y="38100"/>
                </a:cubicBezTo>
                <a:lnTo>
                  <a:pt x="146050" y="36830"/>
                </a:lnTo>
                <a:cubicBezTo>
                  <a:pt x="140970" y="34290"/>
                  <a:pt x="134620" y="36830"/>
                  <a:pt x="132080" y="41910"/>
                </a:cubicBezTo>
                <a:cubicBezTo>
                  <a:pt x="129540" y="46990"/>
                  <a:pt x="132080" y="53340"/>
                  <a:pt x="137160" y="55880"/>
                </a:cubicBezTo>
                <a:lnTo>
                  <a:pt x="138430" y="57150"/>
                </a:lnTo>
                <a:cubicBezTo>
                  <a:pt x="151130" y="63500"/>
                  <a:pt x="157480" y="77470"/>
                  <a:pt x="154940" y="91440"/>
                </a:cubicBezTo>
                <a:lnTo>
                  <a:pt x="144780" y="133350"/>
                </a:lnTo>
                <a:lnTo>
                  <a:pt x="106680" y="133350"/>
                </a:lnTo>
                <a:cubicBezTo>
                  <a:pt x="106680" y="133350"/>
                  <a:pt x="106680" y="133350"/>
                  <a:pt x="106680" y="133350"/>
                </a:cubicBezTo>
                <a:lnTo>
                  <a:pt x="58420" y="133350"/>
                </a:lnTo>
                <a:lnTo>
                  <a:pt x="48260" y="93980"/>
                </a:lnTo>
                <a:cubicBezTo>
                  <a:pt x="44450" y="80010"/>
                  <a:pt x="52070" y="64770"/>
                  <a:pt x="66040" y="58420"/>
                </a:cubicBezTo>
                <a:lnTo>
                  <a:pt x="69850" y="57150"/>
                </a:lnTo>
                <a:lnTo>
                  <a:pt x="95250" y="44450"/>
                </a:lnTo>
                <a:close/>
                <a:moveTo>
                  <a:pt x="152400" y="152400"/>
                </a:moveTo>
                <a:cubicBezTo>
                  <a:pt x="152400" y="152400"/>
                  <a:pt x="152400" y="152400"/>
                  <a:pt x="152400" y="152400"/>
                </a:cubicBezTo>
                <a:lnTo>
                  <a:pt x="114300" y="152400"/>
                </a:lnTo>
                <a:lnTo>
                  <a:pt x="104140" y="187960"/>
                </a:lnTo>
                <a:lnTo>
                  <a:pt x="115570" y="194310"/>
                </a:lnTo>
                <a:cubicBezTo>
                  <a:pt x="120650" y="196850"/>
                  <a:pt x="123190" y="201930"/>
                  <a:pt x="120650" y="208280"/>
                </a:cubicBezTo>
                <a:lnTo>
                  <a:pt x="110490" y="237490"/>
                </a:lnTo>
                <a:cubicBezTo>
                  <a:pt x="109220" y="242570"/>
                  <a:pt x="102870" y="245110"/>
                  <a:pt x="97790" y="243840"/>
                </a:cubicBezTo>
                <a:cubicBezTo>
                  <a:pt x="92710" y="242570"/>
                  <a:pt x="90170" y="236220"/>
                  <a:pt x="91440" y="231140"/>
                </a:cubicBezTo>
                <a:lnTo>
                  <a:pt x="99060" y="209550"/>
                </a:lnTo>
                <a:lnTo>
                  <a:pt x="87630" y="203200"/>
                </a:lnTo>
                <a:cubicBezTo>
                  <a:pt x="82550" y="200660"/>
                  <a:pt x="80010" y="195580"/>
                  <a:pt x="82550" y="190500"/>
                </a:cubicBezTo>
                <a:lnTo>
                  <a:pt x="93980" y="153670"/>
                </a:lnTo>
                <a:lnTo>
                  <a:pt x="50800" y="153670"/>
                </a:lnTo>
                <a:cubicBezTo>
                  <a:pt x="50800" y="153670"/>
                  <a:pt x="50800" y="153670"/>
                  <a:pt x="50800" y="153670"/>
                </a:cubicBezTo>
                <a:lnTo>
                  <a:pt x="30480" y="153670"/>
                </a:lnTo>
                <a:cubicBezTo>
                  <a:pt x="25400" y="153670"/>
                  <a:pt x="20320" y="158750"/>
                  <a:pt x="20320" y="163830"/>
                </a:cubicBezTo>
                <a:lnTo>
                  <a:pt x="20320" y="255270"/>
                </a:lnTo>
                <a:cubicBezTo>
                  <a:pt x="20320" y="260350"/>
                  <a:pt x="25400" y="265430"/>
                  <a:pt x="30480" y="265430"/>
                </a:cubicBezTo>
                <a:lnTo>
                  <a:pt x="172720" y="265430"/>
                </a:lnTo>
                <a:cubicBezTo>
                  <a:pt x="177800" y="265430"/>
                  <a:pt x="182880" y="260350"/>
                  <a:pt x="182880" y="255270"/>
                </a:cubicBezTo>
                <a:lnTo>
                  <a:pt x="182880" y="163830"/>
                </a:lnTo>
                <a:cubicBezTo>
                  <a:pt x="182880" y="158750"/>
                  <a:pt x="177800" y="153670"/>
                  <a:pt x="172720" y="153670"/>
                </a:cubicBezTo>
                <a:lnTo>
                  <a:pt x="152400" y="15367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86" name="Полилиния: фигура 551">
            <a:extLst>
              <a:ext uri="{FF2B5EF4-FFF2-40B4-BE49-F238E27FC236}">
                <a16:creationId xmlns:a16="http://schemas.microsoft.com/office/drawing/2014/main" id="{6FC1C3A4-23C8-EB0A-13EE-27630C740207}"/>
              </a:ext>
            </a:extLst>
          </p:cNvPr>
          <p:cNvSpPr/>
          <p:nvPr/>
        </p:nvSpPr>
        <p:spPr>
          <a:xfrm>
            <a:off x="11158059" y="4457425"/>
            <a:ext cx="201929" cy="242252"/>
          </a:xfrm>
          <a:custGeom>
            <a:avLst/>
            <a:gdLst>
              <a:gd name="connsiteX0" fmla="*/ 200660 w 201929"/>
              <a:gd name="connsiteY0" fmla="*/ 152400 h 242252"/>
              <a:gd name="connsiteX1" fmla="*/ 200660 w 201929"/>
              <a:gd name="connsiteY1" fmla="*/ 149860 h 242252"/>
              <a:gd name="connsiteX2" fmla="*/ 201930 w 201929"/>
              <a:gd name="connsiteY2" fmla="*/ 133350 h 242252"/>
              <a:gd name="connsiteX3" fmla="*/ 201930 w 201929"/>
              <a:gd name="connsiteY3" fmla="*/ 10160 h 242252"/>
              <a:gd name="connsiteX4" fmla="*/ 191770 w 201929"/>
              <a:gd name="connsiteY4" fmla="*/ 0 h 242252"/>
              <a:gd name="connsiteX5" fmla="*/ 10160 w 201929"/>
              <a:gd name="connsiteY5" fmla="*/ 0 h 242252"/>
              <a:gd name="connsiteX6" fmla="*/ 0 w 201929"/>
              <a:gd name="connsiteY6" fmla="*/ 10160 h 242252"/>
              <a:gd name="connsiteX7" fmla="*/ 0 w 201929"/>
              <a:gd name="connsiteY7" fmla="*/ 133350 h 242252"/>
              <a:gd name="connsiteX8" fmla="*/ 1270 w 201929"/>
              <a:gd name="connsiteY8" fmla="*/ 149860 h 242252"/>
              <a:gd name="connsiteX9" fmla="*/ 1270 w 201929"/>
              <a:gd name="connsiteY9" fmla="*/ 152400 h 242252"/>
              <a:gd name="connsiteX10" fmla="*/ 44450 w 201929"/>
              <a:gd name="connsiteY10" fmla="*/ 213360 h 242252"/>
              <a:gd name="connsiteX11" fmla="*/ 95250 w 201929"/>
              <a:gd name="connsiteY11" fmla="*/ 241300 h 242252"/>
              <a:gd name="connsiteX12" fmla="*/ 105410 w 201929"/>
              <a:gd name="connsiteY12" fmla="*/ 241300 h 242252"/>
              <a:gd name="connsiteX13" fmla="*/ 156210 w 201929"/>
              <a:gd name="connsiteY13" fmla="*/ 213360 h 242252"/>
              <a:gd name="connsiteX14" fmla="*/ 200660 w 201929"/>
              <a:gd name="connsiteY14" fmla="*/ 152400 h 242252"/>
              <a:gd name="connsiteX15" fmla="*/ 19050 w 201929"/>
              <a:gd name="connsiteY15" fmla="*/ 20320 h 242252"/>
              <a:gd name="connsiteX16" fmla="*/ 19050 w 201929"/>
              <a:gd name="connsiteY16" fmla="*/ 134620 h 242252"/>
              <a:gd name="connsiteX17" fmla="*/ 20320 w 201929"/>
              <a:gd name="connsiteY17" fmla="*/ 146050 h 242252"/>
              <a:gd name="connsiteX18" fmla="*/ 20320 w 201929"/>
              <a:gd name="connsiteY18" fmla="*/ 148590 h 242252"/>
              <a:gd name="connsiteX19" fmla="*/ 27940 w 201929"/>
              <a:gd name="connsiteY19" fmla="*/ 168910 h 242252"/>
              <a:gd name="connsiteX20" fmla="*/ 167640 w 201929"/>
              <a:gd name="connsiteY20" fmla="*/ 20320 h 242252"/>
              <a:gd name="connsiteX21" fmla="*/ 19050 w 201929"/>
              <a:gd name="connsiteY21" fmla="*/ 20320 h 242252"/>
              <a:gd name="connsiteX22" fmla="*/ 54610 w 201929"/>
              <a:gd name="connsiteY22" fmla="*/ 195580 h 242252"/>
              <a:gd name="connsiteX23" fmla="*/ 40640 w 201929"/>
              <a:gd name="connsiteY23" fmla="*/ 185420 h 242252"/>
              <a:gd name="connsiteX24" fmla="*/ 181610 w 201929"/>
              <a:gd name="connsiteY24" fmla="*/ 35560 h 242252"/>
              <a:gd name="connsiteX25" fmla="*/ 181610 w 201929"/>
              <a:gd name="connsiteY25" fmla="*/ 134620 h 242252"/>
              <a:gd name="connsiteX26" fmla="*/ 180340 w 201929"/>
              <a:gd name="connsiteY26" fmla="*/ 146050 h 242252"/>
              <a:gd name="connsiteX27" fmla="*/ 180340 w 201929"/>
              <a:gd name="connsiteY27" fmla="*/ 148590 h 242252"/>
              <a:gd name="connsiteX28" fmla="*/ 147320 w 201929"/>
              <a:gd name="connsiteY28" fmla="*/ 195580 h 242252"/>
              <a:gd name="connsiteX29" fmla="*/ 101600 w 201929"/>
              <a:gd name="connsiteY29" fmla="*/ 220980 h 242252"/>
              <a:gd name="connsiteX30" fmla="*/ 54610 w 201929"/>
              <a:gd name="connsiteY30" fmla="*/ 195580 h 2422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01929" h="242252">
                <a:moveTo>
                  <a:pt x="200660" y="152400"/>
                </a:moveTo>
                <a:lnTo>
                  <a:pt x="200660" y="149860"/>
                </a:lnTo>
                <a:cubicBezTo>
                  <a:pt x="201930" y="144780"/>
                  <a:pt x="201930" y="139700"/>
                  <a:pt x="201930" y="133350"/>
                </a:cubicBezTo>
                <a:lnTo>
                  <a:pt x="201930" y="10160"/>
                </a:lnTo>
                <a:cubicBezTo>
                  <a:pt x="201930" y="5080"/>
                  <a:pt x="196850" y="0"/>
                  <a:pt x="191770" y="0"/>
                </a:cubicBezTo>
                <a:lnTo>
                  <a:pt x="10160" y="0"/>
                </a:lnTo>
                <a:cubicBezTo>
                  <a:pt x="5080" y="0"/>
                  <a:pt x="0" y="5080"/>
                  <a:pt x="0" y="10160"/>
                </a:cubicBezTo>
                <a:lnTo>
                  <a:pt x="0" y="133350"/>
                </a:lnTo>
                <a:cubicBezTo>
                  <a:pt x="0" y="138430"/>
                  <a:pt x="0" y="143510"/>
                  <a:pt x="1270" y="149860"/>
                </a:cubicBezTo>
                <a:lnTo>
                  <a:pt x="1270" y="152400"/>
                </a:lnTo>
                <a:cubicBezTo>
                  <a:pt x="6350" y="177800"/>
                  <a:pt x="22860" y="199390"/>
                  <a:pt x="44450" y="213360"/>
                </a:cubicBezTo>
                <a:lnTo>
                  <a:pt x="95250" y="241300"/>
                </a:lnTo>
                <a:cubicBezTo>
                  <a:pt x="97790" y="242570"/>
                  <a:pt x="101600" y="242570"/>
                  <a:pt x="105410" y="241300"/>
                </a:cubicBezTo>
                <a:lnTo>
                  <a:pt x="156210" y="213360"/>
                </a:lnTo>
                <a:cubicBezTo>
                  <a:pt x="179070" y="200660"/>
                  <a:pt x="195580" y="179070"/>
                  <a:pt x="200660" y="152400"/>
                </a:cubicBezTo>
                <a:close/>
                <a:moveTo>
                  <a:pt x="19050" y="20320"/>
                </a:moveTo>
                <a:lnTo>
                  <a:pt x="19050" y="134620"/>
                </a:lnTo>
                <a:cubicBezTo>
                  <a:pt x="19050" y="138430"/>
                  <a:pt x="19050" y="142240"/>
                  <a:pt x="20320" y="146050"/>
                </a:cubicBezTo>
                <a:lnTo>
                  <a:pt x="20320" y="148590"/>
                </a:lnTo>
                <a:cubicBezTo>
                  <a:pt x="21590" y="156210"/>
                  <a:pt x="24130" y="162560"/>
                  <a:pt x="27940" y="168910"/>
                </a:cubicBezTo>
                <a:lnTo>
                  <a:pt x="167640" y="20320"/>
                </a:lnTo>
                <a:lnTo>
                  <a:pt x="19050" y="20320"/>
                </a:lnTo>
                <a:close/>
                <a:moveTo>
                  <a:pt x="54610" y="195580"/>
                </a:moveTo>
                <a:cubicBezTo>
                  <a:pt x="49530" y="193040"/>
                  <a:pt x="45720" y="189230"/>
                  <a:pt x="40640" y="185420"/>
                </a:cubicBezTo>
                <a:lnTo>
                  <a:pt x="181610" y="35560"/>
                </a:lnTo>
                <a:lnTo>
                  <a:pt x="181610" y="134620"/>
                </a:lnTo>
                <a:cubicBezTo>
                  <a:pt x="181610" y="138430"/>
                  <a:pt x="181610" y="142240"/>
                  <a:pt x="180340" y="146050"/>
                </a:cubicBezTo>
                <a:lnTo>
                  <a:pt x="180340" y="148590"/>
                </a:lnTo>
                <a:cubicBezTo>
                  <a:pt x="176530" y="167640"/>
                  <a:pt x="163830" y="185420"/>
                  <a:pt x="147320" y="195580"/>
                </a:cubicBezTo>
                <a:lnTo>
                  <a:pt x="101600" y="220980"/>
                </a:lnTo>
                <a:lnTo>
                  <a:pt x="54610" y="1955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34" name="Полилиния: фигура 10">
            <a:extLst>
              <a:ext uri="{FF2B5EF4-FFF2-40B4-BE49-F238E27FC236}">
                <a16:creationId xmlns:a16="http://schemas.microsoft.com/office/drawing/2014/main" id="{6DBE2EE6-AD01-A29B-E978-95A805FF3426}"/>
              </a:ext>
            </a:extLst>
          </p:cNvPr>
          <p:cNvSpPr/>
          <p:nvPr/>
        </p:nvSpPr>
        <p:spPr>
          <a:xfrm>
            <a:off x="5592171" y="5365036"/>
            <a:ext cx="182880" cy="243840"/>
          </a:xfrm>
          <a:custGeom>
            <a:avLst/>
            <a:gdLst>
              <a:gd name="connsiteX0" fmla="*/ 162560 w 182880"/>
              <a:gd name="connsiteY0" fmla="*/ 152400 h 243840"/>
              <a:gd name="connsiteX1" fmla="*/ 91440 w 182880"/>
              <a:gd name="connsiteY1" fmla="*/ 223520 h 243840"/>
              <a:gd name="connsiteX2" fmla="*/ 20320 w 182880"/>
              <a:gd name="connsiteY2" fmla="*/ 152400 h 243840"/>
              <a:gd name="connsiteX3" fmla="*/ 91440 w 182880"/>
              <a:gd name="connsiteY3" fmla="*/ 22860 h 243840"/>
              <a:gd name="connsiteX4" fmla="*/ 162560 w 182880"/>
              <a:gd name="connsiteY4" fmla="*/ 152400 h 243840"/>
              <a:gd name="connsiteX5" fmla="*/ 182880 w 182880"/>
              <a:gd name="connsiteY5" fmla="*/ 152400 h 243840"/>
              <a:gd name="connsiteX6" fmla="*/ 91440 w 182880"/>
              <a:gd name="connsiteY6" fmla="*/ 243840 h 243840"/>
              <a:gd name="connsiteX7" fmla="*/ 0 w 182880"/>
              <a:gd name="connsiteY7" fmla="*/ 152400 h 243840"/>
              <a:gd name="connsiteX8" fmla="*/ 81280 w 182880"/>
              <a:gd name="connsiteY8" fmla="*/ 3810 h 243840"/>
              <a:gd name="connsiteX9" fmla="*/ 100330 w 182880"/>
              <a:gd name="connsiteY9" fmla="*/ 3810 h 243840"/>
              <a:gd name="connsiteX10" fmla="*/ 182880 w 182880"/>
              <a:gd name="connsiteY10" fmla="*/ 152400 h 243840"/>
              <a:gd name="connsiteX11" fmla="*/ 147320 w 182880"/>
              <a:gd name="connsiteY11" fmla="*/ 152400 h 243840"/>
              <a:gd name="connsiteX12" fmla="*/ 137160 w 182880"/>
              <a:gd name="connsiteY12" fmla="*/ 142240 h 243840"/>
              <a:gd name="connsiteX13" fmla="*/ 127000 w 182880"/>
              <a:gd name="connsiteY13" fmla="*/ 152400 h 243840"/>
              <a:gd name="connsiteX14" fmla="*/ 119380 w 182880"/>
              <a:gd name="connsiteY14" fmla="*/ 175260 h 243840"/>
              <a:gd name="connsiteX15" fmla="*/ 91440 w 182880"/>
              <a:gd name="connsiteY15" fmla="*/ 187960 h 243840"/>
              <a:gd name="connsiteX16" fmla="*/ 81280 w 182880"/>
              <a:gd name="connsiteY16" fmla="*/ 198120 h 243840"/>
              <a:gd name="connsiteX17" fmla="*/ 91440 w 182880"/>
              <a:gd name="connsiteY17" fmla="*/ 208280 h 243840"/>
              <a:gd name="connsiteX18" fmla="*/ 135890 w 182880"/>
              <a:gd name="connsiteY18" fmla="*/ 186690 h 243840"/>
              <a:gd name="connsiteX19" fmla="*/ 147320 w 182880"/>
              <a:gd name="connsiteY19" fmla="*/ 1524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0" h="243840">
                <a:moveTo>
                  <a:pt x="162560" y="152400"/>
                </a:moveTo>
                <a:cubicBezTo>
                  <a:pt x="162560" y="195580"/>
                  <a:pt x="132080" y="223520"/>
                  <a:pt x="91440" y="223520"/>
                </a:cubicBezTo>
                <a:cubicBezTo>
                  <a:pt x="50800" y="223520"/>
                  <a:pt x="20320" y="196850"/>
                  <a:pt x="20320" y="152400"/>
                </a:cubicBezTo>
                <a:cubicBezTo>
                  <a:pt x="20320" y="113030"/>
                  <a:pt x="41910" y="68580"/>
                  <a:pt x="91440" y="22860"/>
                </a:cubicBezTo>
                <a:cubicBezTo>
                  <a:pt x="140970" y="68580"/>
                  <a:pt x="162560" y="113030"/>
                  <a:pt x="162560" y="152400"/>
                </a:cubicBezTo>
                <a:close/>
                <a:moveTo>
                  <a:pt x="182880" y="152400"/>
                </a:moveTo>
                <a:cubicBezTo>
                  <a:pt x="182880" y="208280"/>
                  <a:pt x="142240" y="243840"/>
                  <a:pt x="91440" y="243840"/>
                </a:cubicBezTo>
                <a:cubicBezTo>
                  <a:pt x="40640" y="243840"/>
                  <a:pt x="0" y="208280"/>
                  <a:pt x="0" y="152400"/>
                </a:cubicBezTo>
                <a:cubicBezTo>
                  <a:pt x="0" y="104140"/>
                  <a:pt x="26670" y="53340"/>
                  <a:pt x="81280" y="3810"/>
                </a:cubicBezTo>
                <a:cubicBezTo>
                  <a:pt x="86360" y="-1270"/>
                  <a:pt x="95250" y="-1270"/>
                  <a:pt x="100330" y="3810"/>
                </a:cubicBezTo>
                <a:cubicBezTo>
                  <a:pt x="156210" y="53340"/>
                  <a:pt x="182880" y="104140"/>
                  <a:pt x="182880" y="152400"/>
                </a:cubicBezTo>
                <a:close/>
                <a:moveTo>
                  <a:pt x="147320" y="152400"/>
                </a:moveTo>
                <a:cubicBezTo>
                  <a:pt x="147320" y="147320"/>
                  <a:pt x="142240" y="142240"/>
                  <a:pt x="137160" y="142240"/>
                </a:cubicBezTo>
                <a:cubicBezTo>
                  <a:pt x="132080" y="142240"/>
                  <a:pt x="127000" y="147320"/>
                  <a:pt x="127000" y="152400"/>
                </a:cubicBezTo>
                <a:cubicBezTo>
                  <a:pt x="127000" y="157480"/>
                  <a:pt x="124460" y="167640"/>
                  <a:pt x="119380" y="175260"/>
                </a:cubicBezTo>
                <a:cubicBezTo>
                  <a:pt x="114300" y="182880"/>
                  <a:pt x="105410" y="187960"/>
                  <a:pt x="91440" y="187960"/>
                </a:cubicBezTo>
                <a:cubicBezTo>
                  <a:pt x="86360" y="187960"/>
                  <a:pt x="81280" y="193040"/>
                  <a:pt x="81280" y="198120"/>
                </a:cubicBezTo>
                <a:cubicBezTo>
                  <a:pt x="81280" y="203200"/>
                  <a:pt x="86360" y="208280"/>
                  <a:pt x="91440" y="208280"/>
                </a:cubicBezTo>
                <a:cubicBezTo>
                  <a:pt x="113030" y="208280"/>
                  <a:pt x="127000" y="199390"/>
                  <a:pt x="135890" y="186690"/>
                </a:cubicBezTo>
                <a:cubicBezTo>
                  <a:pt x="144780" y="175260"/>
                  <a:pt x="147320" y="161290"/>
                  <a:pt x="147320" y="1524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35" name="Полилиния: фигура 13">
            <a:extLst>
              <a:ext uri="{FF2B5EF4-FFF2-40B4-BE49-F238E27FC236}">
                <a16:creationId xmlns:a16="http://schemas.microsoft.com/office/drawing/2014/main" id="{BAEEDAEF-437F-D9CD-EF9A-3771E7B82A93}"/>
              </a:ext>
            </a:extLst>
          </p:cNvPr>
          <p:cNvSpPr/>
          <p:nvPr/>
        </p:nvSpPr>
        <p:spPr>
          <a:xfrm>
            <a:off x="5044053" y="5356189"/>
            <a:ext cx="158976" cy="261534"/>
          </a:xfrm>
          <a:custGeom>
            <a:avLst/>
            <a:gdLst>
              <a:gd name="connsiteX0" fmla="*/ 94728 w 158976"/>
              <a:gd name="connsiteY0" fmla="*/ 44407 h 261534"/>
              <a:gd name="connsiteX1" fmla="*/ 28688 w 158976"/>
              <a:gd name="connsiteY1" fmla="*/ 139657 h 261534"/>
              <a:gd name="connsiteX2" fmla="*/ 64248 w 158976"/>
              <a:gd name="connsiteY2" fmla="*/ 139657 h 261534"/>
              <a:gd name="connsiteX3" fmla="*/ 75678 w 158976"/>
              <a:gd name="connsiteY3" fmla="*/ 152357 h 261534"/>
              <a:gd name="connsiteX4" fmla="*/ 66788 w 158976"/>
              <a:gd name="connsiteY4" fmla="*/ 214588 h 261534"/>
              <a:gd name="connsiteX5" fmla="*/ 132828 w 158976"/>
              <a:gd name="connsiteY5" fmla="*/ 119338 h 261534"/>
              <a:gd name="connsiteX6" fmla="*/ 97268 w 158976"/>
              <a:gd name="connsiteY6" fmla="*/ 119338 h 261534"/>
              <a:gd name="connsiteX7" fmla="*/ 85838 w 158976"/>
              <a:gd name="connsiteY7" fmla="*/ 106638 h 261534"/>
              <a:gd name="connsiteX8" fmla="*/ 94728 w 158976"/>
              <a:gd name="connsiteY8" fmla="*/ 44407 h 261534"/>
              <a:gd name="connsiteX9" fmla="*/ 97268 w 158976"/>
              <a:gd name="connsiteY9" fmla="*/ 5038 h 261534"/>
              <a:gd name="connsiteX10" fmla="*/ 118858 w 158976"/>
              <a:gd name="connsiteY10" fmla="*/ 13927 h 261534"/>
              <a:gd name="connsiteX11" fmla="*/ 106158 w 158976"/>
              <a:gd name="connsiteY11" fmla="*/ 100288 h 261534"/>
              <a:gd name="connsiteX12" fmla="*/ 148068 w 158976"/>
              <a:gd name="connsiteY12" fmla="*/ 100288 h 261534"/>
              <a:gd name="connsiteX13" fmla="*/ 156958 w 158976"/>
              <a:gd name="connsiteY13" fmla="*/ 118068 h 261534"/>
              <a:gd name="connsiteX14" fmla="*/ 61708 w 158976"/>
              <a:gd name="connsiteY14" fmla="*/ 256498 h 261534"/>
              <a:gd name="connsiteX15" fmla="*/ 40118 w 158976"/>
              <a:gd name="connsiteY15" fmla="*/ 247607 h 261534"/>
              <a:gd name="connsiteX16" fmla="*/ 52818 w 158976"/>
              <a:gd name="connsiteY16" fmla="*/ 161248 h 261534"/>
              <a:gd name="connsiteX17" fmla="*/ 10908 w 158976"/>
              <a:gd name="connsiteY17" fmla="*/ 161248 h 261534"/>
              <a:gd name="connsiteX18" fmla="*/ 2018 w 158976"/>
              <a:gd name="connsiteY18" fmla="*/ 143468 h 261534"/>
              <a:gd name="connsiteX19" fmla="*/ 97268 w 158976"/>
              <a:gd name="connsiteY19" fmla="*/ 5038 h 26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58976" h="261534">
                <a:moveTo>
                  <a:pt x="94728" y="44407"/>
                </a:moveTo>
                <a:lnTo>
                  <a:pt x="28688" y="139657"/>
                </a:lnTo>
                <a:lnTo>
                  <a:pt x="64248" y="139657"/>
                </a:lnTo>
                <a:cubicBezTo>
                  <a:pt x="70598" y="139657"/>
                  <a:pt x="75678" y="146007"/>
                  <a:pt x="75678" y="152357"/>
                </a:cubicBezTo>
                <a:lnTo>
                  <a:pt x="66788" y="214588"/>
                </a:lnTo>
                <a:lnTo>
                  <a:pt x="132828" y="119338"/>
                </a:lnTo>
                <a:lnTo>
                  <a:pt x="97268" y="119338"/>
                </a:lnTo>
                <a:cubicBezTo>
                  <a:pt x="90918" y="119338"/>
                  <a:pt x="85838" y="112988"/>
                  <a:pt x="85838" y="106638"/>
                </a:cubicBezTo>
                <a:lnTo>
                  <a:pt x="94728" y="44407"/>
                </a:lnTo>
                <a:close/>
                <a:moveTo>
                  <a:pt x="97268" y="5038"/>
                </a:moveTo>
                <a:cubicBezTo>
                  <a:pt x="104888" y="-5123"/>
                  <a:pt x="121398" y="1227"/>
                  <a:pt x="118858" y="13927"/>
                </a:cubicBezTo>
                <a:lnTo>
                  <a:pt x="106158" y="100288"/>
                </a:lnTo>
                <a:lnTo>
                  <a:pt x="148068" y="100288"/>
                </a:lnTo>
                <a:cubicBezTo>
                  <a:pt x="156958" y="100288"/>
                  <a:pt x="162038" y="110448"/>
                  <a:pt x="156958" y="118068"/>
                </a:cubicBezTo>
                <a:lnTo>
                  <a:pt x="61708" y="256498"/>
                </a:lnTo>
                <a:cubicBezTo>
                  <a:pt x="54088" y="266657"/>
                  <a:pt x="37578" y="260307"/>
                  <a:pt x="40118" y="247607"/>
                </a:cubicBezTo>
                <a:lnTo>
                  <a:pt x="52818" y="161248"/>
                </a:lnTo>
                <a:lnTo>
                  <a:pt x="10908" y="161248"/>
                </a:lnTo>
                <a:cubicBezTo>
                  <a:pt x="2018" y="161248"/>
                  <a:pt x="-3062" y="151088"/>
                  <a:pt x="2018" y="143468"/>
                </a:cubicBezTo>
                <a:lnTo>
                  <a:pt x="97268" y="5038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36" name="Полилиния: фигура 16">
            <a:extLst>
              <a:ext uri="{FF2B5EF4-FFF2-40B4-BE49-F238E27FC236}">
                <a16:creationId xmlns:a16="http://schemas.microsoft.com/office/drawing/2014/main" id="{590D5430-ADBB-C983-96EA-7B332AE1B58B}"/>
              </a:ext>
            </a:extLst>
          </p:cNvPr>
          <p:cNvSpPr/>
          <p:nvPr/>
        </p:nvSpPr>
        <p:spPr>
          <a:xfrm>
            <a:off x="3315062" y="5354877"/>
            <a:ext cx="262890" cy="264159"/>
          </a:xfrm>
          <a:custGeom>
            <a:avLst/>
            <a:gdLst>
              <a:gd name="connsiteX0" fmla="*/ 0 w 262890"/>
              <a:gd name="connsiteY0" fmla="*/ 20320 h 264159"/>
              <a:gd name="connsiteX1" fmla="*/ 20320 w 262890"/>
              <a:gd name="connsiteY1" fmla="*/ 0 h 264159"/>
              <a:gd name="connsiteX2" fmla="*/ 71120 w 262890"/>
              <a:gd name="connsiteY2" fmla="*/ 0 h 264159"/>
              <a:gd name="connsiteX3" fmla="*/ 81280 w 262890"/>
              <a:gd name="connsiteY3" fmla="*/ 10160 h 264159"/>
              <a:gd name="connsiteX4" fmla="*/ 71120 w 262890"/>
              <a:gd name="connsiteY4" fmla="*/ 20320 h 264159"/>
              <a:gd name="connsiteX5" fmla="*/ 20320 w 262890"/>
              <a:gd name="connsiteY5" fmla="*/ 20320 h 264159"/>
              <a:gd name="connsiteX6" fmla="*/ 20320 w 262890"/>
              <a:gd name="connsiteY6" fmla="*/ 71120 h 264159"/>
              <a:gd name="connsiteX7" fmla="*/ 10160 w 262890"/>
              <a:gd name="connsiteY7" fmla="*/ 81280 h 264159"/>
              <a:gd name="connsiteX8" fmla="*/ 0 w 262890"/>
              <a:gd name="connsiteY8" fmla="*/ 71120 h 264159"/>
              <a:gd name="connsiteX9" fmla="*/ 0 w 262890"/>
              <a:gd name="connsiteY9" fmla="*/ 20320 h 264159"/>
              <a:gd name="connsiteX10" fmla="*/ 0 w 262890"/>
              <a:gd name="connsiteY10" fmla="*/ 243840 h 264159"/>
              <a:gd name="connsiteX11" fmla="*/ 20320 w 262890"/>
              <a:gd name="connsiteY11" fmla="*/ 264160 h 264159"/>
              <a:gd name="connsiteX12" fmla="*/ 71120 w 262890"/>
              <a:gd name="connsiteY12" fmla="*/ 264160 h 264159"/>
              <a:gd name="connsiteX13" fmla="*/ 81280 w 262890"/>
              <a:gd name="connsiteY13" fmla="*/ 254000 h 264159"/>
              <a:gd name="connsiteX14" fmla="*/ 71120 w 262890"/>
              <a:gd name="connsiteY14" fmla="*/ 243840 h 264159"/>
              <a:gd name="connsiteX15" fmla="*/ 20320 w 262890"/>
              <a:gd name="connsiteY15" fmla="*/ 243840 h 264159"/>
              <a:gd name="connsiteX16" fmla="*/ 20320 w 262890"/>
              <a:gd name="connsiteY16" fmla="*/ 193040 h 264159"/>
              <a:gd name="connsiteX17" fmla="*/ 10160 w 262890"/>
              <a:gd name="connsiteY17" fmla="*/ 182880 h 264159"/>
              <a:gd name="connsiteX18" fmla="*/ 0 w 262890"/>
              <a:gd name="connsiteY18" fmla="*/ 193040 h 264159"/>
              <a:gd name="connsiteX19" fmla="*/ 0 w 262890"/>
              <a:gd name="connsiteY19" fmla="*/ 243840 h 264159"/>
              <a:gd name="connsiteX20" fmla="*/ 242570 w 262890"/>
              <a:gd name="connsiteY20" fmla="*/ 0 h 264159"/>
              <a:gd name="connsiteX21" fmla="*/ 262890 w 262890"/>
              <a:gd name="connsiteY21" fmla="*/ 20320 h 264159"/>
              <a:gd name="connsiteX22" fmla="*/ 262890 w 262890"/>
              <a:gd name="connsiteY22" fmla="*/ 71120 h 264159"/>
              <a:gd name="connsiteX23" fmla="*/ 252730 w 262890"/>
              <a:gd name="connsiteY23" fmla="*/ 81280 h 264159"/>
              <a:gd name="connsiteX24" fmla="*/ 242570 w 262890"/>
              <a:gd name="connsiteY24" fmla="*/ 71120 h 264159"/>
              <a:gd name="connsiteX25" fmla="*/ 242570 w 262890"/>
              <a:gd name="connsiteY25" fmla="*/ 20320 h 264159"/>
              <a:gd name="connsiteX26" fmla="*/ 191770 w 262890"/>
              <a:gd name="connsiteY26" fmla="*/ 20320 h 264159"/>
              <a:gd name="connsiteX27" fmla="*/ 181610 w 262890"/>
              <a:gd name="connsiteY27" fmla="*/ 10160 h 264159"/>
              <a:gd name="connsiteX28" fmla="*/ 191770 w 262890"/>
              <a:gd name="connsiteY28" fmla="*/ 0 h 264159"/>
              <a:gd name="connsiteX29" fmla="*/ 242570 w 262890"/>
              <a:gd name="connsiteY29" fmla="*/ 0 h 264159"/>
              <a:gd name="connsiteX30" fmla="*/ 262890 w 262890"/>
              <a:gd name="connsiteY30" fmla="*/ 243840 h 264159"/>
              <a:gd name="connsiteX31" fmla="*/ 242570 w 262890"/>
              <a:gd name="connsiteY31" fmla="*/ 264160 h 264159"/>
              <a:gd name="connsiteX32" fmla="*/ 191770 w 262890"/>
              <a:gd name="connsiteY32" fmla="*/ 264160 h 264159"/>
              <a:gd name="connsiteX33" fmla="*/ 181610 w 262890"/>
              <a:gd name="connsiteY33" fmla="*/ 254000 h 264159"/>
              <a:gd name="connsiteX34" fmla="*/ 191770 w 262890"/>
              <a:gd name="connsiteY34" fmla="*/ 243840 h 264159"/>
              <a:gd name="connsiteX35" fmla="*/ 242570 w 262890"/>
              <a:gd name="connsiteY35" fmla="*/ 243840 h 264159"/>
              <a:gd name="connsiteX36" fmla="*/ 242570 w 262890"/>
              <a:gd name="connsiteY36" fmla="*/ 193040 h 264159"/>
              <a:gd name="connsiteX37" fmla="*/ 252730 w 262890"/>
              <a:gd name="connsiteY37" fmla="*/ 182880 h 264159"/>
              <a:gd name="connsiteX38" fmla="*/ 262890 w 262890"/>
              <a:gd name="connsiteY38" fmla="*/ 193040 h 264159"/>
              <a:gd name="connsiteX39" fmla="*/ 262890 w 262890"/>
              <a:gd name="connsiteY39" fmla="*/ 243840 h 264159"/>
              <a:gd name="connsiteX40" fmla="*/ 130810 w 262890"/>
              <a:gd name="connsiteY40" fmla="*/ 60960 h 264159"/>
              <a:gd name="connsiteX41" fmla="*/ 69850 w 262890"/>
              <a:gd name="connsiteY41" fmla="*/ 121920 h 264159"/>
              <a:gd name="connsiteX42" fmla="*/ 69850 w 262890"/>
              <a:gd name="connsiteY42" fmla="*/ 142240 h 264159"/>
              <a:gd name="connsiteX43" fmla="*/ 130810 w 262890"/>
              <a:gd name="connsiteY43" fmla="*/ 203200 h 264159"/>
              <a:gd name="connsiteX44" fmla="*/ 191770 w 262890"/>
              <a:gd name="connsiteY44" fmla="*/ 142240 h 264159"/>
              <a:gd name="connsiteX45" fmla="*/ 191770 w 262890"/>
              <a:gd name="connsiteY45" fmla="*/ 121920 h 264159"/>
              <a:gd name="connsiteX46" fmla="*/ 130810 w 262890"/>
              <a:gd name="connsiteY46" fmla="*/ 60960 h 264159"/>
              <a:gd name="connsiteX47" fmla="*/ 90170 w 262890"/>
              <a:gd name="connsiteY47" fmla="*/ 121920 h 264159"/>
              <a:gd name="connsiteX48" fmla="*/ 130810 w 262890"/>
              <a:gd name="connsiteY48" fmla="*/ 81280 h 264159"/>
              <a:gd name="connsiteX49" fmla="*/ 171450 w 262890"/>
              <a:gd name="connsiteY49" fmla="*/ 121920 h 264159"/>
              <a:gd name="connsiteX50" fmla="*/ 171450 w 262890"/>
              <a:gd name="connsiteY50" fmla="*/ 142240 h 264159"/>
              <a:gd name="connsiteX51" fmla="*/ 130810 w 262890"/>
              <a:gd name="connsiteY51" fmla="*/ 182880 h 264159"/>
              <a:gd name="connsiteX52" fmla="*/ 90170 w 262890"/>
              <a:gd name="connsiteY52" fmla="*/ 142240 h 264159"/>
              <a:gd name="connsiteX53" fmla="*/ 90170 w 262890"/>
              <a:gd name="connsiteY53" fmla="*/ 1219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62890" h="264159">
                <a:moveTo>
                  <a:pt x="0" y="20320"/>
                </a:moveTo>
                <a:cubicBezTo>
                  <a:pt x="0" y="8890"/>
                  <a:pt x="8890" y="0"/>
                  <a:pt x="20320" y="0"/>
                </a:cubicBezTo>
                <a:lnTo>
                  <a:pt x="71120" y="0"/>
                </a:lnTo>
                <a:cubicBezTo>
                  <a:pt x="76200" y="0"/>
                  <a:pt x="81280" y="5080"/>
                  <a:pt x="81280" y="10160"/>
                </a:cubicBezTo>
                <a:cubicBezTo>
                  <a:pt x="81280" y="15240"/>
                  <a:pt x="76200" y="20320"/>
                  <a:pt x="71120" y="20320"/>
                </a:cubicBezTo>
                <a:lnTo>
                  <a:pt x="20320" y="20320"/>
                </a:lnTo>
                <a:lnTo>
                  <a:pt x="20320" y="71120"/>
                </a:lnTo>
                <a:cubicBezTo>
                  <a:pt x="20320" y="76200"/>
                  <a:pt x="15240" y="81280"/>
                  <a:pt x="10160" y="81280"/>
                </a:cubicBezTo>
                <a:cubicBezTo>
                  <a:pt x="5080" y="81280"/>
                  <a:pt x="0" y="76200"/>
                  <a:pt x="0" y="71120"/>
                </a:cubicBezTo>
                <a:lnTo>
                  <a:pt x="0" y="20320"/>
                </a:lnTo>
                <a:close/>
                <a:moveTo>
                  <a:pt x="0" y="243840"/>
                </a:move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lose/>
                <a:moveTo>
                  <a:pt x="242570" y="0"/>
                </a:moveTo>
                <a:cubicBezTo>
                  <a:pt x="254000" y="0"/>
                  <a:pt x="262890" y="8890"/>
                  <a:pt x="262890" y="20320"/>
                </a:cubicBezTo>
                <a:lnTo>
                  <a:pt x="262890" y="71120"/>
                </a:lnTo>
                <a:cubicBezTo>
                  <a:pt x="262890" y="76200"/>
                  <a:pt x="257810" y="81280"/>
                  <a:pt x="252730" y="81280"/>
                </a:cubicBezTo>
                <a:cubicBezTo>
                  <a:pt x="247650" y="81280"/>
                  <a:pt x="242570" y="76200"/>
                  <a:pt x="242570" y="71120"/>
                </a:cubicBezTo>
                <a:lnTo>
                  <a:pt x="242570" y="20320"/>
                </a:lnTo>
                <a:lnTo>
                  <a:pt x="191770" y="20320"/>
                </a:lnTo>
                <a:cubicBezTo>
                  <a:pt x="186690" y="20320"/>
                  <a:pt x="181610" y="15240"/>
                  <a:pt x="181610" y="10160"/>
                </a:cubicBezTo>
                <a:cubicBezTo>
                  <a:pt x="181610" y="5080"/>
                  <a:pt x="186690" y="0"/>
                  <a:pt x="191770" y="0"/>
                </a:cubicBezTo>
                <a:lnTo>
                  <a:pt x="242570" y="0"/>
                </a:lnTo>
                <a:close/>
                <a:moveTo>
                  <a:pt x="262890" y="243840"/>
                </a:moveTo>
                <a:cubicBezTo>
                  <a:pt x="262890" y="255270"/>
                  <a:pt x="254000" y="264160"/>
                  <a:pt x="242570" y="264160"/>
                </a:cubicBezTo>
                <a:lnTo>
                  <a:pt x="191770" y="264160"/>
                </a:lnTo>
                <a:cubicBezTo>
                  <a:pt x="186690" y="264160"/>
                  <a:pt x="181610" y="259080"/>
                  <a:pt x="181610" y="254000"/>
                </a:cubicBezTo>
                <a:cubicBezTo>
                  <a:pt x="181610" y="248920"/>
                  <a:pt x="186690" y="243840"/>
                  <a:pt x="191770" y="243840"/>
                </a:cubicBezTo>
                <a:lnTo>
                  <a:pt x="242570" y="243840"/>
                </a:lnTo>
                <a:lnTo>
                  <a:pt x="242570" y="193040"/>
                </a:lnTo>
                <a:cubicBezTo>
                  <a:pt x="242570" y="187960"/>
                  <a:pt x="247650" y="182880"/>
                  <a:pt x="252730" y="182880"/>
                </a:cubicBezTo>
                <a:cubicBezTo>
                  <a:pt x="257810" y="182880"/>
                  <a:pt x="262890" y="187960"/>
                  <a:pt x="262890" y="193040"/>
                </a:cubicBezTo>
                <a:lnTo>
                  <a:pt x="262890" y="243840"/>
                </a:lnTo>
                <a:close/>
                <a:moveTo>
                  <a:pt x="130810" y="60960"/>
                </a:moveTo>
                <a:cubicBezTo>
                  <a:pt x="97790" y="60960"/>
                  <a:pt x="69850" y="87630"/>
                  <a:pt x="69850" y="121920"/>
                </a:cubicBezTo>
                <a:lnTo>
                  <a:pt x="69850" y="142240"/>
                </a:lnTo>
                <a:cubicBezTo>
                  <a:pt x="69850" y="175260"/>
                  <a:pt x="96520" y="203200"/>
                  <a:pt x="130810" y="203200"/>
                </a:cubicBezTo>
                <a:cubicBezTo>
                  <a:pt x="163830" y="203200"/>
                  <a:pt x="191770" y="176530"/>
                  <a:pt x="191770" y="142240"/>
                </a:cubicBezTo>
                <a:lnTo>
                  <a:pt x="191770" y="121920"/>
                </a:lnTo>
                <a:cubicBezTo>
                  <a:pt x="191770" y="87630"/>
                  <a:pt x="165100" y="60960"/>
                  <a:pt x="130810" y="60960"/>
                </a:cubicBezTo>
                <a:close/>
                <a:moveTo>
                  <a:pt x="90170" y="121920"/>
                </a:moveTo>
                <a:cubicBezTo>
                  <a:pt x="90170" y="99060"/>
                  <a:pt x="107950" y="81280"/>
                  <a:pt x="130810" y="81280"/>
                </a:cubicBezTo>
                <a:cubicBezTo>
                  <a:pt x="153670" y="81280"/>
                  <a:pt x="171450" y="99060"/>
                  <a:pt x="171450" y="121920"/>
                </a:cubicBezTo>
                <a:lnTo>
                  <a:pt x="171450" y="142240"/>
                </a:lnTo>
                <a:cubicBezTo>
                  <a:pt x="171450" y="165100"/>
                  <a:pt x="153670" y="182880"/>
                  <a:pt x="130810" y="182880"/>
                </a:cubicBezTo>
                <a:cubicBezTo>
                  <a:pt x="107950" y="182880"/>
                  <a:pt x="90170" y="165100"/>
                  <a:pt x="90170" y="142240"/>
                </a:cubicBezTo>
                <a:lnTo>
                  <a:pt x="90170" y="1219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37" name="Полилиния: фигура 24">
            <a:extLst>
              <a:ext uri="{FF2B5EF4-FFF2-40B4-BE49-F238E27FC236}">
                <a16:creationId xmlns:a16="http://schemas.microsoft.com/office/drawing/2014/main" id="{B6291F08-1B4F-115F-8DAB-D4DB80B79D0E}"/>
              </a:ext>
            </a:extLst>
          </p:cNvPr>
          <p:cNvSpPr/>
          <p:nvPr/>
        </p:nvSpPr>
        <p:spPr>
          <a:xfrm>
            <a:off x="3894182" y="5375196"/>
            <a:ext cx="223520" cy="223520"/>
          </a:xfrm>
          <a:custGeom>
            <a:avLst/>
            <a:gdLst>
              <a:gd name="connsiteX0" fmla="*/ 0 w 223520"/>
              <a:gd name="connsiteY0" fmla="*/ 20320 h 223520"/>
              <a:gd name="connsiteX1" fmla="*/ 20320 w 223520"/>
              <a:gd name="connsiteY1" fmla="*/ 0 h 223520"/>
              <a:gd name="connsiteX2" fmla="*/ 55880 w 223520"/>
              <a:gd name="connsiteY2" fmla="*/ 0 h 223520"/>
              <a:gd name="connsiteX3" fmla="*/ 60960 w 223520"/>
              <a:gd name="connsiteY3" fmla="*/ 5080 h 223520"/>
              <a:gd name="connsiteX4" fmla="*/ 60960 w 223520"/>
              <a:gd name="connsiteY4" fmla="*/ 60960 h 223520"/>
              <a:gd name="connsiteX5" fmla="*/ 5080 w 223520"/>
              <a:gd name="connsiteY5" fmla="*/ 60960 h 223520"/>
              <a:gd name="connsiteX6" fmla="*/ 0 w 223520"/>
              <a:gd name="connsiteY6" fmla="*/ 55880 h 223520"/>
              <a:gd name="connsiteX7" fmla="*/ 0 w 223520"/>
              <a:gd name="connsiteY7" fmla="*/ 20320 h 223520"/>
              <a:gd name="connsiteX8" fmla="*/ 162560 w 223520"/>
              <a:gd name="connsiteY8" fmla="*/ 60960 h 223520"/>
              <a:gd name="connsiteX9" fmla="*/ 60960 w 223520"/>
              <a:gd name="connsiteY9" fmla="*/ 60960 h 223520"/>
              <a:gd name="connsiteX10" fmla="*/ 60960 w 223520"/>
              <a:gd name="connsiteY10" fmla="*/ 96520 h 223520"/>
              <a:gd name="connsiteX11" fmla="*/ 35560 w 223520"/>
              <a:gd name="connsiteY11" fmla="*/ 96520 h 223520"/>
              <a:gd name="connsiteX12" fmla="*/ 30480 w 223520"/>
              <a:gd name="connsiteY12" fmla="*/ 101600 h 223520"/>
              <a:gd name="connsiteX13" fmla="*/ 30480 w 223520"/>
              <a:gd name="connsiteY13" fmla="*/ 121920 h 223520"/>
              <a:gd name="connsiteX14" fmla="*/ 35560 w 223520"/>
              <a:gd name="connsiteY14" fmla="*/ 127000 h 223520"/>
              <a:gd name="connsiteX15" fmla="*/ 60960 w 223520"/>
              <a:gd name="connsiteY15" fmla="*/ 127000 h 223520"/>
              <a:gd name="connsiteX16" fmla="*/ 60960 w 223520"/>
              <a:gd name="connsiteY16" fmla="*/ 162560 h 223520"/>
              <a:gd name="connsiteX17" fmla="*/ 5080 w 223520"/>
              <a:gd name="connsiteY17" fmla="*/ 162560 h 223520"/>
              <a:gd name="connsiteX18" fmla="*/ 0 w 223520"/>
              <a:gd name="connsiteY18" fmla="*/ 167640 h 223520"/>
              <a:gd name="connsiteX19" fmla="*/ 0 w 223520"/>
              <a:gd name="connsiteY19" fmla="*/ 203200 h 223520"/>
              <a:gd name="connsiteX20" fmla="*/ 20320 w 223520"/>
              <a:gd name="connsiteY20" fmla="*/ 223520 h 223520"/>
              <a:gd name="connsiteX21" fmla="*/ 55880 w 223520"/>
              <a:gd name="connsiteY21" fmla="*/ 223520 h 223520"/>
              <a:gd name="connsiteX22" fmla="*/ 60960 w 223520"/>
              <a:gd name="connsiteY22" fmla="*/ 218440 h 223520"/>
              <a:gd name="connsiteX23" fmla="*/ 60960 w 223520"/>
              <a:gd name="connsiteY23" fmla="*/ 162560 h 223520"/>
              <a:gd name="connsiteX24" fmla="*/ 162560 w 223520"/>
              <a:gd name="connsiteY24" fmla="*/ 162560 h 223520"/>
              <a:gd name="connsiteX25" fmla="*/ 162560 w 223520"/>
              <a:gd name="connsiteY25" fmla="*/ 218440 h 223520"/>
              <a:gd name="connsiteX26" fmla="*/ 167640 w 223520"/>
              <a:gd name="connsiteY26" fmla="*/ 223520 h 223520"/>
              <a:gd name="connsiteX27" fmla="*/ 203200 w 223520"/>
              <a:gd name="connsiteY27" fmla="*/ 223520 h 223520"/>
              <a:gd name="connsiteX28" fmla="*/ 223520 w 223520"/>
              <a:gd name="connsiteY28" fmla="*/ 203200 h 223520"/>
              <a:gd name="connsiteX29" fmla="*/ 223520 w 223520"/>
              <a:gd name="connsiteY29" fmla="*/ 167640 h 223520"/>
              <a:gd name="connsiteX30" fmla="*/ 218440 w 223520"/>
              <a:gd name="connsiteY30" fmla="*/ 162560 h 223520"/>
              <a:gd name="connsiteX31" fmla="*/ 162560 w 223520"/>
              <a:gd name="connsiteY31" fmla="*/ 162560 h 223520"/>
              <a:gd name="connsiteX32" fmla="*/ 162560 w 223520"/>
              <a:gd name="connsiteY32" fmla="*/ 60960 h 223520"/>
              <a:gd name="connsiteX33" fmla="*/ 162560 w 223520"/>
              <a:gd name="connsiteY33" fmla="*/ 60960 h 223520"/>
              <a:gd name="connsiteX34" fmla="*/ 218440 w 223520"/>
              <a:gd name="connsiteY34" fmla="*/ 60960 h 223520"/>
              <a:gd name="connsiteX35" fmla="*/ 223520 w 223520"/>
              <a:gd name="connsiteY35" fmla="*/ 55880 h 223520"/>
              <a:gd name="connsiteX36" fmla="*/ 223520 w 223520"/>
              <a:gd name="connsiteY36" fmla="*/ 20320 h 223520"/>
              <a:gd name="connsiteX37" fmla="*/ 203200 w 223520"/>
              <a:gd name="connsiteY37" fmla="*/ 0 h 223520"/>
              <a:gd name="connsiteX38" fmla="*/ 167640 w 223520"/>
              <a:gd name="connsiteY38" fmla="*/ 0 h 223520"/>
              <a:gd name="connsiteX39" fmla="*/ 162560 w 223520"/>
              <a:gd name="connsiteY39" fmla="*/ 5080 h 223520"/>
              <a:gd name="connsiteX40" fmla="*/ 162560 w 223520"/>
              <a:gd name="connsiteY40" fmla="*/ 60960 h 223520"/>
              <a:gd name="connsiteX41" fmla="*/ 60960 w 223520"/>
              <a:gd name="connsiteY41" fmla="*/ 127000 h 223520"/>
              <a:gd name="connsiteX42" fmla="*/ 121920 w 223520"/>
              <a:gd name="connsiteY42" fmla="*/ 127000 h 223520"/>
              <a:gd name="connsiteX43" fmla="*/ 127000 w 223520"/>
              <a:gd name="connsiteY43" fmla="*/ 121920 h 223520"/>
              <a:gd name="connsiteX44" fmla="*/ 127000 w 223520"/>
              <a:gd name="connsiteY44" fmla="*/ 101600 h 223520"/>
              <a:gd name="connsiteX45" fmla="*/ 121920 w 223520"/>
              <a:gd name="connsiteY45" fmla="*/ 96520 h 223520"/>
              <a:gd name="connsiteX46" fmla="*/ 60960 w 223520"/>
              <a:gd name="connsiteY46" fmla="*/ 96520 h 223520"/>
              <a:gd name="connsiteX47" fmla="*/ 60960 w 223520"/>
              <a:gd name="connsiteY47" fmla="*/ 127000 h 223520"/>
              <a:gd name="connsiteX48" fmla="*/ 101600 w 223520"/>
              <a:gd name="connsiteY48" fmla="*/ 0 h 223520"/>
              <a:gd name="connsiteX49" fmla="*/ 96520 w 223520"/>
              <a:gd name="connsiteY49" fmla="*/ 5080 h 223520"/>
              <a:gd name="connsiteX50" fmla="*/ 96520 w 223520"/>
              <a:gd name="connsiteY50" fmla="*/ 25400 h 223520"/>
              <a:gd name="connsiteX51" fmla="*/ 101600 w 223520"/>
              <a:gd name="connsiteY51" fmla="*/ 30480 h 223520"/>
              <a:gd name="connsiteX52" fmla="*/ 121920 w 223520"/>
              <a:gd name="connsiteY52" fmla="*/ 30480 h 223520"/>
              <a:gd name="connsiteX53" fmla="*/ 127000 w 223520"/>
              <a:gd name="connsiteY53" fmla="*/ 25400 h 223520"/>
              <a:gd name="connsiteX54" fmla="*/ 127000 w 223520"/>
              <a:gd name="connsiteY54" fmla="*/ 5080 h 223520"/>
              <a:gd name="connsiteX55" fmla="*/ 121920 w 223520"/>
              <a:gd name="connsiteY55" fmla="*/ 0 h 223520"/>
              <a:gd name="connsiteX56" fmla="*/ 101600 w 223520"/>
              <a:gd name="connsiteY56" fmla="*/ 0 h 223520"/>
              <a:gd name="connsiteX57" fmla="*/ 193040 w 223520"/>
              <a:gd name="connsiteY57" fmla="*/ 101600 h 223520"/>
              <a:gd name="connsiteX58" fmla="*/ 198120 w 223520"/>
              <a:gd name="connsiteY58" fmla="*/ 96520 h 223520"/>
              <a:gd name="connsiteX59" fmla="*/ 218440 w 223520"/>
              <a:gd name="connsiteY59" fmla="*/ 96520 h 223520"/>
              <a:gd name="connsiteX60" fmla="*/ 223520 w 223520"/>
              <a:gd name="connsiteY60" fmla="*/ 101600 h 223520"/>
              <a:gd name="connsiteX61" fmla="*/ 223520 w 223520"/>
              <a:gd name="connsiteY61" fmla="*/ 121920 h 223520"/>
              <a:gd name="connsiteX62" fmla="*/ 218440 w 223520"/>
              <a:gd name="connsiteY62" fmla="*/ 127000 h 223520"/>
              <a:gd name="connsiteX63" fmla="*/ 198120 w 223520"/>
              <a:gd name="connsiteY63" fmla="*/ 127000 h 223520"/>
              <a:gd name="connsiteX64" fmla="*/ 193040 w 223520"/>
              <a:gd name="connsiteY64" fmla="*/ 121920 h 223520"/>
              <a:gd name="connsiteX65" fmla="*/ 193040 w 223520"/>
              <a:gd name="connsiteY65" fmla="*/ 101600 h 223520"/>
              <a:gd name="connsiteX66" fmla="*/ 101600 w 223520"/>
              <a:gd name="connsiteY66" fmla="*/ 193040 h 223520"/>
              <a:gd name="connsiteX67" fmla="*/ 96520 w 223520"/>
              <a:gd name="connsiteY67" fmla="*/ 198120 h 223520"/>
              <a:gd name="connsiteX68" fmla="*/ 96520 w 223520"/>
              <a:gd name="connsiteY68" fmla="*/ 218440 h 223520"/>
              <a:gd name="connsiteX69" fmla="*/ 101600 w 223520"/>
              <a:gd name="connsiteY69" fmla="*/ 223520 h 223520"/>
              <a:gd name="connsiteX70" fmla="*/ 121920 w 223520"/>
              <a:gd name="connsiteY70" fmla="*/ 223520 h 223520"/>
              <a:gd name="connsiteX71" fmla="*/ 127000 w 223520"/>
              <a:gd name="connsiteY71" fmla="*/ 218440 h 223520"/>
              <a:gd name="connsiteX72" fmla="*/ 127000 w 223520"/>
              <a:gd name="connsiteY72" fmla="*/ 198120 h 223520"/>
              <a:gd name="connsiteX73" fmla="*/ 121920 w 223520"/>
              <a:gd name="connsiteY73" fmla="*/ 193040 h 223520"/>
              <a:gd name="connsiteX74" fmla="*/ 101600 w 223520"/>
              <a:gd name="connsiteY74" fmla="*/ 19304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223520" h="223520">
                <a:moveTo>
                  <a:pt x="0" y="20320"/>
                </a:moveTo>
                <a:cubicBezTo>
                  <a:pt x="0" y="8890"/>
                  <a:pt x="8890" y="0"/>
                  <a:pt x="20320" y="0"/>
                </a:cubicBezTo>
                <a:lnTo>
                  <a:pt x="55880" y="0"/>
                </a:lnTo>
                <a:cubicBezTo>
                  <a:pt x="58420" y="0"/>
                  <a:pt x="60960" y="2540"/>
                  <a:pt x="60960" y="5080"/>
                </a:cubicBezTo>
                <a:lnTo>
                  <a:pt x="60960" y="60960"/>
                </a:lnTo>
                <a:lnTo>
                  <a:pt x="5080" y="60960"/>
                </a:lnTo>
                <a:cubicBezTo>
                  <a:pt x="2540" y="60960"/>
                  <a:pt x="0" y="58420"/>
                  <a:pt x="0" y="55880"/>
                </a:cubicBezTo>
                <a:lnTo>
                  <a:pt x="0" y="20320"/>
                </a:lnTo>
                <a:close/>
                <a:moveTo>
                  <a:pt x="162560" y="60960"/>
                </a:moveTo>
                <a:lnTo>
                  <a:pt x="60960" y="60960"/>
                </a:lnTo>
                <a:lnTo>
                  <a:pt x="60960" y="96520"/>
                </a:lnTo>
                <a:lnTo>
                  <a:pt x="35560" y="96520"/>
                </a:lnTo>
                <a:cubicBezTo>
                  <a:pt x="33020" y="96520"/>
                  <a:pt x="30480" y="99060"/>
                  <a:pt x="30480" y="101600"/>
                </a:cubicBezTo>
                <a:lnTo>
                  <a:pt x="30480" y="121920"/>
                </a:lnTo>
                <a:cubicBezTo>
                  <a:pt x="30480" y="124460"/>
                  <a:pt x="33020" y="127000"/>
                  <a:pt x="35560" y="127000"/>
                </a:cubicBezTo>
                <a:lnTo>
                  <a:pt x="60960" y="127000"/>
                </a:lnTo>
                <a:lnTo>
                  <a:pt x="60960" y="162560"/>
                </a:lnTo>
                <a:lnTo>
                  <a:pt x="5080" y="162560"/>
                </a:lnTo>
                <a:cubicBezTo>
                  <a:pt x="2540" y="162560"/>
                  <a:pt x="0" y="165100"/>
                  <a:pt x="0" y="167640"/>
                </a:cubicBezTo>
                <a:lnTo>
                  <a:pt x="0" y="203200"/>
                </a:lnTo>
                <a:cubicBezTo>
                  <a:pt x="0" y="214630"/>
                  <a:pt x="8890" y="223520"/>
                  <a:pt x="20320" y="223520"/>
                </a:cubicBezTo>
                <a:lnTo>
                  <a:pt x="55880" y="223520"/>
                </a:lnTo>
                <a:cubicBezTo>
                  <a:pt x="58420" y="223520"/>
                  <a:pt x="60960" y="220980"/>
                  <a:pt x="60960" y="218440"/>
                </a:cubicBezTo>
                <a:lnTo>
                  <a:pt x="60960" y="162560"/>
                </a:lnTo>
                <a:lnTo>
                  <a:pt x="162560" y="162560"/>
                </a:lnTo>
                <a:lnTo>
                  <a:pt x="162560" y="218440"/>
                </a:lnTo>
                <a:cubicBezTo>
                  <a:pt x="162560" y="220980"/>
                  <a:pt x="165100" y="223520"/>
                  <a:pt x="167640" y="223520"/>
                </a:cubicBezTo>
                <a:lnTo>
                  <a:pt x="203200" y="223520"/>
                </a:lnTo>
                <a:cubicBezTo>
                  <a:pt x="214630" y="223520"/>
                  <a:pt x="223520" y="214630"/>
                  <a:pt x="223520" y="203200"/>
                </a:cubicBezTo>
                <a:lnTo>
                  <a:pt x="223520" y="167640"/>
                </a:lnTo>
                <a:cubicBezTo>
                  <a:pt x="223520" y="165100"/>
                  <a:pt x="220980" y="162560"/>
                  <a:pt x="218440" y="162560"/>
                </a:cubicBezTo>
                <a:lnTo>
                  <a:pt x="162560" y="162560"/>
                </a:lnTo>
                <a:lnTo>
                  <a:pt x="162560" y="60960"/>
                </a:lnTo>
                <a:close/>
                <a:moveTo>
                  <a:pt x="162560" y="60960"/>
                </a:moveTo>
                <a:lnTo>
                  <a:pt x="218440" y="60960"/>
                </a:lnTo>
                <a:cubicBezTo>
                  <a:pt x="220980" y="60960"/>
                  <a:pt x="223520" y="58420"/>
                  <a:pt x="223520" y="55880"/>
                </a:cubicBezTo>
                <a:lnTo>
                  <a:pt x="223520" y="20320"/>
                </a:lnTo>
                <a:cubicBezTo>
                  <a:pt x="223520" y="8890"/>
                  <a:pt x="214630" y="0"/>
                  <a:pt x="203200" y="0"/>
                </a:cubicBezTo>
                <a:lnTo>
                  <a:pt x="167640" y="0"/>
                </a:lnTo>
                <a:cubicBezTo>
                  <a:pt x="165100" y="0"/>
                  <a:pt x="162560" y="2540"/>
                  <a:pt x="162560" y="5080"/>
                </a:cubicBezTo>
                <a:lnTo>
                  <a:pt x="162560" y="60960"/>
                </a:lnTo>
                <a:close/>
                <a:moveTo>
                  <a:pt x="60960" y="127000"/>
                </a:moveTo>
                <a:lnTo>
                  <a:pt x="121920" y="127000"/>
                </a:lnTo>
                <a:cubicBezTo>
                  <a:pt x="124460" y="127000"/>
                  <a:pt x="127000" y="124460"/>
                  <a:pt x="127000" y="121920"/>
                </a:cubicBezTo>
                <a:lnTo>
                  <a:pt x="127000" y="101600"/>
                </a:lnTo>
                <a:cubicBezTo>
                  <a:pt x="127000" y="99060"/>
                  <a:pt x="124460" y="96520"/>
                  <a:pt x="121920" y="96520"/>
                </a:cubicBezTo>
                <a:lnTo>
                  <a:pt x="60960" y="96520"/>
                </a:lnTo>
                <a:lnTo>
                  <a:pt x="60960" y="127000"/>
                </a:lnTo>
                <a:close/>
                <a:moveTo>
                  <a:pt x="101600" y="0"/>
                </a:moveTo>
                <a:cubicBezTo>
                  <a:pt x="99060" y="0"/>
                  <a:pt x="96520" y="2540"/>
                  <a:pt x="96520" y="5080"/>
                </a:cubicBezTo>
                <a:lnTo>
                  <a:pt x="96520" y="25400"/>
                </a:lnTo>
                <a:cubicBezTo>
                  <a:pt x="96520" y="27940"/>
                  <a:pt x="99060" y="30480"/>
                  <a:pt x="101600" y="30480"/>
                </a:cubicBezTo>
                <a:lnTo>
                  <a:pt x="121920" y="30480"/>
                </a:lnTo>
                <a:cubicBezTo>
                  <a:pt x="124460" y="30480"/>
                  <a:pt x="127000" y="27940"/>
                  <a:pt x="127000" y="25400"/>
                </a:cubicBezTo>
                <a:lnTo>
                  <a:pt x="127000" y="5080"/>
                </a:lnTo>
                <a:cubicBezTo>
                  <a:pt x="127000" y="2540"/>
                  <a:pt x="124460" y="0"/>
                  <a:pt x="121920" y="0"/>
                </a:cubicBezTo>
                <a:lnTo>
                  <a:pt x="101600" y="0"/>
                </a:lnTo>
                <a:close/>
                <a:moveTo>
                  <a:pt x="193040" y="101600"/>
                </a:moveTo>
                <a:cubicBezTo>
                  <a:pt x="193040" y="99060"/>
                  <a:pt x="195580" y="96520"/>
                  <a:pt x="198120" y="96520"/>
                </a:cubicBezTo>
                <a:lnTo>
                  <a:pt x="218440" y="96520"/>
                </a:lnTo>
                <a:cubicBezTo>
                  <a:pt x="220980" y="96520"/>
                  <a:pt x="223520" y="99060"/>
                  <a:pt x="223520" y="101600"/>
                </a:cubicBezTo>
                <a:lnTo>
                  <a:pt x="223520" y="121920"/>
                </a:lnTo>
                <a:cubicBezTo>
                  <a:pt x="223520" y="124460"/>
                  <a:pt x="220980" y="127000"/>
                  <a:pt x="218440" y="127000"/>
                </a:cubicBezTo>
                <a:lnTo>
                  <a:pt x="198120" y="127000"/>
                </a:lnTo>
                <a:cubicBezTo>
                  <a:pt x="195580" y="127000"/>
                  <a:pt x="193040" y="124460"/>
                  <a:pt x="193040" y="121920"/>
                </a:cubicBezTo>
                <a:lnTo>
                  <a:pt x="193040" y="101600"/>
                </a:lnTo>
                <a:close/>
                <a:moveTo>
                  <a:pt x="101600" y="193040"/>
                </a:moveTo>
                <a:cubicBezTo>
                  <a:pt x="99060" y="193040"/>
                  <a:pt x="96520" y="195580"/>
                  <a:pt x="96520" y="198120"/>
                </a:cubicBezTo>
                <a:lnTo>
                  <a:pt x="96520" y="218440"/>
                </a:lnTo>
                <a:cubicBezTo>
                  <a:pt x="96520" y="220980"/>
                  <a:pt x="99060" y="223520"/>
                  <a:pt x="101600" y="223520"/>
                </a:cubicBezTo>
                <a:lnTo>
                  <a:pt x="121920" y="223520"/>
                </a:lnTo>
                <a:cubicBezTo>
                  <a:pt x="124460" y="223520"/>
                  <a:pt x="127000" y="220980"/>
                  <a:pt x="127000" y="218440"/>
                </a:cubicBezTo>
                <a:lnTo>
                  <a:pt x="127000" y="198120"/>
                </a:lnTo>
                <a:cubicBezTo>
                  <a:pt x="127000" y="195580"/>
                  <a:pt x="124460" y="193040"/>
                  <a:pt x="121920" y="193040"/>
                </a:cubicBezTo>
                <a:lnTo>
                  <a:pt x="101600" y="1930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38" name="Полилиния: фигура 28">
            <a:extLst>
              <a:ext uri="{FF2B5EF4-FFF2-40B4-BE49-F238E27FC236}">
                <a16:creationId xmlns:a16="http://schemas.microsoft.com/office/drawing/2014/main" id="{78388EE9-9CB4-FECF-2F79-E550380869D8}"/>
              </a:ext>
            </a:extLst>
          </p:cNvPr>
          <p:cNvSpPr/>
          <p:nvPr/>
        </p:nvSpPr>
        <p:spPr>
          <a:xfrm>
            <a:off x="2754991" y="5354877"/>
            <a:ext cx="264160" cy="264159"/>
          </a:xfrm>
          <a:custGeom>
            <a:avLst/>
            <a:gdLst>
              <a:gd name="connsiteX0" fmla="*/ 132080 w 264160"/>
              <a:gd name="connsiteY0" fmla="*/ 243840 h 264159"/>
              <a:gd name="connsiteX1" fmla="*/ 243840 w 264160"/>
              <a:gd name="connsiteY1" fmla="*/ 132080 h 264159"/>
              <a:gd name="connsiteX2" fmla="*/ 132080 w 264160"/>
              <a:gd name="connsiteY2" fmla="*/ 20320 h 264159"/>
              <a:gd name="connsiteX3" fmla="*/ 20320 w 264160"/>
              <a:gd name="connsiteY3" fmla="*/ 132080 h 264159"/>
              <a:gd name="connsiteX4" fmla="*/ 132080 w 264160"/>
              <a:gd name="connsiteY4" fmla="*/ 243840 h 264159"/>
              <a:gd name="connsiteX5" fmla="*/ 132080 w 264160"/>
              <a:gd name="connsiteY5" fmla="*/ 264160 h 264159"/>
              <a:gd name="connsiteX6" fmla="*/ 264160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132080 w 264160"/>
              <a:gd name="connsiteY9" fmla="*/ 264160 h 264159"/>
              <a:gd name="connsiteX10" fmla="*/ 101600 w 264160"/>
              <a:gd name="connsiteY10" fmla="*/ 81280 h 264159"/>
              <a:gd name="connsiteX11" fmla="*/ 111760 w 264160"/>
              <a:gd name="connsiteY11" fmla="*/ 91440 h 264159"/>
              <a:gd name="connsiteX12" fmla="*/ 111760 w 264160"/>
              <a:gd name="connsiteY12" fmla="*/ 172720 h 264159"/>
              <a:gd name="connsiteX13" fmla="*/ 101600 w 264160"/>
              <a:gd name="connsiteY13" fmla="*/ 182880 h 264159"/>
              <a:gd name="connsiteX14" fmla="*/ 91440 w 264160"/>
              <a:gd name="connsiteY14" fmla="*/ 172720 h 264159"/>
              <a:gd name="connsiteX15" fmla="*/ 91440 w 264160"/>
              <a:gd name="connsiteY15" fmla="*/ 91440 h 264159"/>
              <a:gd name="connsiteX16" fmla="*/ 101600 w 264160"/>
              <a:gd name="connsiteY16" fmla="*/ 81280 h 264159"/>
              <a:gd name="connsiteX17" fmla="*/ 172720 w 264160"/>
              <a:gd name="connsiteY17" fmla="*/ 91440 h 264159"/>
              <a:gd name="connsiteX18" fmla="*/ 162560 w 264160"/>
              <a:gd name="connsiteY18" fmla="*/ 81280 h 264159"/>
              <a:gd name="connsiteX19" fmla="*/ 152400 w 264160"/>
              <a:gd name="connsiteY19" fmla="*/ 91440 h 264159"/>
              <a:gd name="connsiteX20" fmla="*/ 152400 w 264160"/>
              <a:gd name="connsiteY20" fmla="*/ 172720 h 264159"/>
              <a:gd name="connsiteX21" fmla="*/ 162560 w 264160"/>
              <a:gd name="connsiteY21" fmla="*/ 182880 h 264159"/>
              <a:gd name="connsiteX22" fmla="*/ 172720 w 264160"/>
              <a:gd name="connsiteY22" fmla="*/ 172720 h 264159"/>
              <a:gd name="connsiteX23" fmla="*/ 172720 w 264160"/>
              <a:gd name="connsiteY23" fmla="*/ 9144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64160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3040"/>
                  <a:pt x="6985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969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4470"/>
                  <a:pt x="59690" y="264160"/>
                  <a:pt x="132080" y="264160"/>
                </a:cubicBezTo>
                <a:close/>
                <a:moveTo>
                  <a:pt x="101600" y="81280"/>
                </a:moveTo>
                <a:cubicBezTo>
                  <a:pt x="106680" y="81280"/>
                  <a:pt x="111760" y="86360"/>
                  <a:pt x="111760" y="91440"/>
                </a:cubicBezTo>
                <a:lnTo>
                  <a:pt x="111760" y="172720"/>
                </a:lnTo>
                <a:cubicBezTo>
                  <a:pt x="111760" y="177800"/>
                  <a:pt x="106680" y="182880"/>
                  <a:pt x="101600" y="182880"/>
                </a:cubicBezTo>
                <a:cubicBezTo>
                  <a:pt x="96520" y="182880"/>
                  <a:pt x="91440" y="177800"/>
                  <a:pt x="91440" y="172720"/>
                </a:cubicBezTo>
                <a:lnTo>
                  <a:pt x="91440" y="91440"/>
                </a:lnTo>
                <a:cubicBezTo>
                  <a:pt x="91440" y="85090"/>
                  <a:pt x="96520" y="81280"/>
                  <a:pt x="101600" y="81280"/>
                </a:cubicBezTo>
                <a:close/>
                <a:moveTo>
                  <a:pt x="172720" y="91440"/>
                </a:moveTo>
                <a:cubicBezTo>
                  <a:pt x="172720" y="86360"/>
                  <a:pt x="167640" y="81280"/>
                  <a:pt x="162560" y="81280"/>
                </a:cubicBezTo>
                <a:cubicBezTo>
                  <a:pt x="157480" y="81280"/>
                  <a:pt x="152400" y="86360"/>
                  <a:pt x="152400" y="91440"/>
                </a:cubicBezTo>
                <a:lnTo>
                  <a:pt x="152400" y="172720"/>
                </a:lnTo>
                <a:cubicBezTo>
                  <a:pt x="152400" y="177800"/>
                  <a:pt x="157480" y="182880"/>
                  <a:pt x="162560" y="182880"/>
                </a:cubicBezTo>
                <a:cubicBezTo>
                  <a:pt x="167640" y="182880"/>
                  <a:pt x="172720" y="177800"/>
                  <a:pt x="172720" y="172720"/>
                </a:cubicBezTo>
                <a:lnTo>
                  <a:pt x="172720" y="914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39" name="Полилиния: фигура 30">
            <a:extLst>
              <a:ext uri="{FF2B5EF4-FFF2-40B4-BE49-F238E27FC236}">
                <a16:creationId xmlns:a16="http://schemas.microsoft.com/office/drawing/2014/main" id="{3F661123-3B60-4196-3B8D-22CADC489612}"/>
              </a:ext>
            </a:extLst>
          </p:cNvPr>
          <p:cNvSpPr/>
          <p:nvPr/>
        </p:nvSpPr>
        <p:spPr>
          <a:xfrm>
            <a:off x="4433932" y="5349796"/>
            <a:ext cx="262889" cy="273050"/>
          </a:xfrm>
          <a:custGeom>
            <a:avLst/>
            <a:gdLst>
              <a:gd name="connsiteX0" fmla="*/ 171450 w 262889"/>
              <a:gd name="connsiteY0" fmla="*/ 0 h 273050"/>
              <a:gd name="connsiteX1" fmla="*/ 181610 w 262889"/>
              <a:gd name="connsiteY1" fmla="*/ 10160 h 273050"/>
              <a:gd name="connsiteX2" fmla="*/ 181610 w 262889"/>
              <a:gd name="connsiteY2" fmla="*/ 20320 h 273050"/>
              <a:gd name="connsiteX3" fmla="*/ 191770 w 262889"/>
              <a:gd name="connsiteY3" fmla="*/ 20320 h 273050"/>
              <a:gd name="connsiteX4" fmla="*/ 201930 w 262889"/>
              <a:gd name="connsiteY4" fmla="*/ 30480 h 273050"/>
              <a:gd name="connsiteX5" fmla="*/ 191770 w 262889"/>
              <a:gd name="connsiteY5" fmla="*/ 40640 h 273050"/>
              <a:gd name="connsiteX6" fmla="*/ 181610 w 262889"/>
              <a:gd name="connsiteY6" fmla="*/ 40640 h 273050"/>
              <a:gd name="connsiteX7" fmla="*/ 181610 w 262889"/>
              <a:gd name="connsiteY7" fmla="*/ 50800 h 273050"/>
              <a:gd name="connsiteX8" fmla="*/ 171450 w 262889"/>
              <a:gd name="connsiteY8" fmla="*/ 60960 h 273050"/>
              <a:gd name="connsiteX9" fmla="*/ 161290 w 262889"/>
              <a:gd name="connsiteY9" fmla="*/ 50800 h 273050"/>
              <a:gd name="connsiteX10" fmla="*/ 161290 w 262889"/>
              <a:gd name="connsiteY10" fmla="*/ 40640 h 273050"/>
              <a:gd name="connsiteX11" fmla="*/ 151130 w 262889"/>
              <a:gd name="connsiteY11" fmla="*/ 40640 h 273050"/>
              <a:gd name="connsiteX12" fmla="*/ 140970 w 262889"/>
              <a:gd name="connsiteY12" fmla="*/ 30480 h 273050"/>
              <a:gd name="connsiteX13" fmla="*/ 151130 w 262889"/>
              <a:gd name="connsiteY13" fmla="*/ 20320 h 273050"/>
              <a:gd name="connsiteX14" fmla="*/ 161290 w 262889"/>
              <a:gd name="connsiteY14" fmla="*/ 20320 h 273050"/>
              <a:gd name="connsiteX15" fmla="*/ 161290 w 262889"/>
              <a:gd name="connsiteY15" fmla="*/ 10160 h 273050"/>
              <a:gd name="connsiteX16" fmla="*/ 171450 w 262889"/>
              <a:gd name="connsiteY16" fmla="*/ 0 h 273050"/>
              <a:gd name="connsiteX17" fmla="*/ 232410 w 262889"/>
              <a:gd name="connsiteY17" fmla="*/ 81280 h 273050"/>
              <a:gd name="connsiteX18" fmla="*/ 242570 w 262889"/>
              <a:gd name="connsiteY18" fmla="*/ 91440 h 273050"/>
              <a:gd name="connsiteX19" fmla="*/ 242570 w 262889"/>
              <a:gd name="connsiteY19" fmla="*/ 101600 h 273050"/>
              <a:gd name="connsiteX20" fmla="*/ 252730 w 262889"/>
              <a:gd name="connsiteY20" fmla="*/ 101600 h 273050"/>
              <a:gd name="connsiteX21" fmla="*/ 262890 w 262889"/>
              <a:gd name="connsiteY21" fmla="*/ 111760 h 273050"/>
              <a:gd name="connsiteX22" fmla="*/ 252730 w 262889"/>
              <a:gd name="connsiteY22" fmla="*/ 121920 h 273050"/>
              <a:gd name="connsiteX23" fmla="*/ 242570 w 262889"/>
              <a:gd name="connsiteY23" fmla="*/ 121920 h 273050"/>
              <a:gd name="connsiteX24" fmla="*/ 242570 w 262889"/>
              <a:gd name="connsiteY24" fmla="*/ 132080 h 273050"/>
              <a:gd name="connsiteX25" fmla="*/ 232410 w 262889"/>
              <a:gd name="connsiteY25" fmla="*/ 142240 h 273050"/>
              <a:gd name="connsiteX26" fmla="*/ 222250 w 262889"/>
              <a:gd name="connsiteY26" fmla="*/ 132080 h 273050"/>
              <a:gd name="connsiteX27" fmla="*/ 222250 w 262889"/>
              <a:gd name="connsiteY27" fmla="*/ 121920 h 273050"/>
              <a:gd name="connsiteX28" fmla="*/ 212090 w 262889"/>
              <a:gd name="connsiteY28" fmla="*/ 121920 h 273050"/>
              <a:gd name="connsiteX29" fmla="*/ 201930 w 262889"/>
              <a:gd name="connsiteY29" fmla="*/ 111760 h 273050"/>
              <a:gd name="connsiteX30" fmla="*/ 212090 w 262889"/>
              <a:gd name="connsiteY30" fmla="*/ 101600 h 273050"/>
              <a:gd name="connsiteX31" fmla="*/ 222250 w 262889"/>
              <a:gd name="connsiteY31" fmla="*/ 101600 h 273050"/>
              <a:gd name="connsiteX32" fmla="*/ 222250 w 262889"/>
              <a:gd name="connsiteY32" fmla="*/ 91440 h 273050"/>
              <a:gd name="connsiteX33" fmla="*/ 232410 w 262889"/>
              <a:gd name="connsiteY33" fmla="*/ 81280 h 273050"/>
              <a:gd name="connsiteX34" fmla="*/ 95250 w 262889"/>
              <a:gd name="connsiteY34" fmla="*/ 50800 h 273050"/>
              <a:gd name="connsiteX35" fmla="*/ 81280 w 262889"/>
              <a:gd name="connsiteY35" fmla="*/ 36830 h 273050"/>
              <a:gd name="connsiteX36" fmla="*/ 0 w 262889"/>
              <a:gd name="connsiteY36" fmla="*/ 151130 h 273050"/>
              <a:gd name="connsiteX37" fmla="*/ 121920 w 262889"/>
              <a:gd name="connsiteY37" fmla="*/ 273050 h 273050"/>
              <a:gd name="connsiteX38" fmla="*/ 236220 w 262889"/>
              <a:gd name="connsiteY38" fmla="*/ 191770 h 273050"/>
              <a:gd name="connsiteX39" fmla="*/ 222250 w 262889"/>
              <a:gd name="connsiteY39" fmla="*/ 177800 h 273050"/>
              <a:gd name="connsiteX40" fmla="*/ 191770 w 262889"/>
              <a:gd name="connsiteY40" fmla="*/ 182880 h 273050"/>
              <a:gd name="connsiteX41" fmla="*/ 90170 w 262889"/>
              <a:gd name="connsiteY41" fmla="*/ 81280 h 273050"/>
              <a:gd name="connsiteX42" fmla="*/ 95250 w 262889"/>
              <a:gd name="connsiteY42" fmla="*/ 50800 h 273050"/>
              <a:gd name="connsiteX43" fmla="*/ 20320 w 262889"/>
              <a:gd name="connsiteY43" fmla="*/ 152400 h 273050"/>
              <a:gd name="connsiteX44" fmla="*/ 72390 w 262889"/>
              <a:gd name="connsiteY44" fmla="*/ 63500 h 273050"/>
              <a:gd name="connsiteX45" fmla="*/ 71120 w 262889"/>
              <a:gd name="connsiteY45" fmla="*/ 81280 h 273050"/>
              <a:gd name="connsiteX46" fmla="*/ 193040 w 262889"/>
              <a:gd name="connsiteY46" fmla="*/ 203200 h 273050"/>
              <a:gd name="connsiteX47" fmla="*/ 210820 w 262889"/>
              <a:gd name="connsiteY47" fmla="*/ 201930 h 273050"/>
              <a:gd name="connsiteX48" fmla="*/ 121920 w 262889"/>
              <a:gd name="connsiteY48" fmla="*/ 254000 h 273050"/>
              <a:gd name="connsiteX49" fmla="*/ 20320 w 262889"/>
              <a:gd name="connsiteY49" fmla="*/ 152400 h 273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62889" h="273050">
                <a:moveTo>
                  <a:pt x="171450" y="0"/>
                </a:moveTo>
                <a:cubicBezTo>
                  <a:pt x="176530" y="0"/>
                  <a:pt x="181610" y="5080"/>
                  <a:pt x="181610" y="10160"/>
                </a:cubicBezTo>
                <a:lnTo>
                  <a:pt x="181610" y="20320"/>
                </a:lnTo>
                <a:lnTo>
                  <a:pt x="191770" y="20320"/>
                </a:lnTo>
                <a:cubicBezTo>
                  <a:pt x="196850" y="20320"/>
                  <a:pt x="201930" y="25400"/>
                  <a:pt x="201930" y="30480"/>
                </a:cubicBezTo>
                <a:cubicBezTo>
                  <a:pt x="201930" y="35560"/>
                  <a:pt x="196850" y="40640"/>
                  <a:pt x="191770" y="40640"/>
                </a:cubicBezTo>
                <a:lnTo>
                  <a:pt x="181610" y="40640"/>
                </a:lnTo>
                <a:lnTo>
                  <a:pt x="181610" y="50800"/>
                </a:lnTo>
                <a:cubicBezTo>
                  <a:pt x="181610" y="55880"/>
                  <a:pt x="176530" y="60960"/>
                  <a:pt x="171450" y="60960"/>
                </a:cubicBezTo>
                <a:cubicBezTo>
                  <a:pt x="166370" y="60960"/>
                  <a:pt x="161290" y="55880"/>
                  <a:pt x="161290" y="50800"/>
                </a:cubicBezTo>
                <a:lnTo>
                  <a:pt x="161290" y="40640"/>
                </a:lnTo>
                <a:lnTo>
                  <a:pt x="151130" y="40640"/>
                </a:lnTo>
                <a:cubicBezTo>
                  <a:pt x="146050" y="40640"/>
                  <a:pt x="140970" y="35560"/>
                  <a:pt x="140970" y="30480"/>
                </a:cubicBezTo>
                <a:cubicBezTo>
                  <a:pt x="140970" y="25400"/>
                  <a:pt x="146050" y="20320"/>
                  <a:pt x="151130" y="20320"/>
                </a:cubicBezTo>
                <a:lnTo>
                  <a:pt x="161290" y="20320"/>
                </a:lnTo>
                <a:lnTo>
                  <a:pt x="161290" y="10160"/>
                </a:lnTo>
                <a:cubicBezTo>
                  <a:pt x="161290" y="3810"/>
                  <a:pt x="166370" y="0"/>
                  <a:pt x="171450" y="0"/>
                </a:cubicBezTo>
                <a:close/>
                <a:moveTo>
                  <a:pt x="232410" y="81280"/>
                </a:moveTo>
                <a:cubicBezTo>
                  <a:pt x="237490" y="81280"/>
                  <a:pt x="242570" y="86360"/>
                  <a:pt x="242570" y="91440"/>
                </a:cubicBezTo>
                <a:lnTo>
                  <a:pt x="242570" y="101600"/>
                </a:lnTo>
                <a:lnTo>
                  <a:pt x="252730" y="101600"/>
                </a:lnTo>
                <a:cubicBezTo>
                  <a:pt x="257810" y="101600"/>
                  <a:pt x="262890" y="106680"/>
                  <a:pt x="262890" y="111760"/>
                </a:cubicBezTo>
                <a:cubicBezTo>
                  <a:pt x="262890" y="116840"/>
                  <a:pt x="257810" y="121920"/>
                  <a:pt x="252730" y="121920"/>
                </a:cubicBezTo>
                <a:lnTo>
                  <a:pt x="242570" y="121920"/>
                </a:lnTo>
                <a:lnTo>
                  <a:pt x="242570" y="132080"/>
                </a:lnTo>
                <a:cubicBezTo>
                  <a:pt x="242570" y="137160"/>
                  <a:pt x="237490" y="142240"/>
                  <a:pt x="232410" y="142240"/>
                </a:cubicBezTo>
                <a:cubicBezTo>
                  <a:pt x="227330" y="142240"/>
                  <a:pt x="222250" y="137160"/>
                  <a:pt x="222250" y="132080"/>
                </a:cubicBezTo>
                <a:lnTo>
                  <a:pt x="222250" y="121920"/>
                </a:lnTo>
                <a:lnTo>
                  <a:pt x="212090" y="121920"/>
                </a:lnTo>
                <a:cubicBezTo>
                  <a:pt x="207010" y="121920"/>
                  <a:pt x="201930" y="116840"/>
                  <a:pt x="201930" y="111760"/>
                </a:cubicBezTo>
                <a:cubicBezTo>
                  <a:pt x="201930" y="106680"/>
                  <a:pt x="207010" y="101600"/>
                  <a:pt x="212090" y="101600"/>
                </a:cubicBezTo>
                <a:lnTo>
                  <a:pt x="222250" y="101600"/>
                </a:lnTo>
                <a:lnTo>
                  <a:pt x="222250" y="91440"/>
                </a:lnTo>
                <a:cubicBezTo>
                  <a:pt x="222250" y="85090"/>
                  <a:pt x="227330" y="81280"/>
                  <a:pt x="232410" y="81280"/>
                </a:cubicBezTo>
                <a:close/>
                <a:moveTo>
                  <a:pt x="95250" y="50800"/>
                </a:moveTo>
                <a:cubicBezTo>
                  <a:pt x="97790" y="41910"/>
                  <a:pt x="90170" y="34290"/>
                  <a:pt x="81280" y="36830"/>
                </a:cubicBezTo>
                <a:cubicBezTo>
                  <a:pt x="34290" y="53340"/>
                  <a:pt x="0" y="99060"/>
                  <a:pt x="0" y="151130"/>
                </a:cubicBezTo>
                <a:cubicBezTo>
                  <a:pt x="0" y="218440"/>
                  <a:pt x="54610" y="273050"/>
                  <a:pt x="121920" y="273050"/>
                </a:cubicBezTo>
                <a:cubicBezTo>
                  <a:pt x="175260" y="273050"/>
                  <a:pt x="219710" y="238760"/>
                  <a:pt x="236220" y="191770"/>
                </a:cubicBezTo>
                <a:cubicBezTo>
                  <a:pt x="238760" y="182880"/>
                  <a:pt x="231140" y="175260"/>
                  <a:pt x="222250" y="177800"/>
                </a:cubicBezTo>
                <a:cubicBezTo>
                  <a:pt x="213360" y="180340"/>
                  <a:pt x="203200" y="182880"/>
                  <a:pt x="191770" y="182880"/>
                </a:cubicBezTo>
                <a:cubicBezTo>
                  <a:pt x="135890" y="182880"/>
                  <a:pt x="90170" y="137160"/>
                  <a:pt x="90170" y="81280"/>
                </a:cubicBezTo>
                <a:cubicBezTo>
                  <a:pt x="90170" y="71120"/>
                  <a:pt x="92710" y="60960"/>
                  <a:pt x="95250" y="50800"/>
                </a:cubicBezTo>
                <a:close/>
                <a:moveTo>
                  <a:pt x="20320" y="152400"/>
                </a:moveTo>
                <a:cubicBezTo>
                  <a:pt x="20320" y="114300"/>
                  <a:pt x="40640" y="81280"/>
                  <a:pt x="72390" y="63500"/>
                </a:cubicBezTo>
                <a:cubicBezTo>
                  <a:pt x="71120" y="69850"/>
                  <a:pt x="71120" y="74930"/>
                  <a:pt x="71120" y="81280"/>
                </a:cubicBezTo>
                <a:cubicBezTo>
                  <a:pt x="71120" y="148590"/>
                  <a:pt x="125730" y="203200"/>
                  <a:pt x="193040" y="203200"/>
                </a:cubicBezTo>
                <a:cubicBezTo>
                  <a:pt x="199390" y="203200"/>
                  <a:pt x="204470" y="203200"/>
                  <a:pt x="210820" y="201930"/>
                </a:cubicBezTo>
                <a:cubicBezTo>
                  <a:pt x="193040" y="232410"/>
                  <a:pt x="160020" y="254000"/>
                  <a:pt x="121920" y="254000"/>
                </a:cubicBezTo>
                <a:cubicBezTo>
                  <a:pt x="64770" y="254000"/>
                  <a:pt x="20320" y="208280"/>
                  <a:pt x="20320" y="1524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40" name="Полилиния: фигура 37">
            <a:extLst>
              <a:ext uri="{FF2B5EF4-FFF2-40B4-BE49-F238E27FC236}">
                <a16:creationId xmlns:a16="http://schemas.microsoft.com/office/drawing/2014/main" id="{81E79775-11B2-D347-2DBB-326BBF09D7F4}"/>
              </a:ext>
            </a:extLst>
          </p:cNvPr>
          <p:cNvSpPr/>
          <p:nvPr/>
        </p:nvSpPr>
        <p:spPr>
          <a:xfrm>
            <a:off x="2174601" y="5370116"/>
            <a:ext cx="302260" cy="232410"/>
          </a:xfrm>
          <a:custGeom>
            <a:avLst/>
            <a:gdLst>
              <a:gd name="connsiteX0" fmla="*/ 223520 w 302260"/>
              <a:gd name="connsiteY0" fmla="*/ 10160 h 232410"/>
              <a:gd name="connsiteX1" fmla="*/ 213360 w 302260"/>
              <a:gd name="connsiteY1" fmla="*/ 0 h 232410"/>
              <a:gd name="connsiteX2" fmla="*/ 203200 w 302260"/>
              <a:gd name="connsiteY2" fmla="*/ 10160 h 232410"/>
              <a:gd name="connsiteX3" fmla="*/ 203200 w 302260"/>
              <a:gd name="connsiteY3" fmla="*/ 16510 h 232410"/>
              <a:gd name="connsiteX4" fmla="*/ 187960 w 302260"/>
              <a:gd name="connsiteY4" fmla="*/ 35560 h 232410"/>
              <a:gd name="connsiteX5" fmla="*/ 172720 w 302260"/>
              <a:gd name="connsiteY5" fmla="*/ 39370 h 232410"/>
              <a:gd name="connsiteX6" fmla="*/ 143510 w 302260"/>
              <a:gd name="connsiteY6" fmla="*/ 69850 h 232410"/>
              <a:gd name="connsiteX7" fmla="*/ 81280 w 302260"/>
              <a:gd name="connsiteY7" fmla="*/ 69850 h 232410"/>
              <a:gd name="connsiteX8" fmla="*/ 0 w 302260"/>
              <a:gd name="connsiteY8" fmla="*/ 151130 h 232410"/>
              <a:gd name="connsiteX9" fmla="*/ 0 w 302260"/>
              <a:gd name="connsiteY9" fmla="*/ 154940 h 232410"/>
              <a:gd name="connsiteX10" fmla="*/ 77470 w 302260"/>
              <a:gd name="connsiteY10" fmla="*/ 232410 h 232410"/>
              <a:gd name="connsiteX11" fmla="*/ 142240 w 302260"/>
              <a:gd name="connsiteY11" fmla="*/ 191770 h 232410"/>
              <a:gd name="connsiteX12" fmla="*/ 142240 w 302260"/>
              <a:gd name="connsiteY12" fmla="*/ 191770 h 232410"/>
              <a:gd name="connsiteX13" fmla="*/ 160020 w 302260"/>
              <a:gd name="connsiteY13" fmla="*/ 191770 h 232410"/>
              <a:gd name="connsiteX14" fmla="*/ 160020 w 302260"/>
              <a:gd name="connsiteY14" fmla="*/ 191770 h 232410"/>
              <a:gd name="connsiteX15" fmla="*/ 224790 w 302260"/>
              <a:gd name="connsiteY15" fmla="*/ 232410 h 232410"/>
              <a:gd name="connsiteX16" fmla="*/ 302260 w 302260"/>
              <a:gd name="connsiteY16" fmla="*/ 154940 h 232410"/>
              <a:gd name="connsiteX17" fmla="*/ 302260 w 302260"/>
              <a:gd name="connsiteY17" fmla="*/ 151130 h 232410"/>
              <a:gd name="connsiteX18" fmla="*/ 220980 w 302260"/>
              <a:gd name="connsiteY18" fmla="*/ 69850 h 232410"/>
              <a:gd name="connsiteX19" fmla="*/ 162560 w 302260"/>
              <a:gd name="connsiteY19" fmla="*/ 69850 h 232410"/>
              <a:gd name="connsiteX20" fmla="*/ 176530 w 302260"/>
              <a:gd name="connsiteY20" fmla="*/ 58420 h 232410"/>
              <a:gd name="connsiteX21" fmla="*/ 191770 w 302260"/>
              <a:gd name="connsiteY21" fmla="*/ 54610 h 232410"/>
              <a:gd name="connsiteX22" fmla="*/ 222250 w 302260"/>
              <a:gd name="connsiteY22" fmla="*/ 15240 h 232410"/>
              <a:gd name="connsiteX23" fmla="*/ 222250 w 302260"/>
              <a:gd name="connsiteY23" fmla="*/ 10160 h 232410"/>
              <a:gd name="connsiteX24" fmla="*/ 152400 w 302260"/>
              <a:gd name="connsiteY24" fmla="*/ 91440 h 232410"/>
              <a:gd name="connsiteX25" fmla="*/ 81280 w 302260"/>
              <a:gd name="connsiteY25" fmla="*/ 91440 h 232410"/>
              <a:gd name="connsiteX26" fmla="*/ 20320 w 302260"/>
              <a:gd name="connsiteY26" fmla="*/ 152400 h 232410"/>
              <a:gd name="connsiteX27" fmla="*/ 20320 w 302260"/>
              <a:gd name="connsiteY27" fmla="*/ 156210 h 232410"/>
              <a:gd name="connsiteX28" fmla="*/ 77470 w 302260"/>
              <a:gd name="connsiteY28" fmla="*/ 213360 h 232410"/>
              <a:gd name="connsiteX29" fmla="*/ 124460 w 302260"/>
              <a:gd name="connsiteY29" fmla="*/ 184150 h 232410"/>
              <a:gd name="connsiteX30" fmla="*/ 125730 w 302260"/>
              <a:gd name="connsiteY30" fmla="*/ 181610 h 232410"/>
              <a:gd name="connsiteX31" fmla="*/ 139700 w 302260"/>
              <a:gd name="connsiteY31" fmla="*/ 172720 h 232410"/>
              <a:gd name="connsiteX32" fmla="*/ 162560 w 302260"/>
              <a:gd name="connsiteY32" fmla="*/ 172720 h 232410"/>
              <a:gd name="connsiteX33" fmla="*/ 176530 w 302260"/>
              <a:gd name="connsiteY33" fmla="*/ 181610 h 232410"/>
              <a:gd name="connsiteX34" fmla="*/ 177800 w 302260"/>
              <a:gd name="connsiteY34" fmla="*/ 184150 h 232410"/>
              <a:gd name="connsiteX35" fmla="*/ 224790 w 302260"/>
              <a:gd name="connsiteY35" fmla="*/ 213360 h 232410"/>
              <a:gd name="connsiteX36" fmla="*/ 281940 w 302260"/>
              <a:gd name="connsiteY36" fmla="*/ 156210 h 232410"/>
              <a:gd name="connsiteX37" fmla="*/ 281940 w 302260"/>
              <a:gd name="connsiteY37" fmla="*/ 152400 h 232410"/>
              <a:gd name="connsiteX38" fmla="*/ 220980 w 302260"/>
              <a:gd name="connsiteY38" fmla="*/ 91440 h 232410"/>
              <a:gd name="connsiteX39" fmla="*/ 152400 w 302260"/>
              <a:gd name="connsiteY39" fmla="*/ 91440 h 232410"/>
              <a:gd name="connsiteX40" fmla="*/ 76200 w 302260"/>
              <a:gd name="connsiteY40" fmla="*/ 121920 h 232410"/>
              <a:gd name="connsiteX41" fmla="*/ 86360 w 302260"/>
              <a:gd name="connsiteY41" fmla="*/ 132080 h 232410"/>
              <a:gd name="connsiteX42" fmla="*/ 86360 w 302260"/>
              <a:gd name="connsiteY42" fmla="*/ 142240 h 232410"/>
              <a:gd name="connsiteX43" fmla="*/ 96520 w 302260"/>
              <a:gd name="connsiteY43" fmla="*/ 142240 h 232410"/>
              <a:gd name="connsiteX44" fmla="*/ 106680 w 302260"/>
              <a:gd name="connsiteY44" fmla="*/ 152400 h 232410"/>
              <a:gd name="connsiteX45" fmla="*/ 96520 w 302260"/>
              <a:gd name="connsiteY45" fmla="*/ 162560 h 232410"/>
              <a:gd name="connsiteX46" fmla="*/ 86360 w 302260"/>
              <a:gd name="connsiteY46" fmla="*/ 162560 h 232410"/>
              <a:gd name="connsiteX47" fmla="*/ 86360 w 302260"/>
              <a:gd name="connsiteY47" fmla="*/ 172720 h 232410"/>
              <a:gd name="connsiteX48" fmla="*/ 76200 w 302260"/>
              <a:gd name="connsiteY48" fmla="*/ 182880 h 232410"/>
              <a:gd name="connsiteX49" fmla="*/ 66040 w 302260"/>
              <a:gd name="connsiteY49" fmla="*/ 172720 h 232410"/>
              <a:gd name="connsiteX50" fmla="*/ 66040 w 302260"/>
              <a:gd name="connsiteY50" fmla="*/ 162560 h 232410"/>
              <a:gd name="connsiteX51" fmla="*/ 55880 w 302260"/>
              <a:gd name="connsiteY51" fmla="*/ 162560 h 232410"/>
              <a:gd name="connsiteX52" fmla="*/ 45720 w 302260"/>
              <a:gd name="connsiteY52" fmla="*/ 152400 h 232410"/>
              <a:gd name="connsiteX53" fmla="*/ 55880 w 302260"/>
              <a:gd name="connsiteY53" fmla="*/ 142240 h 232410"/>
              <a:gd name="connsiteX54" fmla="*/ 66040 w 302260"/>
              <a:gd name="connsiteY54" fmla="*/ 142240 h 232410"/>
              <a:gd name="connsiteX55" fmla="*/ 66040 w 302260"/>
              <a:gd name="connsiteY55" fmla="*/ 132080 h 232410"/>
              <a:gd name="connsiteX56" fmla="*/ 76200 w 302260"/>
              <a:gd name="connsiteY56" fmla="*/ 121920 h 232410"/>
              <a:gd name="connsiteX57" fmla="*/ 203200 w 302260"/>
              <a:gd name="connsiteY57" fmla="*/ 152400 h 232410"/>
              <a:gd name="connsiteX58" fmla="*/ 193040 w 302260"/>
              <a:gd name="connsiteY58" fmla="*/ 162560 h 232410"/>
              <a:gd name="connsiteX59" fmla="*/ 182880 w 302260"/>
              <a:gd name="connsiteY59" fmla="*/ 152400 h 232410"/>
              <a:gd name="connsiteX60" fmla="*/ 193040 w 302260"/>
              <a:gd name="connsiteY60" fmla="*/ 142240 h 232410"/>
              <a:gd name="connsiteX61" fmla="*/ 203200 w 302260"/>
              <a:gd name="connsiteY61" fmla="*/ 152400 h 232410"/>
              <a:gd name="connsiteX62" fmla="*/ 223520 w 302260"/>
              <a:gd name="connsiteY62" fmla="*/ 137160 h 232410"/>
              <a:gd name="connsiteX63" fmla="*/ 233680 w 302260"/>
              <a:gd name="connsiteY63" fmla="*/ 127000 h 232410"/>
              <a:gd name="connsiteX64" fmla="*/ 223520 w 302260"/>
              <a:gd name="connsiteY64" fmla="*/ 116840 h 232410"/>
              <a:gd name="connsiteX65" fmla="*/ 213360 w 302260"/>
              <a:gd name="connsiteY65" fmla="*/ 127000 h 232410"/>
              <a:gd name="connsiteX66" fmla="*/ 223520 w 302260"/>
              <a:gd name="connsiteY66" fmla="*/ 137160 h 232410"/>
              <a:gd name="connsiteX67" fmla="*/ 233680 w 302260"/>
              <a:gd name="connsiteY67" fmla="*/ 177800 h 232410"/>
              <a:gd name="connsiteX68" fmla="*/ 223520 w 302260"/>
              <a:gd name="connsiteY68" fmla="*/ 187960 h 232410"/>
              <a:gd name="connsiteX69" fmla="*/ 213360 w 302260"/>
              <a:gd name="connsiteY69" fmla="*/ 177800 h 232410"/>
              <a:gd name="connsiteX70" fmla="*/ 223520 w 302260"/>
              <a:gd name="connsiteY70" fmla="*/ 167640 h 232410"/>
              <a:gd name="connsiteX71" fmla="*/ 233680 w 302260"/>
              <a:gd name="connsiteY71" fmla="*/ 177800 h 232410"/>
              <a:gd name="connsiteX72" fmla="*/ 254000 w 302260"/>
              <a:gd name="connsiteY72" fmla="*/ 162560 h 232410"/>
              <a:gd name="connsiteX73" fmla="*/ 264160 w 302260"/>
              <a:gd name="connsiteY73" fmla="*/ 152400 h 232410"/>
              <a:gd name="connsiteX74" fmla="*/ 254000 w 302260"/>
              <a:gd name="connsiteY74" fmla="*/ 142240 h 232410"/>
              <a:gd name="connsiteX75" fmla="*/ 243840 w 302260"/>
              <a:gd name="connsiteY75" fmla="*/ 152400 h 232410"/>
              <a:gd name="connsiteX76" fmla="*/ 254000 w 302260"/>
              <a:gd name="connsiteY76" fmla="*/ 162560 h 232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</a:cxnLst>
            <a:rect l="l" t="t" r="r" b="b"/>
            <a:pathLst>
              <a:path w="302260" h="232410">
                <a:moveTo>
                  <a:pt x="223520" y="10160"/>
                </a:moveTo>
                <a:cubicBezTo>
                  <a:pt x="223520" y="5080"/>
                  <a:pt x="218440" y="0"/>
                  <a:pt x="213360" y="0"/>
                </a:cubicBezTo>
                <a:cubicBezTo>
                  <a:pt x="208280" y="0"/>
                  <a:pt x="203200" y="5080"/>
                  <a:pt x="203200" y="10160"/>
                </a:cubicBezTo>
                <a:lnTo>
                  <a:pt x="203200" y="16510"/>
                </a:lnTo>
                <a:cubicBezTo>
                  <a:pt x="203200" y="25400"/>
                  <a:pt x="196850" y="34290"/>
                  <a:pt x="187960" y="35560"/>
                </a:cubicBezTo>
                <a:lnTo>
                  <a:pt x="172720" y="39370"/>
                </a:lnTo>
                <a:cubicBezTo>
                  <a:pt x="157480" y="43180"/>
                  <a:pt x="146050" y="55880"/>
                  <a:pt x="143510" y="69850"/>
                </a:cubicBezTo>
                <a:lnTo>
                  <a:pt x="81280" y="69850"/>
                </a:lnTo>
                <a:cubicBezTo>
                  <a:pt x="36830" y="69850"/>
                  <a:pt x="0" y="106680"/>
                  <a:pt x="0" y="151130"/>
                </a:cubicBezTo>
                <a:lnTo>
                  <a:pt x="0" y="154940"/>
                </a:lnTo>
                <a:cubicBezTo>
                  <a:pt x="0" y="198120"/>
                  <a:pt x="34290" y="232410"/>
                  <a:pt x="77470" y="232410"/>
                </a:cubicBezTo>
                <a:cubicBezTo>
                  <a:pt x="105410" y="232410"/>
                  <a:pt x="130810" y="217170"/>
                  <a:pt x="142240" y="191770"/>
                </a:cubicBezTo>
                <a:lnTo>
                  <a:pt x="142240" y="191770"/>
                </a:lnTo>
                <a:lnTo>
                  <a:pt x="160020" y="191770"/>
                </a:lnTo>
                <a:lnTo>
                  <a:pt x="160020" y="191770"/>
                </a:lnTo>
                <a:cubicBezTo>
                  <a:pt x="172720" y="215900"/>
                  <a:pt x="198120" y="232410"/>
                  <a:pt x="224790" y="232410"/>
                </a:cubicBezTo>
                <a:cubicBezTo>
                  <a:pt x="267970" y="232410"/>
                  <a:pt x="302260" y="198120"/>
                  <a:pt x="302260" y="154940"/>
                </a:cubicBezTo>
                <a:lnTo>
                  <a:pt x="302260" y="151130"/>
                </a:lnTo>
                <a:cubicBezTo>
                  <a:pt x="302260" y="106680"/>
                  <a:pt x="265430" y="69850"/>
                  <a:pt x="220980" y="69850"/>
                </a:cubicBezTo>
                <a:lnTo>
                  <a:pt x="162560" y="69850"/>
                </a:lnTo>
                <a:cubicBezTo>
                  <a:pt x="165100" y="64770"/>
                  <a:pt x="170180" y="59690"/>
                  <a:pt x="176530" y="58420"/>
                </a:cubicBezTo>
                <a:lnTo>
                  <a:pt x="191770" y="54610"/>
                </a:lnTo>
                <a:cubicBezTo>
                  <a:pt x="209550" y="49530"/>
                  <a:pt x="222250" y="34290"/>
                  <a:pt x="222250" y="15240"/>
                </a:cubicBezTo>
                <a:lnTo>
                  <a:pt x="222250" y="10160"/>
                </a:lnTo>
                <a:close/>
                <a:moveTo>
                  <a:pt x="152400" y="91440"/>
                </a:moveTo>
                <a:lnTo>
                  <a:pt x="81280" y="91440"/>
                </a:lnTo>
                <a:cubicBezTo>
                  <a:pt x="48260" y="91440"/>
                  <a:pt x="20320" y="118110"/>
                  <a:pt x="20320" y="152400"/>
                </a:cubicBezTo>
                <a:lnTo>
                  <a:pt x="20320" y="156210"/>
                </a:lnTo>
                <a:cubicBezTo>
                  <a:pt x="20320" y="187960"/>
                  <a:pt x="45720" y="213360"/>
                  <a:pt x="77470" y="213360"/>
                </a:cubicBezTo>
                <a:cubicBezTo>
                  <a:pt x="97790" y="213360"/>
                  <a:pt x="115570" y="201930"/>
                  <a:pt x="124460" y="184150"/>
                </a:cubicBezTo>
                <a:lnTo>
                  <a:pt x="125730" y="181610"/>
                </a:lnTo>
                <a:cubicBezTo>
                  <a:pt x="128270" y="176530"/>
                  <a:pt x="133350" y="172720"/>
                  <a:pt x="139700" y="172720"/>
                </a:cubicBezTo>
                <a:lnTo>
                  <a:pt x="162560" y="172720"/>
                </a:lnTo>
                <a:cubicBezTo>
                  <a:pt x="168910" y="172720"/>
                  <a:pt x="173990" y="176530"/>
                  <a:pt x="176530" y="181610"/>
                </a:cubicBezTo>
                <a:lnTo>
                  <a:pt x="177800" y="184150"/>
                </a:lnTo>
                <a:cubicBezTo>
                  <a:pt x="186690" y="201930"/>
                  <a:pt x="204470" y="213360"/>
                  <a:pt x="224790" y="213360"/>
                </a:cubicBezTo>
                <a:cubicBezTo>
                  <a:pt x="256540" y="213360"/>
                  <a:pt x="281940" y="187960"/>
                  <a:pt x="281940" y="156210"/>
                </a:cubicBezTo>
                <a:lnTo>
                  <a:pt x="281940" y="152400"/>
                </a:lnTo>
                <a:cubicBezTo>
                  <a:pt x="281940" y="119380"/>
                  <a:pt x="255270" y="91440"/>
                  <a:pt x="220980" y="91440"/>
                </a:cubicBezTo>
                <a:lnTo>
                  <a:pt x="152400" y="91440"/>
                </a:lnTo>
                <a:close/>
                <a:moveTo>
                  <a:pt x="76200" y="121920"/>
                </a:moveTo>
                <a:cubicBezTo>
                  <a:pt x="81280" y="121920"/>
                  <a:pt x="86360" y="127000"/>
                  <a:pt x="86360" y="132080"/>
                </a:cubicBezTo>
                <a:lnTo>
                  <a:pt x="86360" y="142240"/>
                </a:lnTo>
                <a:lnTo>
                  <a:pt x="96520" y="142240"/>
                </a:lnTo>
                <a:cubicBezTo>
                  <a:pt x="101600" y="142240"/>
                  <a:pt x="106680" y="147320"/>
                  <a:pt x="106680" y="152400"/>
                </a:cubicBezTo>
                <a:cubicBezTo>
                  <a:pt x="106680" y="157480"/>
                  <a:pt x="101600" y="162560"/>
                  <a:pt x="96520" y="162560"/>
                </a:cubicBezTo>
                <a:lnTo>
                  <a:pt x="86360" y="162560"/>
                </a:lnTo>
                <a:lnTo>
                  <a:pt x="86360" y="172720"/>
                </a:lnTo>
                <a:cubicBezTo>
                  <a:pt x="86360" y="177800"/>
                  <a:pt x="81280" y="182880"/>
                  <a:pt x="76200" y="182880"/>
                </a:cubicBezTo>
                <a:cubicBezTo>
                  <a:pt x="71120" y="182880"/>
                  <a:pt x="66040" y="177800"/>
                  <a:pt x="66040" y="172720"/>
                </a:cubicBezTo>
                <a:lnTo>
                  <a:pt x="66040" y="162560"/>
                </a:lnTo>
                <a:lnTo>
                  <a:pt x="55880" y="162560"/>
                </a:lnTo>
                <a:cubicBezTo>
                  <a:pt x="50800" y="162560"/>
                  <a:pt x="45720" y="157480"/>
                  <a:pt x="45720" y="152400"/>
                </a:cubicBezTo>
                <a:cubicBezTo>
                  <a:pt x="45720" y="147320"/>
                  <a:pt x="50800" y="142240"/>
                  <a:pt x="55880" y="142240"/>
                </a:cubicBezTo>
                <a:lnTo>
                  <a:pt x="66040" y="142240"/>
                </a:lnTo>
                <a:lnTo>
                  <a:pt x="66040" y="132080"/>
                </a:lnTo>
                <a:cubicBezTo>
                  <a:pt x="67310" y="125730"/>
                  <a:pt x="71120" y="121920"/>
                  <a:pt x="76200" y="121920"/>
                </a:cubicBezTo>
                <a:close/>
                <a:moveTo>
                  <a:pt x="203200" y="152400"/>
                </a:moveTo>
                <a:cubicBezTo>
                  <a:pt x="203200" y="157480"/>
                  <a:pt x="198120" y="162560"/>
                  <a:pt x="193040" y="162560"/>
                </a:cubicBezTo>
                <a:cubicBezTo>
                  <a:pt x="187960" y="162560"/>
                  <a:pt x="182880" y="157480"/>
                  <a:pt x="182880" y="152400"/>
                </a:cubicBezTo>
                <a:cubicBezTo>
                  <a:pt x="182880" y="147320"/>
                  <a:pt x="187960" y="142240"/>
                  <a:pt x="193040" y="142240"/>
                </a:cubicBezTo>
                <a:cubicBezTo>
                  <a:pt x="199390" y="142240"/>
                  <a:pt x="203200" y="146050"/>
                  <a:pt x="203200" y="152400"/>
                </a:cubicBezTo>
                <a:close/>
                <a:moveTo>
                  <a:pt x="223520" y="137160"/>
                </a:moveTo>
                <a:cubicBezTo>
                  <a:pt x="228600" y="137160"/>
                  <a:pt x="233680" y="132080"/>
                  <a:pt x="233680" y="127000"/>
                </a:cubicBezTo>
                <a:cubicBezTo>
                  <a:pt x="233680" y="121920"/>
                  <a:pt x="228600" y="116840"/>
                  <a:pt x="223520" y="116840"/>
                </a:cubicBezTo>
                <a:cubicBezTo>
                  <a:pt x="218440" y="116840"/>
                  <a:pt x="213360" y="121920"/>
                  <a:pt x="213360" y="127000"/>
                </a:cubicBezTo>
                <a:cubicBezTo>
                  <a:pt x="213360" y="132080"/>
                  <a:pt x="218440" y="137160"/>
                  <a:pt x="223520" y="137160"/>
                </a:cubicBezTo>
                <a:close/>
                <a:moveTo>
                  <a:pt x="233680" y="177800"/>
                </a:moveTo>
                <a:cubicBezTo>
                  <a:pt x="233680" y="182880"/>
                  <a:pt x="228600" y="187960"/>
                  <a:pt x="223520" y="187960"/>
                </a:cubicBezTo>
                <a:cubicBezTo>
                  <a:pt x="218440" y="187960"/>
                  <a:pt x="213360" y="182880"/>
                  <a:pt x="213360" y="177800"/>
                </a:cubicBezTo>
                <a:cubicBezTo>
                  <a:pt x="213360" y="172720"/>
                  <a:pt x="218440" y="167640"/>
                  <a:pt x="223520" y="167640"/>
                </a:cubicBezTo>
                <a:cubicBezTo>
                  <a:pt x="229870" y="167640"/>
                  <a:pt x="233680" y="171450"/>
                  <a:pt x="233680" y="177800"/>
                </a:cubicBezTo>
                <a:close/>
                <a:moveTo>
                  <a:pt x="254000" y="162560"/>
                </a:moveTo>
                <a:cubicBezTo>
                  <a:pt x="259080" y="162560"/>
                  <a:pt x="264160" y="157480"/>
                  <a:pt x="264160" y="152400"/>
                </a:cubicBezTo>
                <a:cubicBezTo>
                  <a:pt x="264160" y="147320"/>
                  <a:pt x="259080" y="142240"/>
                  <a:pt x="254000" y="142240"/>
                </a:cubicBezTo>
                <a:cubicBezTo>
                  <a:pt x="248920" y="142240"/>
                  <a:pt x="243840" y="147320"/>
                  <a:pt x="243840" y="152400"/>
                </a:cubicBezTo>
                <a:cubicBezTo>
                  <a:pt x="243840" y="157480"/>
                  <a:pt x="248920" y="162560"/>
                  <a:pt x="254000" y="1625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41" name="Полилиния: фигура 39">
            <a:extLst>
              <a:ext uri="{FF2B5EF4-FFF2-40B4-BE49-F238E27FC236}">
                <a16:creationId xmlns:a16="http://schemas.microsoft.com/office/drawing/2014/main" id="{51812D26-0338-026E-79CE-C4BC20DBE114}"/>
              </a:ext>
            </a:extLst>
          </p:cNvPr>
          <p:cNvSpPr/>
          <p:nvPr/>
        </p:nvSpPr>
        <p:spPr>
          <a:xfrm>
            <a:off x="6121762" y="5375196"/>
            <a:ext cx="243840" cy="223520"/>
          </a:xfrm>
          <a:custGeom>
            <a:avLst/>
            <a:gdLst>
              <a:gd name="connsiteX0" fmla="*/ 60960 w 243840"/>
              <a:gd name="connsiteY0" fmla="*/ 0 h 223520"/>
              <a:gd name="connsiteX1" fmla="*/ 71120 w 243840"/>
              <a:gd name="connsiteY1" fmla="*/ 10160 h 223520"/>
              <a:gd name="connsiteX2" fmla="*/ 71120 w 243840"/>
              <a:gd name="connsiteY2" fmla="*/ 20320 h 223520"/>
              <a:gd name="connsiteX3" fmla="*/ 172720 w 243840"/>
              <a:gd name="connsiteY3" fmla="*/ 20320 h 223520"/>
              <a:gd name="connsiteX4" fmla="*/ 172720 w 243840"/>
              <a:gd name="connsiteY4" fmla="*/ 10160 h 223520"/>
              <a:gd name="connsiteX5" fmla="*/ 182880 w 243840"/>
              <a:gd name="connsiteY5" fmla="*/ 0 h 223520"/>
              <a:gd name="connsiteX6" fmla="*/ 193040 w 243840"/>
              <a:gd name="connsiteY6" fmla="*/ 10160 h 223520"/>
              <a:gd name="connsiteX7" fmla="*/ 193040 w 243840"/>
              <a:gd name="connsiteY7" fmla="*/ 20320 h 223520"/>
              <a:gd name="connsiteX8" fmla="*/ 223520 w 243840"/>
              <a:gd name="connsiteY8" fmla="*/ 20320 h 223520"/>
              <a:gd name="connsiteX9" fmla="*/ 243840 w 243840"/>
              <a:gd name="connsiteY9" fmla="*/ 40640 h 223520"/>
              <a:gd name="connsiteX10" fmla="*/ 243840 w 243840"/>
              <a:gd name="connsiteY10" fmla="*/ 91440 h 223520"/>
              <a:gd name="connsiteX11" fmla="*/ 243840 w 243840"/>
              <a:gd name="connsiteY11" fmla="*/ 203200 h 223520"/>
              <a:gd name="connsiteX12" fmla="*/ 223520 w 243840"/>
              <a:gd name="connsiteY12" fmla="*/ 223520 h 223520"/>
              <a:gd name="connsiteX13" fmla="*/ 20320 w 243840"/>
              <a:gd name="connsiteY13" fmla="*/ 223520 h 223520"/>
              <a:gd name="connsiteX14" fmla="*/ 0 w 243840"/>
              <a:gd name="connsiteY14" fmla="*/ 203200 h 223520"/>
              <a:gd name="connsiteX15" fmla="*/ 0 w 243840"/>
              <a:gd name="connsiteY15" fmla="*/ 91440 h 223520"/>
              <a:gd name="connsiteX16" fmla="*/ 0 w 243840"/>
              <a:gd name="connsiteY16" fmla="*/ 40640 h 223520"/>
              <a:gd name="connsiteX17" fmla="*/ 20320 w 243840"/>
              <a:gd name="connsiteY17" fmla="*/ 20320 h 223520"/>
              <a:gd name="connsiteX18" fmla="*/ 50800 w 243840"/>
              <a:gd name="connsiteY18" fmla="*/ 20320 h 223520"/>
              <a:gd name="connsiteX19" fmla="*/ 50800 w 243840"/>
              <a:gd name="connsiteY19" fmla="*/ 10160 h 223520"/>
              <a:gd name="connsiteX20" fmla="*/ 60960 w 243840"/>
              <a:gd name="connsiteY20" fmla="*/ 0 h 223520"/>
              <a:gd name="connsiteX21" fmla="*/ 172720 w 243840"/>
              <a:gd name="connsiteY21" fmla="*/ 40640 h 223520"/>
              <a:gd name="connsiteX22" fmla="*/ 172720 w 243840"/>
              <a:gd name="connsiteY22" fmla="*/ 50800 h 223520"/>
              <a:gd name="connsiteX23" fmla="*/ 182880 w 243840"/>
              <a:gd name="connsiteY23" fmla="*/ 60960 h 223520"/>
              <a:gd name="connsiteX24" fmla="*/ 193040 w 243840"/>
              <a:gd name="connsiteY24" fmla="*/ 50800 h 223520"/>
              <a:gd name="connsiteX25" fmla="*/ 193040 w 243840"/>
              <a:gd name="connsiteY25" fmla="*/ 40640 h 223520"/>
              <a:gd name="connsiteX26" fmla="*/ 223520 w 243840"/>
              <a:gd name="connsiteY26" fmla="*/ 40640 h 223520"/>
              <a:gd name="connsiteX27" fmla="*/ 223520 w 243840"/>
              <a:gd name="connsiteY27" fmla="*/ 81280 h 223520"/>
              <a:gd name="connsiteX28" fmla="*/ 20320 w 243840"/>
              <a:gd name="connsiteY28" fmla="*/ 81280 h 223520"/>
              <a:gd name="connsiteX29" fmla="*/ 20320 w 243840"/>
              <a:gd name="connsiteY29" fmla="*/ 40640 h 223520"/>
              <a:gd name="connsiteX30" fmla="*/ 50800 w 243840"/>
              <a:gd name="connsiteY30" fmla="*/ 40640 h 223520"/>
              <a:gd name="connsiteX31" fmla="*/ 50800 w 243840"/>
              <a:gd name="connsiteY31" fmla="*/ 50800 h 223520"/>
              <a:gd name="connsiteX32" fmla="*/ 60960 w 243840"/>
              <a:gd name="connsiteY32" fmla="*/ 60960 h 223520"/>
              <a:gd name="connsiteX33" fmla="*/ 71120 w 243840"/>
              <a:gd name="connsiteY33" fmla="*/ 50800 h 223520"/>
              <a:gd name="connsiteX34" fmla="*/ 71120 w 243840"/>
              <a:gd name="connsiteY34" fmla="*/ 40640 h 223520"/>
              <a:gd name="connsiteX35" fmla="*/ 172720 w 243840"/>
              <a:gd name="connsiteY35" fmla="*/ 40640 h 223520"/>
              <a:gd name="connsiteX36" fmla="*/ 223520 w 243840"/>
              <a:gd name="connsiteY36" fmla="*/ 101600 h 223520"/>
              <a:gd name="connsiteX37" fmla="*/ 223520 w 243840"/>
              <a:gd name="connsiteY37" fmla="*/ 203200 h 223520"/>
              <a:gd name="connsiteX38" fmla="*/ 20320 w 243840"/>
              <a:gd name="connsiteY38" fmla="*/ 203200 h 223520"/>
              <a:gd name="connsiteX39" fmla="*/ 20320 w 243840"/>
              <a:gd name="connsiteY39" fmla="*/ 101600 h 223520"/>
              <a:gd name="connsiteX40" fmla="*/ 223520 w 243840"/>
              <a:gd name="connsiteY40" fmla="*/ 1016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3840" h="223520">
                <a:moveTo>
                  <a:pt x="60960" y="0"/>
                </a:moveTo>
                <a:cubicBezTo>
                  <a:pt x="66040" y="0"/>
                  <a:pt x="71120" y="5080"/>
                  <a:pt x="71120" y="10160"/>
                </a:cubicBezTo>
                <a:lnTo>
                  <a:pt x="71120" y="20320"/>
                </a:lnTo>
                <a:lnTo>
                  <a:pt x="172720" y="20320"/>
                </a:lnTo>
                <a:lnTo>
                  <a:pt x="172720" y="10160"/>
                </a:lnTo>
                <a:cubicBezTo>
                  <a:pt x="172720" y="5080"/>
                  <a:pt x="177800" y="0"/>
                  <a:pt x="182880" y="0"/>
                </a:cubicBezTo>
                <a:cubicBezTo>
                  <a:pt x="187960" y="0"/>
                  <a:pt x="193040" y="5080"/>
                  <a:pt x="193040" y="10160"/>
                </a:cubicBezTo>
                <a:lnTo>
                  <a:pt x="193040" y="20320"/>
                </a:lnTo>
                <a:lnTo>
                  <a:pt x="223520" y="20320"/>
                </a:lnTo>
                <a:cubicBezTo>
                  <a:pt x="234950" y="20320"/>
                  <a:pt x="243840" y="29210"/>
                  <a:pt x="243840" y="40640"/>
                </a:cubicBezTo>
                <a:lnTo>
                  <a:pt x="243840" y="91440"/>
                </a:lnTo>
                <a:lnTo>
                  <a:pt x="243840" y="203200"/>
                </a:lnTo>
                <a:cubicBezTo>
                  <a:pt x="243840" y="214630"/>
                  <a:pt x="234950" y="223520"/>
                  <a:pt x="223520" y="223520"/>
                </a:cubicBezTo>
                <a:lnTo>
                  <a:pt x="20320" y="223520"/>
                </a:lnTo>
                <a:cubicBezTo>
                  <a:pt x="8890" y="223520"/>
                  <a:pt x="0" y="214630"/>
                  <a:pt x="0" y="203200"/>
                </a:cubicBezTo>
                <a:lnTo>
                  <a:pt x="0" y="91440"/>
                </a:lnTo>
                <a:lnTo>
                  <a:pt x="0" y="40640"/>
                </a:lnTo>
                <a:cubicBezTo>
                  <a:pt x="0" y="29210"/>
                  <a:pt x="8890" y="20320"/>
                  <a:pt x="20320" y="20320"/>
                </a:cubicBezTo>
                <a:lnTo>
                  <a:pt x="50800" y="20320"/>
                </a:lnTo>
                <a:lnTo>
                  <a:pt x="50800" y="10160"/>
                </a:lnTo>
                <a:cubicBezTo>
                  <a:pt x="50800" y="3810"/>
                  <a:pt x="54610" y="0"/>
                  <a:pt x="60960" y="0"/>
                </a:cubicBezTo>
                <a:close/>
                <a:moveTo>
                  <a:pt x="172720" y="40640"/>
                </a:moveTo>
                <a:lnTo>
                  <a:pt x="172720" y="50800"/>
                </a:lnTo>
                <a:cubicBezTo>
                  <a:pt x="172720" y="55880"/>
                  <a:pt x="177800" y="60960"/>
                  <a:pt x="182880" y="60960"/>
                </a:cubicBezTo>
                <a:cubicBezTo>
                  <a:pt x="187960" y="60960"/>
                  <a:pt x="193040" y="55880"/>
                  <a:pt x="193040" y="50800"/>
                </a:cubicBezTo>
                <a:lnTo>
                  <a:pt x="193040" y="40640"/>
                </a:lnTo>
                <a:lnTo>
                  <a:pt x="223520" y="40640"/>
                </a:lnTo>
                <a:lnTo>
                  <a:pt x="223520" y="81280"/>
                </a:lnTo>
                <a:lnTo>
                  <a:pt x="20320" y="81280"/>
                </a:lnTo>
                <a:lnTo>
                  <a:pt x="20320" y="40640"/>
                </a:lnTo>
                <a:lnTo>
                  <a:pt x="50800" y="40640"/>
                </a:lnTo>
                <a:lnTo>
                  <a:pt x="50800" y="50800"/>
                </a:lnTo>
                <a:cubicBezTo>
                  <a:pt x="50800" y="55880"/>
                  <a:pt x="55880" y="60960"/>
                  <a:pt x="60960" y="60960"/>
                </a:cubicBezTo>
                <a:cubicBezTo>
                  <a:pt x="66040" y="60960"/>
                  <a:pt x="71120" y="55880"/>
                  <a:pt x="71120" y="50800"/>
                </a:cubicBezTo>
                <a:lnTo>
                  <a:pt x="71120" y="40640"/>
                </a:lnTo>
                <a:lnTo>
                  <a:pt x="172720" y="40640"/>
                </a:lnTo>
                <a:close/>
                <a:moveTo>
                  <a:pt x="223520" y="101600"/>
                </a:moveTo>
                <a:lnTo>
                  <a:pt x="223520" y="203200"/>
                </a:lnTo>
                <a:lnTo>
                  <a:pt x="20320" y="203200"/>
                </a:lnTo>
                <a:lnTo>
                  <a:pt x="20320" y="101600"/>
                </a:lnTo>
                <a:lnTo>
                  <a:pt x="223520" y="1016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42" name="Полилиния: фигура 42">
            <a:extLst>
              <a:ext uri="{FF2B5EF4-FFF2-40B4-BE49-F238E27FC236}">
                <a16:creationId xmlns:a16="http://schemas.microsoft.com/office/drawing/2014/main" id="{997A7517-F49C-03FE-23D5-612EF8F48DA7}"/>
              </a:ext>
            </a:extLst>
          </p:cNvPr>
          <p:cNvSpPr/>
          <p:nvPr/>
        </p:nvSpPr>
        <p:spPr>
          <a:xfrm>
            <a:off x="1109072" y="2625045"/>
            <a:ext cx="210389" cy="233680"/>
          </a:xfrm>
          <a:custGeom>
            <a:avLst/>
            <a:gdLst>
              <a:gd name="connsiteX0" fmla="*/ 135890 w 210389"/>
              <a:gd name="connsiteY0" fmla="*/ 33020 h 233680"/>
              <a:gd name="connsiteX1" fmla="*/ 143510 w 210389"/>
              <a:gd name="connsiteY1" fmla="*/ 21590 h 233680"/>
              <a:gd name="connsiteX2" fmla="*/ 180340 w 210389"/>
              <a:gd name="connsiteY2" fmla="*/ 21590 h 233680"/>
              <a:gd name="connsiteX3" fmla="*/ 187960 w 210389"/>
              <a:gd name="connsiteY3" fmla="*/ 33020 h 233680"/>
              <a:gd name="connsiteX4" fmla="*/ 175260 w 210389"/>
              <a:gd name="connsiteY4" fmla="*/ 62230 h 233680"/>
              <a:gd name="connsiteX5" fmla="*/ 148590 w 210389"/>
              <a:gd name="connsiteY5" fmla="*/ 62230 h 233680"/>
              <a:gd name="connsiteX6" fmla="*/ 135890 w 210389"/>
              <a:gd name="connsiteY6" fmla="*/ 33020 h 233680"/>
              <a:gd name="connsiteX7" fmla="*/ 132080 w 210389"/>
              <a:gd name="connsiteY7" fmla="*/ 73660 h 233680"/>
              <a:gd name="connsiteX8" fmla="*/ 118110 w 210389"/>
              <a:gd name="connsiteY8" fmla="*/ 39370 h 233680"/>
              <a:gd name="connsiteX9" fmla="*/ 144780 w 210389"/>
              <a:gd name="connsiteY9" fmla="*/ 0 h 233680"/>
              <a:gd name="connsiteX10" fmla="*/ 181610 w 210389"/>
              <a:gd name="connsiteY10" fmla="*/ 0 h 233680"/>
              <a:gd name="connsiteX11" fmla="*/ 208280 w 210389"/>
              <a:gd name="connsiteY11" fmla="*/ 39370 h 233680"/>
              <a:gd name="connsiteX12" fmla="*/ 194310 w 210389"/>
              <a:gd name="connsiteY12" fmla="*/ 73660 h 233680"/>
              <a:gd name="connsiteX13" fmla="*/ 194310 w 210389"/>
              <a:gd name="connsiteY13" fmla="*/ 203200 h 233680"/>
              <a:gd name="connsiteX14" fmla="*/ 163830 w 210389"/>
              <a:gd name="connsiteY14" fmla="*/ 233680 h 233680"/>
              <a:gd name="connsiteX15" fmla="*/ 133350 w 210389"/>
              <a:gd name="connsiteY15" fmla="*/ 203200 h 233680"/>
              <a:gd name="connsiteX16" fmla="*/ 133350 w 210389"/>
              <a:gd name="connsiteY16" fmla="*/ 73660 h 233680"/>
              <a:gd name="connsiteX17" fmla="*/ 64770 w 210389"/>
              <a:gd name="connsiteY17" fmla="*/ 2540 h 233680"/>
              <a:gd name="connsiteX18" fmla="*/ 81280 w 210389"/>
              <a:gd name="connsiteY18" fmla="*/ 12700 h 233680"/>
              <a:gd name="connsiteX19" fmla="*/ 81280 w 210389"/>
              <a:gd name="connsiteY19" fmla="*/ 73660 h 233680"/>
              <a:gd name="connsiteX20" fmla="*/ 86360 w 210389"/>
              <a:gd name="connsiteY20" fmla="*/ 82550 h 233680"/>
              <a:gd name="connsiteX21" fmla="*/ 86360 w 210389"/>
              <a:gd name="connsiteY21" fmla="*/ 162560 h 233680"/>
              <a:gd name="connsiteX22" fmla="*/ 90170 w 210389"/>
              <a:gd name="connsiteY22" fmla="*/ 162560 h 233680"/>
              <a:gd name="connsiteX23" fmla="*/ 101600 w 210389"/>
              <a:gd name="connsiteY23" fmla="*/ 173990 h 233680"/>
              <a:gd name="connsiteX24" fmla="*/ 101600 w 210389"/>
              <a:gd name="connsiteY24" fmla="*/ 222250 h 233680"/>
              <a:gd name="connsiteX25" fmla="*/ 90170 w 210389"/>
              <a:gd name="connsiteY25" fmla="*/ 233680 h 233680"/>
              <a:gd name="connsiteX26" fmla="*/ 11430 w 210389"/>
              <a:gd name="connsiteY26" fmla="*/ 233680 h 233680"/>
              <a:gd name="connsiteX27" fmla="*/ 0 w 210389"/>
              <a:gd name="connsiteY27" fmla="*/ 222250 h 233680"/>
              <a:gd name="connsiteX28" fmla="*/ 0 w 210389"/>
              <a:gd name="connsiteY28" fmla="*/ 173990 h 233680"/>
              <a:gd name="connsiteX29" fmla="*/ 11430 w 210389"/>
              <a:gd name="connsiteY29" fmla="*/ 162560 h 233680"/>
              <a:gd name="connsiteX30" fmla="*/ 15240 w 210389"/>
              <a:gd name="connsiteY30" fmla="*/ 162560 h 233680"/>
              <a:gd name="connsiteX31" fmla="*/ 15240 w 210389"/>
              <a:gd name="connsiteY31" fmla="*/ 82550 h 233680"/>
              <a:gd name="connsiteX32" fmla="*/ 20320 w 210389"/>
              <a:gd name="connsiteY32" fmla="*/ 73660 h 233680"/>
              <a:gd name="connsiteX33" fmla="*/ 20320 w 210389"/>
              <a:gd name="connsiteY33" fmla="*/ 31750 h 233680"/>
              <a:gd name="connsiteX34" fmla="*/ 26670 w 210389"/>
              <a:gd name="connsiteY34" fmla="*/ 21590 h 233680"/>
              <a:gd name="connsiteX35" fmla="*/ 64770 w 210389"/>
              <a:gd name="connsiteY35" fmla="*/ 2540 h 233680"/>
              <a:gd name="connsiteX36" fmla="*/ 25400 w 210389"/>
              <a:gd name="connsiteY36" fmla="*/ 182880 h 233680"/>
              <a:gd name="connsiteX37" fmla="*/ 20320 w 210389"/>
              <a:gd name="connsiteY37" fmla="*/ 182880 h 233680"/>
              <a:gd name="connsiteX38" fmla="*/ 20320 w 210389"/>
              <a:gd name="connsiteY38" fmla="*/ 213360 h 233680"/>
              <a:gd name="connsiteX39" fmla="*/ 81280 w 210389"/>
              <a:gd name="connsiteY39" fmla="*/ 213360 h 233680"/>
              <a:gd name="connsiteX40" fmla="*/ 81280 w 210389"/>
              <a:gd name="connsiteY40" fmla="*/ 182880 h 233680"/>
              <a:gd name="connsiteX41" fmla="*/ 76200 w 210389"/>
              <a:gd name="connsiteY41" fmla="*/ 182880 h 233680"/>
              <a:gd name="connsiteX42" fmla="*/ 25400 w 210389"/>
              <a:gd name="connsiteY42" fmla="*/ 182880 h 233680"/>
              <a:gd name="connsiteX43" fmla="*/ 66040 w 210389"/>
              <a:gd name="connsiteY43" fmla="*/ 163830 h 233680"/>
              <a:gd name="connsiteX44" fmla="*/ 35560 w 210389"/>
              <a:gd name="connsiteY44" fmla="*/ 163830 h 233680"/>
              <a:gd name="connsiteX45" fmla="*/ 35560 w 210389"/>
              <a:gd name="connsiteY45" fmla="*/ 92710 h 233680"/>
              <a:gd name="connsiteX46" fmla="*/ 66040 w 210389"/>
              <a:gd name="connsiteY46" fmla="*/ 92710 h 233680"/>
              <a:gd name="connsiteX47" fmla="*/ 66040 w 210389"/>
              <a:gd name="connsiteY47" fmla="*/ 163830 h 233680"/>
              <a:gd name="connsiteX48" fmla="*/ 60960 w 210389"/>
              <a:gd name="connsiteY48" fmla="*/ 27940 h 233680"/>
              <a:gd name="connsiteX49" fmla="*/ 60960 w 210389"/>
              <a:gd name="connsiteY49" fmla="*/ 72390 h 233680"/>
              <a:gd name="connsiteX50" fmla="*/ 40640 w 210389"/>
              <a:gd name="connsiteY50" fmla="*/ 72390 h 233680"/>
              <a:gd name="connsiteX51" fmla="*/ 40640 w 210389"/>
              <a:gd name="connsiteY51" fmla="*/ 38100 h 233680"/>
              <a:gd name="connsiteX52" fmla="*/ 60960 w 210389"/>
              <a:gd name="connsiteY52" fmla="*/ 27940 h 233680"/>
              <a:gd name="connsiteX53" fmla="*/ 152400 w 210389"/>
              <a:gd name="connsiteY53" fmla="*/ 82550 h 233680"/>
              <a:gd name="connsiteX54" fmla="*/ 152400 w 210389"/>
              <a:gd name="connsiteY54" fmla="*/ 204470 h 233680"/>
              <a:gd name="connsiteX55" fmla="*/ 162560 w 210389"/>
              <a:gd name="connsiteY55" fmla="*/ 214630 h 233680"/>
              <a:gd name="connsiteX56" fmla="*/ 172720 w 210389"/>
              <a:gd name="connsiteY56" fmla="*/ 204470 h 233680"/>
              <a:gd name="connsiteX57" fmla="*/ 172720 w 210389"/>
              <a:gd name="connsiteY57" fmla="*/ 82550 h 233680"/>
              <a:gd name="connsiteX58" fmla="*/ 152400 w 210389"/>
              <a:gd name="connsiteY58" fmla="*/ 8255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210389" h="233680">
                <a:moveTo>
                  <a:pt x="135890" y="33020"/>
                </a:moveTo>
                <a:cubicBezTo>
                  <a:pt x="133350" y="27940"/>
                  <a:pt x="137160" y="21590"/>
                  <a:pt x="143510" y="21590"/>
                </a:cubicBezTo>
                <a:lnTo>
                  <a:pt x="180340" y="21590"/>
                </a:lnTo>
                <a:cubicBezTo>
                  <a:pt x="186690" y="21590"/>
                  <a:pt x="190500" y="27940"/>
                  <a:pt x="187960" y="33020"/>
                </a:cubicBezTo>
                <a:lnTo>
                  <a:pt x="175260" y="62230"/>
                </a:lnTo>
                <a:lnTo>
                  <a:pt x="148590" y="62230"/>
                </a:lnTo>
                <a:lnTo>
                  <a:pt x="135890" y="33020"/>
                </a:lnTo>
                <a:close/>
                <a:moveTo>
                  <a:pt x="132080" y="73660"/>
                </a:moveTo>
                <a:lnTo>
                  <a:pt x="118110" y="39370"/>
                </a:lnTo>
                <a:cubicBezTo>
                  <a:pt x="110490" y="20320"/>
                  <a:pt x="124460" y="0"/>
                  <a:pt x="144780" y="0"/>
                </a:cubicBezTo>
                <a:lnTo>
                  <a:pt x="181610" y="0"/>
                </a:lnTo>
                <a:cubicBezTo>
                  <a:pt x="201930" y="0"/>
                  <a:pt x="215900" y="20320"/>
                  <a:pt x="208280" y="39370"/>
                </a:cubicBezTo>
                <a:lnTo>
                  <a:pt x="194310" y="73660"/>
                </a:lnTo>
                <a:lnTo>
                  <a:pt x="194310" y="203200"/>
                </a:lnTo>
                <a:cubicBezTo>
                  <a:pt x="194310" y="219710"/>
                  <a:pt x="180340" y="233680"/>
                  <a:pt x="163830" y="233680"/>
                </a:cubicBezTo>
                <a:cubicBezTo>
                  <a:pt x="147320" y="233680"/>
                  <a:pt x="133350" y="219710"/>
                  <a:pt x="133350" y="203200"/>
                </a:cubicBezTo>
                <a:lnTo>
                  <a:pt x="133350" y="73660"/>
                </a:lnTo>
                <a:close/>
                <a:moveTo>
                  <a:pt x="64770" y="2540"/>
                </a:moveTo>
                <a:cubicBezTo>
                  <a:pt x="72390" y="-1270"/>
                  <a:pt x="81280" y="3810"/>
                  <a:pt x="81280" y="12700"/>
                </a:cubicBezTo>
                <a:lnTo>
                  <a:pt x="81280" y="73660"/>
                </a:lnTo>
                <a:cubicBezTo>
                  <a:pt x="83820" y="76200"/>
                  <a:pt x="86360" y="78740"/>
                  <a:pt x="86360" y="82550"/>
                </a:cubicBezTo>
                <a:lnTo>
                  <a:pt x="86360" y="162560"/>
                </a:lnTo>
                <a:lnTo>
                  <a:pt x="90170" y="162560"/>
                </a:lnTo>
                <a:cubicBezTo>
                  <a:pt x="96520" y="162560"/>
                  <a:pt x="101600" y="167640"/>
                  <a:pt x="101600" y="173990"/>
                </a:cubicBezTo>
                <a:lnTo>
                  <a:pt x="101600" y="222250"/>
                </a:lnTo>
                <a:cubicBezTo>
                  <a:pt x="101600" y="228600"/>
                  <a:pt x="96520" y="233680"/>
                  <a:pt x="90170" y="233680"/>
                </a:cubicBezTo>
                <a:lnTo>
                  <a:pt x="11430" y="233680"/>
                </a:lnTo>
                <a:cubicBezTo>
                  <a:pt x="5080" y="233680"/>
                  <a:pt x="0" y="228600"/>
                  <a:pt x="0" y="222250"/>
                </a:cubicBezTo>
                <a:lnTo>
                  <a:pt x="0" y="173990"/>
                </a:lnTo>
                <a:cubicBezTo>
                  <a:pt x="0" y="167640"/>
                  <a:pt x="5080" y="162560"/>
                  <a:pt x="11430" y="162560"/>
                </a:cubicBezTo>
                <a:lnTo>
                  <a:pt x="15240" y="162560"/>
                </a:lnTo>
                <a:lnTo>
                  <a:pt x="15240" y="82550"/>
                </a:lnTo>
                <a:cubicBezTo>
                  <a:pt x="15240" y="78740"/>
                  <a:pt x="17780" y="74930"/>
                  <a:pt x="20320" y="73660"/>
                </a:cubicBezTo>
                <a:lnTo>
                  <a:pt x="20320" y="31750"/>
                </a:lnTo>
                <a:cubicBezTo>
                  <a:pt x="20320" y="27940"/>
                  <a:pt x="22860" y="24130"/>
                  <a:pt x="26670" y="21590"/>
                </a:cubicBezTo>
                <a:lnTo>
                  <a:pt x="64770" y="2540"/>
                </a:lnTo>
                <a:close/>
                <a:moveTo>
                  <a:pt x="25400" y="182880"/>
                </a:moveTo>
                <a:lnTo>
                  <a:pt x="20320" y="182880"/>
                </a:lnTo>
                <a:lnTo>
                  <a:pt x="20320" y="213360"/>
                </a:lnTo>
                <a:lnTo>
                  <a:pt x="81280" y="213360"/>
                </a:lnTo>
                <a:lnTo>
                  <a:pt x="81280" y="182880"/>
                </a:lnTo>
                <a:lnTo>
                  <a:pt x="76200" y="182880"/>
                </a:lnTo>
                <a:lnTo>
                  <a:pt x="25400" y="182880"/>
                </a:lnTo>
                <a:close/>
                <a:moveTo>
                  <a:pt x="66040" y="163830"/>
                </a:moveTo>
                <a:lnTo>
                  <a:pt x="35560" y="163830"/>
                </a:lnTo>
                <a:lnTo>
                  <a:pt x="35560" y="92710"/>
                </a:lnTo>
                <a:lnTo>
                  <a:pt x="66040" y="92710"/>
                </a:lnTo>
                <a:lnTo>
                  <a:pt x="66040" y="163830"/>
                </a:lnTo>
                <a:close/>
                <a:moveTo>
                  <a:pt x="60960" y="27940"/>
                </a:moveTo>
                <a:lnTo>
                  <a:pt x="60960" y="72390"/>
                </a:lnTo>
                <a:lnTo>
                  <a:pt x="40640" y="72390"/>
                </a:lnTo>
                <a:lnTo>
                  <a:pt x="40640" y="38100"/>
                </a:lnTo>
                <a:lnTo>
                  <a:pt x="60960" y="27940"/>
                </a:lnTo>
                <a:close/>
                <a:moveTo>
                  <a:pt x="152400" y="82550"/>
                </a:moveTo>
                <a:lnTo>
                  <a:pt x="152400" y="204470"/>
                </a:lnTo>
                <a:cubicBezTo>
                  <a:pt x="152400" y="209550"/>
                  <a:pt x="157480" y="214630"/>
                  <a:pt x="162560" y="214630"/>
                </a:cubicBezTo>
                <a:cubicBezTo>
                  <a:pt x="167640" y="214630"/>
                  <a:pt x="172720" y="209550"/>
                  <a:pt x="172720" y="204470"/>
                </a:cubicBezTo>
                <a:lnTo>
                  <a:pt x="172720" y="82550"/>
                </a:lnTo>
                <a:lnTo>
                  <a:pt x="152400" y="8255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743" name="Рисунок 4">
            <a:extLst>
              <a:ext uri="{FF2B5EF4-FFF2-40B4-BE49-F238E27FC236}">
                <a16:creationId xmlns:a16="http://schemas.microsoft.com/office/drawing/2014/main" id="{1D61A733-31A1-25A5-F5A4-1D4D2269BCC8}"/>
              </a:ext>
            </a:extLst>
          </p:cNvPr>
          <p:cNvGrpSpPr/>
          <p:nvPr/>
        </p:nvGrpSpPr>
        <p:grpSpPr>
          <a:xfrm>
            <a:off x="1628255" y="2639625"/>
            <a:ext cx="287512" cy="205969"/>
            <a:chOff x="1786643" y="1151230"/>
            <a:chExt cx="287512" cy="205969"/>
          </a:xfrm>
          <a:solidFill>
            <a:schemeClr val="tx1"/>
          </a:solidFill>
        </p:grpSpPr>
        <p:sp>
          <p:nvSpPr>
            <p:cNvPr id="744" name="Полилиния: фигура 50">
              <a:extLst>
                <a:ext uri="{FF2B5EF4-FFF2-40B4-BE49-F238E27FC236}">
                  <a16:creationId xmlns:a16="http://schemas.microsoft.com/office/drawing/2014/main" id="{C8F30076-32F9-8ABA-724C-59F45E9D3229}"/>
                </a:ext>
              </a:extLst>
            </p:cNvPr>
            <p:cNvSpPr/>
            <p:nvPr/>
          </p:nvSpPr>
          <p:spPr>
            <a:xfrm>
              <a:off x="1823396" y="1151230"/>
              <a:ext cx="216721" cy="205969"/>
            </a:xfrm>
            <a:custGeom>
              <a:avLst/>
              <a:gdLst>
                <a:gd name="connsiteX0" fmla="*/ 77794 w 216721"/>
                <a:gd name="connsiteY0" fmla="*/ 18439 h 205969"/>
                <a:gd name="connsiteX1" fmla="*/ 127324 w 216721"/>
                <a:gd name="connsiteY1" fmla="*/ 3199 h 205969"/>
                <a:gd name="connsiteX2" fmla="*/ 185744 w 216721"/>
                <a:gd name="connsiteY2" fmla="*/ 27329 h 205969"/>
                <a:gd name="connsiteX3" fmla="*/ 198444 w 216721"/>
                <a:gd name="connsiteY3" fmla="*/ 42569 h 205969"/>
                <a:gd name="connsiteX4" fmla="*/ 216224 w 216721"/>
                <a:gd name="connsiteY4" fmla="*/ 146709 h 205969"/>
                <a:gd name="connsiteX5" fmla="*/ 213684 w 216721"/>
                <a:gd name="connsiteY5" fmla="*/ 167029 h 205969"/>
                <a:gd name="connsiteX6" fmla="*/ 213684 w 216721"/>
                <a:gd name="connsiteY6" fmla="*/ 168299 h 205969"/>
                <a:gd name="connsiteX7" fmla="*/ 175584 w 216721"/>
                <a:gd name="connsiteY7" fmla="*/ 183539 h 205969"/>
                <a:gd name="connsiteX8" fmla="*/ 174314 w 216721"/>
                <a:gd name="connsiteY8" fmla="*/ 184809 h 205969"/>
                <a:gd name="connsiteX9" fmla="*/ 117164 w 216721"/>
                <a:gd name="connsiteY9" fmla="*/ 189889 h 205969"/>
                <a:gd name="connsiteX10" fmla="*/ 113354 w 216721"/>
                <a:gd name="connsiteY10" fmla="*/ 193699 h 205969"/>
                <a:gd name="connsiteX11" fmla="*/ 57474 w 216721"/>
                <a:gd name="connsiteY11" fmla="*/ 196239 h 205969"/>
                <a:gd name="connsiteX12" fmla="*/ 6674 w 216721"/>
                <a:gd name="connsiteY12" fmla="*/ 153059 h 205969"/>
                <a:gd name="connsiteX13" fmla="*/ 324 w 216721"/>
                <a:gd name="connsiteY13" fmla="*/ 134009 h 205969"/>
                <a:gd name="connsiteX14" fmla="*/ 18104 w 216721"/>
                <a:gd name="connsiteY14" fmla="*/ 45109 h 205969"/>
                <a:gd name="connsiteX15" fmla="*/ 35884 w 216721"/>
                <a:gd name="connsiteY15" fmla="*/ 28599 h 205969"/>
                <a:gd name="connsiteX16" fmla="*/ 73984 w 216721"/>
                <a:gd name="connsiteY16" fmla="*/ 24789 h 205969"/>
                <a:gd name="connsiteX17" fmla="*/ 77794 w 216721"/>
                <a:gd name="connsiteY17" fmla="*/ 18439 h 205969"/>
                <a:gd name="connsiteX18" fmla="*/ 113354 w 216721"/>
                <a:gd name="connsiteY18" fmla="*/ 132739 h 205969"/>
                <a:gd name="connsiteX19" fmla="*/ 156534 w 216721"/>
                <a:gd name="connsiteY19" fmla="*/ 172109 h 205969"/>
                <a:gd name="connsiteX20" fmla="*/ 128594 w 216721"/>
                <a:gd name="connsiteY20" fmla="*/ 174649 h 205969"/>
                <a:gd name="connsiteX21" fmla="*/ 120974 w 216721"/>
                <a:gd name="connsiteY21" fmla="*/ 168299 h 205969"/>
                <a:gd name="connsiteX22" fmla="*/ 85414 w 216721"/>
                <a:gd name="connsiteY22" fmla="*/ 137819 h 205969"/>
                <a:gd name="connsiteX23" fmla="*/ 71444 w 216721"/>
                <a:gd name="connsiteY23" fmla="*/ 139089 h 205969"/>
                <a:gd name="connsiteX24" fmla="*/ 72714 w 216721"/>
                <a:gd name="connsiteY24" fmla="*/ 153059 h 205969"/>
                <a:gd name="connsiteX25" fmla="*/ 99384 w 216721"/>
                <a:gd name="connsiteY25" fmla="*/ 175919 h 205969"/>
                <a:gd name="connsiteX26" fmla="*/ 96844 w 216721"/>
                <a:gd name="connsiteY26" fmla="*/ 178459 h 205969"/>
                <a:gd name="connsiteX27" fmla="*/ 68904 w 216721"/>
                <a:gd name="connsiteY27" fmla="*/ 179729 h 205969"/>
                <a:gd name="connsiteX28" fmla="*/ 18104 w 216721"/>
                <a:gd name="connsiteY28" fmla="*/ 136549 h 205969"/>
                <a:gd name="connsiteX29" fmla="*/ 35884 w 216721"/>
                <a:gd name="connsiteY29" fmla="*/ 47649 h 205969"/>
                <a:gd name="connsiteX30" fmla="*/ 56204 w 216721"/>
                <a:gd name="connsiteY30" fmla="*/ 45109 h 205969"/>
                <a:gd name="connsiteX31" fmla="*/ 53664 w 216721"/>
                <a:gd name="connsiteY31" fmla="*/ 48919 h 205969"/>
                <a:gd name="connsiteX32" fmla="*/ 61284 w 216721"/>
                <a:gd name="connsiteY32" fmla="*/ 94639 h 205969"/>
                <a:gd name="connsiteX33" fmla="*/ 104464 w 216721"/>
                <a:gd name="connsiteY33" fmla="*/ 89559 h 205969"/>
                <a:gd name="connsiteX34" fmla="*/ 114624 w 216721"/>
                <a:gd name="connsiteY34" fmla="*/ 78129 h 205969"/>
                <a:gd name="connsiteX35" fmla="*/ 193364 w 216721"/>
                <a:gd name="connsiteY35" fmla="*/ 147979 h 205969"/>
                <a:gd name="connsiteX36" fmla="*/ 193364 w 216721"/>
                <a:gd name="connsiteY36" fmla="*/ 147979 h 205969"/>
                <a:gd name="connsiteX37" fmla="*/ 193364 w 216721"/>
                <a:gd name="connsiteY37" fmla="*/ 150519 h 205969"/>
                <a:gd name="connsiteX38" fmla="*/ 192094 w 216721"/>
                <a:gd name="connsiteY38" fmla="*/ 158139 h 205969"/>
                <a:gd name="connsiteX39" fmla="*/ 192094 w 216721"/>
                <a:gd name="connsiteY39" fmla="*/ 159409 h 205969"/>
                <a:gd name="connsiteX40" fmla="*/ 175584 w 216721"/>
                <a:gd name="connsiteY40" fmla="*/ 163219 h 205969"/>
                <a:gd name="connsiteX41" fmla="*/ 124784 w 216721"/>
                <a:gd name="connsiteY41" fmla="*/ 117499 h 205969"/>
                <a:gd name="connsiteX42" fmla="*/ 110814 w 216721"/>
                <a:gd name="connsiteY42" fmla="*/ 118769 h 205969"/>
                <a:gd name="connsiteX43" fmla="*/ 113354 w 216721"/>
                <a:gd name="connsiteY43" fmla="*/ 132739 h 205969"/>
                <a:gd name="connsiteX44" fmla="*/ 189554 w 216721"/>
                <a:gd name="connsiteY44" fmla="*/ 116229 h 205969"/>
                <a:gd name="connsiteX45" fmla="*/ 126054 w 216721"/>
                <a:gd name="connsiteY45" fmla="*/ 60349 h 205969"/>
                <a:gd name="connsiteX46" fmla="*/ 104464 w 216721"/>
                <a:gd name="connsiteY46" fmla="*/ 61619 h 205969"/>
                <a:gd name="connsiteX47" fmla="*/ 90494 w 216721"/>
                <a:gd name="connsiteY47" fmla="*/ 78129 h 205969"/>
                <a:gd name="connsiteX48" fmla="*/ 73984 w 216721"/>
                <a:gd name="connsiteY48" fmla="*/ 80669 h 205969"/>
                <a:gd name="connsiteX49" fmla="*/ 71444 w 216721"/>
                <a:gd name="connsiteY49" fmla="*/ 62889 h 205969"/>
                <a:gd name="connsiteX50" fmla="*/ 87954 w 216721"/>
                <a:gd name="connsiteY50" fmla="*/ 41299 h 205969"/>
                <a:gd name="connsiteX51" fmla="*/ 87954 w 216721"/>
                <a:gd name="connsiteY51" fmla="*/ 40029 h 205969"/>
                <a:gd name="connsiteX52" fmla="*/ 87954 w 216721"/>
                <a:gd name="connsiteY52" fmla="*/ 40029 h 205969"/>
                <a:gd name="connsiteX53" fmla="*/ 94304 w 216721"/>
                <a:gd name="connsiteY53" fmla="*/ 29869 h 205969"/>
                <a:gd name="connsiteX54" fmla="*/ 118434 w 216721"/>
                <a:gd name="connsiteY54" fmla="*/ 22249 h 205969"/>
                <a:gd name="connsiteX55" fmla="*/ 176854 w 216721"/>
                <a:gd name="connsiteY55" fmla="*/ 46379 h 205969"/>
                <a:gd name="connsiteX56" fmla="*/ 189554 w 216721"/>
                <a:gd name="connsiteY56" fmla="*/ 116229 h 205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</a:cxnLst>
              <a:rect l="l" t="t" r="r" b="b"/>
              <a:pathLst>
                <a:path w="216721" h="205969">
                  <a:moveTo>
                    <a:pt x="77794" y="18439"/>
                  </a:moveTo>
                  <a:cubicBezTo>
                    <a:pt x="87954" y="1929"/>
                    <a:pt x="109544" y="-4421"/>
                    <a:pt x="127324" y="3199"/>
                  </a:cubicBezTo>
                  <a:lnTo>
                    <a:pt x="185744" y="27329"/>
                  </a:lnTo>
                  <a:cubicBezTo>
                    <a:pt x="192094" y="29869"/>
                    <a:pt x="197174" y="36219"/>
                    <a:pt x="198444" y="42569"/>
                  </a:cubicBezTo>
                  <a:lnTo>
                    <a:pt x="216224" y="146709"/>
                  </a:lnTo>
                  <a:cubicBezTo>
                    <a:pt x="217494" y="153059"/>
                    <a:pt x="216224" y="160679"/>
                    <a:pt x="213684" y="167029"/>
                  </a:cubicBezTo>
                  <a:lnTo>
                    <a:pt x="213684" y="168299"/>
                  </a:lnTo>
                  <a:cubicBezTo>
                    <a:pt x="206064" y="182269"/>
                    <a:pt x="189554" y="188619"/>
                    <a:pt x="175584" y="183539"/>
                  </a:cubicBezTo>
                  <a:lnTo>
                    <a:pt x="174314" y="184809"/>
                  </a:lnTo>
                  <a:cubicBezTo>
                    <a:pt x="160344" y="202589"/>
                    <a:pt x="134944" y="203859"/>
                    <a:pt x="117164" y="189889"/>
                  </a:cubicBezTo>
                  <a:lnTo>
                    <a:pt x="113354" y="193699"/>
                  </a:lnTo>
                  <a:cubicBezTo>
                    <a:pt x="98114" y="208939"/>
                    <a:pt x="73984" y="210209"/>
                    <a:pt x="57474" y="196239"/>
                  </a:cubicBezTo>
                  <a:lnTo>
                    <a:pt x="6674" y="153059"/>
                  </a:lnTo>
                  <a:cubicBezTo>
                    <a:pt x="1594" y="147979"/>
                    <a:pt x="-946" y="140359"/>
                    <a:pt x="324" y="134009"/>
                  </a:cubicBezTo>
                  <a:lnTo>
                    <a:pt x="18104" y="45109"/>
                  </a:lnTo>
                  <a:cubicBezTo>
                    <a:pt x="19374" y="36219"/>
                    <a:pt x="26994" y="29869"/>
                    <a:pt x="35884" y="28599"/>
                  </a:cubicBezTo>
                  <a:lnTo>
                    <a:pt x="73984" y="24789"/>
                  </a:lnTo>
                  <a:lnTo>
                    <a:pt x="77794" y="18439"/>
                  </a:lnTo>
                  <a:close/>
                  <a:moveTo>
                    <a:pt x="113354" y="132739"/>
                  </a:moveTo>
                  <a:lnTo>
                    <a:pt x="156534" y="172109"/>
                  </a:lnTo>
                  <a:cubicBezTo>
                    <a:pt x="148914" y="179729"/>
                    <a:pt x="137484" y="180999"/>
                    <a:pt x="128594" y="174649"/>
                  </a:cubicBezTo>
                  <a:lnTo>
                    <a:pt x="120974" y="168299"/>
                  </a:lnTo>
                  <a:lnTo>
                    <a:pt x="85414" y="137819"/>
                  </a:lnTo>
                  <a:cubicBezTo>
                    <a:pt x="81604" y="134009"/>
                    <a:pt x="75254" y="135279"/>
                    <a:pt x="71444" y="139089"/>
                  </a:cubicBezTo>
                  <a:cubicBezTo>
                    <a:pt x="67634" y="142899"/>
                    <a:pt x="68904" y="149249"/>
                    <a:pt x="72714" y="153059"/>
                  </a:cubicBezTo>
                  <a:lnTo>
                    <a:pt x="99384" y="175919"/>
                  </a:lnTo>
                  <a:lnTo>
                    <a:pt x="96844" y="178459"/>
                  </a:lnTo>
                  <a:cubicBezTo>
                    <a:pt x="89224" y="186079"/>
                    <a:pt x="77794" y="186079"/>
                    <a:pt x="68904" y="179729"/>
                  </a:cubicBezTo>
                  <a:lnTo>
                    <a:pt x="18104" y="136549"/>
                  </a:lnTo>
                  <a:lnTo>
                    <a:pt x="35884" y="47649"/>
                  </a:lnTo>
                  <a:lnTo>
                    <a:pt x="56204" y="45109"/>
                  </a:lnTo>
                  <a:lnTo>
                    <a:pt x="53664" y="48919"/>
                  </a:lnTo>
                  <a:cubicBezTo>
                    <a:pt x="42234" y="64159"/>
                    <a:pt x="46044" y="84479"/>
                    <a:pt x="61284" y="94639"/>
                  </a:cubicBezTo>
                  <a:cubicBezTo>
                    <a:pt x="75254" y="104799"/>
                    <a:pt x="94304" y="102259"/>
                    <a:pt x="104464" y="89559"/>
                  </a:cubicBezTo>
                  <a:lnTo>
                    <a:pt x="114624" y="78129"/>
                  </a:lnTo>
                  <a:lnTo>
                    <a:pt x="193364" y="147979"/>
                  </a:lnTo>
                  <a:cubicBezTo>
                    <a:pt x="193364" y="147979"/>
                    <a:pt x="193364" y="147979"/>
                    <a:pt x="193364" y="147979"/>
                  </a:cubicBezTo>
                  <a:lnTo>
                    <a:pt x="193364" y="150519"/>
                  </a:lnTo>
                  <a:cubicBezTo>
                    <a:pt x="193364" y="153059"/>
                    <a:pt x="193364" y="155599"/>
                    <a:pt x="192094" y="158139"/>
                  </a:cubicBezTo>
                  <a:lnTo>
                    <a:pt x="192094" y="159409"/>
                  </a:lnTo>
                  <a:cubicBezTo>
                    <a:pt x="189554" y="165759"/>
                    <a:pt x="181934" y="167029"/>
                    <a:pt x="175584" y="163219"/>
                  </a:cubicBezTo>
                  <a:lnTo>
                    <a:pt x="124784" y="117499"/>
                  </a:lnTo>
                  <a:cubicBezTo>
                    <a:pt x="120974" y="113689"/>
                    <a:pt x="114624" y="113689"/>
                    <a:pt x="110814" y="118769"/>
                  </a:cubicBezTo>
                  <a:cubicBezTo>
                    <a:pt x="108274" y="122579"/>
                    <a:pt x="109544" y="128929"/>
                    <a:pt x="113354" y="132739"/>
                  </a:cubicBezTo>
                  <a:close/>
                  <a:moveTo>
                    <a:pt x="189554" y="116229"/>
                  </a:moveTo>
                  <a:lnTo>
                    <a:pt x="126054" y="60349"/>
                  </a:lnTo>
                  <a:cubicBezTo>
                    <a:pt x="119704" y="55269"/>
                    <a:pt x="109544" y="55269"/>
                    <a:pt x="104464" y="61619"/>
                  </a:cubicBezTo>
                  <a:lnTo>
                    <a:pt x="90494" y="78129"/>
                  </a:lnTo>
                  <a:cubicBezTo>
                    <a:pt x="86684" y="83209"/>
                    <a:pt x="79064" y="84479"/>
                    <a:pt x="73984" y="80669"/>
                  </a:cubicBezTo>
                  <a:cubicBezTo>
                    <a:pt x="68904" y="76859"/>
                    <a:pt x="67634" y="69239"/>
                    <a:pt x="71444" y="62889"/>
                  </a:cubicBezTo>
                  <a:lnTo>
                    <a:pt x="87954" y="41299"/>
                  </a:lnTo>
                  <a:cubicBezTo>
                    <a:pt x="87954" y="41299"/>
                    <a:pt x="87954" y="41299"/>
                    <a:pt x="87954" y="40029"/>
                  </a:cubicBezTo>
                  <a:cubicBezTo>
                    <a:pt x="87954" y="40029"/>
                    <a:pt x="87954" y="40029"/>
                    <a:pt x="87954" y="40029"/>
                  </a:cubicBezTo>
                  <a:lnTo>
                    <a:pt x="94304" y="29869"/>
                  </a:lnTo>
                  <a:cubicBezTo>
                    <a:pt x="99384" y="22249"/>
                    <a:pt x="109544" y="18439"/>
                    <a:pt x="118434" y="22249"/>
                  </a:cubicBezTo>
                  <a:lnTo>
                    <a:pt x="176854" y="46379"/>
                  </a:lnTo>
                  <a:lnTo>
                    <a:pt x="189554" y="116229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45" name="Полилиния: фигура 51">
              <a:extLst>
                <a:ext uri="{FF2B5EF4-FFF2-40B4-BE49-F238E27FC236}">
                  <a16:creationId xmlns:a16="http://schemas.microsoft.com/office/drawing/2014/main" id="{925FDC5E-2A6A-5A5E-2FFB-790EB1B9A74D}"/>
                </a:ext>
              </a:extLst>
            </p:cNvPr>
            <p:cNvSpPr/>
            <p:nvPr/>
          </p:nvSpPr>
          <p:spPr>
            <a:xfrm>
              <a:off x="1786643" y="1175773"/>
              <a:ext cx="39862" cy="126222"/>
            </a:xfrm>
            <a:custGeom>
              <a:avLst/>
              <a:gdLst>
                <a:gd name="connsiteX0" fmla="*/ 39616 w 39862"/>
                <a:gd name="connsiteY0" fmla="*/ 11676 h 126222"/>
                <a:gd name="connsiteX1" fmla="*/ 31996 w 39862"/>
                <a:gd name="connsiteY1" fmla="*/ 246 h 126222"/>
                <a:gd name="connsiteX2" fmla="*/ 20566 w 39862"/>
                <a:gd name="connsiteY2" fmla="*/ 7866 h 126222"/>
                <a:gd name="connsiteX3" fmla="*/ 246 w 39862"/>
                <a:gd name="connsiteY3" fmla="*/ 114546 h 126222"/>
                <a:gd name="connsiteX4" fmla="*/ 7866 w 39862"/>
                <a:gd name="connsiteY4" fmla="*/ 125976 h 126222"/>
                <a:gd name="connsiteX5" fmla="*/ 19296 w 39862"/>
                <a:gd name="connsiteY5" fmla="*/ 118356 h 126222"/>
                <a:gd name="connsiteX6" fmla="*/ 39616 w 39862"/>
                <a:gd name="connsiteY6" fmla="*/ 11676 h 126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862" h="126222">
                  <a:moveTo>
                    <a:pt x="39616" y="11676"/>
                  </a:moveTo>
                  <a:cubicBezTo>
                    <a:pt x="40886" y="6596"/>
                    <a:pt x="37076" y="246"/>
                    <a:pt x="31996" y="246"/>
                  </a:cubicBezTo>
                  <a:cubicBezTo>
                    <a:pt x="26916" y="-1024"/>
                    <a:pt x="20566" y="2786"/>
                    <a:pt x="20566" y="7866"/>
                  </a:cubicBezTo>
                  <a:lnTo>
                    <a:pt x="246" y="114546"/>
                  </a:lnTo>
                  <a:cubicBezTo>
                    <a:pt x="-1024" y="119626"/>
                    <a:pt x="2786" y="125976"/>
                    <a:pt x="7866" y="125976"/>
                  </a:cubicBezTo>
                  <a:cubicBezTo>
                    <a:pt x="12946" y="127246"/>
                    <a:pt x="19296" y="123436"/>
                    <a:pt x="19296" y="118356"/>
                  </a:cubicBezTo>
                  <a:lnTo>
                    <a:pt x="39616" y="11676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46" name="Полилиния: фигура 52">
              <a:extLst>
                <a:ext uri="{FF2B5EF4-FFF2-40B4-BE49-F238E27FC236}">
                  <a16:creationId xmlns:a16="http://schemas.microsoft.com/office/drawing/2014/main" id="{55784515-3CAF-2CE5-EF31-43BD58824254}"/>
                </a:ext>
              </a:extLst>
            </p:cNvPr>
            <p:cNvSpPr/>
            <p:nvPr/>
          </p:nvSpPr>
          <p:spPr>
            <a:xfrm>
              <a:off x="2034293" y="1175773"/>
              <a:ext cx="39862" cy="126222"/>
            </a:xfrm>
            <a:custGeom>
              <a:avLst/>
              <a:gdLst>
                <a:gd name="connsiteX0" fmla="*/ 246 w 39862"/>
                <a:gd name="connsiteY0" fmla="*/ 11676 h 126222"/>
                <a:gd name="connsiteX1" fmla="*/ 7866 w 39862"/>
                <a:gd name="connsiteY1" fmla="*/ 246 h 126222"/>
                <a:gd name="connsiteX2" fmla="*/ 19296 w 39862"/>
                <a:gd name="connsiteY2" fmla="*/ 7866 h 126222"/>
                <a:gd name="connsiteX3" fmla="*/ 39616 w 39862"/>
                <a:gd name="connsiteY3" fmla="*/ 114546 h 126222"/>
                <a:gd name="connsiteX4" fmla="*/ 31996 w 39862"/>
                <a:gd name="connsiteY4" fmla="*/ 125976 h 126222"/>
                <a:gd name="connsiteX5" fmla="*/ 20566 w 39862"/>
                <a:gd name="connsiteY5" fmla="*/ 118356 h 126222"/>
                <a:gd name="connsiteX6" fmla="*/ 246 w 39862"/>
                <a:gd name="connsiteY6" fmla="*/ 11676 h 1262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9862" h="126222">
                  <a:moveTo>
                    <a:pt x="246" y="11676"/>
                  </a:moveTo>
                  <a:cubicBezTo>
                    <a:pt x="-1024" y="6596"/>
                    <a:pt x="2786" y="246"/>
                    <a:pt x="7866" y="246"/>
                  </a:cubicBezTo>
                  <a:cubicBezTo>
                    <a:pt x="12946" y="-1024"/>
                    <a:pt x="19296" y="2786"/>
                    <a:pt x="19296" y="7866"/>
                  </a:cubicBezTo>
                  <a:lnTo>
                    <a:pt x="39616" y="114546"/>
                  </a:lnTo>
                  <a:cubicBezTo>
                    <a:pt x="40886" y="119626"/>
                    <a:pt x="37076" y="125976"/>
                    <a:pt x="31996" y="125976"/>
                  </a:cubicBezTo>
                  <a:cubicBezTo>
                    <a:pt x="26916" y="127246"/>
                    <a:pt x="20566" y="123436"/>
                    <a:pt x="20566" y="118356"/>
                  </a:cubicBezTo>
                  <a:lnTo>
                    <a:pt x="246" y="11676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747" name="Полилиния: фигура 55">
            <a:extLst>
              <a:ext uri="{FF2B5EF4-FFF2-40B4-BE49-F238E27FC236}">
                <a16:creationId xmlns:a16="http://schemas.microsoft.com/office/drawing/2014/main" id="{5BF6A38F-4C95-2496-5A20-0E39DF330187}"/>
              </a:ext>
            </a:extLst>
          </p:cNvPr>
          <p:cNvSpPr/>
          <p:nvPr/>
        </p:nvSpPr>
        <p:spPr>
          <a:xfrm>
            <a:off x="2200001" y="2646634"/>
            <a:ext cx="264160" cy="193040"/>
          </a:xfrm>
          <a:custGeom>
            <a:avLst/>
            <a:gdLst>
              <a:gd name="connsiteX0" fmla="*/ 30480 w 264160"/>
              <a:gd name="connsiteY0" fmla="*/ 0 h 193040"/>
              <a:gd name="connsiteX1" fmla="*/ 0 w 264160"/>
              <a:gd name="connsiteY1" fmla="*/ 30480 h 193040"/>
              <a:gd name="connsiteX2" fmla="*/ 0 w 264160"/>
              <a:gd name="connsiteY2" fmla="*/ 162560 h 193040"/>
              <a:gd name="connsiteX3" fmla="*/ 30480 w 264160"/>
              <a:gd name="connsiteY3" fmla="*/ 193040 h 193040"/>
              <a:gd name="connsiteX4" fmla="*/ 233680 w 264160"/>
              <a:gd name="connsiteY4" fmla="*/ 193040 h 193040"/>
              <a:gd name="connsiteX5" fmla="*/ 264160 w 264160"/>
              <a:gd name="connsiteY5" fmla="*/ 162560 h 193040"/>
              <a:gd name="connsiteX6" fmla="*/ 264160 w 264160"/>
              <a:gd name="connsiteY6" fmla="*/ 30480 h 193040"/>
              <a:gd name="connsiteX7" fmla="*/ 233680 w 264160"/>
              <a:gd name="connsiteY7" fmla="*/ 0 h 193040"/>
              <a:gd name="connsiteX8" fmla="*/ 30480 w 264160"/>
              <a:gd name="connsiteY8" fmla="*/ 0 h 193040"/>
              <a:gd name="connsiteX9" fmla="*/ 20320 w 264160"/>
              <a:gd name="connsiteY9" fmla="*/ 30480 h 193040"/>
              <a:gd name="connsiteX10" fmla="*/ 30480 w 264160"/>
              <a:gd name="connsiteY10" fmla="*/ 20320 h 193040"/>
              <a:gd name="connsiteX11" fmla="*/ 233680 w 264160"/>
              <a:gd name="connsiteY11" fmla="*/ 20320 h 193040"/>
              <a:gd name="connsiteX12" fmla="*/ 243840 w 264160"/>
              <a:gd name="connsiteY12" fmla="*/ 30480 h 193040"/>
              <a:gd name="connsiteX13" fmla="*/ 243840 w 264160"/>
              <a:gd name="connsiteY13" fmla="*/ 162560 h 193040"/>
              <a:gd name="connsiteX14" fmla="*/ 233680 w 264160"/>
              <a:gd name="connsiteY14" fmla="*/ 172720 h 193040"/>
              <a:gd name="connsiteX15" fmla="*/ 30480 w 264160"/>
              <a:gd name="connsiteY15" fmla="*/ 172720 h 193040"/>
              <a:gd name="connsiteX16" fmla="*/ 20320 w 264160"/>
              <a:gd name="connsiteY16" fmla="*/ 162560 h 193040"/>
              <a:gd name="connsiteX17" fmla="*/ 20320 w 264160"/>
              <a:gd name="connsiteY17" fmla="*/ 30480 h 193040"/>
              <a:gd name="connsiteX18" fmla="*/ 111760 w 264160"/>
              <a:gd name="connsiteY18" fmla="*/ 91440 h 193040"/>
              <a:gd name="connsiteX19" fmla="*/ 111760 w 264160"/>
              <a:gd name="connsiteY19" fmla="*/ 152400 h 193040"/>
              <a:gd name="connsiteX20" fmla="*/ 132080 w 264160"/>
              <a:gd name="connsiteY20" fmla="*/ 152400 h 193040"/>
              <a:gd name="connsiteX21" fmla="*/ 132080 w 264160"/>
              <a:gd name="connsiteY21" fmla="*/ 91440 h 193040"/>
              <a:gd name="connsiteX22" fmla="*/ 111760 w 264160"/>
              <a:gd name="connsiteY22" fmla="*/ 91440 h 193040"/>
              <a:gd name="connsiteX23" fmla="*/ 152400 w 264160"/>
              <a:gd name="connsiteY23" fmla="*/ 151130 h 193040"/>
              <a:gd name="connsiteX24" fmla="*/ 152400 w 264160"/>
              <a:gd name="connsiteY24" fmla="*/ 100330 h 193040"/>
              <a:gd name="connsiteX25" fmla="*/ 172720 w 264160"/>
              <a:gd name="connsiteY25" fmla="*/ 100330 h 193040"/>
              <a:gd name="connsiteX26" fmla="*/ 172720 w 264160"/>
              <a:gd name="connsiteY26" fmla="*/ 151130 h 193040"/>
              <a:gd name="connsiteX27" fmla="*/ 152400 w 264160"/>
              <a:gd name="connsiteY27" fmla="*/ 151130 h 193040"/>
              <a:gd name="connsiteX28" fmla="*/ 193040 w 264160"/>
              <a:gd name="connsiteY28" fmla="*/ 71120 h 193040"/>
              <a:gd name="connsiteX29" fmla="*/ 193040 w 264160"/>
              <a:gd name="connsiteY29" fmla="*/ 152400 h 193040"/>
              <a:gd name="connsiteX30" fmla="*/ 213360 w 264160"/>
              <a:gd name="connsiteY30" fmla="*/ 152400 h 193040"/>
              <a:gd name="connsiteX31" fmla="*/ 213360 w 264160"/>
              <a:gd name="connsiteY31" fmla="*/ 71120 h 193040"/>
              <a:gd name="connsiteX32" fmla="*/ 193040 w 264160"/>
              <a:gd name="connsiteY32" fmla="*/ 7112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64160" h="193040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162560"/>
                </a:lnTo>
                <a:cubicBezTo>
                  <a:pt x="0" y="179070"/>
                  <a:pt x="13970" y="193040"/>
                  <a:pt x="30480" y="193040"/>
                </a:cubicBezTo>
                <a:lnTo>
                  <a:pt x="233680" y="193040"/>
                </a:lnTo>
                <a:cubicBezTo>
                  <a:pt x="250190" y="193040"/>
                  <a:pt x="264160" y="179070"/>
                  <a:pt x="264160" y="162560"/>
                </a:cubicBezTo>
                <a:lnTo>
                  <a:pt x="264160" y="30480"/>
                </a:lnTo>
                <a:cubicBezTo>
                  <a:pt x="264160" y="13970"/>
                  <a:pt x="250190" y="0"/>
                  <a:pt x="23368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233680" y="20320"/>
                </a:lnTo>
                <a:cubicBezTo>
                  <a:pt x="238760" y="20320"/>
                  <a:pt x="243840" y="25400"/>
                  <a:pt x="243840" y="30480"/>
                </a:cubicBezTo>
                <a:lnTo>
                  <a:pt x="243840" y="162560"/>
                </a:lnTo>
                <a:cubicBezTo>
                  <a:pt x="243840" y="167640"/>
                  <a:pt x="238760" y="172720"/>
                  <a:pt x="233680" y="172720"/>
                </a:cubicBezTo>
                <a:lnTo>
                  <a:pt x="30480" y="172720"/>
                </a:lnTo>
                <a:cubicBezTo>
                  <a:pt x="25400" y="172720"/>
                  <a:pt x="20320" y="167640"/>
                  <a:pt x="20320" y="162560"/>
                </a:cubicBezTo>
                <a:lnTo>
                  <a:pt x="20320" y="30480"/>
                </a:lnTo>
                <a:close/>
                <a:moveTo>
                  <a:pt x="111760" y="91440"/>
                </a:moveTo>
                <a:lnTo>
                  <a:pt x="111760" y="152400"/>
                </a:lnTo>
                <a:lnTo>
                  <a:pt x="132080" y="152400"/>
                </a:lnTo>
                <a:lnTo>
                  <a:pt x="132080" y="91440"/>
                </a:lnTo>
                <a:lnTo>
                  <a:pt x="111760" y="91440"/>
                </a:lnTo>
                <a:close/>
                <a:moveTo>
                  <a:pt x="152400" y="151130"/>
                </a:moveTo>
                <a:lnTo>
                  <a:pt x="152400" y="100330"/>
                </a:lnTo>
                <a:lnTo>
                  <a:pt x="172720" y="100330"/>
                </a:lnTo>
                <a:lnTo>
                  <a:pt x="172720" y="151130"/>
                </a:lnTo>
                <a:lnTo>
                  <a:pt x="152400" y="151130"/>
                </a:lnTo>
                <a:close/>
                <a:moveTo>
                  <a:pt x="193040" y="71120"/>
                </a:moveTo>
                <a:lnTo>
                  <a:pt x="193040" y="152400"/>
                </a:lnTo>
                <a:lnTo>
                  <a:pt x="213360" y="152400"/>
                </a:lnTo>
                <a:lnTo>
                  <a:pt x="213360" y="71120"/>
                </a:lnTo>
                <a:lnTo>
                  <a:pt x="193040" y="711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48" name="Полилиния: фигура 58">
            <a:extLst>
              <a:ext uri="{FF2B5EF4-FFF2-40B4-BE49-F238E27FC236}">
                <a16:creationId xmlns:a16="http://schemas.microsoft.com/office/drawing/2014/main" id="{59C787E5-0AC9-C5D0-B730-7E2D0404AD1A}"/>
              </a:ext>
            </a:extLst>
          </p:cNvPr>
          <p:cNvSpPr/>
          <p:nvPr/>
        </p:nvSpPr>
        <p:spPr>
          <a:xfrm>
            <a:off x="3337921" y="2611075"/>
            <a:ext cx="223520" cy="264159"/>
          </a:xfrm>
          <a:custGeom>
            <a:avLst/>
            <a:gdLst>
              <a:gd name="connsiteX0" fmla="*/ 30480 w 223520"/>
              <a:gd name="connsiteY0" fmla="*/ 20320 h 264159"/>
              <a:gd name="connsiteX1" fmla="*/ 20320 w 223520"/>
              <a:gd name="connsiteY1" fmla="*/ 30480 h 264159"/>
              <a:gd name="connsiteX2" fmla="*/ 20320 w 223520"/>
              <a:gd name="connsiteY2" fmla="*/ 233680 h 264159"/>
              <a:gd name="connsiteX3" fmla="*/ 30480 w 223520"/>
              <a:gd name="connsiteY3" fmla="*/ 243840 h 264159"/>
              <a:gd name="connsiteX4" fmla="*/ 193040 w 223520"/>
              <a:gd name="connsiteY4" fmla="*/ 243840 h 264159"/>
              <a:gd name="connsiteX5" fmla="*/ 203200 w 223520"/>
              <a:gd name="connsiteY5" fmla="*/ 233680 h 264159"/>
              <a:gd name="connsiteX6" fmla="*/ 203200 w 223520"/>
              <a:gd name="connsiteY6" fmla="*/ 91440 h 264159"/>
              <a:gd name="connsiteX7" fmla="*/ 143510 w 223520"/>
              <a:gd name="connsiteY7" fmla="*/ 91440 h 264159"/>
              <a:gd name="connsiteX8" fmla="*/ 132080 w 223520"/>
              <a:gd name="connsiteY8" fmla="*/ 80010 h 264159"/>
              <a:gd name="connsiteX9" fmla="*/ 132080 w 223520"/>
              <a:gd name="connsiteY9" fmla="*/ 20320 h 264159"/>
              <a:gd name="connsiteX10" fmla="*/ 30480 w 223520"/>
              <a:gd name="connsiteY10" fmla="*/ 20320 h 264159"/>
              <a:gd name="connsiteX11" fmla="*/ 152400 w 223520"/>
              <a:gd name="connsiteY11" fmla="*/ 71120 h 264159"/>
              <a:gd name="connsiteX12" fmla="*/ 199390 w 223520"/>
              <a:gd name="connsiteY12" fmla="*/ 71120 h 264159"/>
              <a:gd name="connsiteX13" fmla="*/ 152400 w 223520"/>
              <a:gd name="connsiteY13" fmla="*/ 24130 h 264159"/>
              <a:gd name="connsiteX14" fmla="*/ 152400 w 223520"/>
              <a:gd name="connsiteY14" fmla="*/ 71120 h 264159"/>
              <a:gd name="connsiteX15" fmla="*/ 223520 w 223520"/>
              <a:gd name="connsiteY15" fmla="*/ 232410 h 264159"/>
              <a:gd name="connsiteX16" fmla="*/ 223520 w 223520"/>
              <a:gd name="connsiteY16" fmla="*/ 80010 h 264159"/>
              <a:gd name="connsiteX17" fmla="*/ 223520 w 223520"/>
              <a:gd name="connsiteY17" fmla="*/ 71120 h 264159"/>
              <a:gd name="connsiteX18" fmla="*/ 219710 w 223520"/>
              <a:gd name="connsiteY18" fmla="*/ 63500 h 264159"/>
              <a:gd name="connsiteX19" fmla="*/ 160020 w 223520"/>
              <a:gd name="connsiteY19" fmla="*/ 3810 h 264159"/>
              <a:gd name="connsiteX20" fmla="*/ 152400 w 223520"/>
              <a:gd name="connsiteY20" fmla="*/ 0 h 264159"/>
              <a:gd name="connsiteX21" fmla="*/ 142240 w 223520"/>
              <a:gd name="connsiteY21" fmla="*/ 0 h 264159"/>
              <a:gd name="connsiteX22" fmla="*/ 30480 w 223520"/>
              <a:gd name="connsiteY22" fmla="*/ 0 h 264159"/>
              <a:gd name="connsiteX23" fmla="*/ 0 w 223520"/>
              <a:gd name="connsiteY23" fmla="*/ 30480 h 264159"/>
              <a:gd name="connsiteX24" fmla="*/ 0 w 223520"/>
              <a:gd name="connsiteY24" fmla="*/ 233680 h 264159"/>
              <a:gd name="connsiteX25" fmla="*/ 30480 w 223520"/>
              <a:gd name="connsiteY25" fmla="*/ 264160 h 264159"/>
              <a:gd name="connsiteX26" fmla="*/ 193040 w 223520"/>
              <a:gd name="connsiteY26" fmla="*/ 264160 h 264159"/>
              <a:gd name="connsiteX27" fmla="*/ 223520 w 223520"/>
              <a:gd name="connsiteY27" fmla="*/ 232410 h 264159"/>
              <a:gd name="connsiteX28" fmla="*/ 96520 w 223520"/>
              <a:gd name="connsiteY28" fmla="*/ 162560 h 264159"/>
              <a:gd name="connsiteX29" fmla="*/ 90170 w 223520"/>
              <a:gd name="connsiteY29" fmla="*/ 184150 h 264159"/>
              <a:gd name="connsiteX30" fmla="*/ 96520 w 223520"/>
              <a:gd name="connsiteY30" fmla="*/ 205740 h 264159"/>
              <a:gd name="connsiteX31" fmla="*/ 114300 w 223520"/>
              <a:gd name="connsiteY31" fmla="*/ 212090 h 264159"/>
              <a:gd name="connsiteX32" fmla="*/ 124460 w 223520"/>
              <a:gd name="connsiteY32" fmla="*/ 210820 h 264159"/>
              <a:gd name="connsiteX33" fmla="*/ 132080 w 223520"/>
              <a:gd name="connsiteY33" fmla="*/ 205740 h 264159"/>
              <a:gd name="connsiteX34" fmla="*/ 137160 w 223520"/>
              <a:gd name="connsiteY34" fmla="*/ 196850 h 264159"/>
              <a:gd name="connsiteX35" fmla="*/ 138430 w 223520"/>
              <a:gd name="connsiteY35" fmla="*/ 184150 h 264159"/>
              <a:gd name="connsiteX36" fmla="*/ 137160 w 223520"/>
              <a:gd name="connsiteY36" fmla="*/ 171450 h 264159"/>
              <a:gd name="connsiteX37" fmla="*/ 133350 w 223520"/>
              <a:gd name="connsiteY37" fmla="*/ 162560 h 264159"/>
              <a:gd name="connsiteX38" fmla="*/ 125730 w 223520"/>
              <a:gd name="connsiteY38" fmla="*/ 157480 h 264159"/>
              <a:gd name="connsiteX39" fmla="*/ 114300 w 223520"/>
              <a:gd name="connsiteY39" fmla="*/ 156210 h 264159"/>
              <a:gd name="connsiteX40" fmla="*/ 96520 w 223520"/>
              <a:gd name="connsiteY40" fmla="*/ 162560 h 264159"/>
              <a:gd name="connsiteX41" fmla="*/ 105410 w 223520"/>
              <a:gd name="connsiteY41" fmla="*/ 193040 h 264159"/>
              <a:gd name="connsiteX42" fmla="*/ 105410 w 223520"/>
              <a:gd name="connsiteY42" fmla="*/ 184150 h 264159"/>
              <a:gd name="connsiteX43" fmla="*/ 105410 w 223520"/>
              <a:gd name="connsiteY43" fmla="*/ 176530 h 264159"/>
              <a:gd name="connsiteX44" fmla="*/ 106680 w 223520"/>
              <a:gd name="connsiteY44" fmla="*/ 171450 h 264159"/>
              <a:gd name="connsiteX45" fmla="*/ 109220 w 223520"/>
              <a:gd name="connsiteY45" fmla="*/ 168910 h 264159"/>
              <a:gd name="connsiteX46" fmla="*/ 114300 w 223520"/>
              <a:gd name="connsiteY46" fmla="*/ 167640 h 264159"/>
              <a:gd name="connsiteX47" fmla="*/ 119380 w 223520"/>
              <a:gd name="connsiteY47" fmla="*/ 168910 h 264159"/>
              <a:gd name="connsiteX48" fmla="*/ 123190 w 223520"/>
              <a:gd name="connsiteY48" fmla="*/ 171450 h 264159"/>
              <a:gd name="connsiteX49" fmla="*/ 125730 w 223520"/>
              <a:gd name="connsiteY49" fmla="*/ 176530 h 264159"/>
              <a:gd name="connsiteX50" fmla="*/ 127000 w 223520"/>
              <a:gd name="connsiteY50" fmla="*/ 185420 h 264159"/>
              <a:gd name="connsiteX51" fmla="*/ 127000 w 223520"/>
              <a:gd name="connsiteY51" fmla="*/ 194310 h 264159"/>
              <a:gd name="connsiteX52" fmla="*/ 124460 w 223520"/>
              <a:gd name="connsiteY52" fmla="*/ 199390 h 264159"/>
              <a:gd name="connsiteX53" fmla="*/ 121920 w 223520"/>
              <a:gd name="connsiteY53" fmla="*/ 201930 h 264159"/>
              <a:gd name="connsiteX54" fmla="*/ 118110 w 223520"/>
              <a:gd name="connsiteY54" fmla="*/ 203200 h 264159"/>
              <a:gd name="connsiteX55" fmla="*/ 113030 w 223520"/>
              <a:gd name="connsiteY55" fmla="*/ 201930 h 264159"/>
              <a:gd name="connsiteX56" fmla="*/ 109220 w 223520"/>
              <a:gd name="connsiteY56" fmla="*/ 199390 h 264159"/>
              <a:gd name="connsiteX57" fmla="*/ 105410 w 223520"/>
              <a:gd name="connsiteY57" fmla="*/ 193040 h 264159"/>
              <a:gd name="connsiteX58" fmla="*/ 44450 w 223520"/>
              <a:gd name="connsiteY58" fmla="*/ 156210 h 264159"/>
              <a:gd name="connsiteX59" fmla="*/ 39370 w 223520"/>
              <a:gd name="connsiteY59" fmla="*/ 156210 h 264159"/>
              <a:gd name="connsiteX60" fmla="*/ 39370 w 223520"/>
              <a:gd name="connsiteY60" fmla="*/ 210820 h 264159"/>
              <a:gd name="connsiteX61" fmla="*/ 48260 w 223520"/>
              <a:gd name="connsiteY61" fmla="*/ 210820 h 264159"/>
              <a:gd name="connsiteX62" fmla="*/ 57150 w 223520"/>
              <a:gd name="connsiteY62" fmla="*/ 210820 h 264159"/>
              <a:gd name="connsiteX63" fmla="*/ 78740 w 223520"/>
              <a:gd name="connsiteY63" fmla="*/ 203200 h 264159"/>
              <a:gd name="connsiteX64" fmla="*/ 85090 w 223520"/>
              <a:gd name="connsiteY64" fmla="*/ 181610 h 264159"/>
              <a:gd name="connsiteX65" fmla="*/ 83820 w 223520"/>
              <a:gd name="connsiteY65" fmla="*/ 170180 h 264159"/>
              <a:gd name="connsiteX66" fmla="*/ 80010 w 223520"/>
              <a:gd name="connsiteY66" fmla="*/ 161290 h 264159"/>
              <a:gd name="connsiteX67" fmla="*/ 71120 w 223520"/>
              <a:gd name="connsiteY67" fmla="*/ 156210 h 264159"/>
              <a:gd name="connsiteX68" fmla="*/ 58420 w 223520"/>
              <a:gd name="connsiteY68" fmla="*/ 154940 h 264159"/>
              <a:gd name="connsiteX69" fmla="*/ 53340 w 223520"/>
              <a:gd name="connsiteY69" fmla="*/ 154940 h 264159"/>
              <a:gd name="connsiteX70" fmla="*/ 48260 w 223520"/>
              <a:gd name="connsiteY70" fmla="*/ 154940 h 264159"/>
              <a:gd name="connsiteX71" fmla="*/ 44450 w 223520"/>
              <a:gd name="connsiteY71" fmla="*/ 156210 h 264159"/>
              <a:gd name="connsiteX72" fmla="*/ 55880 w 223520"/>
              <a:gd name="connsiteY72" fmla="*/ 200660 h 264159"/>
              <a:gd name="connsiteX73" fmla="*/ 53340 w 223520"/>
              <a:gd name="connsiteY73" fmla="*/ 200660 h 264159"/>
              <a:gd name="connsiteX74" fmla="*/ 53340 w 223520"/>
              <a:gd name="connsiteY74" fmla="*/ 167640 h 264159"/>
              <a:gd name="connsiteX75" fmla="*/ 55880 w 223520"/>
              <a:gd name="connsiteY75" fmla="*/ 167640 h 264159"/>
              <a:gd name="connsiteX76" fmla="*/ 58420 w 223520"/>
              <a:gd name="connsiteY76" fmla="*/ 167640 h 264159"/>
              <a:gd name="connsiteX77" fmla="*/ 68580 w 223520"/>
              <a:gd name="connsiteY77" fmla="*/ 171450 h 264159"/>
              <a:gd name="connsiteX78" fmla="*/ 71120 w 223520"/>
              <a:gd name="connsiteY78" fmla="*/ 184150 h 264159"/>
              <a:gd name="connsiteX79" fmla="*/ 67310 w 223520"/>
              <a:gd name="connsiteY79" fmla="*/ 196850 h 264159"/>
              <a:gd name="connsiteX80" fmla="*/ 55880 w 223520"/>
              <a:gd name="connsiteY80" fmla="*/ 200660 h 264159"/>
              <a:gd name="connsiteX81" fmla="*/ 55880 w 223520"/>
              <a:gd name="connsiteY81" fmla="*/ 200660 h 264159"/>
              <a:gd name="connsiteX82" fmla="*/ 187960 w 223520"/>
              <a:gd name="connsiteY82" fmla="*/ 171450 h 264159"/>
              <a:gd name="connsiteX83" fmla="*/ 181610 w 223520"/>
              <a:gd name="connsiteY83" fmla="*/ 168910 h 264159"/>
              <a:gd name="connsiteX84" fmla="*/ 172720 w 223520"/>
              <a:gd name="connsiteY84" fmla="*/ 167640 h 264159"/>
              <a:gd name="connsiteX85" fmla="*/ 166370 w 223520"/>
              <a:gd name="connsiteY85" fmla="*/ 168910 h 264159"/>
              <a:gd name="connsiteX86" fmla="*/ 161290 w 223520"/>
              <a:gd name="connsiteY86" fmla="*/ 171450 h 264159"/>
              <a:gd name="connsiteX87" fmla="*/ 158750 w 223520"/>
              <a:gd name="connsiteY87" fmla="*/ 176530 h 264159"/>
              <a:gd name="connsiteX88" fmla="*/ 157480 w 223520"/>
              <a:gd name="connsiteY88" fmla="*/ 184150 h 264159"/>
              <a:gd name="connsiteX89" fmla="*/ 158750 w 223520"/>
              <a:gd name="connsiteY89" fmla="*/ 191770 h 264159"/>
              <a:gd name="connsiteX90" fmla="*/ 161290 w 223520"/>
              <a:gd name="connsiteY90" fmla="*/ 196850 h 264159"/>
              <a:gd name="connsiteX91" fmla="*/ 166370 w 223520"/>
              <a:gd name="connsiteY91" fmla="*/ 199390 h 264159"/>
              <a:gd name="connsiteX92" fmla="*/ 172720 w 223520"/>
              <a:gd name="connsiteY92" fmla="*/ 200660 h 264159"/>
              <a:gd name="connsiteX93" fmla="*/ 181610 w 223520"/>
              <a:gd name="connsiteY93" fmla="*/ 199390 h 264159"/>
              <a:gd name="connsiteX94" fmla="*/ 187960 w 223520"/>
              <a:gd name="connsiteY94" fmla="*/ 196850 h 264159"/>
              <a:gd name="connsiteX95" fmla="*/ 187960 w 223520"/>
              <a:gd name="connsiteY95" fmla="*/ 209550 h 264159"/>
              <a:gd name="connsiteX96" fmla="*/ 181610 w 223520"/>
              <a:gd name="connsiteY96" fmla="*/ 212090 h 264159"/>
              <a:gd name="connsiteX97" fmla="*/ 171450 w 223520"/>
              <a:gd name="connsiteY97" fmla="*/ 213360 h 264159"/>
              <a:gd name="connsiteX98" fmla="*/ 158750 w 223520"/>
              <a:gd name="connsiteY98" fmla="*/ 212090 h 264159"/>
              <a:gd name="connsiteX99" fmla="*/ 149860 w 223520"/>
              <a:gd name="connsiteY99" fmla="*/ 207010 h 264159"/>
              <a:gd name="connsiteX100" fmla="*/ 144780 w 223520"/>
              <a:gd name="connsiteY100" fmla="*/ 198120 h 264159"/>
              <a:gd name="connsiteX101" fmla="*/ 143510 w 223520"/>
              <a:gd name="connsiteY101" fmla="*/ 185420 h 264159"/>
              <a:gd name="connsiteX102" fmla="*/ 144780 w 223520"/>
              <a:gd name="connsiteY102" fmla="*/ 172720 h 264159"/>
              <a:gd name="connsiteX103" fmla="*/ 149860 w 223520"/>
              <a:gd name="connsiteY103" fmla="*/ 163830 h 264159"/>
              <a:gd name="connsiteX104" fmla="*/ 158750 w 223520"/>
              <a:gd name="connsiteY104" fmla="*/ 158750 h 264159"/>
              <a:gd name="connsiteX105" fmla="*/ 171450 w 223520"/>
              <a:gd name="connsiteY105" fmla="*/ 157480 h 264159"/>
              <a:gd name="connsiteX106" fmla="*/ 181610 w 223520"/>
              <a:gd name="connsiteY106" fmla="*/ 158750 h 264159"/>
              <a:gd name="connsiteX107" fmla="*/ 187960 w 223520"/>
              <a:gd name="connsiteY107" fmla="*/ 160020 h 264159"/>
              <a:gd name="connsiteX108" fmla="*/ 187960 w 223520"/>
              <a:gd name="connsiteY108" fmla="*/ 17145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</a:cxnLst>
            <a:rect l="l" t="t" r="r" b="b"/>
            <a:pathLst>
              <a:path w="223520" h="264159"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93040" y="243840"/>
                </a:lnTo>
                <a:cubicBezTo>
                  <a:pt x="198120" y="243840"/>
                  <a:pt x="203200" y="238760"/>
                  <a:pt x="203200" y="233680"/>
                </a:cubicBezTo>
                <a:lnTo>
                  <a:pt x="203200" y="91440"/>
                </a:lnTo>
                <a:lnTo>
                  <a:pt x="143510" y="91440"/>
                </a:lnTo>
                <a:cubicBezTo>
                  <a:pt x="137160" y="91440"/>
                  <a:pt x="132080" y="86360"/>
                  <a:pt x="132080" y="80010"/>
                </a:cubicBezTo>
                <a:lnTo>
                  <a:pt x="132080" y="20320"/>
                </a:lnTo>
                <a:lnTo>
                  <a:pt x="30480" y="20320"/>
                </a:lnTo>
                <a:close/>
                <a:moveTo>
                  <a:pt x="152400" y="71120"/>
                </a:moveTo>
                <a:lnTo>
                  <a:pt x="199390" y="71120"/>
                </a:lnTo>
                <a:lnTo>
                  <a:pt x="152400" y="24130"/>
                </a:lnTo>
                <a:lnTo>
                  <a:pt x="152400" y="71120"/>
                </a:lnTo>
                <a:close/>
                <a:moveTo>
                  <a:pt x="223520" y="232410"/>
                </a:moveTo>
                <a:lnTo>
                  <a:pt x="223520" y="8001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2890"/>
                  <a:pt x="223520" y="250190"/>
                  <a:pt x="223520" y="232410"/>
                </a:cubicBezTo>
                <a:close/>
                <a:moveTo>
                  <a:pt x="96520" y="162560"/>
                </a:moveTo>
                <a:cubicBezTo>
                  <a:pt x="92710" y="167640"/>
                  <a:pt x="90170" y="173990"/>
                  <a:pt x="90170" y="184150"/>
                </a:cubicBezTo>
                <a:cubicBezTo>
                  <a:pt x="90170" y="194310"/>
                  <a:pt x="92710" y="201930"/>
                  <a:pt x="96520" y="205740"/>
                </a:cubicBezTo>
                <a:cubicBezTo>
                  <a:pt x="100330" y="210820"/>
                  <a:pt x="106680" y="212090"/>
                  <a:pt x="114300" y="212090"/>
                </a:cubicBezTo>
                <a:cubicBezTo>
                  <a:pt x="118110" y="212090"/>
                  <a:pt x="121920" y="212090"/>
                  <a:pt x="124460" y="210820"/>
                </a:cubicBezTo>
                <a:cubicBezTo>
                  <a:pt x="127000" y="209550"/>
                  <a:pt x="129540" y="208280"/>
                  <a:pt x="132080" y="205740"/>
                </a:cubicBezTo>
                <a:cubicBezTo>
                  <a:pt x="134620" y="203200"/>
                  <a:pt x="135890" y="200660"/>
                  <a:pt x="137160" y="196850"/>
                </a:cubicBezTo>
                <a:cubicBezTo>
                  <a:pt x="138430" y="193040"/>
                  <a:pt x="138430" y="189230"/>
                  <a:pt x="138430" y="184150"/>
                </a:cubicBezTo>
                <a:cubicBezTo>
                  <a:pt x="138430" y="179070"/>
                  <a:pt x="138430" y="175260"/>
                  <a:pt x="137160" y="171450"/>
                </a:cubicBezTo>
                <a:cubicBezTo>
                  <a:pt x="135890" y="167640"/>
                  <a:pt x="134620" y="165100"/>
                  <a:pt x="133350" y="162560"/>
                </a:cubicBezTo>
                <a:cubicBezTo>
                  <a:pt x="130810" y="160020"/>
                  <a:pt x="129540" y="158750"/>
                  <a:pt x="125730" y="157480"/>
                </a:cubicBezTo>
                <a:cubicBezTo>
                  <a:pt x="123190" y="156210"/>
                  <a:pt x="119380" y="156210"/>
                  <a:pt x="114300" y="156210"/>
                </a:cubicBezTo>
                <a:cubicBezTo>
                  <a:pt x="106680" y="156210"/>
                  <a:pt x="101600" y="158750"/>
                  <a:pt x="96520" y="162560"/>
                </a:cubicBezTo>
                <a:close/>
                <a:moveTo>
                  <a:pt x="105410" y="193040"/>
                </a:moveTo>
                <a:cubicBezTo>
                  <a:pt x="105410" y="190500"/>
                  <a:pt x="105410" y="187960"/>
                  <a:pt x="105410" y="184150"/>
                </a:cubicBezTo>
                <a:cubicBezTo>
                  <a:pt x="105410" y="181610"/>
                  <a:pt x="105410" y="177800"/>
                  <a:pt x="105410" y="176530"/>
                </a:cubicBezTo>
                <a:cubicBezTo>
                  <a:pt x="105410" y="173990"/>
                  <a:pt x="106680" y="172720"/>
                  <a:pt x="106680" y="171450"/>
                </a:cubicBezTo>
                <a:cubicBezTo>
                  <a:pt x="107950" y="170180"/>
                  <a:pt x="109220" y="168910"/>
                  <a:pt x="109220" y="168910"/>
                </a:cubicBezTo>
                <a:cubicBezTo>
                  <a:pt x="110490" y="168910"/>
                  <a:pt x="111760" y="167640"/>
                  <a:pt x="114300" y="167640"/>
                </a:cubicBezTo>
                <a:cubicBezTo>
                  <a:pt x="115570" y="167640"/>
                  <a:pt x="118110" y="167640"/>
                  <a:pt x="119380" y="168910"/>
                </a:cubicBezTo>
                <a:cubicBezTo>
                  <a:pt x="120650" y="168910"/>
                  <a:pt x="121920" y="170180"/>
                  <a:pt x="123190" y="171450"/>
                </a:cubicBezTo>
                <a:cubicBezTo>
                  <a:pt x="124460" y="172720"/>
                  <a:pt x="124460" y="173990"/>
                  <a:pt x="125730" y="176530"/>
                </a:cubicBezTo>
                <a:cubicBezTo>
                  <a:pt x="125730" y="179070"/>
                  <a:pt x="127000" y="181610"/>
                  <a:pt x="127000" y="185420"/>
                </a:cubicBezTo>
                <a:cubicBezTo>
                  <a:pt x="127000" y="189230"/>
                  <a:pt x="127000" y="191770"/>
                  <a:pt x="127000" y="194310"/>
                </a:cubicBezTo>
                <a:cubicBezTo>
                  <a:pt x="127000" y="196850"/>
                  <a:pt x="125730" y="198120"/>
                  <a:pt x="124460" y="199390"/>
                </a:cubicBezTo>
                <a:cubicBezTo>
                  <a:pt x="123190" y="200660"/>
                  <a:pt x="123190" y="201930"/>
                  <a:pt x="121920" y="201930"/>
                </a:cubicBezTo>
                <a:cubicBezTo>
                  <a:pt x="120650" y="201930"/>
                  <a:pt x="119380" y="203200"/>
                  <a:pt x="118110" y="203200"/>
                </a:cubicBezTo>
                <a:cubicBezTo>
                  <a:pt x="116840" y="203200"/>
                  <a:pt x="115570" y="203200"/>
                  <a:pt x="113030" y="201930"/>
                </a:cubicBezTo>
                <a:cubicBezTo>
                  <a:pt x="111760" y="201930"/>
                  <a:pt x="110490" y="200660"/>
                  <a:pt x="109220" y="199390"/>
                </a:cubicBezTo>
                <a:cubicBezTo>
                  <a:pt x="106680" y="196850"/>
                  <a:pt x="106680" y="195580"/>
                  <a:pt x="105410" y="193040"/>
                </a:cubicBezTo>
                <a:close/>
                <a:moveTo>
                  <a:pt x="44450" y="156210"/>
                </a:moveTo>
                <a:cubicBezTo>
                  <a:pt x="43180" y="156210"/>
                  <a:pt x="41910" y="156210"/>
                  <a:pt x="39370" y="156210"/>
                </a:cubicBezTo>
                <a:lnTo>
                  <a:pt x="39370" y="210820"/>
                </a:lnTo>
                <a:cubicBezTo>
                  <a:pt x="41910" y="210820"/>
                  <a:pt x="45720" y="210820"/>
                  <a:pt x="48260" y="210820"/>
                </a:cubicBezTo>
                <a:cubicBezTo>
                  <a:pt x="50800" y="210820"/>
                  <a:pt x="53340" y="210820"/>
                  <a:pt x="57150" y="210820"/>
                </a:cubicBezTo>
                <a:cubicBezTo>
                  <a:pt x="67310" y="210820"/>
                  <a:pt x="73660" y="208280"/>
                  <a:pt x="78740" y="203200"/>
                </a:cubicBezTo>
                <a:cubicBezTo>
                  <a:pt x="83820" y="198120"/>
                  <a:pt x="85090" y="191770"/>
                  <a:pt x="85090" y="181610"/>
                </a:cubicBezTo>
                <a:cubicBezTo>
                  <a:pt x="85090" y="177800"/>
                  <a:pt x="85090" y="173990"/>
                  <a:pt x="83820" y="170180"/>
                </a:cubicBezTo>
                <a:cubicBezTo>
                  <a:pt x="82550" y="166370"/>
                  <a:pt x="81280" y="163830"/>
                  <a:pt x="80010" y="161290"/>
                </a:cubicBezTo>
                <a:cubicBezTo>
                  <a:pt x="77470" y="158750"/>
                  <a:pt x="74930" y="157480"/>
                  <a:pt x="71120" y="156210"/>
                </a:cubicBezTo>
                <a:cubicBezTo>
                  <a:pt x="67310" y="154940"/>
                  <a:pt x="63500" y="154940"/>
                  <a:pt x="58420" y="154940"/>
                </a:cubicBezTo>
                <a:cubicBezTo>
                  <a:pt x="55880" y="154940"/>
                  <a:pt x="54610" y="154940"/>
                  <a:pt x="53340" y="154940"/>
                </a:cubicBezTo>
                <a:cubicBezTo>
                  <a:pt x="52070" y="154940"/>
                  <a:pt x="50800" y="154940"/>
                  <a:pt x="48260" y="154940"/>
                </a:cubicBezTo>
                <a:cubicBezTo>
                  <a:pt x="48260" y="156210"/>
                  <a:pt x="45720" y="156210"/>
                  <a:pt x="44450" y="156210"/>
                </a:cubicBezTo>
                <a:close/>
                <a:moveTo>
                  <a:pt x="55880" y="200660"/>
                </a:moveTo>
                <a:cubicBezTo>
                  <a:pt x="54610" y="200660"/>
                  <a:pt x="54610" y="200660"/>
                  <a:pt x="53340" y="200660"/>
                </a:cubicBezTo>
                <a:lnTo>
                  <a:pt x="53340" y="167640"/>
                </a:lnTo>
                <a:cubicBezTo>
                  <a:pt x="54610" y="167640"/>
                  <a:pt x="55880" y="167640"/>
                  <a:pt x="55880" y="167640"/>
                </a:cubicBezTo>
                <a:cubicBezTo>
                  <a:pt x="57150" y="167640"/>
                  <a:pt x="58420" y="167640"/>
                  <a:pt x="58420" y="167640"/>
                </a:cubicBezTo>
                <a:cubicBezTo>
                  <a:pt x="63500" y="167640"/>
                  <a:pt x="67310" y="168910"/>
                  <a:pt x="68580" y="171450"/>
                </a:cubicBezTo>
                <a:cubicBezTo>
                  <a:pt x="71120" y="173990"/>
                  <a:pt x="71120" y="177800"/>
                  <a:pt x="71120" y="184150"/>
                </a:cubicBezTo>
                <a:cubicBezTo>
                  <a:pt x="71120" y="190500"/>
                  <a:pt x="69850" y="194310"/>
                  <a:pt x="67310" y="196850"/>
                </a:cubicBezTo>
                <a:cubicBezTo>
                  <a:pt x="64770" y="199390"/>
                  <a:pt x="60960" y="200660"/>
                  <a:pt x="55880" y="200660"/>
                </a:cubicBezTo>
                <a:cubicBezTo>
                  <a:pt x="57150" y="200660"/>
                  <a:pt x="55880" y="200660"/>
                  <a:pt x="55880" y="200660"/>
                </a:cubicBezTo>
                <a:close/>
                <a:moveTo>
                  <a:pt x="187960" y="171450"/>
                </a:moveTo>
                <a:cubicBezTo>
                  <a:pt x="186690" y="170180"/>
                  <a:pt x="184150" y="170180"/>
                  <a:pt x="181610" y="168910"/>
                </a:cubicBezTo>
                <a:cubicBezTo>
                  <a:pt x="179070" y="167640"/>
                  <a:pt x="176530" y="167640"/>
                  <a:pt x="172720" y="167640"/>
                </a:cubicBezTo>
                <a:cubicBezTo>
                  <a:pt x="170180" y="167640"/>
                  <a:pt x="167640" y="167640"/>
                  <a:pt x="166370" y="168910"/>
                </a:cubicBezTo>
                <a:cubicBezTo>
                  <a:pt x="165100" y="168910"/>
                  <a:pt x="162560" y="170180"/>
                  <a:pt x="161290" y="171450"/>
                </a:cubicBezTo>
                <a:cubicBezTo>
                  <a:pt x="160020" y="172720"/>
                  <a:pt x="158750" y="173990"/>
                  <a:pt x="158750" y="176530"/>
                </a:cubicBezTo>
                <a:cubicBezTo>
                  <a:pt x="158750" y="179070"/>
                  <a:pt x="157480" y="181610"/>
                  <a:pt x="157480" y="184150"/>
                </a:cubicBezTo>
                <a:cubicBezTo>
                  <a:pt x="157480" y="187960"/>
                  <a:pt x="157480" y="190500"/>
                  <a:pt x="158750" y="191770"/>
                </a:cubicBezTo>
                <a:cubicBezTo>
                  <a:pt x="158750" y="194310"/>
                  <a:pt x="160020" y="195580"/>
                  <a:pt x="161290" y="196850"/>
                </a:cubicBezTo>
                <a:cubicBezTo>
                  <a:pt x="162560" y="198120"/>
                  <a:pt x="163830" y="199390"/>
                  <a:pt x="166370" y="199390"/>
                </a:cubicBezTo>
                <a:cubicBezTo>
                  <a:pt x="168910" y="199390"/>
                  <a:pt x="170180" y="200660"/>
                  <a:pt x="172720" y="200660"/>
                </a:cubicBezTo>
                <a:cubicBezTo>
                  <a:pt x="176530" y="200660"/>
                  <a:pt x="179070" y="200660"/>
                  <a:pt x="181610" y="199390"/>
                </a:cubicBezTo>
                <a:cubicBezTo>
                  <a:pt x="184150" y="198120"/>
                  <a:pt x="186690" y="196850"/>
                  <a:pt x="187960" y="196850"/>
                </a:cubicBezTo>
                <a:lnTo>
                  <a:pt x="187960" y="209550"/>
                </a:lnTo>
                <a:cubicBezTo>
                  <a:pt x="186690" y="210820"/>
                  <a:pt x="184150" y="210820"/>
                  <a:pt x="181610" y="212090"/>
                </a:cubicBezTo>
                <a:cubicBezTo>
                  <a:pt x="179070" y="213360"/>
                  <a:pt x="175260" y="213360"/>
                  <a:pt x="171450" y="213360"/>
                </a:cubicBezTo>
                <a:cubicBezTo>
                  <a:pt x="166370" y="213360"/>
                  <a:pt x="162560" y="213360"/>
                  <a:pt x="158750" y="212090"/>
                </a:cubicBezTo>
                <a:cubicBezTo>
                  <a:pt x="154940" y="210820"/>
                  <a:pt x="152400" y="209550"/>
                  <a:pt x="149860" y="207010"/>
                </a:cubicBezTo>
                <a:cubicBezTo>
                  <a:pt x="147320" y="204470"/>
                  <a:pt x="146050" y="201930"/>
                  <a:pt x="144780" y="198120"/>
                </a:cubicBezTo>
                <a:cubicBezTo>
                  <a:pt x="143510" y="194310"/>
                  <a:pt x="143510" y="190500"/>
                  <a:pt x="143510" y="185420"/>
                </a:cubicBezTo>
                <a:cubicBezTo>
                  <a:pt x="143510" y="180340"/>
                  <a:pt x="143510" y="176530"/>
                  <a:pt x="144780" y="172720"/>
                </a:cubicBezTo>
                <a:cubicBezTo>
                  <a:pt x="146050" y="168910"/>
                  <a:pt x="147320" y="166370"/>
                  <a:pt x="149860" y="163830"/>
                </a:cubicBezTo>
                <a:cubicBezTo>
                  <a:pt x="152400" y="161290"/>
                  <a:pt x="154940" y="160020"/>
                  <a:pt x="158750" y="158750"/>
                </a:cubicBezTo>
                <a:cubicBezTo>
                  <a:pt x="162560" y="157480"/>
                  <a:pt x="166370" y="157480"/>
                  <a:pt x="171450" y="157480"/>
                </a:cubicBezTo>
                <a:cubicBezTo>
                  <a:pt x="175260" y="157480"/>
                  <a:pt x="179070" y="157480"/>
                  <a:pt x="181610" y="158750"/>
                </a:cubicBezTo>
                <a:cubicBezTo>
                  <a:pt x="184150" y="158750"/>
                  <a:pt x="186690" y="160020"/>
                  <a:pt x="187960" y="160020"/>
                </a:cubicBezTo>
                <a:lnTo>
                  <a:pt x="187960" y="17145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49" name="Полилиния: фигура 61">
            <a:extLst>
              <a:ext uri="{FF2B5EF4-FFF2-40B4-BE49-F238E27FC236}">
                <a16:creationId xmlns:a16="http://schemas.microsoft.com/office/drawing/2014/main" id="{7970A44E-27C3-783F-AC3F-08356D546BB4}"/>
              </a:ext>
            </a:extLst>
          </p:cNvPr>
          <p:cNvSpPr/>
          <p:nvPr/>
        </p:nvSpPr>
        <p:spPr>
          <a:xfrm>
            <a:off x="3896721" y="2611075"/>
            <a:ext cx="223520" cy="264159"/>
          </a:xfrm>
          <a:custGeom>
            <a:avLst/>
            <a:gdLst>
              <a:gd name="connsiteX0" fmla="*/ 31750 w 223520"/>
              <a:gd name="connsiteY0" fmla="*/ 20320 h 264159"/>
              <a:gd name="connsiteX1" fmla="*/ 21590 w 223520"/>
              <a:gd name="connsiteY1" fmla="*/ 30480 h 264159"/>
              <a:gd name="connsiteX2" fmla="*/ 21590 w 223520"/>
              <a:gd name="connsiteY2" fmla="*/ 233680 h 264159"/>
              <a:gd name="connsiteX3" fmla="*/ 31750 w 223520"/>
              <a:gd name="connsiteY3" fmla="*/ 243840 h 264159"/>
              <a:gd name="connsiteX4" fmla="*/ 194310 w 223520"/>
              <a:gd name="connsiteY4" fmla="*/ 243840 h 264159"/>
              <a:gd name="connsiteX5" fmla="*/ 204470 w 223520"/>
              <a:gd name="connsiteY5" fmla="*/ 233680 h 264159"/>
              <a:gd name="connsiteX6" fmla="*/ 204470 w 223520"/>
              <a:gd name="connsiteY6" fmla="*/ 91440 h 264159"/>
              <a:gd name="connsiteX7" fmla="*/ 144780 w 223520"/>
              <a:gd name="connsiteY7" fmla="*/ 91440 h 264159"/>
              <a:gd name="connsiteX8" fmla="*/ 133350 w 223520"/>
              <a:gd name="connsiteY8" fmla="*/ 80010 h 264159"/>
              <a:gd name="connsiteX9" fmla="*/ 133350 w 223520"/>
              <a:gd name="connsiteY9" fmla="*/ 20320 h 264159"/>
              <a:gd name="connsiteX10" fmla="*/ 31750 w 223520"/>
              <a:gd name="connsiteY10" fmla="*/ 20320 h 264159"/>
              <a:gd name="connsiteX11" fmla="*/ 152400 w 223520"/>
              <a:gd name="connsiteY11" fmla="*/ 71120 h 264159"/>
              <a:gd name="connsiteX12" fmla="*/ 199390 w 223520"/>
              <a:gd name="connsiteY12" fmla="*/ 71120 h 264159"/>
              <a:gd name="connsiteX13" fmla="*/ 152400 w 223520"/>
              <a:gd name="connsiteY13" fmla="*/ 24130 h 264159"/>
              <a:gd name="connsiteX14" fmla="*/ 152400 w 223520"/>
              <a:gd name="connsiteY14" fmla="*/ 71120 h 264159"/>
              <a:gd name="connsiteX15" fmla="*/ 223520 w 223520"/>
              <a:gd name="connsiteY15" fmla="*/ 232410 h 264159"/>
              <a:gd name="connsiteX16" fmla="*/ 223520 w 223520"/>
              <a:gd name="connsiteY16" fmla="*/ 80010 h 264159"/>
              <a:gd name="connsiteX17" fmla="*/ 223520 w 223520"/>
              <a:gd name="connsiteY17" fmla="*/ 71120 h 264159"/>
              <a:gd name="connsiteX18" fmla="*/ 219710 w 223520"/>
              <a:gd name="connsiteY18" fmla="*/ 63500 h 264159"/>
              <a:gd name="connsiteX19" fmla="*/ 160020 w 223520"/>
              <a:gd name="connsiteY19" fmla="*/ 3810 h 264159"/>
              <a:gd name="connsiteX20" fmla="*/ 152400 w 223520"/>
              <a:gd name="connsiteY20" fmla="*/ 0 h 264159"/>
              <a:gd name="connsiteX21" fmla="*/ 142240 w 223520"/>
              <a:gd name="connsiteY21" fmla="*/ 0 h 264159"/>
              <a:gd name="connsiteX22" fmla="*/ 30480 w 223520"/>
              <a:gd name="connsiteY22" fmla="*/ 0 h 264159"/>
              <a:gd name="connsiteX23" fmla="*/ 0 w 223520"/>
              <a:gd name="connsiteY23" fmla="*/ 30480 h 264159"/>
              <a:gd name="connsiteX24" fmla="*/ 0 w 223520"/>
              <a:gd name="connsiteY24" fmla="*/ 233680 h 264159"/>
              <a:gd name="connsiteX25" fmla="*/ 30480 w 223520"/>
              <a:gd name="connsiteY25" fmla="*/ 264160 h 264159"/>
              <a:gd name="connsiteX26" fmla="*/ 193040 w 223520"/>
              <a:gd name="connsiteY26" fmla="*/ 264160 h 264159"/>
              <a:gd name="connsiteX27" fmla="*/ 223520 w 223520"/>
              <a:gd name="connsiteY27" fmla="*/ 232410 h 264159"/>
              <a:gd name="connsiteX28" fmla="*/ 39370 w 223520"/>
              <a:gd name="connsiteY28" fmla="*/ 156210 h 264159"/>
              <a:gd name="connsiteX29" fmla="*/ 44450 w 223520"/>
              <a:gd name="connsiteY29" fmla="*/ 156210 h 264159"/>
              <a:gd name="connsiteX30" fmla="*/ 48260 w 223520"/>
              <a:gd name="connsiteY30" fmla="*/ 156210 h 264159"/>
              <a:gd name="connsiteX31" fmla="*/ 53340 w 223520"/>
              <a:gd name="connsiteY31" fmla="*/ 156210 h 264159"/>
              <a:gd name="connsiteX32" fmla="*/ 58420 w 223520"/>
              <a:gd name="connsiteY32" fmla="*/ 156210 h 264159"/>
              <a:gd name="connsiteX33" fmla="*/ 71120 w 223520"/>
              <a:gd name="connsiteY33" fmla="*/ 157480 h 264159"/>
              <a:gd name="connsiteX34" fmla="*/ 78740 w 223520"/>
              <a:gd name="connsiteY34" fmla="*/ 161290 h 264159"/>
              <a:gd name="connsiteX35" fmla="*/ 83820 w 223520"/>
              <a:gd name="connsiteY35" fmla="*/ 167640 h 264159"/>
              <a:gd name="connsiteX36" fmla="*/ 85090 w 223520"/>
              <a:gd name="connsiteY36" fmla="*/ 176530 h 264159"/>
              <a:gd name="connsiteX37" fmla="*/ 78740 w 223520"/>
              <a:gd name="connsiteY37" fmla="*/ 193040 h 264159"/>
              <a:gd name="connsiteX38" fmla="*/ 58420 w 223520"/>
              <a:gd name="connsiteY38" fmla="*/ 198120 h 264159"/>
              <a:gd name="connsiteX39" fmla="*/ 55880 w 223520"/>
              <a:gd name="connsiteY39" fmla="*/ 198120 h 264159"/>
              <a:gd name="connsiteX40" fmla="*/ 53340 w 223520"/>
              <a:gd name="connsiteY40" fmla="*/ 198120 h 264159"/>
              <a:gd name="connsiteX41" fmla="*/ 53340 w 223520"/>
              <a:gd name="connsiteY41" fmla="*/ 212090 h 264159"/>
              <a:gd name="connsiteX42" fmla="*/ 40640 w 223520"/>
              <a:gd name="connsiteY42" fmla="*/ 212090 h 264159"/>
              <a:gd name="connsiteX43" fmla="*/ 40640 w 223520"/>
              <a:gd name="connsiteY43" fmla="*/ 156210 h 264159"/>
              <a:gd name="connsiteX44" fmla="*/ 53340 w 223520"/>
              <a:gd name="connsiteY44" fmla="*/ 186690 h 264159"/>
              <a:gd name="connsiteX45" fmla="*/ 55880 w 223520"/>
              <a:gd name="connsiteY45" fmla="*/ 186690 h 264159"/>
              <a:gd name="connsiteX46" fmla="*/ 58420 w 223520"/>
              <a:gd name="connsiteY46" fmla="*/ 186690 h 264159"/>
              <a:gd name="connsiteX47" fmla="*/ 64770 w 223520"/>
              <a:gd name="connsiteY47" fmla="*/ 185420 h 264159"/>
              <a:gd name="connsiteX48" fmla="*/ 68580 w 223520"/>
              <a:gd name="connsiteY48" fmla="*/ 182880 h 264159"/>
              <a:gd name="connsiteX49" fmla="*/ 71120 w 223520"/>
              <a:gd name="connsiteY49" fmla="*/ 179070 h 264159"/>
              <a:gd name="connsiteX50" fmla="*/ 72390 w 223520"/>
              <a:gd name="connsiteY50" fmla="*/ 173990 h 264159"/>
              <a:gd name="connsiteX51" fmla="*/ 72390 w 223520"/>
              <a:gd name="connsiteY51" fmla="*/ 168910 h 264159"/>
              <a:gd name="connsiteX52" fmla="*/ 69850 w 223520"/>
              <a:gd name="connsiteY52" fmla="*/ 166370 h 264159"/>
              <a:gd name="connsiteX53" fmla="*/ 66040 w 223520"/>
              <a:gd name="connsiteY53" fmla="*/ 163830 h 264159"/>
              <a:gd name="connsiteX54" fmla="*/ 59690 w 223520"/>
              <a:gd name="connsiteY54" fmla="*/ 162560 h 264159"/>
              <a:gd name="connsiteX55" fmla="*/ 57150 w 223520"/>
              <a:gd name="connsiteY55" fmla="*/ 162560 h 264159"/>
              <a:gd name="connsiteX56" fmla="*/ 54610 w 223520"/>
              <a:gd name="connsiteY56" fmla="*/ 162560 h 264159"/>
              <a:gd name="connsiteX57" fmla="*/ 54610 w 223520"/>
              <a:gd name="connsiteY57" fmla="*/ 186690 h 264159"/>
              <a:gd name="connsiteX58" fmla="*/ 158750 w 223520"/>
              <a:gd name="connsiteY58" fmla="*/ 167640 h 264159"/>
              <a:gd name="connsiteX59" fmla="*/ 142240 w 223520"/>
              <a:gd name="connsiteY59" fmla="*/ 167640 h 264159"/>
              <a:gd name="connsiteX60" fmla="*/ 142240 w 223520"/>
              <a:gd name="connsiteY60" fmla="*/ 156210 h 264159"/>
              <a:gd name="connsiteX61" fmla="*/ 189230 w 223520"/>
              <a:gd name="connsiteY61" fmla="*/ 156210 h 264159"/>
              <a:gd name="connsiteX62" fmla="*/ 189230 w 223520"/>
              <a:gd name="connsiteY62" fmla="*/ 167640 h 264159"/>
              <a:gd name="connsiteX63" fmla="*/ 172720 w 223520"/>
              <a:gd name="connsiteY63" fmla="*/ 167640 h 264159"/>
              <a:gd name="connsiteX64" fmla="*/ 172720 w 223520"/>
              <a:gd name="connsiteY64" fmla="*/ 212090 h 264159"/>
              <a:gd name="connsiteX65" fmla="*/ 160020 w 223520"/>
              <a:gd name="connsiteY65" fmla="*/ 212090 h 264159"/>
              <a:gd name="connsiteX66" fmla="*/ 160020 w 223520"/>
              <a:gd name="connsiteY66" fmla="*/ 167640 h 264159"/>
              <a:gd name="connsiteX67" fmla="*/ 96520 w 223520"/>
              <a:gd name="connsiteY67" fmla="*/ 156210 h 264159"/>
              <a:gd name="connsiteX68" fmla="*/ 91440 w 223520"/>
              <a:gd name="connsiteY68" fmla="*/ 156210 h 264159"/>
              <a:gd name="connsiteX69" fmla="*/ 91440 w 223520"/>
              <a:gd name="connsiteY69" fmla="*/ 212090 h 264159"/>
              <a:gd name="connsiteX70" fmla="*/ 104140 w 223520"/>
              <a:gd name="connsiteY70" fmla="*/ 212090 h 264159"/>
              <a:gd name="connsiteX71" fmla="*/ 104140 w 223520"/>
              <a:gd name="connsiteY71" fmla="*/ 198120 h 264159"/>
              <a:gd name="connsiteX72" fmla="*/ 106680 w 223520"/>
              <a:gd name="connsiteY72" fmla="*/ 198120 h 264159"/>
              <a:gd name="connsiteX73" fmla="*/ 109220 w 223520"/>
              <a:gd name="connsiteY73" fmla="*/ 198120 h 264159"/>
              <a:gd name="connsiteX74" fmla="*/ 129540 w 223520"/>
              <a:gd name="connsiteY74" fmla="*/ 193040 h 264159"/>
              <a:gd name="connsiteX75" fmla="*/ 135890 w 223520"/>
              <a:gd name="connsiteY75" fmla="*/ 176530 h 264159"/>
              <a:gd name="connsiteX76" fmla="*/ 134620 w 223520"/>
              <a:gd name="connsiteY76" fmla="*/ 167640 h 264159"/>
              <a:gd name="connsiteX77" fmla="*/ 129540 w 223520"/>
              <a:gd name="connsiteY77" fmla="*/ 161290 h 264159"/>
              <a:gd name="connsiteX78" fmla="*/ 121920 w 223520"/>
              <a:gd name="connsiteY78" fmla="*/ 157480 h 264159"/>
              <a:gd name="connsiteX79" fmla="*/ 109220 w 223520"/>
              <a:gd name="connsiteY79" fmla="*/ 156210 h 264159"/>
              <a:gd name="connsiteX80" fmla="*/ 104140 w 223520"/>
              <a:gd name="connsiteY80" fmla="*/ 156210 h 264159"/>
              <a:gd name="connsiteX81" fmla="*/ 99060 w 223520"/>
              <a:gd name="connsiteY81" fmla="*/ 156210 h 264159"/>
              <a:gd name="connsiteX82" fmla="*/ 96520 w 223520"/>
              <a:gd name="connsiteY82" fmla="*/ 156210 h 264159"/>
              <a:gd name="connsiteX83" fmla="*/ 107950 w 223520"/>
              <a:gd name="connsiteY83" fmla="*/ 187960 h 264159"/>
              <a:gd name="connsiteX84" fmla="*/ 105410 w 223520"/>
              <a:gd name="connsiteY84" fmla="*/ 187960 h 264159"/>
              <a:gd name="connsiteX85" fmla="*/ 105410 w 223520"/>
              <a:gd name="connsiteY85" fmla="*/ 167640 h 264159"/>
              <a:gd name="connsiteX86" fmla="*/ 107950 w 223520"/>
              <a:gd name="connsiteY86" fmla="*/ 167640 h 264159"/>
              <a:gd name="connsiteX87" fmla="*/ 110490 w 223520"/>
              <a:gd name="connsiteY87" fmla="*/ 167640 h 264159"/>
              <a:gd name="connsiteX88" fmla="*/ 116840 w 223520"/>
              <a:gd name="connsiteY88" fmla="*/ 168910 h 264159"/>
              <a:gd name="connsiteX89" fmla="*/ 120650 w 223520"/>
              <a:gd name="connsiteY89" fmla="*/ 171450 h 264159"/>
              <a:gd name="connsiteX90" fmla="*/ 123190 w 223520"/>
              <a:gd name="connsiteY90" fmla="*/ 173990 h 264159"/>
              <a:gd name="connsiteX91" fmla="*/ 123190 w 223520"/>
              <a:gd name="connsiteY91" fmla="*/ 179070 h 264159"/>
              <a:gd name="connsiteX92" fmla="*/ 123190 w 223520"/>
              <a:gd name="connsiteY92" fmla="*/ 184150 h 264159"/>
              <a:gd name="connsiteX93" fmla="*/ 120650 w 223520"/>
              <a:gd name="connsiteY93" fmla="*/ 187960 h 264159"/>
              <a:gd name="connsiteX94" fmla="*/ 116840 w 223520"/>
              <a:gd name="connsiteY94" fmla="*/ 190500 h 264159"/>
              <a:gd name="connsiteX95" fmla="*/ 110490 w 223520"/>
              <a:gd name="connsiteY95" fmla="*/ 191770 h 264159"/>
              <a:gd name="connsiteX96" fmla="*/ 107950 w 223520"/>
              <a:gd name="connsiteY96" fmla="*/ 19177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</a:cxnLst>
            <a:rect l="l" t="t" r="r" b="b"/>
            <a:pathLst>
              <a:path w="223520" h="264159">
                <a:moveTo>
                  <a:pt x="31750" y="20320"/>
                </a:moveTo>
                <a:cubicBezTo>
                  <a:pt x="26670" y="20320"/>
                  <a:pt x="21590" y="25400"/>
                  <a:pt x="21590" y="30480"/>
                </a:cubicBezTo>
                <a:lnTo>
                  <a:pt x="21590" y="233680"/>
                </a:lnTo>
                <a:cubicBezTo>
                  <a:pt x="21590" y="238760"/>
                  <a:pt x="26670" y="243840"/>
                  <a:pt x="31750" y="243840"/>
                </a:cubicBezTo>
                <a:lnTo>
                  <a:pt x="194310" y="243840"/>
                </a:lnTo>
                <a:cubicBezTo>
                  <a:pt x="199390" y="243840"/>
                  <a:pt x="204470" y="238760"/>
                  <a:pt x="204470" y="233680"/>
                </a:cubicBezTo>
                <a:lnTo>
                  <a:pt x="204470" y="91440"/>
                </a:lnTo>
                <a:lnTo>
                  <a:pt x="144780" y="91440"/>
                </a:lnTo>
                <a:cubicBezTo>
                  <a:pt x="138430" y="91440"/>
                  <a:pt x="133350" y="86360"/>
                  <a:pt x="133350" y="80010"/>
                </a:cubicBezTo>
                <a:lnTo>
                  <a:pt x="133350" y="20320"/>
                </a:lnTo>
                <a:lnTo>
                  <a:pt x="31750" y="20320"/>
                </a:lnTo>
                <a:close/>
                <a:moveTo>
                  <a:pt x="152400" y="71120"/>
                </a:moveTo>
                <a:lnTo>
                  <a:pt x="199390" y="71120"/>
                </a:lnTo>
                <a:lnTo>
                  <a:pt x="152400" y="24130"/>
                </a:lnTo>
                <a:lnTo>
                  <a:pt x="152400" y="71120"/>
                </a:lnTo>
                <a:close/>
                <a:moveTo>
                  <a:pt x="223520" y="232410"/>
                </a:moveTo>
                <a:lnTo>
                  <a:pt x="223520" y="8001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10820" y="262890"/>
                  <a:pt x="223520" y="250190"/>
                  <a:pt x="223520" y="232410"/>
                </a:cubicBezTo>
                <a:close/>
                <a:moveTo>
                  <a:pt x="39370" y="156210"/>
                </a:moveTo>
                <a:cubicBezTo>
                  <a:pt x="40640" y="156210"/>
                  <a:pt x="43180" y="156210"/>
                  <a:pt x="44450" y="156210"/>
                </a:cubicBezTo>
                <a:cubicBezTo>
                  <a:pt x="45720" y="156210"/>
                  <a:pt x="46990" y="156210"/>
                  <a:pt x="48260" y="156210"/>
                </a:cubicBezTo>
                <a:cubicBezTo>
                  <a:pt x="49530" y="156210"/>
                  <a:pt x="50800" y="156210"/>
                  <a:pt x="53340" y="156210"/>
                </a:cubicBezTo>
                <a:cubicBezTo>
                  <a:pt x="54610" y="156210"/>
                  <a:pt x="57150" y="156210"/>
                  <a:pt x="58420" y="156210"/>
                </a:cubicBezTo>
                <a:cubicBezTo>
                  <a:pt x="63500" y="156210"/>
                  <a:pt x="67310" y="156210"/>
                  <a:pt x="71120" y="157480"/>
                </a:cubicBezTo>
                <a:cubicBezTo>
                  <a:pt x="74930" y="158750"/>
                  <a:pt x="77470" y="160020"/>
                  <a:pt x="78740" y="161290"/>
                </a:cubicBezTo>
                <a:cubicBezTo>
                  <a:pt x="81280" y="162560"/>
                  <a:pt x="82550" y="165100"/>
                  <a:pt x="83820" y="167640"/>
                </a:cubicBezTo>
                <a:cubicBezTo>
                  <a:pt x="85090" y="170180"/>
                  <a:pt x="85090" y="173990"/>
                  <a:pt x="85090" y="176530"/>
                </a:cubicBezTo>
                <a:cubicBezTo>
                  <a:pt x="85090" y="184150"/>
                  <a:pt x="82550" y="189230"/>
                  <a:pt x="78740" y="193040"/>
                </a:cubicBezTo>
                <a:cubicBezTo>
                  <a:pt x="74930" y="196850"/>
                  <a:pt x="67310" y="198120"/>
                  <a:pt x="58420" y="198120"/>
                </a:cubicBezTo>
                <a:lnTo>
                  <a:pt x="55880" y="198120"/>
                </a:lnTo>
                <a:cubicBezTo>
                  <a:pt x="54610" y="198120"/>
                  <a:pt x="54610" y="198120"/>
                  <a:pt x="53340" y="198120"/>
                </a:cubicBezTo>
                <a:lnTo>
                  <a:pt x="53340" y="212090"/>
                </a:lnTo>
                <a:lnTo>
                  <a:pt x="40640" y="212090"/>
                </a:lnTo>
                <a:lnTo>
                  <a:pt x="40640" y="156210"/>
                </a:lnTo>
                <a:close/>
                <a:moveTo>
                  <a:pt x="53340" y="186690"/>
                </a:moveTo>
                <a:cubicBezTo>
                  <a:pt x="54610" y="186690"/>
                  <a:pt x="55880" y="186690"/>
                  <a:pt x="55880" y="186690"/>
                </a:cubicBezTo>
                <a:lnTo>
                  <a:pt x="58420" y="186690"/>
                </a:lnTo>
                <a:cubicBezTo>
                  <a:pt x="60960" y="186690"/>
                  <a:pt x="62230" y="186690"/>
                  <a:pt x="64770" y="185420"/>
                </a:cubicBezTo>
                <a:cubicBezTo>
                  <a:pt x="66040" y="185420"/>
                  <a:pt x="67310" y="184150"/>
                  <a:pt x="68580" y="182880"/>
                </a:cubicBezTo>
                <a:cubicBezTo>
                  <a:pt x="69850" y="181610"/>
                  <a:pt x="69850" y="180340"/>
                  <a:pt x="71120" y="179070"/>
                </a:cubicBezTo>
                <a:cubicBezTo>
                  <a:pt x="71120" y="177800"/>
                  <a:pt x="72390" y="176530"/>
                  <a:pt x="72390" y="173990"/>
                </a:cubicBezTo>
                <a:cubicBezTo>
                  <a:pt x="72390" y="172720"/>
                  <a:pt x="72390" y="170180"/>
                  <a:pt x="72390" y="168910"/>
                </a:cubicBezTo>
                <a:cubicBezTo>
                  <a:pt x="72390" y="167640"/>
                  <a:pt x="71120" y="166370"/>
                  <a:pt x="69850" y="166370"/>
                </a:cubicBezTo>
                <a:cubicBezTo>
                  <a:pt x="68580" y="165100"/>
                  <a:pt x="67310" y="165100"/>
                  <a:pt x="66040" y="163830"/>
                </a:cubicBezTo>
                <a:cubicBezTo>
                  <a:pt x="64770" y="163830"/>
                  <a:pt x="62230" y="162560"/>
                  <a:pt x="59690" y="162560"/>
                </a:cubicBezTo>
                <a:cubicBezTo>
                  <a:pt x="58420" y="162560"/>
                  <a:pt x="57150" y="162560"/>
                  <a:pt x="57150" y="162560"/>
                </a:cubicBezTo>
                <a:cubicBezTo>
                  <a:pt x="55880" y="162560"/>
                  <a:pt x="55880" y="162560"/>
                  <a:pt x="54610" y="162560"/>
                </a:cubicBezTo>
                <a:lnTo>
                  <a:pt x="54610" y="186690"/>
                </a:lnTo>
                <a:close/>
                <a:moveTo>
                  <a:pt x="158750" y="167640"/>
                </a:moveTo>
                <a:lnTo>
                  <a:pt x="142240" y="167640"/>
                </a:lnTo>
                <a:lnTo>
                  <a:pt x="142240" y="156210"/>
                </a:lnTo>
                <a:lnTo>
                  <a:pt x="189230" y="156210"/>
                </a:lnTo>
                <a:lnTo>
                  <a:pt x="189230" y="167640"/>
                </a:lnTo>
                <a:lnTo>
                  <a:pt x="172720" y="167640"/>
                </a:lnTo>
                <a:lnTo>
                  <a:pt x="172720" y="212090"/>
                </a:lnTo>
                <a:lnTo>
                  <a:pt x="160020" y="212090"/>
                </a:lnTo>
                <a:lnTo>
                  <a:pt x="160020" y="167640"/>
                </a:lnTo>
                <a:close/>
                <a:moveTo>
                  <a:pt x="96520" y="156210"/>
                </a:moveTo>
                <a:cubicBezTo>
                  <a:pt x="95250" y="156210"/>
                  <a:pt x="93980" y="156210"/>
                  <a:pt x="91440" y="156210"/>
                </a:cubicBezTo>
                <a:lnTo>
                  <a:pt x="91440" y="212090"/>
                </a:lnTo>
                <a:lnTo>
                  <a:pt x="104140" y="212090"/>
                </a:lnTo>
                <a:lnTo>
                  <a:pt x="104140" y="198120"/>
                </a:lnTo>
                <a:cubicBezTo>
                  <a:pt x="105410" y="198120"/>
                  <a:pt x="106680" y="198120"/>
                  <a:pt x="106680" y="198120"/>
                </a:cubicBezTo>
                <a:lnTo>
                  <a:pt x="109220" y="198120"/>
                </a:lnTo>
                <a:cubicBezTo>
                  <a:pt x="118110" y="198120"/>
                  <a:pt x="124460" y="196850"/>
                  <a:pt x="129540" y="193040"/>
                </a:cubicBezTo>
                <a:cubicBezTo>
                  <a:pt x="133350" y="189230"/>
                  <a:pt x="135890" y="184150"/>
                  <a:pt x="135890" y="176530"/>
                </a:cubicBezTo>
                <a:cubicBezTo>
                  <a:pt x="135890" y="172720"/>
                  <a:pt x="135890" y="170180"/>
                  <a:pt x="134620" y="167640"/>
                </a:cubicBezTo>
                <a:cubicBezTo>
                  <a:pt x="133350" y="165100"/>
                  <a:pt x="132080" y="162560"/>
                  <a:pt x="129540" y="161290"/>
                </a:cubicBezTo>
                <a:cubicBezTo>
                  <a:pt x="127000" y="160020"/>
                  <a:pt x="124460" y="158750"/>
                  <a:pt x="121920" y="157480"/>
                </a:cubicBezTo>
                <a:cubicBezTo>
                  <a:pt x="118110" y="156210"/>
                  <a:pt x="114300" y="156210"/>
                  <a:pt x="109220" y="156210"/>
                </a:cubicBezTo>
                <a:cubicBezTo>
                  <a:pt x="106680" y="156210"/>
                  <a:pt x="105410" y="156210"/>
                  <a:pt x="104140" y="156210"/>
                </a:cubicBezTo>
                <a:cubicBezTo>
                  <a:pt x="102870" y="156210"/>
                  <a:pt x="101600" y="156210"/>
                  <a:pt x="99060" y="156210"/>
                </a:cubicBezTo>
                <a:cubicBezTo>
                  <a:pt x="100330" y="156210"/>
                  <a:pt x="97790" y="156210"/>
                  <a:pt x="96520" y="156210"/>
                </a:cubicBezTo>
                <a:close/>
                <a:moveTo>
                  <a:pt x="107950" y="187960"/>
                </a:moveTo>
                <a:cubicBezTo>
                  <a:pt x="106680" y="187960"/>
                  <a:pt x="106680" y="187960"/>
                  <a:pt x="105410" y="187960"/>
                </a:cubicBezTo>
                <a:lnTo>
                  <a:pt x="105410" y="167640"/>
                </a:lnTo>
                <a:cubicBezTo>
                  <a:pt x="106680" y="167640"/>
                  <a:pt x="107950" y="167640"/>
                  <a:pt x="107950" y="167640"/>
                </a:cubicBezTo>
                <a:cubicBezTo>
                  <a:pt x="109220" y="167640"/>
                  <a:pt x="109220" y="167640"/>
                  <a:pt x="110490" y="167640"/>
                </a:cubicBezTo>
                <a:cubicBezTo>
                  <a:pt x="113030" y="167640"/>
                  <a:pt x="115570" y="167640"/>
                  <a:pt x="116840" y="168910"/>
                </a:cubicBezTo>
                <a:cubicBezTo>
                  <a:pt x="118110" y="168910"/>
                  <a:pt x="119380" y="170180"/>
                  <a:pt x="120650" y="171450"/>
                </a:cubicBezTo>
                <a:cubicBezTo>
                  <a:pt x="121920" y="172720"/>
                  <a:pt x="121920" y="172720"/>
                  <a:pt x="123190" y="173990"/>
                </a:cubicBezTo>
                <a:cubicBezTo>
                  <a:pt x="123190" y="175260"/>
                  <a:pt x="123190" y="176530"/>
                  <a:pt x="123190" y="179070"/>
                </a:cubicBezTo>
                <a:cubicBezTo>
                  <a:pt x="123190" y="180340"/>
                  <a:pt x="123190" y="182880"/>
                  <a:pt x="123190" y="184150"/>
                </a:cubicBezTo>
                <a:cubicBezTo>
                  <a:pt x="123190" y="185420"/>
                  <a:pt x="121920" y="186690"/>
                  <a:pt x="120650" y="187960"/>
                </a:cubicBezTo>
                <a:cubicBezTo>
                  <a:pt x="119380" y="189230"/>
                  <a:pt x="118110" y="189230"/>
                  <a:pt x="116840" y="190500"/>
                </a:cubicBezTo>
                <a:cubicBezTo>
                  <a:pt x="115570" y="190500"/>
                  <a:pt x="113030" y="191770"/>
                  <a:pt x="110490" y="191770"/>
                </a:cubicBezTo>
                <a:lnTo>
                  <a:pt x="107950" y="19177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50" name="Полилиния: фигура 64">
            <a:extLst>
              <a:ext uri="{FF2B5EF4-FFF2-40B4-BE49-F238E27FC236}">
                <a16:creationId xmlns:a16="http://schemas.microsoft.com/office/drawing/2014/main" id="{054245BD-D14D-490C-08A1-2D49492296CB}"/>
              </a:ext>
            </a:extLst>
          </p:cNvPr>
          <p:cNvSpPr/>
          <p:nvPr/>
        </p:nvSpPr>
        <p:spPr>
          <a:xfrm>
            <a:off x="2768962" y="2646634"/>
            <a:ext cx="243839" cy="191770"/>
          </a:xfrm>
          <a:custGeom>
            <a:avLst/>
            <a:gdLst>
              <a:gd name="connsiteX0" fmla="*/ 0 w 243839"/>
              <a:gd name="connsiteY0" fmla="*/ 30480 h 191770"/>
              <a:gd name="connsiteX1" fmla="*/ 30480 w 243839"/>
              <a:gd name="connsiteY1" fmla="*/ 0 h 191770"/>
              <a:gd name="connsiteX2" fmla="*/ 172720 w 243839"/>
              <a:gd name="connsiteY2" fmla="*/ 0 h 191770"/>
              <a:gd name="connsiteX3" fmla="*/ 203200 w 243839"/>
              <a:gd name="connsiteY3" fmla="*/ 30480 h 191770"/>
              <a:gd name="connsiteX4" fmla="*/ 203200 w 243839"/>
              <a:gd name="connsiteY4" fmla="*/ 121920 h 191770"/>
              <a:gd name="connsiteX5" fmla="*/ 172720 w 243839"/>
              <a:gd name="connsiteY5" fmla="*/ 152400 h 191770"/>
              <a:gd name="connsiteX6" fmla="*/ 30480 w 243839"/>
              <a:gd name="connsiteY6" fmla="*/ 152400 h 191770"/>
              <a:gd name="connsiteX7" fmla="*/ 0 w 243839"/>
              <a:gd name="connsiteY7" fmla="*/ 121920 h 191770"/>
              <a:gd name="connsiteX8" fmla="*/ 0 w 243839"/>
              <a:gd name="connsiteY8" fmla="*/ 30480 h 191770"/>
              <a:gd name="connsiteX9" fmla="*/ 30480 w 243839"/>
              <a:gd name="connsiteY9" fmla="*/ 20320 h 191770"/>
              <a:gd name="connsiteX10" fmla="*/ 20320 w 243839"/>
              <a:gd name="connsiteY10" fmla="*/ 30480 h 191770"/>
              <a:gd name="connsiteX11" fmla="*/ 20320 w 243839"/>
              <a:gd name="connsiteY11" fmla="*/ 121920 h 191770"/>
              <a:gd name="connsiteX12" fmla="*/ 30480 w 243839"/>
              <a:gd name="connsiteY12" fmla="*/ 132080 h 191770"/>
              <a:gd name="connsiteX13" fmla="*/ 172720 w 243839"/>
              <a:gd name="connsiteY13" fmla="*/ 132080 h 191770"/>
              <a:gd name="connsiteX14" fmla="*/ 182880 w 243839"/>
              <a:gd name="connsiteY14" fmla="*/ 121920 h 191770"/>
              <a:gd name="connsiteX15" fmla="*/ 182880 w 243839"/>
              <a:gd name="connsiteY15" fmla="*/ 30480 h 191770"/>
              <a:gd name="connsiteX16" fmla="*/ 172720 w 243839"/>
              <a:gd name="connsiteY16" fmla="*/ 20320 h 191770"/>
              <a:gd name="connsiteX17" fmla="*/ 30480 w 243839"/>
              <a:gd name="connsiteY17" fmla="*/ 20320 h 191770"/>
              <a:gd name="connsiteX18" fmla="*/ 237490 w 243839"/>
              <a:gd name="connsiteY18" fmla="*/ 162560 h 191770"/>
              <a:gd name="connsiteX19" fmla="*/ 242570 w 243839"/>
              <a:gd name="connsiteY19" fmla="*/ 176530 h 191770"/>
              <a:gd name="connsiteX20" fmla="*/ 227330 w 243839"/>
              <a:gd name="connsiteY20" fmla="*/ 190500 h 191770"/>
              <a:gd name="connsiteX21" fmla="*/ 214630 w 243839"/>
              <a:gd name="connsiteY21" fmla="*/ 184150 h 191770"/>
              <a:gd name="connsiteX22" fmla="*/ 220980 w 243839"/>
              <a:gd name="connsiteY22" fmla="*/ 171450 h 191770"/>
              <a:gd name="connsiteX23" fmla="*/ 226060 w 243839"/>
              <a:gd name="connsiteY23" fmla="*/ 167640 h 191770"/>
              <a:gd name="connsiteX24" fmla="*/ 237490 w 243839"/>
              <a:gd name="connsiteY24" fmla="*/ 162560 h 191770"/>
              <a:gd name="connsiteX25" fmla="*/ 243840 w 243839"/>
              <a:gd name="connsiteY25" fmla="*/ 116840 h 191770"/>
              <a:gd name="connsiteX26" fmla="*/ 233680 w 243839"/>
              <a:gd name="connsiteY26" fmla="*/ 106680 h 191770"/>
              <a:gd name="connsiteX27" fmla="*/ 223520 w 243839"/>
              <a:gd name="connsiteY27" fmla="*/ 116840 h 191770"/>
              <a:gd name="connsiteX28" fmla="*/ 223520 w 243839"/>
              <a:gd name="connsiteY28" fmla="*/ 132080 h 191770"/>
              <a:gd name="connsiteX29" fmla="*/ 233680 w 243839"/>
              <a:gd name="connsiteY29" fmla="*/ 142240 h 191770"/>
              <a:gd name="connsiteX30" fmla="*/ 243840 w 243839"/>
              <a:gd name="connsiteY30" fmla="*/ 132080 h 191770"/>
              <a:gd name="connsiteX31" fmla="*/ 243840 w 243839"/>
              <a:gd name="connsiteY31" fmla="*/ 116840 h 191770"/>
              <a:gd name="connsiteX32" fmla="*/ 233680 w 243839"/>
              <a:gd name="connsiteY32" fmla="*/ 60960 h 191770"/>
              <a:gd name="connsiteX33" fmla="*/ 243840 w 243839"/>
              <a:gd name="connsiteY33" fmla="*/ 71120 h 191770"/>
              <a:gd name="connsiteX34" fmla="*/ 243840 w 243839"/>
              <a:gd name="connsiteY34" fmla="*/ 81280 h 191770"/>
              <a:gd name="connsiteX35" fmla="*/ 233680 w 243839"/>
              <a:gd name="connsiteY35" fmla="*/ 91440 h 191770"/>
              <a:gd name="connsiteX36" fmla="*/ 223520 w 243839"/>
              <a:gd name="connsiteY36" fmla="*/ 81280 h 191770"/>
              <a:gd name="connsiteX37" fmla="*/ 223520 w 243839"/>
              <a:gd name="connsiteY37" fmla="*/ 71120 h 191770"/>
              <a:gd name="connsiteX38" fmla="*/ 233680 w 243839"/>
              <a:gd name="connsiteY38" fmla="*/ 60960 h 191770"/>
              <a:gd name="connsiteX39" fmla="*/ 167640 w 243839"/>
              <a:gd name="connsiteY39" fmla="*/ 171450 h 191770"/>
              <a:gd name="connsiteX40" fmla="*/ 157480 w 243839"/>
              <a:gd name="connsiteY40" fmla="*/ 181610 h 191770"/>
              <a:gd name="connsiteX41" fmla="*/ 167640 w 243839"/>
              <a:gd name="connsiteY41" fmla="*/ 191770 h 191770"/>
              <a:gd name="connsiteX42" fmla="*/ 182880 w 243839"/>
              <a:gd name="connsiteY42" fmla="*/ 191770 h 191770"/>
              <a:gd name="connsiteX43" fmla="*/ 193040 w 243839"/>
              <a:gd name="connsiteY43" fmla="*/ 181610 h 191770"/>
              <a:gd name="connsiteX44" fmla="*/ 182880 w 243839"/>
              <a:gd name="connsiteY44" fmla="*/ 171450 h 191770"/>
              <a:gd name="connsiteX45" fmla="*/ 167640 w 243839"/>
              <a:gd name="connsiteY45" fmla="*/ 171450 h 191770"/>
              <a:gd name="connsiteX46" fmla="*/ 101600 w 243839"/>
              <a:gd name="connsiteY46" fmla="*/ 181610 h 191770"/>
              <a:gd name="connsiteX47" fmla="*/ 111760 w 243839"/>
              <a:gd name="connsiteY47" fmla="*/ 171450 h 191770"/>
              <a:gd name="connsiteX48" fmla="*/ 127000 w 243839"/>
              <a:gd name="connsiteY48" fmla="*/ 171450 h 191770"/>
              <a:gd name="connsiteX49" fmla="*/ 137160 w 243839"/>
              <a:gd name="connsiteY49" fmla="*/ 181610 h 191770"/>
              <a:gd name="connsiteX50" fmla="*/ 127000 w 243839"/>
              <a:gd name="connsiteY50" fmla="*/ 191770 h 191770"/>
              <a:gd name="connsiteX51" fmla="*/ 111760 w 243839"/>
              <a:gd name="connsiteY51" fmla="*/ 191770 h 191770"/>
              <a:gd name="connsiteX52" fmla="*/ 101600 w 243839"/>
              <a:gd name="connsiteY52" fmla="*/ 181610 h 191770"/>
              <a:gd name="connsiteX53" fmla="*/ 66040 w 243839"/>
              <a:gd name="connsiteY53" fmla="*/ 171450 h 191770"/>
              <a:gd name="connsiteX54" fmla="*/ 55880 w 243839"/>
              <a:gd name="connsiteY54" fmla="*/ 181610 h 191770"/>
              <a:gd name="connsiteX55" fmla="*/ 66040 w 243839"/>
              <a:gd name="connsiteY55" fmla="*/ 191770 h 191770"/>
              <a:gd name="connsiteX56" fmla="*/ 76200 w 243839"/>
              <a:gd name="connsiteY56" fmla="*/ 191770 h 191770"/>
              <a:gd name="connsiteX57" fmla="*/ 86360 w 243839"/>
              <a:gd name="connsiteY57" fmla="*/ 181610 h 191770"/>
              <a:gd name="connsiteX58" fmla="*/ 76200 w 243839"/>
              <a:gd name="connsiteY58" fmla="*/ 171450 h 191770"/>
              <a:gd name="connsiteX59" fmla="*/ 66040 w 243839"/>
              <a:gd name="connsiteY59" fmla="*/ 171450 h 191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43839" h="191770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72720" y="0"/>
                </a:lnTo>
                <a:cubicBezTo>
                  <a:pt x="189230" y="0"/>
                  <a:pt x="203200" y="13970"/>
                  <a:pt x="203200" y="30480"/>
                </a:cubicBezTo>
                <a:lnTo>
                  <a:pt x="203200" y="121920"/>
                </a:lnTo>
                <a:cubicBezTo>
                  <a:pt x="203200" y="138430"/>
                  <a:pt x="189230" y="152400"/>
                  <a:pt x="172720" y="152400"/>
                </a:cubicBezTo>
                <a:lnTo>
                  <a:pt x="30480" y="152400"/>
                </a:lnTo>
                <a:cubicBezTo>
                  <a:pt x="13970" y="152400"/>
                  <a:pt x="0" y="138430"/>
                  <a:pt x="0" y="12192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121920"/>
                </a:lnTo>
                <a:cubicBezTo>
                  <a:pt x="20320" y="127000"/>
                  <a:pt x="25400" y="132080"/>
                  <a:pt x="30480" y="132080"/>
                </a:cubicBezTo>
                <a:lnTo>
                  <a:pt x="172720" y="132080"/>
                </a:lnTo>
                <a:cubicBezTo>
                  <a:pt x="177800" y="132080"/>
                  <a:pt x="182880" y="127000"/>
                  <a:pt x="182880" y="121920"/>
                </a:cubicBezTo>
                <a:lnTo>
                  <a:pt x="182880" y="30480"/>
                </a:lnTo>
                <a:cubicBezTo>
                  <a:pt x="182880" y="25400"/>
                  <a:pt x="177800" y="20320"/>
                  <a:pt x="172720" y="20320"/>
                </a:cubicBezTo>
                <a:lnTo>
                  <a:pt x="30480" y="20320"/>
                </a:lnTo>
                <a:close/>
                <a:moveTo>
                  <a:pt x="237490" y="162560"/>
                </a:moveTo>
                <a:cubicBezTo>
                  <a:pt x="242570" y="165100"/>
                  <a:pt x="245110" y="171450"/>
                  <a:pt x="242570" y="176530"/>
                </a:cubicBezTo>
                <a:cubicBezTo>
                  <a:pt x="238760" y="184150"/>
                  <a:pt x="232410" y="189230"/>
                  <a:pt x="227330" y="190500"/>
                </a:cubicBezTo>
                <a:cubicBezTo>
                  <a:pt x="222250" y="193040"/>
                  <a:pt x="215900" y="189230"/>
                  <a:pt x="214630" y="184150"/>
                </a:cubicBezTo>
                <a:cubicBezTo>
                  <a:pt x="212090" y="179070"/>
                  <a:pt x="215900" y="172720"/>
                  <a:pt x="220980" y="171450"/>
                </a:cubicBezTo>
                <a:cubicBezTo>
                  <a:pt x="222250" y="171450"/>
                  <a:pt x="224790" y="170180"/>
                  <a:pt x="226060" y="167640"/>
                </a:cubicBezTo>
                <a:cubicBezTo>
                  <a:pt x="227330" y="162560"/>
                  <a:pt x="232410" y="160020"/>
                  <a:pt x="237490" y="162560"/>
                </a:cubicBezTo>
                <a:close/>
                <a:moveTo>
                  <a:pt x="243840" y="116840"/>
                </a:moveTo>
                <a:cubicBezTo>
                  <a:pt x="243840" y="111760"/>
                  <a:pt x="238760" y="106680"/>
                  <a:pt x="233680" y="106680"/>
                </a:cubicBezTo>
                <a:cubicBezTo>
                  <a:pt x="228600" y="106680"/>
                  <a:pt x="223520" y="111760"/>
                  <a:pt x="223520" y="116840"/>
                </a:cubicBezTo>
                <a:lnTo>
                  <a:pt x="223520" y="132080"/>
                </a:lnTo>
                <a:cubicBezTo>
                  <a:pt x="223520" y="137160"/>
                  <a:pt x="228600" y="142240"/>
                  <a:pt x="233680" y="142240"/>
                </a:cubicBezTo>
                <a:cubicBezTo>
                  <a:pt x="238760" y="142240"/>
                  <a:pt x="243840" y="137160"/>
                  <a:pt x="243840" y="132080"/>
                </a:cubicBezTo>
                <a:lnTo>
                  <a:pt x="243840" y="116840"/>
                </a:lnTo>
                <a:close/>
                <a:moveTo>
                  <a:pt x="233680" y="60960"/>
                </a:moveTo>
                <a:cubicBezTo>
                  <a:pt x="238760" y="60960"/>
                  <a:pt x="243840" y="66040"/>
                  <a:pt x="243840" y="71120"/>
                </a:cubicBezTo>
                <a:lnTo>
                  <a:pt x="243840" y="81280"/>
                </a:lnTo>
                <a:cubicBezTo>
                  <a:pt x="243840" y="86360"/>
                  <a:pt x="238760" y="91440"/>
                  <a:pt x="233680" y="91440"/>
                </a:cubicBezTo>
                <a:cubicBezTo>
                  <a:pt x="228600" y="91440"/>
                  <a:pt x="223520" y="86360"/>
                  <a:pt x="223520" y="81280"/>
                </a:cubicBezTo>
                <a:lnTo>
                  <a:pt x="223520" y="71120"/>
                </a:lnTo>
                <a:cubicBezTo>
                  <a:pt x="223520" y="64770"/>
                  <a:pt x="227330" y="60960"/>
                  <a:pt x="233680" y="60960"/>
                </a:cubicBezTo>
                <a:close/>
                <a:moveTo>
                  <a:pt x="167640" y="171450"/>
                </a:moveTo>
                <a:cubicBezTo>
                  <a:pt x="162560" y="171450"/>
                  <a:pt x="157480" y="176530"/>
                  <a:pt x="157480" y="181610"/>
                </a:cubicBezTo>
                <a:cubicBezTo>
                  <a:pt x="157480" y="186690"/>
                  <a:pt x="162560" y="191770"/>
                  <a:pt x="167640" y="191770"/>
                </a:cubicBezTo>
                <a:lnTo>
                  <a:pt x="182880" y="191770"/>
                </a:lnTo>
                <a:cubicBezTo>
                  <a:pt x="187960" y="191770"/>
                  <a:pt x="193040" y="186690"/>
                  <a:pt x="193040" y="181610"/>
                </a:cubicBezTo>
                <a:cubicBezTo>
                  <a:pt x="193040" y="176530"/>
                  <a:pt x="187960" y="171450"/>
                  <a:pt x="182880" y="171450"/>
                </a:cubicBezTo>
                <a:lnTo>
                  <a:pt x="167640" y="171450"/>
                </a:lnTo>
                <a:close/>
                <a:moveTo>
                  <a:pt x="101600" y="181610"/>
                </a:moveTo>
                <a:cubicBezTo>
                  <a:pt x="101600" y="176530"/>
                  <a:pt x="106680" y="171450"/>
                  <a:pt x="111760" y="171450"/>
                </a:cubicBezTo>
                <a:lnTo>
                  <a:pt x="127000" y="171450"/>
                </a:lnTo>
                <a:cubicBezTo>
                  <a:pt x="132080" y="171450"/>
                  <a:pt x="137160" y="176530"/>
                  <a:pt x="137160" y="181610"/>
                </a:cubicBezTo>
                <a:cubicBezTo>
                  <a:pt x="137160" y="186690"/>
                  <a:pt x="132080" y="191770"/>
                  <a:pt x="127000" y="191770"/>
                </a:cubicBezTo>
                <a:lnTo>
                  <a:pt x="111760" y="191770"/>
                </a:lnTo>
                <a:cubicBezTo>
                  <a:pt x="106680" y="191770"/>
                  <a:pt x="101600" y="187960"/>
                  <a:pt x="101600" y="181610"/>
                </a:cubicBezTo>
                <a:close/>
                <a:moveTo>
                  <a:pt x="66040" y="171450"/>
                </a:moveTo>
                <a:cubicBezTo>
                  <a:pt x="60960" y="171450"/>
                  <a:pt x="55880" y="176530"/>
                  <a:pt x="55880" y="181610"/>
                </a:cubicBezTo>
                <a:cubicBezTo>
                  <a:pt x="55880" y="186690"/>
                  <a:pt x="60960" y="191770"/>
                  <a:pt x="66040" y="191770"/>
                </a:cubicBezTo>
                <a:lnTo>
                  <a:pt x="76200" y="191770"/>
                </a:lnTo>
                <a:cubicBezTo>
                  <a:pt x="81280" y="191770"/>
                  <a:pt x="86360" y="186690"/>
                  <a:pt x="86360" y="181610"/>
                </a:cubicBezTo>
                <a:cubicBezTo>
                  <a:pt x="86360" y="176530"/>
                  <a:pt x="81280" y="171450"/>
                  <a:pt x="76200" y="171450"/>
                </a:cubicBezTo>
                <a:lnTo>
                  <a:pt x="66040" y="17145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51" name="Полилиния: фигура 67">
            <a:extLst>
              <a:ext uri="{FF2B5EF4-FFF2-40B4-BE49-F238E27FC236}">
                <a16:creationId xmlns:a16="http://schemas.microsoft.com/office/drawing/2014/main" id="{00F219E0-E4E2-333C-5B53-1C17A295C475}"/>
              </a:ext>
            </a:extLst>
          </p:cNvPr>
          <p:cNvSpPr/>
          <p:nvPr/>
        </p:nvSpPr>
        <p:spPr>
          <a:xfrm>
            <a:off x="8918541" y="4001936"/>
            <a:ext cx="243361" cy="243205"/>
          </a:xfrm>
          <a:custGeom>
            <a:avLst/>
            <a:gdLst>
              <a:gd name="connsiteX0" fmla="*/ 89930 w 243361"/>
              <a:gd name="connsiteY0" fmla="*/ 2858 h 243205"/>
              <a:gd name="connsiteX1" fmla="*/ 103901 w 243361"/>
              <a:gd name="connsiteY1" fmla="*/ 2858 h 243205"/>
              <a:gd name="connsiteX2" fmla="*/ 121680 w 243361"/>
              <a:gd name="connsiteY2" fmla="*/ 20638 h 243205"/>
              <a:gd name="connsiteX3" fmla="*/ 139461 w 243361"/>
              <a:gd name="connsiteY3" fmla="*/ 2858 h 243205"/>
              <a:gd name="connsiteX4" fmla="*/ 153430 w 243361"/>
              <a:gd name="connsiteY4" fmla="*/ 2858 h 243205"/>
              <a:gd name="connsiteX5" fmla="*/ 153430 w 243361"/>
              <a:gd name="connsiteY5" fmla="*/ 16828 h 243205"/>
              <a:gd name="connsiteX6" fmla="*/ 135651 w 243361"/>
              <a:gd name="connsiteY6" fmla="*/ 34608 h 243205"/>
              <a:gd name="connsiteX7" fmla="*/ 153430 w 243361"/>
              <a:gd name="connsiteY7" fmla="*/ 52388 h 243205"/>
              <a:gd name="connsiteX8" fmla="*/ 153430 w 243361"/>
              <a:gd name="connsiteY8" fmla="*/ 66358 h 243205"/>
              <a:gd name="connsiteX9" fmla="*/ 139461 w 243361"/>
              <a:gd name="connsiteY9" fmla="*/ 66358 h 243205"/>
              <a:gd name="connsiteX10" fmla="*/ 121680 w 243361"/>
              <a:gd name="connsiteY10" fmla="*/ 48578 h 243205"/>
              <a:gd name="connsiteX11" fmla="*/ 103901 w 243361"/>
              <a:gd name="connsiteY11" fmla="*/ 66358 h 243205"/>
              <a:gd name="connsiteX12" fmla="*/ 89930 w 243361"/>
              <a:gd name="connsiteY12" fmla="*/ 66358 h 243205"/>
              <a:gd name="connsiteX13" fmla="*/ 89930 w 243361"/>
              <a:gd name="connsiteY13" fmla="*/ 52388 h 243205"/>
              <a:gd name="connsiteX14" fmla="*/ 107711 w 243361"/>
              <a:gd name="connsiteY14" fmla="*/ 34608 h 243205"/>
              <a:gd name="connsiteX15" fmla="*/ 89930 w 243361"/>
              <a:gd name="connsiteY15" fmla="*/ 16828 h 243205"/>
              <a:gd name="connsiteX16" fmla="*/ 89930 w 243361"/>
              <a:gd name="connsiteY16" fmla="*/ 2858 h 243205"/>
              <a:gd name="connsiteX17" fmla="*/ 3570 w 243361"/>
              <a:gd name="connsiteY17" fmla="*/ 170497 h 243205"/>
              <a:gd name="connsiteX18" fmla="*/ 2301 w 243361"/>
              <a:gd name="connsiteY18" fmla="*/ 156528 h 243205"/>
              <a:gd name="connsiteX19" fmla="*/ 121680 w 243361"/>
              <a:gd name="connsiteY19" fmla="*/ 101918 h 243205"/>
              <a:gd name="connsiteX20" fmla="*/ 241061 w 243361"/>
              <a:gd name="connsiteY20" fmla="*/ 156528 h 243205"/>
              <a:gd name="connsiteX21" fmla="*/ 239790 w 243361"/>
              <a:gd name="connsiteY21" fmla="*/ 170497 h 243205"/>
              <a:gd name="connsiteX22" fmla="*/ 225820 w 243361"/>
              <a:gd name="connsiteY22" fmla="*/ 169228 h 243205"/>
              <a:gd name="connsiteX23" fmla="*/ 121680 w 243361"/>
              <a:gd name="connsiteY23" fmla="*/ 122238 h 243205"/>
              <a:gd name="connsiteX24" fmla="*/ 17540 w 243361"/>
              <a:gd name="connsiteY24" fmla="*/ 169228 h 243205"/>
              <a:gd name="connsiteX25" fmla="*/ 3570 w 243361"/>
              <a:gd name="connsiteY25" fmla="*/ 170497 h 243205"/>
              <a:gd name="connsiteX26" fmla="*/ 45480 w 243361"/>
              <a:gd name="connsiteY26" fmla="*/ 211138 h 243205"/>
              <a:gd name="connsiteX27" fmla="*/ 42940 w 243361"/>
              <a:gd name="connsiteY27" fmla="*/ 197168 h 243205"/>
              <a:gd name="connsiteX28" fmla="*/ 122951 w 243361"/>
              <a:gd name="connsiteY28" fmla="*/ 156528 h 243205"/>
              <a:gd name="connsiteX29" fmla="*/ 202961 w 243361"/>
              <a:gd name="connsiteY29" fmla="*/ 197168 h 243205"/>
              <a:gd name="connsiteX30" fmla="*/ 200420 w 243361"/>
              <a:gd name="connsiteY30" fmla="*/ 211138 h 243205"/>
              <a:gd name="connsiteX31" fmla="*/ 186451 w 243361"/>
              <a:gd name="connsiteY31" fmla="*/ 208597 h 243205"/>
              <a:gd name="connsiteX32" fmla="*/ 124220 w 243361"/>
              <a:gd name="connsiteY32" fmla="*/ 178118 h 243205"/>
              <a:gd name="connsiteX33" fmla="*/ 61990 w 243361"/>
              <a:gd name="connsiteY33" fmla="*/ 208597 h 243205"/>
              <a:gd name="connsiteX34" fmla="*/ 45480 w 243361"/>
              <a:gd name="connsiteY34" fmla="*/ 211138 h 243205"/>
              <a:gd name="connsiteX35" fmla="*/ 84851 w 243361"/>
              <a:gd name="connsiteY35" fmla="*/ 226377 h 243205"/>
              <a:gd name="connsiteX36" fmla="*/ 84851 w 243361"/>
              <a:gd name="connsiteY36" fmla="*/ 240347 h 243205"/>
              <a:gd name="connsiteX37" fmla="*/ 98820 w 243361"/>
              <a:gd name="connsiteY37" fmla="*/ 240347 h 243205"/>
              <a:gd name="connsiteX38" fmla="*/ 121680 w 243361"/>
              <a:gd name="connsiteY38" fmla="*/ 227647 h 243205"/>
              <a:gd name="connsiteX39" fmla="*/ 144540 w 243361"/>
              <a:gd name="connsiteY39" fmla="*/ 240347 h 243205"/>
              <a:gd name="connsiteX40" fmla="*/ 158511 w 243361"/>
              <a:gd name="connsiteY40" fmla="*/ 240347 h 243205"/>
              <a:gd name="connsiteX41" fmla="*/ 158511 w 243361"/>
              <a:gd name="connsiteY41" fmla="*/ 226377 h 243205"/>
              <a:gd name="connsiteX42" fmla="*/ 158511 w 243361"/>
              <a:gd name="connsiteY42" fmla="*/ 226377 h 243205"/>
              <a:gd name="connsiteX43" fmla="*/ 121680 w 243361"/>
              <a:gd name="connsiteY43" fmla="*/ 208597 h 243205"/>
              <a:gd name="connsiteX44" fmla="*/ 84851 w 243361"/>
              <a:gd name="connsiteY44" fmla="*/ 226377 h 243205"/>
              <a:gd name="connsiteX45" fmla="*/ 84851 w 243361"/>
              <a:gd name="connsiteY45" fmla="*/ 226377 h 24320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43361" h="243205">
                <a:moveTo>
                  <a:pt x="89930" y="2858"/>
                </a:moveTo>
                <a:cubicBezTo>
                  <a:pt x="93740" y="-953"/>
                  <a:pt x="100090" y="-953"/>
                  <a:pt x="103901" y="2858"/>
                </a:cubicBezTo>
                <a:lnTo>
                  <a:pt x="121680" y="20638"/>
                </a:lnTo>
                <a:lnTo>
                  <a:pt x="139461" y="2858"/>
                </a:lnTo>
                <a:cubicBezTo>
                  <a:pt x="143270" y="-953"/>
                  <a:pt x="149620" y="-953"/>
                  <a:pt x="153430" y="2858"/>
                </a:cubicBezTo>
                <a:cubicBezTo>
                  <a:pt x="157240" y="6668"/>
                  <a:pt x="157240" y="13018"/>
                  <a:pt x="153430" y="16828"/>
                </a:cubicBezTo>
                <a:lnTo>
                  <a:pt x="135651" y="34608"/>
                </a:lnTo>
                <a:lnTo>
                  <a:pt x="153430" y="52388"/>
                </a:lnTo>
                <a:cubicBezTo>
                  <a:pt x="157240" y="56197"/>
                  <a:pt x="157240" y="62547"/>
                  <a:pt x="153430" y="66358"/>
                </a:cubicBezTo>
                <a:cubicBezTo>
                  <a:pt x="149620" y="70168"/>
                  <a:pt x="143270" y="70168"/>
                  <a:pt x="139461" y="66358"/>
                </a:cubicBezTo>
                <a:lnTo>
                  <a:pt x="121680" y="48578"/>
                </a:lnTo>
                <a:lnTo>
                  <a:pt x="103901" y="66358"/>
                </a:lnTo>
                <a:cubicBezTo>
                  <a:pt x="100090" y="70168"/>
                  <a:pt x="93740" y="70168"/>
                  <a:pt x="89930" y="66358"/>
                </a:cubicBezTo>
                <a:cubicBezTo>
                  <a:pt x="86120" y="62547"/>
                  <a:pt x="86120" y="56197"/>
                  <a:pt x="89930" y="52388"/>
                </a:cubicBezTo>
                <a:lnTo>
                  <a:pt x="107711" y="34608"/>
                </a:lnTo>
                <a:lnTo>
                  <a:pt x="89930" y="16828"/>
                </a:lnTo>
                <a:cubicBezTo>
                  <a:pt x="86120" y="14288"/>
                  <a:pt x="86120" y="6668"/>
                  <a:pt x="89930" y="2858"/>
                </a:cubicBezTo>
                <a:close/>
                <a:moveTo>
                  <a:pt x="3570" y="170497"/>
                </a:moveTo>
                <a:cubicBezTo>
                  <a:pt x="-239" y="166688"/>
                  <a:pt x="-1510" y="160338"/>
                  <a:pt x="2301" y="156528"/>
                </a:cubicBezTo>
                <a:cubicBezTo>
                  <a:pt x="28970" y="123508"/>
                  <a:pt x="68340" y="101918"/>
                  <a:pt x="121680" y="101918"/>
                </a:cubicBezTo>
                <a:cubicBezTo>
                  <a:pt x="175020" y="101918"/>
                  <a:pt x="214390" y="123508"/>
                  <a:pt x="241061" y="156528"/>
                </a:cubicBezTo>
                <a:cubicBezTo>
                  <a:pt x="244870" y="160338"/>
                  <a:pt x="243601" y="166688"/>
                  <a:pt x="239790" y="170497"/>
                </a:cubicBezTo>
                <a:cubicBezTo>
                  <a:pt x="235980" y="174308"/>
                  <a:pt x="229630" y="173038"/>
                  <a:pt x="225820" y="169228"/>
                </a:cubicBezTo>
                <a:cubicBezTo>
                  <a:pt x="201690" y="141288"/>
                  <a:pt x="169940" y="122238"/>
                  <a:pt x="121680" y="122238"/>
                </a:cubicBezTo>
                <a:cubicBezTo>
                  <a:pt x="74690" y="122238"/>
                  <a:pt x="41670" y="141288"/>
                  <a:pt x="17540" y="169228"/>
                </a:cubicBezTo>
                <a:cubicBezTo>
                  <a:pt x="15001" y="173038"/>
                  <a:pt x="8651" y="174308"/>
                  <a:pt x="3570" y="170497"/>
                </a:cubicBezTo>
                <a:close/>
                <a:moveTo>
                  <a:pt x="45480" y="211138"/>
                </a:moveTo>
                <a:cubicBezTo>
                  <a:pt x="40401" y="208597"/>
                  <a:pt x="39130" y="202247"/>
                  <a:pt x="42940" y="197168"/>
                </a:cubicBezTo>
                <a:cubicBezTo>
                  <a:pt x="54370" y="179388"/>
                  <a:pt x="83580" y="156528"/>
                  <a:pt x="122951" y="156528"/>
                </a:cubicBezTo>
                <a:cubicBezTo>
                  <a:pt x="162320" y="156528"/>
                  <a:pt x="190261" y="179388"/>
                  <a:pt x="202961" y="197168"/>
                </a:cubicBezTo>
                <a:cubicBezTo>
                  <a:pt x="205501" y="202247"/>
                  <a:pt x="204230" y="208597"/>
                  <a:pt x="200420" y="211138"/>
                </a:cubicBezTo>
                <a:cubicBezTo>
                  <a:pt x="195340" y="213677"/>
                  <a:pt x="188990" y="212408"/>
                  <a:pt x="186451" y="208597"/>
                </a:cubicBezTo>
                <a:cubicBezTo>
                  <a:pt x="177561" y="195897"/>
                  <a:pt x="155970" y="178118"/>
                  <a:pt x="124220" y="178118"/>
                </a:cubicBezTo>
                <a:cubicBezTo>
                  <a:pt x="92470" y="178118"/>
                  <a:pt x="70880" y="195897"/>
                  <a:pt x="61990" y="208597"/>
                </a:cubicBezTo>
                <a:cubicBezTo>
                  <a:pt x="56911" y="213677"/>
                  <a:pt x="50561" y="214947"/>
                  <a:pt x="45480" y="211138"/>
                </a:cubicBezTo>
                <a:close/>
                <a:moveTo>
                  <a:pt x="84851" y="226377"/>
                </a:moveTo>
                <a:cubicBezTo>
                  <a:pt x="81040" y="230188"/>
                  <a:pt x="81040" y="236538"/>
                  <a:pt x="84851" y="240347"/>
                </a:cubicBezTo>
                <a:cubicBezTo>
                  <a:pt x="88661" y="244158"/>
                  <a:pt x="95011" y="244158"/>
                  <a:pt x="98820" y="240347"/>
                </a:cubicBezTo>
                <a:cubicBezTo>
                  <a:pt x="103901" y="235268"/>
                  <a:pt x="111520" y="227647"/>
                  <a:pt x="121680" y="227647"/>
                </a:cubicBezTo>
                <a:cubicBezTo>
                  <a:pt x="131840" y="227647"/>
                  <a:pt x="139461" y="235268"/>
                  <a:pt x="144540" y="240347"/>
                </a:cubicBezTo>
                <a:cubicBezTo>
                  <a:pt x="148351" y="244158"/>
                  <a:pt x="154701" y="244158"/>
                  <a:pt x="158511" y="240347"/>
                </a:cubicBezTo>
                <a:cubicBezTo>
                  <a:pt x="162320" y="236538"/>
                  <a:pt x="162320" y="230188"/>
                  <a:pt x="158511" y="226377"/>
                </a:cubicBezTo>
                <a:lnTo>
                  <a:pt x="158511" y="226377"/>
                </a:lnTo>
                <a:cubicBezTo>
                  <a:pt x="153430" y="221297"/>
                  <a:pt x="140730" y="208597"/>
                  <a:pt x="121680" y="208597"/>
                </a:cubicBezTo>
                <a:cubicBezTo>
                  <a:pt x="102630" y="208597"/>
                  <a:pt x="89930" y="221297"/>
                  <a:pt x="84851" y="226377"/>
                </a:cubicBezTo>
                <a:lnTo>
                  <a:pt x="84851" y="226377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52" name="Полилиния: фигура 71">
            <a:extLst>
              <a:ext uri="{FF2B5EF4-FFF2-40B4-BE49-F238E27FC236}">
                <a16:creationId xmlns:a16="http://schemas.microsoft.com/office/drawing/2014/main" id="{68237E53-3F41-1A34-6BFF-61ED7AC4A5BD}"/>
              </a:ext>
            </a:extLst>
          </p:cNvPr>
          <p:cNvSpPr/>
          <p:nvPr/>
        </p:nvSpPr>
        <p:spPr>
          <a:xfrm>
            <a:off x="9473292" y="4016224"/>
            <a:ext cx="253634" cy="213359"/>
          </a:xfrm>
          <a:custGeom>
            <a:avLst/>
            <a:gdLst>
              <a:gd name="connsiteX0" fmla="*/ 115570 w 253634"/>
              <a:gd name="connsiteY0" fmla="*/ 1270 h 213359"/>
              <a:gd name="connsiteX1" fmla="*/ 100330 w 253634"/>
              <a:gd name="connsiteY1" fmla="*/ 7620 h 213359"/>
              <a:gd name="connsiteX2" fmla="*/ 55880 w 253634"/>
              <a:gd name="connsiteY2" fmla="*/ 58420 h 213359"/>
              <a:gd name="connsiteX3" fmla="*/ 30480 w 253634"/>
              <a:gd name="connsiteY3" fmla="*/ 58420 h 213359"/>
              <a:gd name="connsiteX4" fmla="*/ 0 w 253634"/>
              <a:gd name="connsiteY4" fmla="*/ 88900 h 213359"/>
              <a:gd name="connsiteX5" fmla="*/ 0 w 253634"/>
              <a:gd name="connsiteY5" fmla="*/ 125730 h 213359"/>
              <a:gd name="connsiteX6" fmla="*/ 30480 w 253634"/>
              <a:gd name="connsiteY6" fmla="*/ 156210 h 213359"/>
              <a:gd name="connsiteX7" fmla="*/ 55880 w 253634"/>
              <a:gd name="connsiteY7" fmla="*/ 156210 h 213359"/>
              <a:gd name="connsiteX8" fmla="*/ 100330 w 253634"/>
              <a:gd name="connsiteY8" fmla="*/ 207010 h 213359"/>
              <a:gd name="connsiteX9" fmla="*/ 115570 w 253634"/>
              <a:gd name="connsiteY9" fmla="*/ 213360 h 213359"/>
              <a:gd name="connsiteX10" fmla="*/ 135889 w 253634"/>
              <a:gd name="connsiteY10" fmla="*/ 213360 h 213359"/>
              <a:gd name="connsiteX11" fmla="*/ 151130 w 253634"/>
              <a:gd name="connsiteY11" fmla="*/ 198120 h 213359"/>
              <a:gd name="connsiteX12" fmla="*/ 151130 w 253634"/>
              <a:gd name="connsiteY12" fmla="*/ 15240 h 213359"/>
              <a:gd name="connsiteX13" fmla="*/ 135889 w 253634"/>
              <a:gd name="connsiteY13" fmla="*/ 0 h 213359"/>
              <a:gd name="connsiteX14" fmla="*/ 115570 w 253634"/>
              <a:gd name="connsiteY14" fmla="*/ 0 h 213359"/>
              <a:gd name="connsiteX15" fmla="*/ 115570 w 253634"/>
              <a:gd name="connsiteY15" fmla="*/ 21590 h 213359"/>
              <a:gd name="connsiteX16" fmla="*/ 130810 w 253634"/>
              <a:gd name="connsiteY16" fmla="*/ 21590 h 213359"/>
              <a:gd name="connsiteX17" fmla="*/ 130810 w 253634"/>
              <a:gd name="connsiteY17" fmla="*/ 194310 h 213359"/>
              <a:gd name="connsiteX18" fmla="*/ 115570 w 253634"/>
              <a:gd name="connsiteY18" fmla="*/ 194310 h 213359"/>
              <a:gd name="connsiteX19" fmla="*/ 64770 w 253634"/>
              <a:gd name="connsiteY19" fmla="*/ 135890 h 213359"/>
              <a:gd name="connsiteX20" fmla="*/ 29210 w 253634"/>
              <a:gd name="connsiteY20" fmla="*/ 135890 h 213359"/>
              <a:gd name="connsiteX21" fmla="*/ 19050 w 253634"/>
              <a:gd name="connsiteY21" fmla="*/ 125730 h 213359"/>
              <a:gd name="connsiteX22" fmla="*/ 19050 w 253634"/>
              <a:gd name="connsiteY22" fmla="*/ 88900 h 213359"/>
              <a:gd name="connsiteX23" fmla="*/ 29210 w 253634"/>
              <a:gd name="connsiteY23" fmla="*/ 78740 h 213359"/>
              <a:gd name="connsiteX24" fmla="*/ 64770 w 253634"/>
              <a:gd name="connsiteY24" fmla="*/ 78740 h 213359"/>
              <a:gd name="connsiteX25" fmla="*/ 115570 w 253634"/>
              <a:gd name="connsiteY25" fmla="*/ 21590 h 213359"/>
              <a:gd name="connsiteX26" fmla="*/ 218439 w 253634"/>
              <a:gd name="connsiteY26" fmla="*/ 25400 h 213359"/>
              <a:gd name="connsiteX27" fmla="*/ 204470 w 253634"/>
              <a:gd name="connsiteY27" fmla="*/ 25400 h 213359"/>
              <a:gd name="connsiteX28" fmla="*/ 204470 w 253634"/>
              <a:gd name="connsiteY28" fmla="*/ 39370 h 213359"/>
              <a:gd name="connsiteX29" fmla="*/ 233680 w 253634"/>
              <a:gd name="connsiteY29" fmla="*/ 99060 h 213359"/>
              <a:gd name="connsiteX30" fmla="*/ 204470 w 253634"/>
              <a:gd name="connsiteY30" fmla="*/ 177800 h 213359"/>
              <a:gd name="connsiteX31" fmla="*/ 204470 w 253634"/>
              <a:gd name="connsiteY31" fmla="*/ 191770 h 213359"/>
              <a:gd name="connsiteX32" fmla="*/ 218439 w 253634"/>
              <a:gd name="connsiteY32" fmla="*/ 191770 h 213359"/>
              <a:gd name="connsiteX33" fmla="*/ 252730 w 253634"/>
              <a:gd name="connsiteY33" fmla="*/ 96520 h 213359"/>
              <a:gd name="connsiteX34" fmla="*/ 218439 w 253634"/>
              <a:gd name="connsiteY34" fmla="*/ 25400 h 213359"/>
              <a:gd name="connsiteX35" fmla="*/ 189230 w 253634"/>
              <a:gd name="connsiteY35" fmla="*/ 74930 h 213359"/>
              <a:gd name="connsiteX36" fmla="*/ 175260 w 253634"/>
              <a:gd name="connsiteY36" fmla="*/ 74930 h 213359"/>
              <a:gd name="connsiteX37" fmla="*/ 175260 w 253634"/>
              <a:gd name="connsiteY37" fmla="*/ 88900 h 213359"/>
              <a:gd name="connsiteX38" fmla="*/ 181610 w 253634"/>
              <a:gd name="connsiteY38" fmla="*/ 106680 h 213359"/>
              <a:gd name="connsiteX39" fmla="*/ 175260 w 253634"/>
              <a:gd name="connsiteY39" fmla="*/ 127000 h 213359"/>
              <a:gd name="connsiteX40" fmla="*/ 175260 w 253634"/>
              <a:gd name="connsiteY40" fmla="*/ 140970 h 213359"/>
              <a:gd name="connsiteX41" fmla="*/ 189230 w 253634"/>
              <a:gd name="connsiteY41" fmla="*/ 140970 h 213359"/>
              <a:gd name="connsiteX42" fmla="*/ 200660 w 253634"/>
              <a:gd name="connsiteY42" fmla="*/ 106680 h 213359"/>
              <a:gd name="connsiteX43" fmla="*/ 189230 w 253634"/>
              <a:gd name="connsiteY43" fmla="*/ 7493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53634" h="213359">
                <a:moveTo>
                  <a:pt x="115570" y="1270"/>
                </a:moveTo>
                <a:cubicBezTo>
                  <a:pt x="109220" y="1270"/>
                  <a:pt x="104139" y="3810"/>
                  <a:pt x="100330" y="7620"/>
                </a:cubicBezTo>
                <a:lnTo>
                  <a:pt x="55880" y="58420"/>
                </a:lnTo>
                <a:lnTo>
                  <a:pt x="30480" y="58420"/>
                </a:lnTo>
                <a:cubicBezTo>
                  <a:pt x="13970" y="58420"/>
                  <a:pt x="0" y="72390"/>
                  <a:pt x="0" y="88900"/>
                </a:cubicBezTo>
                <a:lnTo>
                  <a:pt x="0" y="125730"/>
                </a:lnTo>
                <a:cubicBezTo>
                  <a:pt x="0" y="142240"/>
                  <a:pt x="13970" y="156210"/>
                  <a:pt x="30480" y="156210"/>
                </a:cubicBezTo>
                <a:lnTo>
                  <a:pt x="55880" y="156210"/>
                </a:lnTo>
                <a:lnTo>
                  <a:pt x="100330" y="207010"/>
                </a:lnTo>
                <a:cubicBezTo>
                  <a:pt x="104139" y="210820"/>
                  <a:pt x="109220" y="213360"/>
                  <a:pt x="115570" y="213360"/>
                </a:cubicBezTo>
                <a:lnTo>
                  <a:pt x="135889" y="213360"/>
                </a:lnTo>
                <a:cubicBezTo>
                  <a:pt x="144780" y="213360"/>
                  <a:pt x="151130" y="207010"/>
                  <a:pt x="151130" y="198120"/>
                </a:cubicBezTo>
                <a:lnTo>
                  <a:pt x="151130" y="15240"/>
                </a:lnTo>
                <a:cubicBezTo>
                  <a:pt x="151130" y="6350"/>
                  <a:pt x="144780" y="0"/>
                  <a:pt x="135889" y="0"/>
                </a:cubicBezTo>
                <a:lnTo>
                  <a:pt x="115570" y="0"/>
                </a:lnTo>
                <a:close/>
                <a:moveTo>
                  <a:pt x="115570" y="21590"/>
                </a:moveTo>
                <a:lnTo>
                  <a:pt x="130810" y="21590"/>
                </a:lnTo>
                <a:lnTo>
                  <a:pt x="130810" y="194310"/>
                </a:lnTo>
                <a:lnTo>
                  <a:pt x="115570" y="194310"/>
                </a:lnTo>
                <a:lnTo>
                  <a:pt x="64770" y="135890"/>
                </a:lnTo>
                <a:lnTo>
                  <a:pt x="29210" y="135890"/>
                </a:lnTo>
                <a:cubicBezTo>
                  <a:pt x="24130" y="135890"/>
                  <a:pt x="19050" y="130810"/>
                  <a:pt x="19050" y="125730"/>
                </a:cubicBezTo>
                <a:lnTo>
                  <a:pt x="19050" y="88900"/>
                </a:lnTo>
                <a:cubicBezTo>
                  <a:pt x="19050" y="83820"/>
                  <a:pt x="24130" y="78740"/>
                  <a:pt x="29210" y="78740"/>
                </a:cubicBezTo>
                <a:lnTo>
                  <a:pt x="64770" y="78740"/>
                </a:lnTo>
                <a:lnTo>
                  <a:pt x="115570" y="21590"/>
                </a:lnTo>
                <a:close/>
                <a:moveTo>
                  <a:pt x="218439" y="25400"/>
                </a:moveTo>
                <a:cubicBezTo>
                  <a:pt x="214630" y="21590"/>
                  <a:pt x="208280" y="21590"/>
                  <a:pt x="204470" y="25400"/>
                </a:cubicBezTo>
                <a:cubicBezTo>
                  <a:pt x="200660" y="29210"/>
                  <a:pt x="200660" y="35560"/>
                  <a:pt x="204470" y="39370"/>
                </a:cubicBezTo>
                <a:cubicBezTo>
                  <a:pt x="217170" y="53340"/>
                  <a:pt x="229870" y="74930"/>
                  <a:pt x="233680" y="99060"/>
                </a:cubicBezTo>
                <a:cubicBezTo>
                  <a:pt x="236220" y="121920"/>
                  <a:pt x="231139" y="149860"/>
                  <a:pt x="204470" y="177800"/>
                </a:cubicBezTo>
                <a:cubicBezTo>
                  <a:pt x="200660" y="181610"/>
                  <a:pt x="200660" y="187960"/>
                  <a:pt x="204470" y="191770"/>
                </a:cubicBezTo>
                <a:cubicBezTo>
                  <a:pt x="208280" y="195580"/>
                  <a:pt x="214630" y="195580"/>
                  <a:pt x="218439" y="191770"/>
                </a:cubicBezTo>
                <a:cubicBezTo>
                  <a:pt x="248920" y="158750"/>
                  <a:pt x="256539" y="125730"/>
                  <a:pt x="252730" y="96520"/>
                </a:cubicBezTo>
                <a:cubicBezTo>
                  <a:pt x="248920" y="66040"/>
                  <a:pt x="233680" y="40640"/>
                  <a:pt x="218439" y="25400"/>
                </a:cubicBezTo>
                <a:close/>
                <a:moveTo>
                  <a:pt x="189230" y="74930"/>
                </a:moveTo>
                <a:cubicBezTo>
                  <a:pt x="185420" y="71120"/>
                  <a:pt x="179070" y="71120"/>
                  <a:pt x="175260" y="74930"/>
                </a:cubicBezTo>
                <a:cubicBezTo>
                  <a:pt x="171450" y="78740"/>
                  <a:pt x="171450" y="85090"/>
                  <a:pt x="175260" y="88900"/>
                </a:cubicBezTo>
                <a:cubicBezTo>
                  <a:pt x="177800" y="91440"/>
                  <a:pt x="180339" y="97790"/>
                  <a:pt x="181610" y="106680"/>
                </a:cubicBezTo>
                <a:cubicBezTo>
                  <a:pt x="181610" y="114300"/>
                  <a:pt x="180339" y="121920"/>
                  <a:pt x="175260" y="127000"/>
                </a:cubicBezTo>
                <a:cubicBezTo>
                  <a:pt x="171450" y="130810"/>
                  <a:pt x="171450" y="137160"/>
                  <a:pt x="175260" y="140970"/>
                </a:cubicBezTo>
                <a:cubicBezTo>
                  <a:pt x="179070" y="144780"/>
                  <a:pt x="185420" y="144780"/>
                  <a:pt x="189230" y="140970"/>
                </a:cubicBezTo>
                <a:cubicBezTo>
                  <a:pt x="198120" y="130810"/>
                  <a:pt x="201930" y="118110"/>
                  <a:pt x="200660" y="106680"/>
                </a:cubicBezTo>
                <a:cubicBezTo>
                  <a:pt x="200660" y="93980"/>
                  <a:pt x="196850" y="82550"/>
                  <a:pt x="189230" y="7493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753" name="Рисунок 4">
            <a:extLst>
              <a:ext uri="{FF2B5EF4-FFF2-40B4-BE49-F238E27FC236}">
                <a16:creationId xmlns:a16="http://schemas.microsoft.com/office/drawing/2014/main" id="{84D047C1-92C8-529A-C5F2-1B84F3C2EDA2}"/>
              </a:ext>
            </a:extLst>
          </p:cNvPr>
          <p:cNvGrpSpPr/>
          <p:nvPr/>
        </p:nvGrpSpPr>
        <p:grpSpPr>
          <a:xfrm>
            <a:off x="4441228" y="2614884"/>
            <a:ext cx="254323" cy="254000"/>
            <a:chOff x="4599616" y="1126489"/>
            <a:chExt cx="254323" cy="254000"/>
          </a:xfrm>
          <a:solidFill>
            <a:schemeClr val="tx1"/>
          </a:solidFill>
        </p:grpSpPr>
        <p:sp>
          <p:nvSpPr>
            <p:cNvPr id="754" name="Полилиния: фигура 76">
              <a:extLst>
                <a:ext uri="{FF2B5EF4-FFF2-40B4-BE49-F238E27FC236}">
                  <a16:creationId xmlns:a16="http://schemas.microsoft.com/office/drawing/2014/main" id="{0FF66769-3A3D-E645-7874-E56D54F1B3C6}"/>
                </a:ext>
              </a:extLst>
            </p:cNvPr>
            <p:cNvSpPr/>
            <p:nvPr/>
          </p:nvSpPr>
          <p:spPr>
            <a:xfrm>
              <a:off x="4709159" y="1126489"/>
              <a:ext cx="144780" cy="144780"/>
            </a:xfrm>
            <a:custGeom>
              <a:avLst/>
              <a:gdLst>
                <a:gd name="connsiteX0" fmla="*/ 82550 w 144780"/>
                <a:gd name="connsiteY0" fmla="*/ 8890 h 144780"/>
                <a:gd name="connsiteX1" fmla="*/ 82550 w 144780"/>
                <a:gd name="connsiteY1" fmla="*/ 8890 h 144780"/>
                <a:gd name="connsiteX2" fmla="*/ 82550 w 144780"/>
                <a:gd name="connsiteY2" fmla="*/ 8890 h 144780"/>
                <a:gd name="connsiteX3" fmla="*/ 82550 w 144780"/>
                <a:gd name="connsiteY3" fmla="*/ 8890 h 144780"/>
                <a:gd name="connsiteX4" fmla="*/ 83820 w 144780"/>
                <a:gd name="connsiteY4" fmla="*/ 12700 h 144780"/>
                <a:gd name="connsiteX5" fmla="*/ 87630 w 144780"/>
                <a:gd name="connsiteY5" fmla="*/ 22860 h 144780"/>
                <a:gd name="connsiteX6" fmla="*/ 100330 w 144780"/>
                <a:gd name="connsiteY6" fmla="*/ 44450 h 144780"/>
                <a:gd name="connsiteX7" fmla="*/ 121920 w 144780"/>
                <a:gd name="connsiteY7" fmla="*/ 57150 h 144780"/>
                <a:gd name="connsiteX8" fmla="*/ 132080 w 144780"/>
                <a:gd name="connsiteY8" fmla="*/ 60960 h 144780"/>
                <a:gd name="connsiteX9" fmla="*/ 135890 w 144780"/>
                <a:gd name="connsiteY9" fmla="*/ 62230 h 144780"/>
                <a:gd name="connsiteX10" fmla="*/ 137160 w 144780"/>
                <a:gd name="connsiteY10" fmla="*/ 62230 h 144780"/>
                <a:gd name="connsiteX11" fmla="*/ 137160 w 144780"/>
                <a:gd name="connsiteY11" fmla="*/ 62230 h 144780"/>
                <a:gd name="connsiteX12" fmla="*/ 137160 w 144780"/>
                <a:gd name="connsiteY12" fmla="*/ 62230 h 144780"/>
                <a:gd name="connsiteX13" fmla="*/ 144780 w 144780"/>
                <a:gd name="connsiteY13" fmla="*/ 72390 h 144780"/>
                <a:gd name="connsiteX14" fmla="*/ 137160 w 144780"/>
                <a:gd name="connsiteY14" fmla="*/ 82550 h 144780"/>
                <a:gd name="connsiteX15" fmla="*/ 137160 w 144780"/>
                <a:gd name="connsiteY15" fmla="*/ 82550 h 144780"/>
                <a:gd name="connsiteX16" fmla="*/ 137160 w 144780"/>
                <a:gd name="connsiteY16" fmla="*/ 82550 h 144780"/>
                <a:gd name="connsiteX17" fmla="*/ 135890 w 144780"/>
                <a:gd name="connsiteY17" fmla="*/ 82550 h 144780"/>
                <a:gd name="connsiteX18" fmla="*/ 132080 w 144780"/>
                <a:gd name="connsiteY18" fmla="*/ 83820 h 144780"/>
                <a:gd name="connsiteX19" fmla="*/ 121920 w 144780"/>
                <a:gd name="connsiteY19" fmla="*/ 87630 h 144780"/>
                <a:gd name="connsiteX20" fmla="*/ 100330 w 144780"/>
                <a:gd name="connsiteY20" fmla="*/ 100330 h 144780"/>
                <a:gd name="connsiteX21" fmla="*/ 87630 w 144780"/>
                <a:gd name="connsiteY21" fmla="*/ 121920 h 144780"/>
                <a:gd name="connsiteX22" fmla="*/ 83820 w 144780"/>
                <a:gd name="connsiteY22" fmla="*/ 132080 h 144780"/>
                <a:gd name="connsiteX23" fmla="*/ 82550 w 144780"/>
                <a:gd name="connsiteY23" fmla="*/ 135890 h 144780"/>
                <a:gd name="connsiteX24" fmla="*/ 82550 w 144780"/>
                <a:gd name="connsiteY24" fmla="*/ 137160 h 144780"/>
                <a:gd name="connsiteX25" fmla="*/ 82550 w 144780"/>
                <a:gd name="connsiteY25" fmla="*/ 137160 h 144780"/>
                <a:gd name="connsiteX26" fmla="*/ 82550 w 144780"/>
                <a:gd name="connsiteY26" fmla="*/ 137160 h 144780"/>
                <a:gd name="connsiteX27" fmla="*/ 72390 w 144780"/>
                <a:gd name="connsiteY27" fmla="*/ 144780 h 144780"/>
                <a:gd name="connsiteX28" fmla="*/ 62230 w 144780"/>
                <a:gd name="connsiteY28" fmla="*/ 137160 h 144780"/>
                <a:gd name="connsiteX29" fmla="*/ 62230 w 144780"/>
                <a:gd name="connsiteY29" fmla="*/ 137160 h 144780"/>
                <a:gd name="connsiteX30" fmla="*/ 62230 w 144780"/>
                <a:gd name="connsiteY30" fmla="*/ 137160 h 144780"/>
                <a:gd name="connsiteX31" fmla="*/ 62230 w 144780"/>
                <a:gd name="connsiteY31" fmla="*/ 135890 h 144780"/>
                <a:gd name="connsiteX32" fmla="*/ 60960 w 144780"/>
                <a:gd name="connsiteY32" fmla="*/ 132080 h 144780"/>
                <a:gd name="connsiteX33" fmla="*/ 57150 w 144780"/>
                <a:gd name="connsiteY33" fmla="*/ 121920 h 144780"/>
                <a:gd name="connsiteX34" fmla="*/ 44450 w 144780"/>
                <a:gd name="connsiteY34" fmla="*/ 100330 h 144780"/>
                <a:gd name="connsiteX35" fmla="*/ 22860 w 144780"/>
                <a:gd name="connsiteY35" fmla="*/ 87630 h 144780"/>
                <a:gd name="connsiteX36" fmla="*/ 12700 w 144780"/>
                <a:gd name="connsiteY36" fmla="*/ 83820 h 144780"/>
                <a:gd name="connsiteX37" fmla="*/ 8890 w 144780"/>
                <a:gd name="connsiteY37" fmla="*/ 82550 h 144780"/>
                <a:gd name="connsiteX38" fmla="*/ 7620 w 144780"/>
                <a:gd name="connsiteY38" fmla="*/ 82550 h 144780"/>
                <a:gd name="connsiteX39" fmla="*/ 7620 w 144780"/>
                <a:gd name="connsiteY39" fmla="*/ 82550 h 144780"/>
                <a:gd name="connsiteX40" fmla="*/ 7620 w 144780"/>
                <a:gd name="connsiteY40" fmla="*/ 82550 h 144780"/>
                <a:gd name="connsiteX41" fmla="*/ 0 w 144780"/>
                <a:gd name="connsiteY41" fmla="*/ 72390 h 144780"/>
                <a:gd name="connsiteX42" fmla="*/ 7620 w 144780"/>
                <a:gd name="connsiteY42" fmla="*/ 62230 h 144780"/>
                <a:gd name="connsiteX43" fmla="*/ 7620 w 144780"/>
                <a:gd name="connsiteY43" fmla="*/ 62230 h 144780"/>
                <a:gd name="connsiteX44" fmla="*/ 7620 w 144780"/>
                <a:gd name="connsiteY44" fmla="*/ 62230 h 144780"/>
                <a:gd name="connsiteX45" fmla="*/ 8890 w 144780"/>
                <a:gd name="connsiteY45" fmla="*/ 62230 h 144780"/>
                <a:gd name="connsiteX46" fmla="*/ 12700 w 144780"/>
                <a:gd name="connsiteY46" fmla="*/ 60960 h 144780"/>
                <a:gd name="connsiteX47" fmla="*/ 22860 w 144780"/>
                <a:gd name="connsiteY47" fmla="*/ 57150 h 144780"/>
                <a:gd name="connsiteX48" fmla="*/ 44450 w 144780"/>
                <a:gd name="connsiteY48" fmla="*/ 44450 h 144780"/>
                <a:gd name="connsiteX49" fmla="*/ 57150 w 144780"/>
                <a:gd name="connsiteY49" fmla="*/ 22860 h 144780"/>
                <a:gd name="connsiteX50" fmla="*/ 60960 w 144780"/>
                <a:gd name="connsiteY50" fmla="*/ 12700 h 144780"/>
                <a:gd name="connsiteX51" fmla="*/ 62230 w 144780"/>
                <a:gd name="connsiteY51" fmla="*/ 8890 h 144780"/>
                <a:gd name="connsiteX52" fmla="*/ 62230 w 144780"/>
                <a:gd name="connsiteY52" fmla="*/ 7620 h 144780"/>
                <a:gd name="connsiteX53" fmla="*/ 62230 w 144780"/>
                <a:gd name="connsiteY53" fmla="*/ 7620 h 144780"/>
                <a:gd name="connsiteX54" fmla="*/ 62230 w 144780"/>
                <a:gd name="connsiteY54" fmla="*/ 7620 h 144780"/>
                <a:gd name="connsiteX55" fmla="*/ 72390 w 144780"/>
                <a:gd name="connsiteY55" fmla="*/ 0 h 144780"/>
                <a:gd name="connsiteX56" fmla="*/ 82550 w 144780"/>
                <a:gd name="connsiteY56" fmla="*/ 8890 h 144780"/>
                <a:gd name="connsiteX57" fmla="*/ 85090 w 144780"/>
                <a:gd name="connsiteY57" fmla="*/ 59690 h 144780"/>
                <a:gd name="connsiteX58" fmla="*/ 102870 w 144780"/>
                <a:gd name="connsiteY58" fmla="*/ 72390 h 144780"/>
                <a:gd name="connsiteX59" fmla="*/ 85090 w 144780"/>
                <a:gd name="connsiteY59" fmla="*/ 85090 h 144780"/>
                <a:gd name="connsiteX60" fmla="*/ 72390 w 144780"/>
                <a:gd name="connsiteY60" fmla="*/ 102870 h 144780"/>
                <a:gd name="connsiteX61" fmla="*/ 59690 w 144780"/>
                <a:gd name="connsiteY61" fmla="*/ 85090 h 144780"/>
                <a:gd name="connsiteX62" fmla="*/ 41910 w 144780"/>
                <a:gd name="connsiteY62" fmla="*/ 72390 h 144780"/>
                <a:gd name="connsiteX63" fmla="*/ 59690 w 144780"/>
                <a:gd name="connsiteY63" fmla="*/ 59690 h 144780"/>
                <a:gd name="connsiteX64" fmla="*/ 72390 w 144780"/>
                <a:gd name="connsiteY64" fmla="*/ 41910 h 144780"/>
                <a:gd name="connsiteX65" fmla="*/ 85090 w 144780"/>
                <a:gd name="connsiteY65" fmla="*/ 59690 h 1447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144780" h="144780">
                  <a:moveTo>
                    <a:pt x="82550" y="8890"/>
                  </a:moveTo>
                  <a:lnTo>
                    <a:pt x="82550" y="8890"/>
                  </a:lnTo>
                  <a:lnTo>
                    <a:pt x="82550" y="8890"/>
                  </a:lnTo>
                  <a:cubicBezTo>
                    <a:pt x="83820" y="8890"/>
                    <a:pt x="83820" y="8890"/>
                    <a:pt x="82550" y="8890"/>
                  </a:cubicBezTo>
                  <a:cubicBezTo>
                    <a:pt x="82550" y="10160"/>
                    <a:pt x="83820" y="11430"/>
                    <a:pt x="83820" y="12700"/>
                  </a:cubicBezTo>
                  <a:cubicBezTo>
                    <a:pt x="85090" y="15240"/>
                    <a:pt x="86360" y="19050"/>
                    <a:pt x="87630" y="22860"/>
                  </a:cubicBezTo>
                  <a:cubicBezTo>
                    <a:pt x="91440" y="31750"/>
                    <a:pt x="95250" y="40640"/>
                    <a:pt x="100330" y="44450"/>
                  </a:cubicBezTo>
                  <a:cubicBezTo>
                    <a:pt x="105410" y="49530"/>
                    <a:pt x="113030" y="53340"/>
                    <a:pt x="121920" y="57150"/>
                  </a:cubicBezTo>
                  <a:cubicBezTo>
                    <a:pt x="125730" y="58420"/>
                    <a:pt x="129540" y="59690"/>
                    <a:pt x="132080" y="60960"/>
                  </a:cubicBezTo>
                  <a:cubicBezTo>
                    <a:pt x="133350" y="60960"/>
                    <a:pt x="134620" y="62230"/>
                    <a:pt x="135890" y="62230"/>
                  </a:cubicBezTo>
                  <a:cubicBezTo>
                    <a:pt x="135890" y="62230"/>
                    <a:pt x="137160" y="62230"/>
                    <a:pt x="137160" y="62230"/>
                  </a:cubicBezTo>
                  <a:lnTo>
                    <a:pt x="137160" y="62230"/>
                  </a:lnTo>
                  <a:lnTo>
                    <a:pt x="137160" y="62230"/>
                  </a:lnTo>
                  <a:cubicBezTo>
                    <a:pt x="142240" y="63500"/>
                    <a:pt x="144780" y="67310"/>
                    <a:pt x="144780" y="72390"/>
                  </a:cubicBezTo>
                  <a:cubicBezTo>
                    <a:pt x="144780" y="77470"/>
                    <a:pt x="140970" y="81280"/>
                    <a:pt x="137160" y="82550"/>
                  </a:cubicBezTo>
                  <a:lnTo>
                    <a:pt x="137160" y="82550"/>
                  </a:lnTo>
                  <a:lnTo>
                    <a:pt x="137160" y="82550"/>
                  </a:lnTo>
                  <a:cubicBezTo>
                    <a:pt x="137160" y="82550"/>
                    <a:pt x="137160" y="82550"/>
                    <a:pt x="135890" y="82550"/>
                  </a:cubicBezTo>
                  <a:cubicBezTo>
                    <a:pt x="134620" y="82550"/>
                    <a:pt x="134620" y="82550"/>
                    <a:pt x="132080" y="83820"/>
                  </a:cubicBezTo>
                  <a:cubicBezTo>
                    <a:pt x="129540" y="85090"/>
                    <a:pt x="125730" y="86360"/>
                    <a:pt x="121920" y="87630"/>
                  </a:cubicBezTo>
                  <a:cubicBezTo>
                    <a:pt x="113030" y="91440"/>
                    <a:pt x="104140" y="95250"/>
                    <a:pt x="100330" y="100330"/>
                  </a:cubicBezTo>
                  <a:cubicBezTo>
                    <a:pt x="95250" y="105410"/>
                    <a:pt x="91440" y="113030"/>
                    <a:pt x="87630" y="121920"/>
                  </a:cubicBezTo>
                  <a:cubicBezTo>
                    <a:pt x="86360" y="125730"/>
                    <a:pt x="85090" y="129540"/>
                    <a:pt x="83820" y="132080"/>
                  </a:cubicBezTo>
                  <a:cubicBezTo>
                    <a:pt x="83820" y="133350"/>
                    <a:pt x="82550" y="134620"/>
                    <a:pt x="82550" y="135890"/>
                  </a:cubicBezTo>
                  <a:cubicBezTo>
                    <a:pt x="82550" y="135890"/>
                    <a:pt x="82550" y="137160"/>
                    <a:pt x="82550" y="137160"/>
                  </a:cubicBezTo>
                  <a:lnTo>
                    <a:pt x="82550" y="137160"/>
                  </a:lnTo>
                  <a:lnTo>
                    <a:pt x="82550" y="137160"/>
                  </a:lnTo>
                  <a:cubicBezTo>
                    <a:pt x="81280" y="142240"/>
                    <a:pt x="77470" y="144780"/>
                    <a:pt x="72390" y="144780"/>
                  </a:cubicBezTo>
                  <a:cubicBezTo>
                    <a:pt x="67310" y="144780"/>
                    <a:pt x="63500" y="140970"/>
                    <a:pt x="62230" y="137160"/>
                  </a:cubicBezTo>
                  <a:lnTo>
                    <a:pt x="62230" y="137160"/>
                  </a:lnTo>
                  <a:lnTo>
                    <a:pt x="62230" y="137160"/>
                  </a:lnTo>
                  <a:cubicBezTo>
                    <a:pt x="62230" y="137160"/>
                    <a:pt x="62230" y="137160"/>
                    <a:pt x="62230" y="135890"/>
                  </a:cubicBezTo>
                  <a:cubicBezTo>
                    <a:pt x="62230" y="134620"/>
                    <a:pt x="62230" y="134620"/>
                    <a:pt x="60960" y="132080"/>
                  </a:cubicBezTo>
                  <a:cubicBezTo>
                    <a:pt x="59690" y="129540"/>
                    <a:pt x="58420" y="125730"/>
                    <a:pt x="57150" y="121920"/>
                  </a:cubicBezTo>
                  <a:cubicBezTo>
                    <a:pt x="53340" y="113030"/>
                    <a:pt x="49530" y="104140"/>
                    <a:pt x="44450" y="100330"/>
                  </a:cubicBezTo>
                  <a:cubicBezTo>
                    <a:pt x="39370" y="95250"/>
                    <a:pt x="31750" y="91440"/>
                    <a:pt x="22860" y="87630"/>
                  </a:cubicBezTo>
                  <a:cubicBezTo>
                    <a:pt x="19050" y="86360"/>
                    <a:pt x="15240" y="85090"/>
                    <a:pt x="12700" y="83820"/>
                  </a:cubicBezTo>
                  <a:cubicBezTo>
                    <a:pt x="11430" y="83820"/>
                    <a:pt x="10160" y="82550"/>
                    <a:pt x="8890" y="82550"/>
                  </a:cubicBezTo>
                  <a:cubicBezTo>
                    <a:pt x="8890" y="82550"/>
                    <a:pt x="7620" y="82550"/>
                    <a:pt x="7620" y="82550"/>
                  </a:cubicBezTo>
                  <a:lnTo>
                    <a:pt x="7620" y="82550"/>
                  </a:lnTo>
                  <a:lnTo>
                    <a:pt x="7620" y="82550"/>
                  </a:lnTo>
                  <a:cubicBezTo>
                    <a:pt x="2540" y="81280"/>
                    <a:pt x="0" y="77470"/>
                    <a:pt x="0" y="72390"/>
                  </a:cubicBezTo>
                  <a:cubicBezTo>
                    <a:pt x="0" y="67310"/>
                    <a:pt x="3810" y="63500"/>
                    <a:pt x="7620" y="62230"/>
                  </a:cubicBezTo>
                  <a:lnTo>
                    <a:pt x="7620" y="62230"/>
                  </a:lnTo>
                  <a:lnTo>
                    <a:pt x="7620" y="62230"/>
                  </a:lnTo>
                  <a:cubicBezTo>
                    <a:pt x="7620" y="62230"/>
                    <a:pt x="7620" y="62230"/>
                    <a:pt x="8890" y="62230"/>
                  </a:cubicBezTo>
                  <a:cubicBezTo>
                    <a:pt x="10160" y="62230"/>
                    <a:pt x="10160" y="62230"/>
                    <a:pt x="12700" y="60960"/>
                  </a:cubicBezTo>
                  <a:cubicBezTo>
                    <a:pt x="15240" y="59690"/>
                    <a:pt x="19050" y="58420"/>
                    <a:pt x="22860" y="57150"/>
                  </a:cubicBezTo>
                  <a:cubicBezTo>
                    <a:pt x="31750" y="53340"/>
                    <a:pt x="40640" y="49530"/>
                    <a:pt x="44450" y="44450"/>
                  </a:cubicBezTo>
                  <a:cubicBezTo>
                    <a:pt x="49530" y="39370"/>
                    <a:pt x="53340" y="31750"/>
                    <a:pt x="57150" y="22860"/>
                  </a:cubicBezTo>
                  <a:cubicBezTo>
                    <a:pt x="58420" y="19050"/>
                    <a:pt x="59690" y="15240"/>
                    <a:pt x="60960" y="12700"/>
                  </a:cubicBezTo>
                  <a:cubicBezTo>
                    <a:pt x="60960" y="11430"/>
                    <a:pt x="62230" y="10160"/>
                    <a:pt x="62230" y="8890"/>
                  </a:cubicBezTo>
                  <a:cubicBezTo>
                    <a:pt x="62230" y="8890"/>
                    <a:pt x="62230" y="7620"/>
                    <a:pt x="62230" y="7620"/>
                  </a:cubicBezTo>
                  <a:lnTo>
                    <a:pt x="62230" y="7620"/>
                  </a:lnTo>
                  <a:lnTo>
                    <a:pt x="62230" y="7620"/>
                  </a:lnTo>
                  <a:cubicBezTo>
                    <a:pt x="63500" y="2540"/>
                    <a:pt x="67310" y="0"/>
                    <a:pt x="72390" y="0"/>
                  </a:cubicBezTo>
                  <a:cubicBezTo>
                    <a:pt x="77470" y="1270"/>
                    <a:pt x="82550" y="3810"/>
                    <a:pt x="82550" y="8890"/>
                  </a:cubicBezTo>
                  <a:close/>
                  <a:moveTo>
                    <a:pt x="85090" y="59690"/>
                  </a:moveTo>
                  <a:cubicBezTo>
                    <a:pt x="90170" y="64770"/>
                    <a:pt x="96520" y="68580"/>
                    <a:pt x="102870" y="72390"/>
                  </a:cubicBezTo>
                  <a:cubicBezTo>
                    <a:pt x="96520" y="74930"/>
                    <a:pt x="90170" y="80010"/>
                    <a:pt x="85090" y="85090"/>
                  </a:cubicBezTo>
                  <a:cubicBezTo>
                    <a:pt x="80010" y="90170"/>
                    <a:pt x="76200" y="96520"/>
                    <a:pt x="72390" y="102870"/>
                  </a:cubicBezTo>
                  <a:cubicBezTo>
                    <a:pt x="69850" y="96520"/>
                    <a:pt x="64770" y="90170"/>
                    <a:pt x="59690" y="85090"/>
                  </a:cubicBezTo>
                  <a:cubicBezTo>
                    <a:pt x="54610" y="80010"/>
                    <a:pt x="48260" y="76200"/>
                    <a:pt x="41910" y="72390"/>
                  </a:cubicBezTo>
                  <a:cubicBezTo>
                    <a:pt x="48260" y="69850"/>
                    <a:pt x="54610" y="64770"/>
                    <a:pt x="59690" y="59690"/>
                  </a:cubicBezTo>
                  <a:cubicBezTo>
                    <a:pt x="64770" y="54610"/>
                    <a:pt x="68580" y="48260"/>
                    <a:pt x="72390" y="41910"/>
                  </a:cubicBezTo>
                  <a:cubicBezTo>
                    <a:pt x="76200" y="48260"/>
                    <a:pt x="80010" y="54610"/>
                    <a:pt x="85090" y="5969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55" name="Полилиния: фигура 77">
              <a:extLst>
                <a:ext uri="{FF2B5EF4-FFF2-40B4-BE49-F238E27FC236}">
                  <a16:creationId xmlns:a16="http://schemas.microsoft.com/office/drawing/2014/main" id="{254CCFEA-9F44-E401-D32F-146E986D9B80}"/>
                </a:ext>
              </a:extLst>
            </p:cNvPr>
            <p:cNvSpPr/>
            <p:nvPr/>
          </p:nvSpPr>
          <p:spPr>
            <a:xfrm>
              <a:off x="4599616" y="1168233"/>
              <a:ext cx="213078" cy="212256"/>
            </a:xfrm>
            <a:custGeom>
              <a:avLst/>
              <a:gdLst>
                <a:gd name="connsiteX0" fmla="*/ 129863 w 213078"/>
                <a:gd name="connsiteY0" fmla="*/ 136057 h 212256"/>
                <a:gd name="connsiteX1" fmla="*/ 127324 w 213078"/>
                <a:gd name="connsiteY1" fmla="*/ 134787 h 212256"/>
                <a:gd name="connsiteX2" fmla="*/ 126054 w 213078"/>
                <a:gd name="connsiteY2" fmla="*/ 134787 h 212256"/>
                <a:gd name="connsiteX3" fmla="*/ 124784 w 213078"/>
                <a:gd name="connsiteY3" fmla="*/ 133517 h 212256"/>
                <a:gd name="connsiteX4" fmla="*/ 87954 w 213078"/>
                <a:gd name="connsiteY4" fmla="*/ 99227 h 212256"/>
                <a:gd name="connsiteX5" fmla="*/ 76524 w 213078"/>
                <a:gd name="connsiteY5" fmla="*/ 82717 h 212256"/>
                <a:gd name="connsiteX6" fmla="*/ 82874 w 213078"/>
                <a:gd name="connsiteY6" fmla="*/ 76367 h 212256"/>
                <a:gd name="connsiteX7" fmla="*/ 87954 w 213078"/>
                <a:gd name="connsiteY7" fmla="*/ 71287 h 212256"/>
                <a:gd name="connsiteX8" fmla="*/ 90493 w 213078"/>
                <a:gd name="connsiteY8" fmla="*/ 68747 h 212256"/>
                <a:gd name="connsiteX9" fmla="*/ 90493 w 213078"/>
                <a:gd name="connsiteY9" fmla="*/ 34457 h 212256"/>
                <a:gd name="connsiteX10" fmla="*/ 86684 w 213078"/>
                <a:gd name="connsiteY10" fmla="*/ 30647 h 212256"/>
                <a:gd name="connsiteX11" fmla="*/ 76524 w 213078"/>
                <a:gd name="connsiteY11" fmla="*/ 20487 h 212256"/>
                <a:gd name="connsiteX12" fmla="*/ 63824 w 213078"/>
                <a:gd name="connsiteY12" fmla="*/ 7787 h 212256"/>
                <a:gd name="connsiteX13" fmla="*/ 28263 w 213078"/>
                <a:gd name="connsiteY13" fmla="*/ 6517 h 212256"/>
                <a:gd name="connsiteX14" fmla="*/ 25724 w 213078"/>
                <a:gd name="connsiteY14" fmla="*/ 9057 h 212256"/>
                <a:gd name="connsiteX15" fmla="*/ 13024 w 213078"/>
                <a:gd name="connsiteY15" fmla="*/ 21757 h 212256"/>
                <a:gd name="connsiteX16" fmla="*/ 11754 w 213078"/>
                <a:gd name="connsiteY16" fmla="*/ 23027 h 212256"/>
                <a:gd name="connsiteX17" fmla="*/ 324 w 213078"/>
                <a:gd name="connsiteY17" fmla="*/ 47157 h 212256"/>
                <a:gd name="connsiteX18" fmla="*/ 6674 w 213078"/>
                <a:gd name="connsiteY18" fmla="*/ 82717 h 212256"/>
                <a:gd name="connsiteX19" fmla="*/ 42234 w 213078"/>
                <a:gd name="connsiteY19" fmla="*/ 142407 h 212256"/>
                <a:gd name="connsiteX20" fmla="*/ 115893 w 213078"/>
                <a:gd name="connsiteY20" fmla="*/ 199557 h 212256"/>
                <a:gd name="connsiteX21" fmla="*/ 159074 w 213078"/>
                <a:gd name="connsiteY21" fmla="*/ 212257 h 212256"/>
                <a:gd name="connsiteX22" fmla="*/ 190824 w 213078"/>
                <a:gd name="connsiteY22" fmla="*/ 199557 h 212256"/>
                <a:gd name="connsiteX23" fmla="*/ 192093 w 213078"/>
                <a:gd name="connsiteY23" fmla="*/ 197017 h 212256"/>
                <a:gd name="connsiteX24" fmla="*/ 193363 w 213078"/>
                <a:gd name="connsiteY24" fmla="*/ 195747 h 212256"/>
                <a:gd name="connsiteX25" fmla="*/ 195904 w 213078"/>
                <a:gd name="connsiteY25" fmla="*/ 193207 h 212256"/>
                <a:gd name="connsiteX26" fmla="*/ 204793 w 213078"/>
                <a:gd name="connsiteY26" fmla="*/ 184317 h 212256"/>
                <a:gd name="connsiteX27" fmla="*/ 206063 w 213078"/>
                <a:gd name="connsiteY27" fmla="*/ 183047 h 212256"/>
                <a:gd name="connsiteX28" fmla="*/ 204793 w 213078"/>
                <a:gd name="connsiteY28" fmla="*/ 147487 h 212256"/>
                <a:gd name="connsiteX29" fmla="*/ 198443 w 213078"/>
                <a:gd name="connsiteY29" fmla="*/ 141137 h 212256"/>
                <a:gd name="connsiteX30" fmla="*/ 179393 w 213078"/>
                <a:gd name="connsiteY30" fmla="*/ 122087 h 212256"/>
                <a:gd name="connsiteX31" fmla="*/ 178124 w 213078"/>
                <a:gd name="connsiteY31" fmla="*/ 120817 h 212256"/>
                <a:gd name="connsiteX32" fmla="*/ 142563 w 213078"/>
                <a:gd name="connsiteY32" fmla="*/ 122087 h 212256"/>
                <a:gd name="connsiteX33" fmla="*/ 131134 w 213078"/>
                <a:gd name="connsiteY33" fmla="*/ 133517 h 212256"/>
                <a:gd name="connsiteX34" fmla="*/ 129863 w 213078"/>
                <a:gd name="connsiteY34" fmla="*/ 136057 h 212256"/>
                <a:gd name="connsiteX35" fmla="*/ 40963 w 213078"/>
                <a:gd name="connsiteY35" fmla="*/ 21757 h 212256"/>
                <a:gd name="connsiteX36" fmla="*/ 49854 w 213078"/>
                <a:gd name="connsiteY36" fmla="*/ 21757 h 212256"/>
                <a:gd name="connsiteX37" fmla="*/ 72713 w 213078"/>
                <a:gd name="connsiteY37" fmla="*/ 44617 h 212256"/>
                <a:gd name="connsiteX38" fmla="*/ 75254 w 213078"/>
                <a:gd name="connsiteY38" fmla="*/ 47157 h 212256"/>
                <a:gd name="connsiteX39" fmla="*/ 75254 w 213078"/>
                <a:gd name="connsiteY39" fmla="*/ 54777 h 212256"/>
                <a:gd name="connsiteX40" fmla="*/ 72713 w 213078"/>
                <a:gd name="connsiteY40" fmla="*/ 57317 h 212256"/>
                <a:gd name="connsiteX41" fmla="*/ 71443 w 213078"/>
                <a:gd name="connsiteY41" fmla="*/ 58587 h 212256"/>
                <a:gd name="connsiteX42" fmla="*/ 66363 w 213078"/>
                <a:gd name="connsiteY42" fmla="*/ 63667 h 212256"/>
                <a:gd name="connsiteX43" fmla="*/ 58743 w 213078"/>
                <a:gd name="connsiteY43" fmla="*/ 71287 h 212256"/>
                <a:gd name="connsiteX44" fmla="*/ 54934 w 213078"/>
                <a:gd name="connsiteY44" fmla="*/ 86527 h 212256"/>
                <a:gd name="connsiteX45" fmla="*/ 70174 w 213078"/>
                <a:gd name="connsiteY45" fmla="*/ 111927 h 212256"/>
                <a:gd name="connsiteX46" fmla="*/ 112084 w 213078"/>
                <a:gd name="connsiteY46" fmla="*/ 150027 h 212256"/>
                <a:gd name="connsiteX47" fmla="*/ 114624 w 213078"/>
                <a:gd name="connsiteY47" fmla="*/ 151297 h 212256"/>
                <a:gd name="connsiteX48" fmla="*/ 117163 w 213078"/>
                <a:gd name="connsiteY48" fmla="*/ 152567 h 212256"/>
                <a:gd name="connsiteX49" fmla="*/ 123513 w 213078"/>
                <a:gd name="connsiteY49" fmla="*/ 155107 h 212256"/>
                <a:gd name="connsiteX50" fmla="*/ 140024 w 213078"/>
                <a:gd name="connsiteY50" fmla="*/ 152567 h 212256"/>
                <a:gd name="connsiteX51" fmla="*/ 146374 w 213078"/>
                <a:gd name="connsiteY51" fmla="*/ 146217 h 212256"/>
                <a:gd name="connsiteX52" fmla="*/ 156534 w 213078"/>
                <a:gd name="connsiteY52" fmla="*/ 136057 h 212256"/>
                <a:gd name="connsiteX53" fmla="*/ 164154 w 213078"/>
                <a:gd name="connsiteY53" fmla="*/ 136057 h 212256"/>
                <a:gd name="connsiteX54" fmla="*/ 184474 w 213078"/>
                <a:gd name="connsiteY54" fmla="*/ 156377 h 212256"/>
                <a:gd name="connsiteX55" fmla="*/ 189554 w 213078"/>
                <a:gd name="connsiteY55" fmla="*/ 161457 h 212256"/>
                <a:gd name="connsiteX56" fmla="*/ 189554 w 213078"/>
                <a:gd name="connsiteY56" fmla="*/ 170347 h 212256"/>
                <a:gd name="connsiteX57" fmla="*/ 181934 w 213078"/>
                <a:gd name="connsiteY57" fmla="*/ 177967 h 212256"/>
                <a:gd name="connsiteX58" fmla="*/ 175584 w 213078"/>
                <a:gd name="connsiteY58" fmla="*/ 185587 h 212256"/>
                <a:gd name="connsiteX59" fmla="*/ 159074 w 213078"/>
                <a:gd name="connsiteY59" fmla="*/ 191937 h 212256"/>
                <a:gd name="connsiteX60" fmla="*/ 124784 w 213078"/>
                <a:gd name="connsiteY60" fmla="*/ 181777 h 212256"/>
                <a:gd name="connsiteX61" fmla="*/ 57474 w 213078"/>
                <a:gd name="connsiteY61" fmla="*/ 129707 h 212256"/>
                <a:gd name="connsiteX62" fmla="*/ 24454 w 213078"/>
                <a:gd name="connsiteY62" fmla="*/ 76367 h 212256"/>
                <a:gd name="connsiteX63" fmla="*/ 19374 w 213078"/>
                <a:gd name="connsiteY63" fmla="*/ 48427 h 212256"/>
                <a:gd name="connsiteX64" fmla="*/ 24454 w 213078"/>
                <a:gd name="connsiteY64" fmla="*/ 38267 h 212256"/>
                <a:gd name="connsiteX65" fmla="*/ 28263 w 213078"/>
                <a:gd name="connsiteY65" fmla="*/ 34457 h 212256"/>
                <a:gd name="connsiteX66" fmla="*/ 38424 w 213078"/>
                <a:gd name="connsiteY66" fmla="*/ 24297 h 212256"/>
                <a:gd name="connsiteX67" fmla="*/ 40963 w 213078"/>
                <a:gd name="connsiteY67" fmla="*/ 21757 h 21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213078" h="212256">
                  <a:moveTo>
                    <a:pt x="129863" y="136057"/>
                  </a:moveTo>
                  <a:lnTo>
                    <a:pt x="127324" y="134787"/>
                  </a:lnTo>
                  <a:cubicBezTo>
                    <a:pt x="127324" y="134787"/>
                    <a:pt x="126054" y="134787"/>
                    <a:pt x="126054" y="134787"/>
                  </a:cubicBezTo>
                  <a:lnTo>
                    <a:pt x="124784" y="133517"/>
                  </a:lnTo>
                  <a:cubicBezTo>
                    <a:pt x="110813" y="124627"/>
                    <a:pt x="99384" y="113197"/>
                    <a:pt x="87954" y="99227"/>
                  </a:cubicBezTo>
                  <a:cubicBezTo>
                    <a:pt x="82874" y="94147"/>
                    <a:pt x="80334" y="87797"/>
                    <a:pt x="76524" y="82717"/>
                  </a:cubicBezTo>
                  <a:lnTo>
                    <a:pt x="82874" y="76367"/>
                  </a:lnTo>
                  <a:lnTo>
                    <a:pt x="87954" y="71287"/>
                  </a:lnTo>
                  <a:lnTo>
                    <a:pt x="90493" y="68747"/>
                  </a:lnTo>
                  <a:cubicBezTo>
                    <a:pt x="99384" y="58587"/>
                    <a:pt x="99384" y="44617"/>
                    <a:pt x="90493" y="34457"/>
                  </a:cubicBezTo>
                  <a:lnTo>
                    <a:pt x="86684" y="30647"/>
                  </a:lnTo>
                  <a:lnTo>
                    <a:pt x="76524" y="20487"/>
                  </a:lnTo>
                  <a:lnTo>
                    <a:pt x="63824" y="7787"/>
                  </a:lnTo>
                  <a:cubicBezTo>
                    <a:pt x="53663" y="-2373"/>
                    <a:pt x="38424" y="-2373"/>
                    <a:pt x="28263" y="6517"/>
                  </a:cubicBezTo>
                  <a:lnTo>
                    <a:pt x="25724" y="9057"/>
                  </a:lnTo>
                  <a:lnTo>
                    <a:pt x="13024" y="21757"/>
                  </a:lnTo>
                  <a:lnTo>
                    <a:pt x="11754" y="23027"/>
                  </a:lnTo>
                  <a:cubicBezTo>
                    <a:pt x="5404" y="29377"/>
                    <a:pt x="1593" y="38267"/>
                    <a:pt x="324" y="47157"/>
                  </a:cubicBezTo>
                  <a:cubicBezTo>
                    <a:pt x="-946" y="58587"/>
                    <a:pt x="1593" y="70017"/>
                    <a:pt x="6674" y="82717"/>
                  </a:cubicBezTo>
                  <a:cubicBezTo>
                    <a:pt x="14293" y="104307"/>
                    <a:pt x="26993" y="123357"/>
                    <a:pt x="42234" y="142407"/>
                  </a:cubicBezTo>
                  <a:cubicBezTo>
                    <a:pt x="62554" y="166537"/>
                    <a:pt x="86684" y="185587"/>
                    <a:pt x="115893" y="199557"/>
                  </a:cubicBezTo>
                  <a:cubicBezTo>
                    <a:pt x="131134" y="207177"/>
                    <a:pt x="145104" y="210987"/>
                    <a:pt x="159074" y="212257"/>
                  </a:cubicBezTo>
                  <a:cubicBezTo>
                    <a:pt x="171774" y="212257"/>
                    <a:pt x="183204" y="208447"/>
                    <a:pt x="190824" y="199557"/>
                  </a:cubicBezTo>
                  <a:lnTo>
                    <a:pt x="192093" y="197017"/>
                  </a:lnTo>
                  <a:cubicBezTo>
                    <a:pt x="192093" y="197017"/>
                    <a:pt x="192093" y="195747"/>
                    <a:pt x="193363" y="195747"/>
                  </a:cubicBezTo>
                  <a:lnTo>
                    <a:pt x="195904" y="193207"/>
                  </a:lnTo>
                  <a:lnTo>
                    <a:pt x="204793" y="184317"/>
                  </a:lnTo>
                  <a:lnTo>
                    <a:pt x="206063" y="183047"/>
                  </a:lnTo>
                  <a:cubicBezTo>
                    <a:pt x="216224" y="171617"/>
                    <a:pt x="214954" y="157647"/>
                    <a:pt x="204793" y="147487"/>
                  </a:cubicBezTo>
                  <a:lnTo>
                    <a:pt x="198443" y="141137"/>
                  </a:lnTo>
                  <a:lnTo>
                    <a:pt x="179393" y="122087"/>
                  </a:lnTo>
                  <a:lnTo>
                    <a:pt x="178124" y="120817"/>
                  </a:lnTo>
                  <a:cubicBezTo>
                    <a:pt x="167963" y="111927"/>
                    <a:pt x="152724" y="111927"/>
                    <a:pt x="142563" y="122087"/>
                  </a:cubicBezTo>
                  <a:lnTo>
                    <a:pt x="131134" y="133517"/>
                  </a:lnTo>
                  <a:lnTo>
                    <a:pt x="129863" y="136057"/>
                  </a:lnTo>
                  <a:close/>
                  <a:moveTo>
                    <a:pt x="40963" y="21757"/>
                  </a:moveTo>
                  <a:cubicBezTo>
                    <a:pt x="43504" y="19217"/>
                    <a:pt x="46043" y="19217"/>
                    <a:pt x="49854" y="21757"/>
                  </a:cubicBezTo>
                  <a:lnTo>
                    <a:pt x="72713" y="44617"/>
                  </a:lnTo>
                  <a:lnTo>
                    <a:pt x="75254" y="47157"/>
                  </a:lnTo>
                  <a:cubicBezTo>
                    <a:pt x="77793" y="49697"/>
                    <a:pt x="77793" y="52237"/>
                    <a:pt x="75254" y="54777"/>
                  </a:cubicBezTo>
                  <a:lnTo>
                    <a:pt x="72713" y="57317"/>
                  </a:lnTo>
                  <a:cubicBezTo>
                    <a:pt x="72713" y="57317"/>
                    <a:pt x="71443" y="58587"/>
                    <a:pt x="71443" y="58587"/>
                  </a:cubicBezTo>
                  <a:lnTo>
                    <a:pt x="66363" y="63667"/>
                  </a:lnTo>
                  <a:lnTo>
                    <a:pt x="58743" y="71287"/>
                  </a:lnTo>
                  <a:cubicBezTo>
                    <a:pt x="54934" y="75097"/>
                    <a:pt x="53663" y="80177"/>
                    <a:pt x="54934" y="86527"/>
                  </a:cubicBezTo>
                  <a:cubicBezTo>
                    <a:pt x="58743" y="95417"/>
                    <a:pt x="63824" y="103037"/>
                    <a:pt x="70174" y="111927"/>
                  </a:cubicBezTo>
                  <a:cubicBezTo>
                    <a:pt x="82874" y="127167"/>
                    <a:pt x="96843" y="139867"/>
                    <a:pt x="112084" y="150027"/>
                  </a:cubicBezTo>
                  <a:lnTo>
                    <a:pt x="114624" y="151297"/>
                  </a:lnTo>
                  <a:lnTo>
                    <a:pt x="117163" y="152567"/>
                  </a:lnTo>
                  <a:lnTo>
                    <a:pt x="123513" y="155107"/>
                  </a:lnTo>
                  <a:cubicBezTo>
                    <a:pt x="129863" y="157647"/>
                    <a:pt x="134943" y="156377"/>
                    <a:pt x="140024" y="152567"/>
                  </a:cubicBezTo>
                  <a:lnTo>
                    <a:pt x="146374" y="146217"/>
                  </a:lnTo>
                  <a:lnTo>
                    <a:pt x="156534" y="136057"/>
                  </a:lnTo>
                  <a:cubicBezTo>
                    <a:pt x="159074" y="133517"/>
                    <a:pt x="161613" y="133517"/>
                    <a:pt x="164154" y="136057"/>
                  </a:cubicBezTo>
                  <a:lnTo>
                    <a:pt x="184474" y="156377"/>
                  </a:lnTo>
                  <a:lnTo>
                    <a:pt x="189554" y="161457"/>
                  </a:lnTo>
                  <a:cubicBezTo>
                    <a:pt x="193363" y="165267"/>
                    <a:pt x="193363" y="166537"/>
                    <a:pt x="189554" y="170347"/>
                  </a:cubicBezTo>
                  <a:lnTo>
                    <a:pt x="181934" y="177967"/>
                  </a:lnTo>
                  <a:cubicBezTo>
                    <a:pt x="179393" y="180507"/>
                    <a:pt x="176854" y="183047"/>
                    <a:pt x="175584" y="185587"/>
                  </a:cubicBezTo>
                  <a:cubicBezTo>
                    <a:pt x="171774" y="189397"/>
                    <a:pt x="166693" y="191937"/>
                    <a:pt x="159074" y="191937"/>
                  </a:cubicBezTo>
                  <a:cubicBezTo>
                    <a:pt x="148913" y="191937"/>
                    <a:pt x="137484" y="188127"/>
                    <a:pt x="124784" y="181777"/>
                  </a:cubicBezTo>
                  <a:cubicBezTo>
                    <a:pt x="99384" y="169077"/>
                    <a:pt x="76524" y="151297"/>
                    <a:pt x="57474" y="129707"/>
                  </a:cubicBezTo>
                  <a:cubicBezTo>
                    <a:pt x="42234" y="111927"/>
                    <a:pt x="32074" y="95417"/>
                    <a:pt x="24454" y="76367"/>
                  </a:cubicBezTo>
                  <a:cubicBezTo>
                    <a:pt x="20643" y="66207"/>
                    <a:pt x="19374" y="57317"/>
                    <a:pt x="19374" y="48427"/>
                  </a:cubicBezTo>
                  <a:cubicBezTo>
                    <a:pt x="19374" y="44617"/>
                    <a:pt x="20643" y="40807"/>
                    <a:pt x="24454" y="38267"/>
                  </a:cubicBezTo>
                  <a:lnTo>
                    <a:pt x="28263" y="34457"/>
                  </a:lnTo>
                  <a:lnTo>
                    <a:pt x="38424" y="24297"/>
                  </a:lnTo>
                  <a:lnTo>
                    <a:pt x="40963" y="2175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756" name="Рисунок 4">
            <a:extLst>
              <a:ext uri="{FF2B5EF4-FFF2-40B4-BE49-F238E27FC236}">
                <a16:creationId xmlns:a16="http://schemas.microsoft.com/office/drawing/2014/main" id="{ABBD5D1F-4B0D-7653-F037-40746AEF99BD}"/>
              </a:ext>
            </a:extLst>
          </p:cNvPr>
          <p:cNvGrpSpPr/>
          <p:nvPr/>
        </p:nvGrpSpPr>
        <p:grpSpPr>
          <a:xfrm>
            <a:off x="5578202" y="2621234"/>
            <a:ext cx="217798" cy="242570"/>
            <a:chOff x="5736590" y="1132839"/>
            <a:chExt cx="217798" cy="242570"/>
          </a:xfrm>
          <a:solidFill>
            <a:schemeClr val="tx1"/>
          </a:solidFill>
        </p:grpSpPr>
        <p:sp>
          <p:nvSpPr>
            <p:cNvPr id="757" name="Полилиния: фигура 81">
              <a:extLst>
                <a:ext uri="{FF2B5EF4-FFF2-40B4-BE49-F238E27FC236}">
                  <a16:creationId xmlns:a16="http://schemas.microsoft.com/office/drawing/2014/main" id="{9B523293-CBC3-E71B-725F-1AE9321261B5}"/>
                </a:ext>
              </a:extLst>
            </p:cNvPr>
            <p:cNvSpPr/>
            <p:nvPr/>
          </p:nvSpPr>
          <p:spPr>
            <a:xfrm>
              <a:off x="5777229" y="1132839"/>
              <a:ext cx="177158" cy="232410"/>
            </a:xfrm>
            <a:custGeom>
              <a:avLst/>
              <a:gdLst>
                <a:gd name="connsiteX0" fmla="*/ 107950 w 177158"/>
                <a:gd name="connsiteY0" fmla="*/ 0 h 232410"/>
                <a:gd name="connsiteX1" fmla="*/ 80010 w 177158"/>
                <a:gd name="connsiteY1" fmla="*/ 26670 h 232410"/>
                <a:gd name="connsiteX2" fmla="*/ 66040 w 177158"/>
                <a:gd name="connsiteY2" fmla="*/ 48260 h 232410"/>
                <a:gd name="connsiteX3" fmla="*/ 6350 w 177158"/>
                <a:gd name="connsiteY3" fmla="*/ 87630 h 232410"/>
                <a:gd name="connsiteX4" fmla="*/ 0 w 177158"/>
                <a:gd name="connsiteY4" fmla="*/ 97790 h 232410"/>
                <a:gd name="connsiteX5" fmla="*/ 0 w 177158"/>
                <a:gd name="connsiteY5" fmla="*/ 222250 h 232410"/>
                <a:gd name="connsiteX6" fmla="*/ 10160 w 177158"/>
                <a:gd name="connsiteY6" fmla="*/ 232410 h 232410"/>
                <a:gd name="connsiteX7" fmla="*/ 129540 w 177158"/>
                <a:gd name="connsiteY7" fmla="*/ 232410 h 232410"/>
                <a:gd name="connsiteX8" fmla="*/ 158750 w 177158"/>
                <a:gd name="connsiteY8" fmla="*/ 208280 h 232410"/>
                <a:gd name="connsiteX9" fmla="*/ 176530 w 177158"/>
                <a:gd name="connsiteY9" fmla="*/ 127000 h 232410"/>
                <a:gd name="connsiteX10" fmla="*/ 147320 w 177158"/>
                <a:gd name="connsiteY10" fmla="*/ 90170 h 232410"/>
                <a:gd name="connsiteX11" fmla="*/ 121920 w 177158"/>
                <a:gd name="connsiteY11" fmla="*/ 90170 h 232410"/>
                <a:gd name="connsiteX12" fmla="*/ 135890 w 177158"/>
                <a:gd name="connsiteY12" fmla="*/ 36830 h 232410"/>
                <a:gd name="connsiteX13" fmla="*/ 107950 w 177158"/>
                <a:gd name="connsiteY13" fmla="*/ 0 h 232410"/>
                <a:gd name="connsiteX14" fmla="*/ 109220 w 177158"/>
                <a:gd name="connsiteY14" fmla="*/ 20320 h 232410"/>
                <a:gd name="connsiteX15" fmla="*/ 114300 w 177158"/>
                <a:gd name="connsiteY15" fmla="*/ 38100 h 232410"/>
                <a:gd name="connsiteX16" fmla="*/ 101600 w 177158"/>
                <a:gd name="connsiteY16" fmla="*/ 83820 h 232410"/>
                <a:gd name="connsiteX17" fmla="*/ 104140 w 177158"/>
                <a:gd name="connsiteY17" fmla="*/ 102870 h 232410"/>
                <a:gd name="connsiteX18" fmla="*/ 121920 w 177158"/>
                <a:gd name="connsiteY18" fmla="*/ 111760 h 232410"/>
                <a:gd name="connsiteX19" fmla="*/ 148590 w 177158"/>
                <a:gd name="connsiteY19" fmla="*/ 111760 h 232410"/>
                <a:gd name="connsiteX20" fmla="*/ 156210 w 177158"/>
                <a:gd name="connsiteY20" fmla="*/ 115570 h 232410"/>
                <a:gd name="connsiteX21" fmla="*/ 158750 w 177158"/>
                <a:gd name="connsiteY21" fmla="*/ 123190 h 232410"/>
                <a:gd name="connsiteX22" fmla="*/ 140970 w 177158"/>
                <a:gd name="connsiteY22" fmla="*/ 204470 h 232410"/>
                <a:gd name="connsiteX23" fmla="*/ 130810 w 177158"/>
                <a:gd name="connsiteY23" fmla="*/ 212090 h 232410"/>
                <a:gd name="connsiteX24" fmla="*/ 20320 w 177158"/>
                <a:gd name="connsiteY24" fmla="*/ 212090 h 232410"/>
                <a:gd name="connsiteX25" fmla="*/ 20320 w 177158"/>
                <a:gd name="connsiteY25" fmla="*/ 104140 h 232410"/>
                <a:gd name="connsiteX26" fmla="*/ 83820 w 177158"/>
                <a:gd name="connsiteY26" fmla="*/ 60960 h 232410"/>
                <a:gd name="connsiteX27" fmla="*/ 92710 w 177158"/>
                <a:gd name="connsiteY27" fmla="*/ 46990 h 232410"/>
                <a:gd name="connsiteX28" fmla="*/ 99060 w 177158"/>
                <a:gd name="connsiteY28" fmla="*/ 36830 h 232410"/>
                <a:gd name="connsiteX29" fmla="*/ 101600 w 177158"/>
                <a:gd name="connsiteY29" fmla="*/ 31750 h 232410"/>
                <a:gd name="connsiteX30" fmla="*/ 109220 w 177158"/>
                <a:gd name="connsiteY30" fmla="*/ 20320 h 232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77158" h="232410">
                  <a:moveTo>
                    <a:pt x="107950" y="0"/>
                  </a:moveTo>
                  <a:cubicBezTo>
                    <a:pt x="96520" y="0"/>
                    <a:pt x="88900" y="11430"/>
                    <a:pt x="80010" y="26670"/>
                  </a:cubicBezTo>
                  <a:cubicBezTo>
                    <a:pt x="76200" y="33020"/>
                    <a:pt x="71120" y="40640"/>
                    <a:pt x="66040" y="48260"/>
                  </a:cubicBezTo>
                  <a:cubicBezTo>
                    <a:pt x="52070" y="67310"/>
                    <a:pt x="22860" y="81280"/>
                    <a:pt x="6350" y="87630"/>
                  </a:cubicBezTo>
                  <a:cubicBezTo>
                    <a:pt x="2540" y="88900"/>
                    <a:pt x="0" y="92710"/>
                    <a:pt x="0" y="97790"/>
                  </a:cubicBezTo>
                  <a:lnTo>
                    <a:pt x="0" y="222250"/>
                  </a:lnTo>
                  <a:cubicBezTo>
                    <a:pt x="0" y="227330"/>
                    <a:pt x="5080" y="232410"/>
                    <a:pt x="10160" y="232410"/>
                  </a:cubicBezTo>
                  <a:lnTo>
                    <a:pt x="129540" y="232410"/>
                  </a:lnTo>
                  <a:cubicBezTo>
                    <a:pt x="143510" y="232410"/>
                    <a:pt x="156210" y="222250"/>
                    <a:pt x="158750" y="208280"/>
                  </a:cubicBezTo>
                  <a:lnTo>
                    <a:pt x="176530" y="127000"/>
                  </a:lnTo>
                  <a:cubicBezTo>
                    <a:pt x="180340" y="107950"/>
                    <a:pt x="166370" y="90170"/>
                    <a:pt x="147320" y="90170"/>
                  </a:cubicBezTo>
                  <a:lnTo>
                    <a:pt x="121920" y="90170"/>
                  </a:lnTo>
                  <a:cubicBezTo>
                    <a:pt x="121920" y="90170"/>
                    <a:pt x="135890" y="55880"/>
                    <a:pt x="135890" y="36830"/>
                  </a:cubicBezTo>
                  <a:cubicBezTo>
                    <a:pt x="134620" y="16510"/>
                    <a:pt x="124460" y="0"/>
                    <a:pt x="107950" y="0"/>
                  </a:cubicBezTo>
                  <a:close/>
                  <a:moveTo>
                    <a:pt x="109220" y="20320"/>
                  </a:moveTo>
                  <a:cubicBezTo>
                    <a:pt x="111760" y="21590"/>
                    <a:pt x="114300" y="27940"/>
                    <a:pt x="114300" y="38100"/>
                  </a:cubicBezTo>
                  <a:cubicBezTo>
                    <a:pt x="114300" y="48260"/>
                    <a:pt x="106680" y="71120"/>
                    <a:pt x="101600" y="83820"/>
                  </a:cubicBezTo>
                  <a:cubicBezTo>
                    <a:pt x="99060" y="90170"/>
                    <a:pt x="99060" y="96520"/>
                    <a:pt x="104140" y="102870"/>
                  </a:cubicBezTo>
                  <a:cubicBezTo>
                    <a:pt x="107950" y="109220"/>
                    <a:pt x="114300" y="111760"/>
                    <a:pt x="121920" y="111760"/>
                  </a:cubicBezTo>
                  <a:lnTo>
                    <a:pt x="148590" y="111760"/>
                  </a:lnTo>
                  <a:cubicBezTo>
                    <a:pt x="152400" y="111760"/>
                    <a:pt x="156210" y="114300"/>
                    <a:pt x="156210" y="115570"/>
                  </a:cubicBezTo>
                  <a:cubicBezTo>
                    <a:pt x="157480" y="116840"/>
                    <a:pt x="158750" y="119380"/>
                    <a:pt x="158750" y="123190"/>
                  </a:cubicBezTo>
                  <a:lnTo>
                    <a:pt x="140970" y="204470"/>
                  </a:lnTo>
                  <a:cubicBezTo>
                    <a:pt x="139700" y="209550"/>
                    <a:pt x="135890" y="212090"/>
                    <a:pt x="130810" y="212090"/>
                  </a:cubicBezTo>
                  <a:lnTo>
                    <a:pt x="20320" y="212090"/>
                  </a:lnTo>
                  <a:lnTo>
                    <a:pt x="20320" y="104140"/>
                  </a:lnTo>
                  <a:cubicBezTo>
                    <a:pt x="39370" y="96520"/>
                    <a:pt x="68580" y="81280"/>
                    <a:pt x="83820" y="60960"/>
                  </a:cubicBezTo>
                  <a:cubicBezTo>
                    <a:pt x="87630" y="55880"/>
                    <a:pt x="90170" y="52070"/>
                    <a:pt x="92710" y="46990"/>
                  </a:cubicBezTo>
                  <a:cubicBezTo>
                    <a:pt x="95250" y="43180"/>
                    <a:pt x="97790" y="39370"/>
                    <a:pt x="99060" y="36830"/>
                  </a:cubicBezTo>
                  <a:cubicBezTo>
                    <a:pt x="100330" y="35560"/>
                    <a:pt x="100330" y="34290"/>
                    <a:pt x="101600" y="31750"/>
                  </a:cubicBezTo>
                  <a:cubicBezTo>
                    <a:pt x="104140" y="27940"/>
                    <a:pt x="106680" y="22860"/>
                    <a:pt x="10922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58" name="Полилиния: фигура 82">
              <a:extLst>
                <a:ext uri="{FF2B5EF4-FFF2-40B4-BE49-F238E27FC236}">
                  <a16:creationId xmlns:a16="http://schemas.microsoft.com/office/drawing/2014/main" id="{A52D3B29-F755-2030-0228-9B9631E4DA04}"/>
                </a:ext>
              </a:extLst>
            </p:cNvPr>
            <p:cNvSpPr/>
            <p:nvPr/>
          </p:nvSpPr>
          <p:spPr>
            <a:xfrm>
              <a:off x="5736590" y="1212850"/>
              <a:ext cx="20319" cy="162560"/>
            </a:xfrm>
            <a:custGeom>
              <a:avLst/>
              <a:gdLst>
                <a:gd name="connsiteX0" fmla="*/ 10160 w 20319"/>
                <a:gd name="connsiteY0" fmla="*/ 0 h 162560"/>
                <a:gd name="connsiteX1" fmla="*/ 0 w 20319"/>
                <a:gd name="connsiteY1" fmla="*/ 10160 h 162560"/>
                <a:gd name="connsiteX2" fmla="*/ 0 w 20319"/>
                <a:gd name="connsiteY2" fmla="*/ 152400 h 162560"/>
                <a:gd name="connsiteX3" fmla="*/ 10160 w 20319"/>
                <a:gd name="connsiteY3" fmla="*/ 162560 h 162560"/>
                <a:gd name="connsiteX4" fmla="*/ 20320 w 20319"/>
                <a:gd name="connsiteY4" fmla="*/ 152400 h 162560"/>
                <a:gd name="connsiteX5" fmla="*/ 20320 w 20319"/>
                <a:gd name="connsiteY5" fmla="*/ 10160 h 162560"/>
                <a:gd name="connsiteX6" fmla="*/ 10160 w 20319"/>
                <a:gd name="connsiteY6" fmla="*/ 0 h 162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19" h="16256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152400"/>
                  </a:lnTo>
                  <a:cubicBezTo>
                    <a:pt x="0" y="157480"/>
                    <a:pt x="5080" y="162560"/>
                    <a:pt x="10160" y="162560"/>
                  </a:cubicBezTo>
                  <a:cubicBezTo>
                    <a:pt x="15240" y="162560"/>
                    <a:pt x="20320" y="157480"/>
                    <a:pt x="20320" y="152400"/>
                  </a:cubicBezTo>
                  <a:lnTo>
                    <a:pt x="20320" y="10160"/>
                  </a:lnTo>
                  <a:cubicBezTo>
                    <a:pt x="20320" y="5080"/>
                    <a:pt x="1524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759" name="Рисунок 4">
            <a:extLst>
              <a:ext uri="{FF2B5EF4-FFF2-40B4-BE49-F238E27FC236}">
                <a16:creationId xmlns:a16="http://schemas.microsoft.com/office/drawing/2014/main" id="{2F3B11AE-1738-2512-95ED-FB906D61F65B}"/>
              </a:ext>
            </a:extLst>
          </p:cNvPr>
          <p:cNvGrpSpPr/>
          <p:nvPr/>
        </p:nvGrpSpPr>
        <p:grpSpPr>
          <a:xfrm>
            <a:off x="6136373" y="2621234"/>
            <a:ext cx="217798" cy="242570"/>
            <a:chOff x="6294761" y="1132839"/>
            <a:chExt cx="217798" cy="242570"/>
          </a:xfrm>
          <a:solidFill>
            <a:schemeClr val="tx1"/>
          </a:solidFill>
        </p:grpSpPr>
        <p:sp>
          <p:nvSpPr>
            <p:cNvPr id="760" name="Полилиния: фигура 86">
              <a:extLst>
                <a:ext uri="{FF2B5EF4-FFF2-40B4-BE49-F238E27FC236}">
                  <a16:creationId xmlns:a16="http://schemas.microsoft.com/office/drawing/2014/main" id="{347C073E-E466-1D58-7899-6D7AC95DC0E4}"/>
                </a:ext>
              </a:extLst>
            </p:cNvPr>
            <p:cNvSpPr/>
            <p:nvPr/>
          </p:nvSpPr>
          <p:spPr>
            <a:xfrm>
              <a:off x="6492240" y="1132839"/>
              <a:ext cx="20319" cy="162560"/>
            </a:xfrm>
            <a:custGeom>
              <a:avLst/>
              <a:gdLst>
                <a:gd name="connsiteX0" fmla="*/ 10160 w 20319"/>
                <a:gd name="connsiteY0" fmla="*/ 162560 h 162560"/>
                <a:gd name="connsiteX1" fmla="*/ 20320 w 20319"/>
                <a:gd name="connsiteY1" fmla="*/ 152400 h 162560"/>
                <a:gd name="connsiteX2" fmla="*/ 20320 w 20319"/>
                <a:gd name="connsiteY2" fmla="*/ 10160 h 162560"/>
                <a:gd name="connsiteX3" fmla="*/ 10160 w 20319"/>
                <a:gd name="connsiteY3" fmla="*/ 0 h 162560"/>
                <a:gd name="connsiteX4" fmla="*/ 0 w 20319"/>
                <a:gd name="connsiteY4" fmla="*/ 10160 h 162560"/>
                <a:gd name="connsiteX5" fmla="*/ 0 w 20319"/>
                <a:gd name="connsiteY5" fmla="*/ 152400 h 162560"/>
                <a:gd name="connsiteX6" fmla="*/ 10160 w 20319"/>
                <a:gd name="connsiteY6" fmla="*/ 162560 h 162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19" h="162560">
                  <a:moveTo>
                    <a:pt x="10160" y="162560"/>
                  </a:moveTo>
                  <a:cubicBezTo>
                    <a:pt x="15240" y="162560"/>
                    <a:pt x="20320" y="157480"/>
                    <a:pt x="20320" y="152400"/>
                  </a:cubicBezTo>
                  <a:lnTo>
                    <a:pt x="20320" y="10160"/>
                  </a:ln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lnTo>
                    <a:pt x="0" y="152400"/>
                  </a:lnTo>
                  <a:cubicBezTo>
                    <a:pt x="0" y="157480"/>
                    <a:pt x="5080" y="162560"/>
                    <a:pt x="10160" y="1625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61" name="Полилиния: фигура 87">
              <a:extLst>
                <a:ext uri="{FF2B5EF4-FFF2-40B4-BE49-F238E27FC236}">
                  <a16:creationId xmlns:a16="http://schemas.microsoft.com/office/drawing/2014/main" id="{112092C7-E141-EDCF-6B1B-0B7867A3643B}"/>
                </a:ext>
              </a:extLst>
            </p:cNvPr>
            <p:cNvSpPr/>
            <p:nvPr/>
          </p:nvSpPr>
          <p:spPr>
            <a:xfrm>
              <a:off x="6294761" y="1143000"/>
              <a:ext cx="177158" cy="232410"/>
            </a:xfrm>
            <a:custGeom>
              <a:avLst/>
              <a:gdLst>
                <a:gd name="connsiteX0" fmla="*/ 69209 w 177158"/>
                <a:gd name="connsiteY0" fmla="*/ 232410 h 232410"/>
                <a:gd name="connsiteX1" fmla="*/ 97149 w 177158"/>
                <a:gd name="connsiteY1" fmla="*/ 205740 h 232410"/>
                <a:gd name="connsiteX2" fmla="*/ 111119 w 177158"/>
                <a:gd name="connsiteY2" fmla="*/ 184150 h 232410"/>
                <a:gd name="connsiteX3" fmla="*/ 170809 w 177158"/>
                <a:gd name="connsiteY3" fmla="*/ 144780 h 232410"/>
                <a:gd name="connsiteX4" fmla="*/ 177159 w 177158"/>
                <a:gd name="connsiteY4" fmla="*/ 134620 h 232410"/>
                <a:gd name="connsiteX5" fmla="*/ 177159 w 177158"/>
                <a:gd name="connsiteY5" fmla="*/ 10160 h 232410"/>
                <a:gd name="connsiteX6" fmla="*/ 166999 w 177158"/>
                <a:gd name="connsiteY6" fmla="*/ 0 h 232410"/>
                <a:gd name="connsiteX7" fmla="*/ 47619 w 177158"/>
                <a:gd name="connsiteY7" fmla="*/ 0 h 232410"/>
                <a:gd name="connsiteX8" fmla="*/ 18409 w 177158"/>
                <a:gd name="connsiteY8" fmla="*/ 24130 h 232410"/>
                <a:gd name="connsiteX9" fmla="*/ 629 w 177158"/>
                <a:gd name="connsiteY9" fmla="*/ 105410 h 232410"/>
                <a:gd name="connsiteX10" fmla="*/ 29839 w 177158"/>
                <a:gd name="connsiteY10" fmla="*/ 142240 h 232410"/>
                <a:gd name="connsiteX11" fmla="*/ 55239 w 177158"/>
                <a:gd name="connsiteY11" fmla="*/ 142240 h 232410"/>
                <a:gd name="connsiteX12" fmla="*/ 41269 w 177158"/>
                <a:gd name="connsiteY12" fmla="*/ 195580 h 232410"/>
                <a:gd name="connsiteX13" fmla="*/ 69209 w 177158"/>
                <a:gd name="connsiteY13" fmla="*/ 232410 h 232410"/>
                <a:gd name="connsiteX14" fmla="*/ 67939 w 177158"/>
                <a:gd name="connsiteY14" fmla="*/ 212090 h 232410"/>
                <a:gd name="connsiteX15" fmla="*/ 62859 w 177158"/>
                <a:gd name="connsiteY15" fmla="*/ 194310 h 232410"/>
                <a:gd name="connsiteX16" fmla="*/ 75559 w 177158"/>
                <a:gd name="connsiteY16" fmla="*/ 148590 h 232410"/>
                <a:gd name="connsiteX17" fmla="*/ 73019 w 177158"/>
                <a:gd name="connsiteY17" fmla="*/ 129540 h 232410"/>
                <a:gd name="connsiteX18" fmla="*/ 55239 w 177158"/>
                <a:gd name="connsiteY18" fmla="*/ 120650 h 232410"/>
                <a:gd name="connsiteX19" fmla="*/ 29839 w 177158"/>
                <a:gd name="connsiteY19" fmla="*/ 120650 h 232410"/>
                <a:gd name="connsiteX20" fmla="*/ 22219 w 177158"/>
                <a:gd name="connsiteY20" fmla="*/ 116840 h 232410"/>
                <a:gd name="connsiteX21" fmla="*/ 19679 w 177158"/>
                <a:gd name="connsiteY21" fmla="*/ 109220 h 232410"/>
                <a:gd name="connsiteX22" fmla="*/ 37459 w 177158"/>
                <a:gd name="connsiteY22" fmla="*/ 27940 h 232410"/>
                <a:gd name="connsiteX23" fmla="*/ 47619 w 177158"/>
                <a:gd name="connsiteY23" fmla="*/ 20320 h 232410"/>
                <a:gd name="connsiteX24" fmla="*/ 158109 w 177158"/>
                <a:gd name="connsiteY24" fmla="*/ 20320 h 232410"/>
                <a:gd name="connsiteX25" fmla="*/ 158109 w 177158"/>
                <a:gd name="connsiteY25" fmla="*/ 128270 h 232410"/>
                <a:gd name="connsiteX26" fmla="*/ 94609 w 177158"/>
                <a:gd name="connsiteY26" fmla="*/ 171450 h 232410"/>
                <a:gd name="connsiteX27" fmla="*/ 85719 w 177158"/>
                <a:gd name="connsiteY27" fmla="*/ 185420 h 232410"/>
                <a:gd name="connsiteX28" fmla="*/ 79369 w 177158"/>
                <a:gd name="connsiteY28" fmla="*/ 195580 h 232410"/>
                <a:gd name="connsiteX29" fmla="*/ 76829 w 177158"/>
                <a:gd name="connsiteY29" fmla="*/ 200660 h 232410"/>
                <a:gd name="connsiteX30" fmla="*/ 67939 w 177158"/>
                <a:gd name="connsiteY30" fmla="*/ 212090 h 2324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177158" h="232410">
                  <a:moveTo>
                    <a:pt x="69209" y="232410"/>
                  </a:moveTo>
                  <a:cubicBezTo>
                    <a:pt x="80639" y="232410"/>
                    <a:pt x="88259" y="220980"/>
                    <a:pt x="97149" y="205740"/>
                  </a:cubicBezTo>
                  <a:cubicBezTo>
                    <a:pt x="100959" y="199390"/>
                    <a:pt x="106039" y="191770"/>
                    <a:pt x="111119" y="184150"/>
                  </a:cubicBezTo>
                  <a:cubicBezTo>
                    <a:pt x="125089" y="165100"/>
                    <a:pt x="154299" y="151130"/>
                    <a:pt x="170809" y="144780"/>
                  </a:cubicBezTo>
                  <a:cubicBezTo>
                    <a:pt x="174619" y="143510"/>
                    <a:pt x="177159" y="139700"/>
                    <a:pt x="177159" y="134620"/>
                  </a:cubicBezTo>
                  <a:lnTo>
                    <a:pt x="177159" y="10160"/>
                  </a:lnTo>
                  <a:cubicBezTo>
                    <a:pt x="177159" y="5080"/>
                    <a:pt x="172079" y="0"/>
                    <a:pt x="166999" y="0"/>
                  </a:cubicBezTo>
                  <a:lnTo>
                    <a:pt x="47619" y="0"/>
                  </a:lnTo>
                  <a:cubicBezTo>
                    <a:pt x="33649" y="0"/>
                    <a:pt x="20949" y="10160"/>
                    <a:pt x="18409" y="24130"/>
                  </a:cubicBezTo>
                  <a:lnTo>
                    <a:pt x="629" y="105410"/>
                  </a:lnTo>
                  <a:cubicBezTo>
                    <a:pt x="-3181" y="124460"/>
                    <a:pt x="10789" y="142240"/>
                    <a:pt x="29839" y="142240"/>
                  </a:cubicBezTo>
                  <a:lnTo>
                    <a:pt x="55239" y="142240"/>
                  </a:lnTo>
                  <a:cubicBezTo>
                    <a:pt x="55239" y="142240"/>
                    <a:pt x="41269" y="176530"/>
                    <a:pt x="41269" y="195580"/>
                  </a:cubicBezTo>
                  <a:cubicBezTo>
                    <a:pt x="42539" y="215900"/>
                    <a:pt x="52699" y="232410"/>
                    <a:pt x="69209" y="232410"/>
                  </a:cubicBezTo>
                  <a:close/>
                  <a:moveTo>
                    <a:pt x="67939" y="212090"/>
                  </a:moveTo>
                  <a:cubicBezTo>
                    <a:pt x="65399" y="210820"/>
                    <a:pt x="62859" y="204470"/>
                    <a:pt x="62859" y="194310"/>
                  </a:cubicBezTo>
                  <a:cubicBezTo>
                    <a:pt x="62859" y="184150"/>
                    <a:pt x="70479" y="161290"/>
                    <a:pt x="75559" y="148590"/>
                  </a:cubicBezTo>
                  <a:cubicBezTo>
                    <a:pt x="78099" y="142240"/>
                    <a:pt x="78099" y="135890"/>
                    <a:pt x="73019" y="129540"/>
                  </a:cubicBezTo>
                  <a:cubicBezTo>
                    <a:pt x="69209" y="123190"/>
                    <a:pt x="62859" y="120650"/>
                    <a:pt x="55239" y="120650"/>
                  </a:cubicBezTo>
                  <a:lnTo>
                    <a:pt x="29839" y="120650"/>
                  </a:lnTo>
                  <a:cubicBezTo>
                    <a:pt x="26029" y="120650"/>
                    <a:pt x="22219" y="118110"/>
                    <a:pt x="22219" y="116840"/>
                  </a:cubicBezTo>
                  <a:cubicBezTo>
                    <a:pt x="20949" y="115570"/>
                    <a:pt x="19679" y="113030"/>
                    <a:pt x="19679" y="109220"/>
                  </a:cubicBezTo>
                  <a:lnTo>
                    <a:pt x="37459" y="27940"/>
                  </a:lnTo>
                  <a:cubicBezTo>
                    <a:pt x="38729" y="22860"/>
                    <a:pt x="42539" y="20320"/>
                    <a:pt x="47619" y="20320"/>
                  </a:cubicBezTo>
                  <a:lnTo>
                    <a:pt x="158109" y="20320"/>
                  </a:lnTo>
                  <a:lnTo>
                    <a:pt x="158109" y="128270"/>
                  </a:lnTo>
                  <a:cubicBezTo>
                    <a:pt x="139059" y="135890"/>
                    <a:pt x="109849" y="151130"/>
                    <a:pt x="94609" y="171450"/>
                  </a:cubicBezTo>
                  <a:cubicBezTo>
                    <a:pt x="90799" y="176530"/>
                    <a:pt x="88259" y="180340"/>
                    <a:pt x="85719" y="185420"/>
                  </a:cubicBezTo>
                  <a:cubicBezTo>
                    <a:pt x="83179" y="189230"/>
                    <a:pt x="80639" y="193040"/>
                    <a:pt x="79369" y="195580"/>
                  </a:cubicBezTo>
                  <a:cubicBezTo>
                    <a:pt x="78099" y="196850"/>
                    <a:pt x="78099" y="198120"/>
                    <a:pt x="76829" y="200660"/>
                  </a:cubicBezTo>
                  <a:cubicBezTo>
                    <a:pt x="73019" y="204470"/>
                    <a:pt x="70479" y="209550"/>
                    <a:pt x="67939" y="21209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762" name="Полилиния: фигура 90">
            <a:extLst>
              <a:ext uri="{FF2B5EF4-FFF2-40B4-BE49-F238E27FC236}">
                <a16:creationId xmlns:a16="http://schemas.microsoft.com/office/drawing/2014/main" id="{A980B20A-AF93-3568-7854-820807C7A046}"/>
              </a:ext>
            </a:extLst>
          </p:cNvPr>
          <p:cNvSpPr/>
          <p:nvPr/>
        </p:nvSpPr>
        <p:spPr>
          <a:xfrm>
            <a:off x="6703421" y="2630125"/>
            <a:ext cx="203200" cy="221175"/>
          </a:xfrm>
          <a:custGeom>
            <a:avLst/>
            <a:gdLst>
              <a:gd name="connsiteX0" fmla="*/ 71120 w 203200"/>
              <a:gd name="connsiteY0" fmla="*/ 127000 h 221175"/>
              <a:gd name="connsiteX1" fmla="*/ 3810 w 203200"/>
              <a:gd name="connsiteY1" fmla="*/ 68580 h 221175"/>
              <a:gd name="connsiteX2" fmla="*/ 0 w 203200"/>
              <a:gd name="connsiteY2" fmla="*/ 60960 h 221175"/>
              <a:gd name="connsiteX3" fmla="*/ 0 w 203200"/>
              <a:gd name="connsiteY3" fmla="*/ 10160 h 221175"/>
              <a:gd name="connsiteX4" fmla="*/ 10160 w 203200"/>
              <a:gd name="connsiteY4" fmla="*/ 0 h 221175"/>
              <a:gd name="connsiteX5" fmla="*/ 193040 w 203200"/>
              <a:gd name="connsiteY5" fmla="*/ 0 h 221175"/>
              <a:gd name="connsiteX6" fmla="*/ 203200 w 203200"/>
              <a:gd name="connsiteY6" fmla="*/ 10160 h 221175"/>
              <a:gd name="connsiteX7" fmla="*/ 203200 w 203200"/>
              <a:gd name="connsiteY7" fmla="*/ 60960 h 221175"/>
              <a:gd name="connsiteX8" fmla="*/ 200660 w 203200"/>
              <a:gd name="connsiteY8" fmla="*/ 67310 h 221175"/>
              <a:gd name="connsiteX9" fmla="*/ 200660 w 203200"/>
              <a:gd name="connsiteY9" fmla="*/ 67310 h 221175"/>
              <a:gd name="connsiteX10" fmla="*/ 200660 w 203200"/>
              <a:gd name="connsiteY10" fmla="*/ 67310 h 221175"/>
              <a:gd name="connsiteX11" fmla="*/ 133350 w 203200"/>
              <a:gd name="connsiteY11" fmla="*/ 124460 h 221175"/>
              <a:gd name="connsiteX12" fmla="*/ 133350 w 203200"/>
              <a:gd name="connsiteY12" fmla="*/ 200660 h 221175"/>
              <a:gd name="connsiteX13" fmla="*/ 125730 w 203200"/>
              <a:gd name="connsiteY13" fmla="*/ 210820 h 221175"/>
              <a:gd name="connsiteX14" fmla="*/ 85090 w 203200"/>
              <a:gd name="connsiteY14" fmla="*/ 220980 h 221175"/>
              <a:gd name="connsiteX15" fmla="*/ 72390 w 203200"/>
              <a:gd name="connsiteY15" fmla="*/ 210820 h 221175"/>
              <a:gd name="connsiteX16" fmla="*/ 72390 w 203200"/>
              <a:gd name="connsiteY16" fmla="*/ 127000 h 221175"/>
              <a:gd name="connsiteX17" fmla="*/ 165100 w 203200"/>
              <a:gd name="connsiteY17" fmla="*/ 72390 h 221175"/>
              <a:gd name="connsiteX18" fmla="*/ 114300 w 203200"/>
              <a:gd name="connsiteY18" fmla="*/ 115570 h 221175"/>
              <a:gd name="connsiteX19" fmla="*/ 110490 w 203200"/>
              <a:gd name="connsiteY19" fmla="*/ 123190 h 221175"/>
              <a:gd name="connsiteX20" fmla="*/ 110490 w 203200"/>
              <a:gd name="connsiteY20" fmla="*/ 196850 h 221175"/>
              <a:gd name="connsiteX21" fmla="*/ 90170 w 203200"/>
              <a:gd name="connsiteY21" fmla="*/ 201930 h 221175"/>
              <a:gd name="connsiteX22" fmla="*/ 90170 w 203200"/>
              <a:gd name="connsiteY22" fmla="*/ 123190 h 221175"/>
              <a:gd name="connsiteX23" fmla="*/ 86360 w 203200"/>
              <a:gd name="connsiteY23" fmla="*/ 115570 h 221175"/>
              <a:gd name="connsiteX24" fmla="*/ 19050 w 203200"/>
              <a:gd name="connsiteY24" fmla="*/ 57150 h 221175"/>
              <a:gd name="connsiteX25" fmla="*/ 19050 w 203200"/>
              <a:gd name="connsiteY25" fmla="*/ 21590 h 221175"/>
              <a:gd name="connsiteX26" fmla="*/ 181610 w 203200"/>
              <a:gd name="connsiteY26" fmla="*/ 21590 h 221175"/>
              <a:gd name="connsiteX27" fmla="*/ 181610 w 203200"/>
              <a:gd name="connsiteY27" fmla="*/ 52070 h 221175"/>
              <a:gd name="connsiteX28" fmla="*/ 110490 w 203200"/>
              <a:gd name="connsiteY28" fmla="*/ 52070 h 221175"/>
              <a:gd name="connsiteX29" fmla="*/ 100330 w 203200"/>
              <a:gd name="connsiteY29" fmla="*/ 62230 h 221175"/>
              <a:gd name="connsiteX30" fmla="*/ 110490 w 203200"/>
              <a:gd name="connsiteY30" fmla="*/ 72390 h 221175"/>
              <a:gd name="connsiteX31" fmla="*/ 165100 w 203200"/>
              <a:gd name="connsiteY31" fmla="*/ 72390 h 2211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3200" h="221175">
                <a:moveTo>
                  <a:pt x="71120" y="127000"/>
                </a:moveTo>
                <a:lnTo>
                  <a:pt x="3810" y="68580"/>
                </a:lnTo>
                <a:cubicBezTo>
                  <a:pt x="1270" y="66040"/>
                  <a:pt x="0" y="63500"/>
                  <a:pt x="0" y="60960"/>
                </a:cubicBezTo>
                <a:lnTo>
                  <a:pt x="0" y="10160"/>
                </a:lnTo>
                <a:cubicBezTo>
                  <a:pt x="0" y="5080"/>
                  <a:pt x="5080" y="0"/>
                  <a:pt x="10160" y="0"/>
                </a:cubicBezTo>
                <a:lnTo>
                  <a:pt x="193040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60960"/>
                </a:lnTo>
                <a:cubicBezTo>
                  <a:pt x="203200" y="63500"/>
                  <a:pt x="201930" y="66040"/>
                  <a:pt x="200660" y="67310"/>
                </a:cubicBezTo>
                <a:cubicBezTo>
                  <a:pt x="200660" y="67310"/>
                  <a:pt x="200660" y="67310"/>
                  <a:pt x="200660" y="67310"/>
                </a:cubicBezTo>
                <a:cubicBezTo>
                  <a:pt x="200660" y="67310"/>
                  <a:pt x="200660" y="67310"/>
                  <a:pt x="200660" y="67310"/>
                </a:cubicBezTo>
                <a:lnTo>
                  <a:pt x="133350" y="124460"/>
                </a:lnTo>
                <a:lnTo>
                  <a:pt x="133350" y="200660"/>
                </a:lnTo>
                <a:cubicBezTo>
                  <a:pt x="133350" y="205740"/>
                  <a:pt x="130810" y="209550"/>
                  <a:pt x="125730" y="210820"/>
                </a:cubicBezTo>
                <a:lnTo>
                  <a:pt x="85090" y="220980"/>
                </a:lnTo>
                <a:cubicBezTo>
                  <a:pt x="78740" y="222250"/>
                  <a:pt x="72390" y="217170"/>
                  <a:pt x="72390" y="210820"/>
                </a:cubicBezTo>
                <a:lnTo>
                  <a:pt x="72390" y="127000"/>
                </a:lnTo>
                <a:close/>
                <a:moveTo>
                  <a:pt x="165100" y="72390"/>
                </a:moveTo>
                <a:lnTo>
                  <a:pt x="114300" y="115570"/>
                </a:lnTo>
                <a:cubicBezTo>
                  <a:pt x="111760" y="118110"/>
                  <a:pt x="110490" y="120650"/>
                  <a:pt x="110490" y="123190"/>
                </a:cubicBezTo>
                <a:lnTo>
                  <a:pt x="110490" y="196850"/>
                </a:lnTo>
                <a:lnTo>
                  <a:pt x="90170" y="201930"/>
                </a:lnTo>
                <a:lnTo>
                  <a:pt x="90170" y="123190"/>
                </a:lnTo>
                <a:cubicBezTo>
                  <a:pt x="90170" y="120650"/>
                  <a:pt x="88900" y="116840"/>
                  <a:pt x="86360" y="115570"/>
                </a:cubicBezTo>
                <a:lnTo>
                  <a:pt x="19050" y="57150"/>
                </a:lnTo>
                <a:lnTo>
                  <a:pt x="19050" y="21590"/>
                </a:lnTo>
                <a:lnTo>
                  <a:pt x="181610" y="21590"/>
                </a:lnTo>
                <a:lnTo>
                  <a:pt x="181610" y="52070"/>
                </a:lnTo>
                <a:lnTo>
                  <a:pt x="110490" y="52070"/>
                </a:lnTo>
                <a:cubicBezTo>
                  <a:pt x="105410" y="52070"/>
                  <a:pt x="100330" y="57150"/>
                  <a:pt x="100330" y="62230"/>
                </a:cubicBezTo>
                <a:cubicBezTo>
                  <a:pt x="100330" y="67310"/>
                  <a:pt x="105410" y="72390"/>
                  <a:pt x="110490" y="72390"/>
                </a:cubicBezTo>
                <a:lnTo>
                  <a:pt x="165100" y="7239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63" name="Полилиния: фигура 93">
            <a:extLst>
              <a:ext uri="{FF2B5EF4-FFF2-40B4-BE49-F238E27FC236}">
                <a16:creationId xmlns:a16="http://schemas.microsoft.com/office/drawing/2014/main" id="{BFCA5D3E-533F-1C26-8224-CD5533F7430B}"/>
              </a:ext>
            </a:extLst>
          </p:cNvPr>
          <p:cNvSpPr/>
          <p:nvPr/>
        </p:nvSpPr>
        <p:spPr>
          <a:xfrm>
            <a:off x="7232754" y="2610440"/>
            <a:ext cx="264674" cy="262456"/>
          </a:xfrm>
          <a:custGeom>
            <a:avLst/>
            <a:gdLst>
              <a:gd name="connsiteX0" fmla="*/ 110747 w 264674"/>
              <a:gd name="connsiteY0" fmla="*/ 13335 h 262456"/>
              <a:gd name="connsiteX1" fmla="*/ 82807 w 264674"/>
              <a:gd name="connsiteY1" fmla="*/ 73025 h 262456"/>
              <a:gd name="connsiteX2" fmla="*/ 81538 w 264674"/>
              <a:gd name="connsiteY2" fmla="*/ 74295 h 262456"/>
              <a:gd name="connsiteX3" fmla="*/ 19307 w 264674"/>
              <a:gd name="connsiteY3" fmla="*/ 83185 h 262456"/>
              <a:gd name="connsiteX4" fmla="*/ 6607 w 264674"/>
              <a:gd name="connsiteY4" fmla="*/ 122555 h 262456"/>
              <a:gd name="connsiteX5" fmla="*/ 51057 w 264674"/>
              <a:gd name="connsiteY5" fmla="*/ 168275 h 262456"/>
              <a:gd name="connsiteX6" fmla="*/ 52327 w 264674"/>
              <a:gd name="connsiteY6" fmla="*/ 170815 h 262456"/>
              <a:gd name="connsiteX7" fmla="*/ 42167 w 264674"/>
              <a:gd name="connsiteY7" fmla="*/ 235585 h 262456"/>
              <a:gd name="connsiteX8" fmla="*/ 75188 w 264674"/>
              <a:gd name="connsiteY8" fmla="*/ 259715 h 262456"/>
              <a:gd name="connsiteX9" fmla="*/ 131067 w 264674"/>
              <a:gd name="connsiteY9" fmla="*/ 229235 h 262456"/>
              <a:gd name="connsiteX10" fmla="*/ 133607 w 264674"/>
              <a:gd name="connsiteY10" fmla="*/ 229235 h 262456"/>
              <a:gd name="connsiteX11" fmla="*/ 189488 w 264674"/>
              <a:gd name="connsiteY11" fmla="*/ 259715 h 262456"/>
              <a:gd name="connsiteX12" fmla="*/ 222507 w 264674"/>
              <a:gd name="connsiteY12" fmla="*/ 235585 h 262456"/>
              <a:gd name="connsiteX13" fmla="*/ 212347 w 264674"/>
              <a:gd name="connsiteY13" fmla="*/ 170815 h 262456"/>
              <a:gd name="connsiteX14" fmla="*/ 213617 w 264674"/>
              <a:gd name="connsiteY14" fmla="*/ 168275 h 262456"/>
              <a:gd name="connsiteX15" fmla="*/ 258067 w 264674"/>
              <a:gd name="connsiteY15" fmla="*/ 122555 h 262456"/>
              <a:gd name="connsiteX16" fmla="*/ 245367 w 264674"/>
              <a:gd name="connsiteY16" fmla="*/ 83185 h 262456"/>
              <a:gd name="connsiteX17" fmla="*/ 183138 w 264674"/>
              <a:gd name="connsiteY17" fmla="*/ 74295 h 262456"/>
              <a:gd name="connsiteX18" fmla="*/ 181867 w 264674"/>
              <a:gd name="connsiteY18" fmla="*/ 73025 h 262456"/>
              <a:gd name="connsiteX19" fmla="*/ 153927 w 264674"/>
              <a:gd name="connsiteY19" fmla="*/ 13335 h 262456"/>
              <a:gd name="connsiteX20" fmla="*/ 110747 w 264674"/>
              <a:gd name="connsiteY20" fmla="*/ 13335 h 262456"/>
              <a:gd name="connsiteX21" fmla="*/ 133607 w 264674"/>
              <a:gd name="connsiteY21" fmla="*/ 22225 h 262456"/>
              <a:gd name="connsiteX22" fmla="*/ 161547 w 264674"/>
              <a:gd name="connsiteY22" fmla="*/ 81915 h 262456"/>
              <a:gd name="connsiteX23" fmla="*/ 178057 w 264674"/>
              <a:gd name="connsiteY23" fmla="*/ 94615 h 262456"/>
              <a:gd name="connsiteX24" fmla="*/ 240288 w 264674"/>
              <a:gd name="connsiteY24" fmla="*/ 103505 h 262456"/>
              <a:gd name="connsiteX25" fmla="*/ 241557 w 264674"/>
              <a:gd name="connsiteY25" fmla="*/ 108585 h 262456"/>
              <a:gd name="connsiteX26" fmla="*/ 197107 w 264674"/>
              <a:gd name="connsiteY26" fmla="*/ 154305 h 262456"/>
              <a:gd name="connsiteX27" fmla="*/ 190757 w 264674"/>
              <a:gd name="connsiteY27" fmla="*/ 174625 h 262456"/>
              <a:gd name="connsiteX28" fmla="*/ 200917 w 264674"/>
              <a:gd name="connsiteY28" fmla="*/ 239395 h 262456"/>
              <a:gd name="connsiteX29" fmla="*/ 197107 w 264674"/>
              <a:gd name="connsiteY29" fmla="*/ 243205 h 262456"/>
              <a:gd name="connsiteX30" fmla="*/ 141227 w 264674"/>
              <a:gd name="connsiteY30" fmla="*/ 212725 h 262456"/>
              <a:gd name="connsiteX31" fmla="*/ 119638 w 264674"/>
              <a:gd name="connsiteY31" fmla="*/ 212725 h 262456"/>
              <a:gd name="connsiteX32" fmla="*/ 63757 w 264674"/>
              <a:gd name="connsiteY32" fmla="*/ 243205 h 262456"/>
              <a:gd name="connsiteX33" fmla="*/ 59947 w 264674"/>
              <a:gd name="connsiteY33" fmla="*/ 239395 h 262456"/>
              <a:gd name="connsiteX34" fmla="*/ 70107 w 264674"/>
              <a:gd name="connsiteY34" fmla="*/ 174625 h 262456"/>
              <a:gd name="connsiteX35" fmla="*/ 63757 w 264674"/>
              <a:gd name="connsiteY35" fmla="*/ 154305 h 262456"/>
              <a:gd name="connsiteX36" fmla="*/ 19307 w 264674"/>
              <a:gd name="connsiteY36" fmla="*/ 108585 h 262456"/>
              <a:gd name="connsiteX37" fmla="*/ 20577 w 264674"/>
              <a:gd name="connsiteY37" fmla="*/ 103505 h 262456"/>
              <a:gd name="connsiteX38" fmla="*/ 82807 w 264674"/>
              <a:gd name="connsiteY38" fmla="*/ 94615 h 262456"/>
              <a:gd name="connsiteX39" fmla="*/ 99317 w 264674"/>
              <a:gd name="connsiteY39" fmla="*/ 81915 h 262456"/>
              <a:gd name="connsiteX40" fmla="*/ 127257 w 264674"/>
              <a:gd name="connsiteY40" fmla="*/ 22225 h 262456"/>
              <a:gd name="connsiteX41" fmla="*/ 133607 w 264674"/>
              <a:gd name="connsiteY41" fmla="*/ 22225 h 26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4674" h="262456">
                <a:moveTo>
                  <a:pt x="110747" y="13335"/>
                </a:moveTo>
                <a:lnTo>
                  <a:pt x="82807" y="73025"/>
                </a:lnTo>
                <a:cubicBezTo>
                  <a:pt x="82807" y="74295"/>
                  <a:pt x="81538" y="74295"/>
                  <a:pt x="81538" y="74295"/>
                </a:cubicBezTo>
                <a:lnTo>
                  <a:pt x="19307" y="83185"/>
                </a:lnTo>
                <a:cubicBezTo>
                  <a:pt x="257" y="85725"/>
                  <a:pt x="-6093" y="109855"/>
                  <a:pt x="6607" y="122555"/>
                </a:cubicBezTo>
                <a:lnTo>
                  <a:pt x="51057" y="168275"/>
                </a:lnTo>
                <a:cubicBezTo>
                  <a:pt x="52327" y="169545"/>
                  <a:pt x="52327" y="169545"/>
                  <a:pt x="52327" y="170815"/>
                </a:cubicBezTo>
                <a:lnTo>
                  <a:pt x="42167" y="235585"/>
                </a:lnTo>
                <a:cubicBezTo>
                  <a:pt x="39627" y="254635"/>
                  <a:pt x="58677" y="268605"/>
                  <a:pt x="75188" y="259715"/>
                </a:cubicBezTo>
                <a:lnTo>
                  <a:pt x="131067" y="229235"/>
                </a:lnTo>
                <a:cubicBezTo>
                  <a:pt x="131067" y="229235"/>
                  <a:pt x="132338" y="229235"/>
                  <a:pt x="133607" y="229235"/>
                </a:cubicBezTo>
                <a:lnTo>
                  <a:pt x="189488" y="259715"/>
                </a:lnTo>
                <a:cubicBezTo>
                  <a:pt x="205997" y="268605"/>
                  <a:pt x="226317" y="254635"/>
                  <a:pt x="222507" y="235585"/>
                </a:cubicBezTo>
                <a:lnTo>
                  <a:pt x="212347" y="170815"/>
                </a:lnTo>
                <a:cubicBezTo>
                  <a:pt x="212347" y="169545"/>
                  <a:pt x="212347" y="168275"/>
                  <a:pt x="213617" y="168275"/>
                </a:cubicBezTo>
                <a:lnTo>
                  <a:pt x="258067" y="122555"/>
                </a:lnTo>
                <a:cubicBezTo>
                  <a:pt x="270767" y="108585"/>
                  <a:pt x="264417" y="85725"/>
                  <a:pt x="245367" y="83185"/>
                </a:cubicBezTo>
                <a:lnTo>
                  <a:pt x="183138" y="74295"/>
                </a:lnTo>
                <a:cubicBezTo>
                  <a:pt x="181867" y="74295"/>
                  <a:pt x="181867" y="73025"/>
                  <a:pt x="181867" y="73025"/>
                </a:cubicBezTo>
                <a:lnTo>
                  <a:pt x="153927" y="13335"/>
                </a:lnTo>
                <a:cubicBezTo>
                  <a:pt x="143767" y="-4445"/>
                  <a:pt x="119638" y="-4445"/>
                  <a:pt x="110747" y="13335"/>
                </a:cubicBezTo>
                <a:close/>
                <a:moveTo>
                  <a:pt x="133607" y="22225"/>
                </a:moveTo>
                <a:lnTo>
                  <a:pt x="161547" y="81915"/>
                </a:lnTo>
                <a:cubicBezTo>
                  <a:pt x="165357" y="88265"/>
                  <a:pt x="171707" y="93345"/>
                  <a:pt x="178057" y="94615"/>
                </a:cubicBezTo>
                <a:lnTo>
                  <a:pt x="240288" y="103505"/>
                </a:lnTo>
                <a:cubicBezTo>
                  <a:pt x="242827" y="103505"/>
                  <a:pt x="242827" y="107315"/>
                  <a:pt x="241557" y="108585"/>
                </a:cubicBezTo>
                <a:lnTo>
                  <a:pt x="197107" y="154305"/>
                </a:lnTo>
                <a:cubicBezTo>
                  <a:pt x="192027" y="159385"/>
                  <a:pt x="189488" y="167005"/>
                  <a:pt x="190757" y="174625"/>
                </a:cubicBezTo>
                <a:lnTo>
                  <a:pt x="200917" y="239395"/>
                </a:lnTo>
                <a:cubicBezTo>
                  <a:pt x="200917" y="241935"/>
                  <a:pt x="199647" y="243205"/>
                  <a:pt x="197107" y="243205"/>
                </a:cubicBezTo>
                <a:lnTo>
                  <a:pt x="141227" y="212725"/>
                </a:lnTo>
                <a:cubicBezTo>
                  <a:pt x="134877" y="208915"/>
                  <a:pt x="125988" y="208915"/>
                  <a:pt x="119638" y="212725"/>
                </a:cubicBezTo>
                <a:lnTo>
                  <a:pt x="63757" y="243205"/>
                </a:lnTo>
                <a:cubicBezTo>
                  <a:pt x="62488" y="244475"/>
                  <a:pt x="59947" y="241935"/>
                  <a:pt x="59947" y="239395"/>
                </a:cubicBezTo>
                <a:lnTo>
                  <a:pt x="70107" y="174625"/>
                </a:lnTo>
                <a:cubicBezTo>
                  <a:pt x="71377" y="167005"/>
                  <a:pt x="68838" y="159385"/>
                  <a:pt x="63757" y="154305"/>
                </a:cubicBezTo>
                <a:lnTo>
                  <a:pt x="19307" y="108585"/>
                </a:lnTo>
                <a:cubicBezTo>
                  <a:pt x="18038" y="107315"/>
                  <a:pt x="18038" y="103505"/>
                  <a:pt x="20577" y="103505"/>
                </a:cubicBezTo>
                <a:lnTo>
                  <a:pt x="82807" y="94615"/>
                </a:lnTo>
                <a:cubicBezTo>
                  <a:pt x="90427" y="93345"/>
                  <a:pt x="96777" y="88265"/>
                  <a:pt x="99317" y="81915"/>
                </a:cubicBezTo>
                <a:lnTo>
                  <a:pt x="127257" y="22225"/>
                </a:lnTo>
                <a:cubicBezTo>
                  <a:pt x="129797" y="19685"/>
                  <a:pt x="132338" y="19685"/>
                  <a:pt x="133607" y="22225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64" name="Полилиния: фигура 96">
            <a:extLst>
              <a:ext uri="{FF2B5EF4-FFF2-40B4-BE49-F238E27FC236}">
                <a16:creationId xmlns:a16="http://schemas.microsoft.com/office/drawing/2014/main" id="{B503BC9B-DDD4-EB96-1599-E6B522A5FC24}"/>
              </a:ext>
            </a:extLst>
          </p:cNvPr>
          <p:cNvSpPr/>
          <p:nvPr/>
        </p:nvSpPr>
        <p:spPr>
          <a:xfrm>
            <a:off x="8381092" y="2626314"/>
            <a:ext cx="203200" cy="233680"/>
          </a:xfrm>
          <a:custGeom>
            <a:avLst/>
            <a:gdLst>
              <a:gd name="connsiteX0" fmla="*/ 72389 w 203200"/>
              <a:gd name="connsiteY0" fmla="*/ 8890 h 233680"/>
              <a:gd name="connsiteX1" fmla="*/ 41910 w 203200"/>
              <a:gd name="connsiteY1" fmla="*/ 0 h 233680"/>
              <a:gd name="connsiteX2" fmla="*/ 10160 w 203200"/>
              <a:gd name="connsiteY2" fmla="*/ 0 h 233680"/>
              <a:gd name="connsiteX3" fmla="*/ 0 w 203200"/>
              <a:gd name="connsiteY3" fmla="*/ 10160 h 233680"/>
              <a:gd name="connsiteX4" fmla="*/ 0 w 203200"/>
              <a:gd name="connsiteY4" fmla="*/ 25400 h 233680"/>
              <a:gd name="connsiteX5" fmla="*/ 0 w 203200"/>
              <a:gd name="connsiteY5" fmla="*/ 152400 h 233680"/>
              <a:gd name="connsiteX6" fmla="*/ 0 w 203200"/>
              <a:gd name="connsiteY6" fmla="*/ 223520 h 233680"/>
              <a:gd name="connsiteX7" fmla="*/ 10160 w 203200"/>
              <a:gd name="connsiteY7" fmla="*/ 233680 h 233680"/>
              <a:gd name="connsiteX8" fmla="*/ 20320 w 203200"/>
              <a:gd name="connsiteY8" fmla="*/ 223520 h 233680"/>
              <a:gd name="connsiteX9" fmla="*/ 20320 w 203200"/>
              <a:gd name="connsiteY9" fmla="*/ 162560 h 233680"/>
              <a:gd name="connsiteX10" fmla="*/ 41910 w 203200"/>
              <a:gd name="connsiteY10" fmla="*/ 162560 h 233680"/>
              <a:gd name="connsiteX11" fmla="*/ 62230 w 203200"/>
              <a:gd name="connsiteY11" fmla="*/ 168910 h 233680"/>
              <a:gd name="connsiteX12" fmla="*/ 85089 w 203200"/>
              <a:gd name="connsiteY12" fmla="*/ 184150 h 233680"/>
              <a:gd name="connsiteX13" fmla="*/ 115570 w 203200"/>
              <a:gd name="connsiteY13" fmla="*/ 193040 h 233680"/>
              <a:gd name="connsiteX14" fmla="*/ 193039 w 203200"/>
              <a:gd name="connsiteY14" fmla="*/ 193040 h 233680"/>
              <a:gd name="connsiteX15" fmla="*/ 203200 w 203200"/>
              <a:gd name="connsiteY15" fmla="*/ 182880 h 233680"/>
              <a:gd name="connsiteX16" fmla="*/ 203200 w 203200"/>
              <a:gd name="connsiteY16" fmla="*/ 40640 h 233680"/>
              <a:gd name="connsiteX17" fmla="*/ 193039 w 203200"/>
              <a:gd name="connsiteY17" fmla="*/ 30480 h 233680"/>
              <a:gd name="connsiteX18" fmla="*/ 115570 w 203200"/>
              <a:gd name="connsiteY18" fmla="*/ 30480 h 233680"/>
              <a:gd name="connsiteX19" fmla="*/ 95250 w 203200"/>
              <a:gd name="connsiteY19" fmla="*/ 24130 h 233680"/>
              <a:gd name="connsiteX20" fmla="*/ 72389 w 203200"/>
              <a:gd name="connsiteY20" fmla="*/ 8890 h 233680"/>
              <a:gd name="connsiteX21" fmla="*/ 182880 w 203200"/>
              <a:gd name="connsiteY21" fmla="*/ 50800 h 233680"/>
              <a:gd name="connsiteX22" fmla="*/ 115570 w 203200"/>
              <a:gd name="connsiteY22" fmla="*/ 50800 h 233680"/>
              <a:gd name="connsiteX23" fmla="*/ 85089 w 203200"/>
              <a:gd name="connsiteY23" fmla="*/ 41910 h 233680"/>
              <a:gd name="connsiteX24" fmla="*/ 62230 w 203200"/>
              <a:gd name="connsiteY24" fmla="*/ 26670 h 233680"/>
              <a:gd name="connsiteX25" fmla="*/ 41910 w 203200"/>
              <a:gd name="connsiteY25" fmla="*/ 20320 h 233680"/>
              <a:gd name="connsiteX26" fmla="*/ 20320 w 203200"/>
              <a:gd name="connsiteY26" fmla="*/ 20320 h 233680"/>
              <a:gd name="connsiteX27" fmla="*/ 20320 w 203200"/>
              <a:gd name="connsiteY27" fmla="*/ 142240 h 233680"/>
              <a:gd name="connsiteX28" fmla="*/ 41910 w 203200"/>
              <a:gd name="connsiteY28" fmla="*/ 142240 h 233680"/>
              <a:gd name="connsiteX29" fmla="*/ 72389 w 203200"/>
              <a:gd name="connsiteY29" fmla="*/ 151130 h 233680"/>
              <a:gd name="connsiteX30" fmla="*/ 95250 w 203200"/>
              <a:gd name="connsiteY30" fmla="*/ 166370 h 233680"/>
              <a:gd name="connsiteX31" fmla="*/ 115570 w 203200"/>
              <a:gd name="connsiteY31" fmla="*/ 172720 h 233680"/>
              <a:gd name="connsiteX32" fmla="*/ 182880 w 203200"/>
              <a:gd name="connsiteY32" fmla="*/ 172720 h 233680"/>
              <a:gd name="connsiteX33" fmla="*/ 182880 w 203200"/>
              <a:gd name="connsiteY33" fmla="*/ 5080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03200" h="233680">
                <a:moveTo>
                  <a:pt x="72389" y="8890"/>
                </a:moveTo>
                <a:cubicBezTo>
                  <a:pt x="63500" y="2540"/>
                  <a:pt x="52070" y="0"/>
                  <a:pt x="41910" y="0"/>
                </a:cubicBezTo>
                <a:lnTo>
                  <a:pt x="10160" y="0"/>
                </a:lnTo>
                <a:cubicBezTo>
                  <a:pt x="5080" y="0"/>
                  <a:pt x="0" y="5080"/>
                  <a:pt x="0" y="10160"/>
                </a:cubicBezTo>
                <a:lnTo>
                  <a:pt x="0" y="25400"/>
                </a:lnTo>
                <a:lnTo>
                  <a:pt x="0" y="152400"/>
                </a:lnTo>
                <a:lnTo>
                  <a:pt x="0" y="223520"/>
                </a:lnTo>
                <a:cubicBezTo>
                  <a:pt x="0" y="228600"/>
                  <a:pt x="5080" y="233680"/>
                  <a:pt x="10160" y="233680"/>
                </a:cubicBezTo>
                <a:cubicBezTo>
                  <a:pt x="15239" y="233680"/>
                  <a:pt x="20320" y="228600"/>
                  <a:pt x="20320" y="223520"/>
                </a:cubicBezTo>
                <a:lnTo>
                  <a:pt x="20320" y="162560"/>
                </a:lnTo>
                <a:lnTo>
                  <a:pt x="41910" y="162560"/>
                </a:lnTo>
                <a:cubicBezTo>
                  <a:pt x="49530" y="162560"/>
                  <a:pt x="55880" y="165100"/>
                  <a:pt x="62230" y="168910"/>
                </a:cubicBezTo>
                <a:lnTo>
                  <a:pt x="85089" y="184150"/>
                </a:lnTo>
                <a:cubicBezTo>
                  <a:pt x="93980" y="190500"/>
                  <a:pt x="105410" y="193040"/>
                  <a:pt x="115570" y="193040"/>
                </a:cubicBezTo>
                <a:lnTo>
                  <a:pt x="193039" y="193040"/>
                </a:lnTo>
                <a:cubicBezTo>
                  <a:pt x="198120" y="193040"/>
                  <a:pt x="203200" y="187960"/>
                  <a:pt x="203200" y="182880"/>
                </a:cubicBezTo>
                <a:lnTo>
                  <a:pt x="203200" y="40640"/>
                </a:lnTo>
                <a:cubicBezTo>
                  <a:pt x="203200" y="35560"/>
                  <a:pt x="198120" y="30480"/>
                  <a:pt x="193039" y="30480"/>
                </a:cubicBezTo>
                <a:lnTo>
                  <a:pt x="115570" y="30480"/>
                </a:lnTo>
                <a:cubicBezTo>
                  <a:pt x="107950" y="30480"/>
                  <a:pt x="101600" y="27940"/>
                  <a:pt x="95250" y="24130"/>
                </a:cubicBezTo>
                <a:lnTo>
                  <a:pt x="72389" y="8890"/>
                </a:lnTo>
                <a:close/>
                <a:moveTo>
                  <a:pt x="182880" y="50800"/>
                </a:moveTo>
                <a:lnTo>
                  <a:pt x="115570" y="50800"/>
                </a:lnTo>
                <a:cubicBezTo>
                  <a:pt x="104139" y="50800"/>
                  <a:pt x="93980" y="46990"/>
                  <a:pt x="85089" y="41910"/>
                </a:cubicBezTo>
                <a:lnTo>
                  <a:pt x="62230" y="26670"/>
                </a:lnTo>
                <a:cubicBezTo>
                  <a:pt x="55880" y="22860"/>
                  <a:pt x="49530" y="20320"/>
                  <a:pt x="41910" y="20320"/>
                </a:cubicBezTo>
                <a:lnTo>
                  <a:pt x="20320" y="20320"/>
                </a:lnTo>
                <a:lnTo>
                  <a:pt x="20320" y="142240"/>
                </a:lnTo>
                <a:lnTo>
                  <a:pt x="41910" y="142240"/>
                </a:lnTo>
                <a:cubicBezTo>
                  <a:pt x="53339" y="142240"/>
                  <a:pt x="63500" y="146050"/>
                  <a:pt x="72389" y="151130"/>
                </a:cubicBezTo>
                <a:lnTo>
                  <a:pt x="95250" y="166370"/>
                </a:lnTo>
                <a:cubicBezTo>
                  <a:pt x="101600" y="170180"/>
                  <a:pt x="107950" y="172720"/>
                  <a:pt x="115570" y="172720"/>
                </a:cubicBezTo>
                <a:lnTo>
                  <a:pt x="182880" y="172720"/>
                </a:lnTo>
                <a:lnTo>
                  <a:pt x="182880" y="508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65" name="Полилиния: фигура 102">
            <a:extLst>
              <a:ext uri="{FF2B5EF4-FFF2-40B4-BE49-F238E27FC236}">
                <a16:creationId xmlns:a16="http://schemas.microsoft.com/office/drawing/2014/main" id="{B3152852-4F06-921B-EBFD-FE78BE2BAEDE}"/>
              </a:ext>
            </a:extLst>
          </p:cNvPr>
          <p:cNvSpPr/>
          <p:nvPr/>
        </p:nvSpPr>
        <p:spPr>
          <a:xfrm>
            <a:off x="8929731" y="2631395"/>
            <a:ext cx="223520" cy="223519"/>
          </a:xfrm>
          <a:custGeom>
            <a:avLst/>
            <a:gdLst>
              <a:gd name="connsiteX0" fmla="*/ 132080 w 223520"/>
              <a:gd name="connsiteY0" fmla="*/ 0 h 223519"/>
              <a:gd name="connsiteX1" fmla="*/ 162561 w 223520"/>
              <a:gd name="connsiteY1" fmla="*/ 30480 h 223519"/>
              <a:gd name="connsiteX2" fmla="*/ 162561 w 223520"/>
              <a:gd name="connsiteY2" fmla="*/ 60960 h 223519"/>
              <a:gd name="connsiteX3" fmla="*/ 193040 w 223520"/>
              <a:gd name="connsiteY3" fmla="*/ 60960 h 223519"/>
              <a:gd name="connsiteX4" fmla="*/ 223520 w 223520"/>
              <a:gd name="connsiteY4" fmla="*/ 91440 h 223519"/>
              <a:gd name="connsiteX5" fmla="*/ 223520 w 223520"/>
              <a:gd name="connsiteY5" fmla="*/ 193040 h 223519"/>
              <a:gd name="connsiteX6" fmla="*/ 193040 w 223520"/>
              <a:gd name="connsiteY6" fmla="*/ 223520 h 223519"/>
              <a:gd name="connsiteX7" fmla="*/ 91440 w 223520"/>
              <a:gd name="connsiteY7" fmla="*/ 223520 h 223519"/>
              <a:gd name="connsiteX8" fmla="*/ 60961 w 223520"/>
              <a:gd name="connsiteY8" fmla="*/ 193040 h 223519"/>
              <a:gd name="connsiteX9" fmla="*/ 60961 w 223520"/>
              <a:gd name="connsiteY9" fmla="*/ 162560 h 223519"/>
              <a:gd name="connsiteX10" fmla="*/ 30480 w 223520"/>
              <a:gd name="connsiteY10" fmla="*/ 162560 h 223519"/>
              <a:gd name="connsiteX11" fmla="*/ 0 w 223520"/>
              <a:gd name="connsiteY11" fmla="*/ 132080 h 223519"/>
              <a:gd name="connsiteX12" fmla="*/ 0 w 223520"/>
              <a:gd name="connsiteY12" fmla="*/ 30480 h 223519"/>
              <a:gd name="connsiteX13" fmla="*/ 30480 w 223520"/>
              <a:gd name="connsiteY13" fmla="*/ 0 h 223519"/>
              <a:gd name="connsiteX14" fmla="*/ 132080 w 223520"/>
              <a:gd name="connsiteY14" fmla="*/ 0 h 223519"/>
              <a:gd name="connsiteX15" fmla="*/ 81280 w 223520"/>
              <a:gd name="connsiteY15" fmla="*/ 161290 h 223519"/>
              <a:gd name="connsiteX16" fmla="*/ 81280 w 223520"/>
              <a:gd name="connsiteY16" fmla="*/ 191770 h 223519"/>
              <a:gd name="connsiteX17" fmla="*/ 91440 w 223520"/>
              <a:gd name="connsiteY17" fmla="*/ 201930 h 223519"/>
              <a:gd name="connsiteX18" fmla="*/ 193040 w 223520"/>
              <a:gd name="connsiteY18" fmla="*/ 201930 h 223519"/>
              <a:gd name="connsiteX19" fmla="*/ 203200 w 223520"/>
              <a:gd name="connsiteY19" fmla="*/ 191770 h 223519"/>
              <a:gd name="connsiteX20" fmla="*/ 203200 w 223520"/>
              <a:gd name="connsiteY20" fmla="*/ 90170 h 223519"/>
              <a:gd name="connsiteX21" fmla="*/ 193040 w 223520"/>
              <a:gd name="connsiteY21" fmla="*/ 80010 h 223519"/>
              <a:gd name="connsiteX22" fmla="*/ 162561 w 223520"/>
              <a:gd name="connsiteY22" fmla="*/ 80010 h 223519"/>
              <a:gd name="connsiteX23" fmla="*/ 162561 w 223520"/>
              <a:gd name="connsiteY23" fmla="*/ 130810 h 223519"/>
              <a:gd name="connsiteX24" fmla="*/ 132080 w 223520"/>
              <a:gd name="connsiteY24" fmla="*/ 161290 h 223519"/>
              <a:gd name="connsiteX25" fmla="*/ 81280 w 223520"/>
              <a:gd name="connsiteY25" fmla="*/ 161290 h 223519"/>
              <a:gd name="connsiteX26" fmla="*/ 142240 w 223520"/>
              <a:gd name="connsiteY26" fmla="*/ 81280 h 223519"/>
              <a:gd name="connsiteX27" fmla="*/ 142240 w 223520"/>
              <a:gd name="connsiteY27" fmla="*/ 132080 h 223519"/>
              <a:gd name="connsiteX28" fmla="*/ 132080 w 223520"/>
              <a:gd name="connsiteY28" fmla="*/ 142240 h 223519"/>
              <a:gd name="connsiteX29" fmla="*/ 81280 w 223520"/>
              <a:gd name="connsiteY29" fmla="*/ 142240 h 223519"/>
              <a:gd name="connsiteX30" fmla="*/ 81280 w 223520"/>
              <a:gd name="connsiteY30" fmla="*/ 91440 h 223519"/>
              <a:gd name="connsiteX31" fmla="*/ 91440 w 223520"/>
              <a:gd name="connsiteY31" fmla="*/ 81280 h 223519"/>
              <a:gd name="connsiteX32" fmla="*/ 142240 w 223520"/>
              <a:gd name="connsiteY32" fmla="*/ 81280 h 223519"/>
              <a:gd name="connsiteX33" fmla="*/ 142240 w 223520"/>
              <a:gd name="connsiteY33" fmla="*/ 60960 h 223519"/>
              <a:gd name="connsiteX34" fmla="*/ 91440 w 223520"/>
              <a:gd name="connsiteY34" fmla="*/ 60960 h 223519"/>
              <a:gd name="connsiteX35" fmla="*/ 60961 w 223520"/>
              <a:gd name="connsiteY35" fmla="*/ 91440 h 223519"/>
              <a:gd name="connsiteX36" fmla="*/ 60961 w 223520"/>
              <a:gd name="connsiteY36" fmla="*/ 142240 h 223519"/>
              <a:gd name="connsiteX37" fmla="*/ 30480 w 223520"/>
              <a:gd name="connsiteY37" fmla="*/ 142240 h 223519"/>
              <a:gd name="connsiteX38" fmla="*/ 20320 w 223520"/>
              <a:gd name="connsiteY38" fmla="*/ 132080 h 223519"/>
              <a:gd name="connsiteX39" fmla="*/ 20320 w 223520"/>
              <a:gd name="connsiteY39" fmla="*/ 30480 h 223519"/>
              <a:gd name="connsiteX40" fmla="*/ 30480 w 223520"/>
              <a:gd name="connsiteY40" fmla="*/ 20320 h 223519"/>
              <a:gd name="connsiteX41" fmla="*/ 132080 w 223520"/>
              <a:gd name="connsiteY41" fmla="*/ 20320 h 223519"/>
              <a:gd name="connsiteX42" fmla="*/ 142240 w 223520"/>
              <a:gd name="connsiteY42" fmla="*/ 30480 h 223519"/>
              <a:gd name="connsiteX43" fmla="*/ 142240 w 223520"/>
              <a:gd name="connsiteY43" fmla="*/ 6096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23520" h="223519">
                <a:moveTo>
                  <a:pt x="132080" y="0"/>
                </a:moveTo>
                <a:cubicBezTo>
                  <a:pt x="148590" y="0"/>
                  <a:pt x="162561" y="13970"/>
                  <a:pt x="162561" y="30480"/>
                </a:cubicBezTo>
                <a:lnTo>
                  <a:pt x="162561" y="60960"/>
                </a:lnTo>
                <a:lnTo>
                  <a:pt x="193040" y="60960"/>
                </a:lnTo>
                <a:cubicBezTo>
                  <a:pt x="209550" y="60960"/>
                  <a:pt x="223520" y="74930"/>
                  <a:pt x="223520" y="91440"/>
                </a:cubicBezTo>
                <a:lnTo>
                  <a:pt x="223520" y="193040"/>
                </a:lnTo>
                <a:cubicBezTo>
                  <a:pt x="223520" y="209550"/>
                  <a:pt x="209550" y="223520"/>
                  <a:pt x="193040" y="223520"/>
                </a:cubicBezTo>
                <a:lnTo>
                  <a:pt x="91440" y="223520"/>
                </a:lnTo>
                <a:cubicBezTo>
                  <a:pt x="74930" y="223520"/>
                  <a:pt x="60961" y="209550"/>
                  <a:pt x="60961" y="193040"/>
                </a:cubicBezTo>
                <a:lnTo>
                  <a:pt x="60961" y="162560"/>
                </a:lnTo>
                <a:lnTo>
                  <a:pt x="30480" y="162560"/>
                </a:lnTo>
                <a:cubicBezTo>
                  <a:pt x="13970" y="162560"/>
                  <a:pt x="0" y="148590"/>
                  <a:pt x="0" y="132080"/>
                </a:cubicBezTo>
                <a:lnTo>
                  <a:pt x="0" y="30480"/>
                </a:lnTo>
                <a:cubicBezTo>
                  <a:pt x="0" y="13970"/>
                  <a:pt x="13970" y="0"/>
                  <a:pt x="30480" y="0"/>
                </a:cubicBezTo>
                <a:lnTo>
                  <a:pt x="132080" y="0"/>
                </a:lnTo>
                <a:close/>
                <a:moveTo>
                  <a:pt x="81280" y="161290"/>
                </a:moveTo>
                <a:lnTo>
                  <a:pt x="81280" y="191770"/>
                </a:lnTo>
                <a:cubicBezTo>
                  <a:pt x="81280" y="196850"/>
                  <a:pt x="86361" y="201930"/>
                  <a:pt x="91440" y="201930"/>
                </a:cubicBezTo>
                <a:lnTo>
                  <a:pt x="193040" y="201930"/>
                </a:lnTo>
                <a:cubicBezTo>
                  <a:pt x="198120" y="201930"/>
                  <a:pt x="203200" y="196850"/>
                  <a:pt x="203200" y="191770"/>
                </a:cubicBezTo>
                <a:lnTo>
                  <a:pt x="203200" y="90170"/>
                </a:lnTo>
                <a:cubicBezTo>
                  <a:pt x="203200" y="85090"/>
                  <a:pt x="198120" y="80010"/>
                  <a:pt x="193040" y="80010"/>
                </a:cubicBezTo>
                <a:lnTo>
                  <a:pt x="162561" y="80010"/>
                </a:lnTo>
                <a:lnTo>
                  <a:pt x="162561" y="130810"/>
                </a:lnTo>
                <a:cubicBezTo>
                  <a:pt x="162561" y="147320"/>
                  <a:pt x="148590" y="161290"/>
                  <a:pt x="132080" y="161290"/>
                </a:cubicBezTo>
                <a:lnTo>
                  <a:pt x="81280" y="161290"/>
                </a:lnTo>
                <a:close/>
                <a:moveTo>
                  <a:pt x="142240" y="81280"/>
                </a:moveTo>
                <a:lnTo>
                  <a:pt x="142240" y="132080"/>
                </a:lnTo>
                <a:cubicBezTo>
                  <a:pt x="142240" y="137160"/>
                  <a:pt x="137161" y="142240"/>
                  <a:pt x="132080" y="142240"/>
                </a:cubicBezTo>
                <a:lnTo>
                  <a:pt x="81280" y="142240"/>
                </a:lnTo>
                <a:lnTo>
                  <a:pt x="81280" y="91440"/>
                </a:lnTo>
                <a:cubicBezTo>
                  <a:pt x="81280" y="86360"/>
                  <a:pt x="86361" y="81280"/>
                  <a:pt x="91440" y="81280"/>
                </a:cubicBezTo>
                <a:lnTo>
                  <a:pt x="142240" y="81280"/>
                </a:lnTo>
                <a:close/>
                <a:moveTo>
                  <a:pt x="142240" y="60960"/>
                </a:moveTo>
                <a:lnTo>
                  <a:pt x="91440" y="60960"/>
                </a:lnTo>
                <a:cubicBezTo>
                  <a:pt x="74930" y="60960"/>
                  <a:pt x="60961" y="74930"/>
                  <a:pt x="60961" y="91440"/>
                </a:cubicBezTo>
                <a:lnTo>
                  <a:pt x="60961" y="142240"/>
                </a:lnTo>
                <a:lnTo>
                  <a:pt x="30480" y="142240"/>
                </a:lnTo>
                <a:cubicBezTo>
                  <a:pt x="25400" y="142240"/>
                  <a:pt x="20320" y="137160"/>
                  <a:pt x="20320" y="132080"/>
                </a:cubicBezTo>
                <a:lnTo>
                  <a:pt x="20320" y="30480"/>
                </a:lnTo>
                <a:cubicBezTo>
                  <a:pt x="20320" y="25400"/>
                  <a:pt x="25400" y="20320"/>
                  <a:pt x="30480" y="20320"/>
                </a:cubicBezTo>
                <a:lnTo>
                  <a:pt x="132080" y="20320"/>
                </a:lnTo>
                <a:cubicBezTo>
                  <a:pt x="137161" y="20320"/>
                  <a:pt x="142240" y="25400"/>
                  <a:pt x="142240" y="30480"/>
                </a:cubicBezTo>
                <a:lnTo>
                  <a:pt x="142240" y="609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66" name="Полилиния: фигура 105">
            <a:extLst>
              <a:ext uri="{FF2B5EF4-FFF2-40B4-BE49-F238E27FC236}">
                <a16:creationId xmlns:a16="http://schemas.microsoft.com/office/drawing/2014/main" id="{A2F33693-5A5D-89F7-C2A4-1AAEB8766C9B}"/>
              </a:ext>
            </a:extLst>
          </p:cNvPr>
          <p:cNvSpPr/>
          <p:nvPr/>
        </p:nvSpPr>
        <p:spPr>
          <a:xfrm>
            <a:off x="9488531" y="2635205"/>
            <a:ext cx="223520" cy="213359"/>
          </a:xfrm>
          <a:custGeom>
            <a:avLst/>
            <a:gdLst>
              <a:gd name="connsiteX0" fmla="*/ 81280 w 223520"/>
              <a:gd name="connsiteY0" fmla="*/ 21590 h 213359"/>
              <a:gd name="connsiteX1" fmla="*/ 203200 w 223520"/>
              <a:gd name="connsiteY1" fmla="*/ 21590 h 213359"/>
              <a:gd name="connsiteX2" fmla="*/ 203200 w 223520"/>
              <a:gd name="connsiteY2" fmla="*/ 41910 h 213359"/>
              <a:gd name="connsiteX3" fmla="*/ 81280 w 223520"/>
              <a:gd name="connsiteY3" fmla="*/ 41910 h 213359"/>
              <a:gd name="connsiteX4" fmla="*/ 81280 w 223520"/>
              <a:gd name="connsiteY4" fmla="*/ 21590 h 213359"/>
              <a:gd name="connsiteX5" fmla="*/ 81280 w 223520"/>
              <a:gd name="connsiteY5" fmla="*/ 62230 h 213359"/>
              <a:gd name="connsiteX6" fmla="*/ 81280 w 223520"/>
              <a:gd name="connsiteY6" fmla="*/ 170180 h 213359"/>
              <a:gd name="connsiteX7" fmla="*/ 81280 w 223520"/>
              <a:gd name="connsiteY7" fmla="*/ 170180 h 213359"/>
              <a:gd name="connsiteX8" fmla="*/ 81280 w 223520"/>
              <a:gd name="connsiteY8" fmla="*/ 172720 h 213359"/>
              <a:gd name="connsiteX9" fmla="*/ 40640 w 223520"/>
              <a:gd name="connsiteY9" fmla="*/ 213360 h 213359"/>
              <a:gd name="connsiteX10" fmla="*/ 0 w 223520"/>
              <a:gd name="connsiteY10" fmla="*/ 172720 h 213359"/>
              <a:gd name="connsiteX11" fmla="*/ 40640 w 223520"/>
              <a:gd name="connsiteY11" fmla="*/ 132080 h 213359"/>
              <a:gd name="connsiteX12" fmla="*/ 60961 w 223520"/>
              <a:gd name="connsiteY12" fmla="*/ 137160 h 213359"/>
              <a:gd name="connsiteX13" fmla="*/ 60961 w 223520"/>
              <a:gd name="connsiteY13" fmla="*/ 10160 h 213359"/>
              <a:gd name="connsiteX14" fmla="*/ 71120 w 223520"/>
              <a:gd name="connsiteY14" fmla="*/ 0 h 213359"/>
              <a:gd name="connsiteX15" fmla="*/ 213361 w 223520"/>
              <a:gd name="connsiteY15" fmla="*/ 0 h 213359"/>
              <a:gd name="connsiteX16" fmla="*/ 223520 w 223520"/>
              <a:gd name="connsiteY16" fmla="*/ 10160 h 213359"/>
              <a:gd name="connsiteX17" fmla="*/ 223520 w 223520"/>
              <a:gd name="connsiteY17" fmla="*/ 168910 h 213359"/>
              <a:gd name="connsiteX18" fmla="*/ 223520 w 223520"/>
              <a:gd name="connsiteY18" fmla="*/ 168910 h 213359"/>
              <a:gd name="connsiteX19" fmla="*/ 223520 w 223520"/>
              <a:gd name="connsiteY19" fmla="*/ 171450 h 213359"/>
              <a:gd name="connsiteX20" fmla="*/ 182880 w 223520"/>
              <a:gd name="connsiteY20" fmla="*/ 212090 h 213359"/>
              <a:gd name="connsiteX21" fmla="*/ 142240 w 223520"/>
              <a:gd name="connsiteY21" fmla="*/ 171450 h 213359"/>
              <a:gd name="connsiteX22" fmla="*/ 182880 w 223520"/>
              <a:gd name="connsiteY22" fmla="*/ 130810 h 213359"/>
              <a:gd name="connsiteX23" fmla="*/ 203200 w 223520"/>
              <a:gd name="connsiteY23" fmla="*/ 135890 h 213359"/>
              <a:gd name="connsiteX24" fmla="*/ 203200 w 223520"/>
              <a:gd name="connsiteY24" fmla="*/ 59690 h 213359"/>
              <a:gd name="connsiteX25" fmla="*/ 81280 w 223520"/>
              <a:gd name="connsiteY25" fmla="*/ 59690 h 213359"/>
              <a:gd name="connsiteX26" fmla="*/ 20320 w 223520"/>
              <a:gd name="connsiteY26" fmla="*/ 172720 h 213359"/>
              <a:gd name="connsiteX27" fmla="*/ 40640 w 223520"/>
              <a:gd name="connsiteY27" fmla="*/ 152400 h 213359"/>
              <a:gd name="connsiteX28" fmla="*/ 60961 w 223520"/>
              <a:gd name="connsiteY28" fmla="*/ 172720 h 213359"/>
              <a:gd name="connsiteX29" fmla="*/ 40640 w 223520"/>
              <a:gd name="connsiteY29" fmla="*/ 193040 h 213359"/>
              <a:gd name="connsiteX30" fmla="*/ 20320 w 223520"/>
              <a:gd name="connsiteY30" fmla="*/ 172720 h 213359"/>
              <a:gd name="connsiteX31" fmla="*/ 162561 w 223520"/>
              <a:gd name="connsiteY31" fmla="*/ 172720 h 213359"/>
              <a:gd name="connsiteX32" fmla="*/ 182880 w 223520"/>
              <a:gd name="connsiteY32" fmla="*/ 152400 h 213359"/>
              <a:gd name="connsiteX33" fmla="*/ 203200 w 223520"/>
              <a:gd name="connsiteY33" fmla="*/ 172720 h 213359"/>
              <a:gd name="connsiteX34" fmla="*/ 182880 w 223520"/>
              <a:gd name="connsiteY34" fmla="*/ 193040 h 213359"/>
              <a:gd name="connsiteX35" fmla="*/ 162561 w 223520"/>
              <a:gd name="connsiteY35" fmla="*/ 17272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23520" h="213359">
                <a:moveTo>
                  <a:pt x="81280" y="21590"/>
                </a:moveTo>
                <a:lnTo>
                  <a:pt x="203200" y="21590"/>
                </a:lnTo>
                <a:lnTo>
                  <a:pt x="203200" y="41910"/>
                </a:lnTo>
                <a:lnTo>
                  <a:pt x="81280" y="41910"/>
                </a:lnTo>
                <a:lnTo>
                  <a:pt x="81280" y="21590"/>
                </a:lnTo>
                <a:close/>
                <a:moveTo>
                  <a:pt x="81280" y="62230"/>
                </a:moveTo>
                <a:lnTo>
                  <a:pt x="81280" y="170180"/>
                </a:lnTo>
                <a:lnTo>
                  <a:pt x="81280" y="170180"/>
                </a:lnTo>
                <a:cubicBezTo>
                  <a:pt x="81280" y="171450"/>
                  <a:pt x="81280" y="172720"/>
                  <a:pt x="81280" y="172720"/>
                </a:cubicBezTo>
                <a:cubicBezTo>
                  <a:pt x="81280" y="195580"/>
                  <a:pt x="63500" y="213360"/>
                  <a:pt x="40640" y="213360"/>
                </a:cubicBezTo>
                <a:cubicBezTo>
                  <a:pt x="17780" y="213360"/>
                  <a:pt x="0" y="195580"/>
                  <a:pt x="0" y="172720"/>
                </a:cubicBezTo>
                <a:cubicBezTo>
                  <a:pt x="0" y="149860"/>
                  <a:pt x="17780" y="132080"/>
                  <a:pt x="40640" y="132080"/>
                </a:cubicBezTo>
                <a:cubicBezTo>
                  <a:pt x="48261" y="132080"/>
                  <a:pt x="54611" y="134620"/>
                  <a:pt x="60961" y="137160"/>
                </a:cubicBezTo>
                <a:lnTo>
                  <a:pt x="60961" y="10160"/>
                </a:lnTo>
                <a:cubicBezTo>
                  <a:pt x="60961" y="5080"/>
                  <a:pt x="66040" y="0"/>
                  <a:pt x="71120" y="0"/>
                </a:cubicBezTo>
                <a:lnTo>
                  <a:pt x="213361" y="0"/>
                </a:lnTo>
                <a:cubicBezTo>
                  <a:pt x="218440" y="0"/>
                  <a:pt x="223520" y="5080"/>
                  <a:pt x="223520" y="10160"/>
                </a:cubicBezTo>
                <a:lnTo>
                  <a:pt x="223520" y="168910"/>
                </a:lnTo>
                <a:lnTo>
                  <a:pt x="223520" y="168910"/>
                </a:lnTo>
                <a:cubicBezTo>
                  <a:pt x="223520" y="170180"/>
                  <a:pt x="223520" y="171450"/>
                  <a:pt x="223520" y="171450"/>
                </a:cubicBezTo>
                <a:cubicBezTo>
                  <a:pt x="223520" y="194310"/>
                  <a:pt x="205740" y="212090"/>
                  <a:pt x="182880" y="212090"/>
                </a:cubicBezTo>
                <a:cubicBezTo>
                  <a:pt x="160020" y="212090"/>
                  <a:pt x="142240" y="194310"/>
                  <a:pt x="142240" y="171450"/>
                </a:cubicBezTo>
                <a:cubicBezTo>
                  <a:pt x="142240" y="148590"/>
                  <a:pt x="160020" y="130810"/>
                  <a:pt x="182880" y="130810"/>
                </a:cubicBezTo>
                <a:cubicBezTo>
                  <a:pt x="190500" y="130810"/>
                  <a:pt x="196850" y="133350"/>
                  <a:pt x="203200" y="135890"/>
                </a:cubicBezTo>
                <a:lnTo>
                  <a:pt x="203200" y="59690"/>
                </a:lnTo>
                <a:lnTo>
                  <a:pt x="81280" y="59690"/>
                </a:lnTo>
                <a:close/>
                <a:moveTo>
                  <a:pt x="20320" y="172720"/>
                </a:moveTo>
                <a:cubicBezTo>
                  <a:pt x="20320" y="161290"/>
                  <a:pt x="29211" y="152400"/>
                  <a:pt x="40640" y="152400"/>
                </a:cubicBezTo>
                <a:cubicBezTo>
                  <a:pt x="52070" y="152400"/>
                  <a:pt x="60961" y="161290"/>
                  <a:pt x="60961" y="172720"/>
                </a:cubicBezTo>
                <a:cubicBezTo>
                  <a:pt x="60961" y="184150"/>
                  <a:pt x="52070" y="193040"/>
                  <a:pt x="40640" y="193040"/>
                </a:cubicBezTo>
                <a:cubicBezTo>
                  <a:pt x="29211" y="193040"/>
                  <a:pt x="20320" y="184150"/>
                  <a:pt x="20320" y="172720"/>
                </a:cubicBezTo>
                <a:close/>
                <a:moveTo>
                  <a:pt x="162561" y="172720"/>
                </a:moveTo>
                <a:cubicBezTo>
                  <a:pt x="162561" y="161290"/>
                  <a:pt x="171450" y="152400"/>
                  <a:pt x="182880" y="152400"/>
                </a:cubicBezTo>
                <a:cubicBezTo>
                  <a:pt x="194311" y="152400"/>
                  <a:pt x="203200" y="161290"/>
                  <a:pt x="203200" y="172720"/>
                </a:cubicBezTo>
                <a:cubicBezTo>
                  <a:pt x="203200" y="184150"/>
                  <a:pt x="194311" y="193040"/>
                  <a:pt x="182880" y="193040"/>
                </a:cubicBezTo>
                <a:cubicBezTo>
                  <a:pt x="171450" y="193040"/>
                  <a:pt x="162561" y="184150"/>
                  <a:pt x="162561" y="1727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67" name="Полилиния: фигура 108">
            <a:extLst>
              <a:ext uri="{FF2B5EF4-FFF2-40B4-BE49-F238E27FC236}">
                <a16:creationId xmlns:a16="http://schemas.microsoft.com/office/drawing/2014/main" id="{D4E0F347-052B-2B6A-EC2A-5A51549EFD62}"/>
              </a:ext>
            </a:extLst>
          </p:cNvPr>
          <p:cNvSpPr/>
          <p:nvPr/>
        </p:nvSpPr>
        <p:spPr>
          <a:xfrm>
            <a:off x="10036536" y="2619801"/>
            <a:ext cx="247178" cy="245908"/>
          </a:xfrm>
          <a:custGeom>
            <a:avLst/>
            <a:gdLst>
              <a:gd name="connsiteX0" fmla="*/ 184785 w 247178"/>
              <a:gd name="connsiteY0" fmla="*/ 7783 h 245908"/>
              <a:gd name="connsiteX1" fmla="*/ 235585 w 247178"/>
              <a:gd name="connsiteY1" fmla="*/ 163 h 245908"/>
              <a:gd name="connsiteX2" fmla="*/ 247015 w 247178"/>
              <a:gd name="connsiteY2" fmla="*/ 11593 h 245908"/>
              <a:gd name="connsiteX3" fmla="*/ 239395 w 247178"/>
              <a:gd name="connsiteY3" fmla="*/ 62393 h 245908"/>
              <a:gd name="connsiteX4" fmla="*/ 236856 w 247178"/>
              <a:gd name="connsiteY4" fmla="*/ 68743 h 245908"/>
              <a:gd name="connsiteX5" fmla="*/ 122556 w 247178"/>
              <a:gd name="connsiteY5" fmla="*/ 183043 h 245908"/>
              <a:gd name="connsiteX6" fmla="*/ 136525 w 247178"/>
              <a:gd name="connsiteY6" fmla="*/ 197013 h 245908"/>
              <a:gd name="connsiteX7" fmla="*/ 136525 w 247178"/>
              <a:gd name="connsiteY7" fmla="*/ 210983 h 245908"/>
              <a:gd name="connsiteX8" fmla="*/ 122556 w 247178"/>
              <a:gd name="connsiteY8" fmla="*/ 212254 h 245908"/>
              <a:gd name="connsiteX9" fmla="*/ 121285 w 247178"/>
              <a:gd name="connsiteY9" fmla="*/ 210983 h 245908"/>
              <a:gd name="connsiteX10" fmla="*/ 99695 w 247178"/>
              <a:gd name="connsiteY10" fmla="*/ 189393 h 245908"/>
              <a:gd name="connsiteX11" fmla="*/ 48895 w 247178"/>
              <a:gd name="connsiteY11" fmla="*/ 240193 h 245908"/>
              <a:gd name="connsiteX12" fmla="*/ 19685 w 247178"/>
              <a:gd name="connsiteY12" fmla="*/ 240193 h 245908"/>
              <a:gd name="connsiteX13" fmla="*/ 5715 w 247178"/>
              <a:gd name="connsiteY13" fmla="*/ 226224 h 245908"/>
              <a:gd name="connsiteX14" fmla="*/ 5715 w 247178"/>
              <a:gd name="connsiteY14" fmla="*/ 197013 h 245908"/>
              <a:gd name="connsiteX15" fmla="*/ 56515 w 247178"/>
              <a:gd name="connsiteY15" fmla="*/ 146213 h 245908"/>
              <a:gd name="connsiteX16" fmla="*/ 34925 w 247178"/>
              <a:gd name="connsiteY16" fmla="*/ 124623 h 245908"/>
              <a:gd name="connsiteX17" fmla="*/ 34925 w 247178"/>
              <a:gd name="connsiteY17" fmla="*/ 110654 h 245908"/>
              <a:gd name="connsiteX18" fmla="*/ 48895 w 247178"/>
              <a:gd name="connsiteY18" fmla="*/ 109383 h 245908"/>
              <a:gd name="connsiteX19" fmla="*/ 50165 w 247178"/>
              <a:gd name="connsiteY19" fmla="*/ 110654 h 245908"/>
              <a:gd name="connsiteX20" fmla="*/ 64135 w 247178"/>
              <a:gd name="connsiteY20" fmla="*/ 124623 h 245908"/>
              <a:gd name="connsiteX21" fmla="*/ 178435 w 247178"/>
              <a:gd name="connsiteY21" fmla="*/ 10323 h 245908"/>
              <a:gd name="connsiteX22" fmla="*/ 184785 w 247178"/>
              <a:gd name="connsiteY22" fmla="*/ 7783 h 245908"/>
              <a:gd name="connsiteX23" fmla="*/ 70485 w 247178"/>
              <a:gd name="connsiteY23" fmla="*/ 160183 h 245908"/>
              <a:gd name="connsiteX24" fmla="*/ 19685 w 247178"/>
              <a:gd name="connsiteY24" fmla="*/ 210983 h 245908"/>
              <a:gd name="connsiteX25" fmla="*/ 33656 w 247178"/>
              <a:gd name="connsiteY25" fmla="*/ 224954 h 245908"/>
              <a:gd name="connsiteX26" fmla="*/ 84456 w 247178"/>
              <a:gd name="connsiteY26" fmla="*/ 174154 h 245908"/>
              <a:gd name="connsiteX27" fmla="*/ 70485 w 247178"/>
              <a:gd name="connsiteY27" fmla="*/ 160183 h 245908"/>
              <a:gd name="connsiteX28" fmla="*/ 219075 w 247178"/>
              <a:gd name="connsiteY28" fmla="*/ 56043 h 245908"/>
              <a:gd name="connsiteX29" fmla="*/ 107315 w 247178"/>
              <a:gd name="connsiteY29" fmla="*/ 167804 h 245908"/>
              <a:gd name="connsiteX30" fmla="*/ 78106 w 247178"/>
              <a:gd name="connsiteY30" fmla="*/ 138593 h 245908"/>
              <a:gd name="connsiteX31" fmla="*/ 189865 w 247178"/>
              <a:gd name="connsiteY31" fmla="*/ 26833 h 245908"/>
              <a:gd name="connsiteX32" fmla="*/ 222885 w 247178"/>
              <a:gd name="connsiteY32" fmla="*/ 21754 h 245908"/>
              <a:gd name="connsiteX33" fmla="*/ 219075 w 247178"/>
              <a:gd name="connsiteY33" fmla="*/ 56043 h 245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47178" h="245908">
                <a:moveTo>
                  <a:pt x="184785" y="7783"/>
                </a:moveTo>
                <a:lnTo>
                  <a:pt x="235585" y="163"/>
                </a:lnTo>
                <a:cubicBezTo>
                  <a:pt x="241935" y="-1107"/>
                  <a:pt x="248285" y="5243"/>
                  <a:pt x="247015" y="11593"/>
                </a:cubicBezTo>
                <a:lnTo>
                  <a:pt x="239395" y="62393"/>
                </a:lnTo>
                <a:cubicBezTo>
                  <a:pt x="239395" y="64933"/>
                  <a:pt x="238125" y="66204"/>
                  <a:pt x="236856" y="68743"/>
                </a:cubicBezTo>
                <a:lnTo>
                  <a:pt x="122556" y="183043"/>
                </a:lnTo>
                <a:lnTo>
                  <a:pt x="136525" y="197013"/>
                </a:lnTo>
                <a:cubicBezTo>
                  <a:pt x="140335" y="200824"/>
                  <a:pt x="140335" y="207174"/>
                  <a:pt x="136525" y="210983"/>
                </a:cubicBezTo>
                <a:cubicBezTo>
                  <a:pt x="132715" y="214793"/>
                  <a:pt x="127635" y="214793"/>
                  <a:pt x="122556" y="212254"/>
                </a:cubicBezTo>
                <a:lnTo>
                  <a:pt x="121285" y="210983"/>
                </a:lnTo>
                <a:lnTo>
                  <a:pt x="99695" y="189393"/>
                </a:lnTo>
                <a:lnTo>
                  <a:pt x="48895" y="240193"/>
                </a:lnTo>
                <a:cubicBezTo>
                  <a:pt x="41275" y="247813"/>
                  <a:pt x="28575" y="247813"/>
                  <a:pt x="19685" y="240193"/>
                </a:cubicBezTo>
                <a:lnTo>
                  <a:pt x="5715" y="226224"/>
                </a:lnTo>
                <a:cubicBezTo>
                  <a:pt x="-1905" y="218604"/>
                  <a:pt x="-1905" y="205904"/>
                  <a:pt x="5715" y="197013"/>
                </a:cubicBezTo>
                <a:lnTo>
                  <a:pt x="56515" y="146213"/>
                </a:lnTo>
                <a:lnTo>
                  <a:pt x="34925" y="124623"/>
                </a:lnTo>
                <a:cubicBezTo>
                  <a:pt x="31115" y="120813"/>
                  <a:pt x="31115" y="114463"/>
                  <a:pt x="34925" y="110654"/>
                </a:cubicBezTo>
                <a:cubicBezTo>
                  <a:pt x="38735" y="106843"/>
                  <a:pt x="43815" y="106843"/>
                  <a:pt x="48895" y="109383"/>
                </a:cubicBezTo>
                <a:lnTo>
                  <a:pt x="50165" y="110654"/>
                </a:lnTo>
                <a:lnTo>
                  <a:pt x="64135" y="124623"/>
                </a:lnTo>
                <a:lnTo>
                  <a:pt x="178435" y="10323"/>
                </a:lnTo>
                <a:cubicBezTo>
                  <a:pt x="179706" y="9054"/>
                  <a:pt x="182245" y="7783"/>
                  <a:pt x="184785" y="7783"/>
                </a:cubicBezTo>
                <a:close/>
                <a:moveTo>
                  <a:pt x="70485" y="160183"/>
                </a:moveTo>
                <a:lnTo>
                  <a:pt x="19685" y="210983"/>
                </a:lnTo>
                <a:lnTo>
                  <a:pt x="33656" y="224954"/>
                </a:lnTo>
                <a:lnTo>
                  <a:pt x="84456" y="174154"/>
                </a:lnTo>
                <a:lnTo>
                  <a:pt x="70485" y="160183"/>
                </a:lnTo>
                <a:close/>
                <a:moveTo>
                  <a:pt x="219075" y="56043"/>
                </a:moveTo>
                <a:lnTo>
                  <a:pt x="107315" y="167804"/>
                </a:lnTo>
                <a:lnTo>
                  <a:pt x="78106" y="138593"/>
                </a:lnTo>
                <a:lnTo>
                  <a:pt x="189865" y="26833"/>
                </a:lnTo>
                <a:lnTo>
                  <a:pt x="222885" y="21754"/>
                </a:lnTo>
                <a:lnTo>
                  <a:pt x="219075" y="56043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68" name="Полилиния: фигура 112">
            <a:extLst>
              <a:ext uri="{FF2B5EF4-FFF2-40B4-BE49-F238E27FC236}">
                <a16:creationId xmlns:a16="http://schemas.microsoft.com/office/drawing/2014/main" id="{E41EAA01-ED3C-5F63-8E87-D5154DCBF93A}"/>
              </a:ext>
            </a:extLst>
          </p:cNvPr>
          <p:cNvSpPr/>
          <p:nvPr/>
        </p:nvSpPr>
        <p:spPr>
          <a:xfrm>
            <a:off x="10597242" y="2620734"/>
            <a:ext cx="243839" cy="243070"/>
          </a:xfrm>
          <a:custGeom>
            <a:avLst/>
            <a:gdLst>
              <a:gd name="connsiteX0" fmla="*/ 111760 w 243839"/>
              <a:gd name="connsiteY0" fmla="*/ 5580 h 243070"/>
              <a:gd name="connsiteX1" fmla="*/ 114300 w 243839"/>
              <a:gd name="connsiteY1" fmla="*/ 3040 h 243070"/>
              <a:gd name="connsiteX2" fmla="*/ 115570 w 243839"/>
              <a:gd name="connsiteY2" fmla="*/ 1770 h 243070"/>
              <a:gd name="connsiteX3" fmla="*/ 129539 w 243839"/>
              <a:gd name="connsiteY3" fmla="*/ 3040 h 243070"/>
              <a:gd name="connsiteX4" fmla="*/ 129539 w 243839"/>
              <a:gd name="connsiteY4" fmla="*/ 3040 h 243070"/>
              <a:gd name="connsiteX5" fmla="*/ 130810 w 243839"/>
              <a:gd name="connsiteY5" fmla="*/ 3040 h 243070"/>
              <a:gd name="connsiteX6" fmla="*/ 156210 w 243839"/>
              <a:gd name="connsiteY6" fmla="*/ 20820 h 243070"/>
              <a:gd name="connsiteX7" fmla="*/ 166370 w 243839"/>
              <a:gd name="connsiteY7" fmla="*/ 28440 h 243070"/>
              <a:gd name="connsiteX8" fmla="*/ 171450 w 243839"/>
              <a:gd name="connsiteY8" fmla="*/ 32250 h 243070"/>
              <a:gd name="connsiteX9" fmla="*/ 176530 w 243839"/>
              <a:gd name="connsiteY9" fmla="*/ 36060 h 243070"/>
              <a:gd name="connsiteX10" fmla="*/ 182880 w 243839"/>
              <a:gd name="connsiteY10" fmla="*/ 41140 h 243070"/>
              <a:gd name="connsiteX11" fmla="*/ 243839 w 243839"/>
              <a:gd name="connsiteY11" fmla="*/ 156710 h 243070"/>
              <a:gd name="connsiteX12" fmla="*/ 243839 w 243839"/>
              <a:gd name="connsiteY12" fmla="*/ 232910 h 243070"/>
              <a:gd name="connsiteX13" fmla="*/ 233680 w 243839"/>
              <a:gd name="connsiteY13" fmla="*/ 243070 h 243070"/>
              <a:gd name="connsiteX14" fmla="*/ 10160 w 243839"/>
              <a:gd name="connsiteY14" fmla="*/ 243070 h 243070"/>
              <a:gd name="connsiteX15" fmla="*/ 0 w 243839"/>
              <a:gd name="connsiteY15" fmla="*/ 232910 h 243070"/>
              <a:gd name="connsiteX16" fmla="*/ 0 w 243839"/>
              <a:gd name="connsiteY16" fmla="*/ 156710 h 243070"/>
              <a:gd name="connsiteX17" fmla="*/ 0 w 243839"/>
              <a:gd name="connsiteY17" fmla="*/ 149090 h 243070"/>
              <a:gd name="connsiteX18" fmla="*/ 0 w 243839"/>
              <a:gd name="connsiteY18" fmla="*/ 146550 h 243070"/>
              <a:gd name="connsiteX19" fmla="*/ 1270 w 243839"/>
              <a:gd name="connsiteY19" fmla="*/ 142740 h 243070"/>
              <a:gd name="connsiteX20" fmla="*/ 60960 w 243839"/>
              <a:gd name="connsiteY20" fmla="*/ 41140 h 243070"/>
              <a:gd name="connsiteX21" fmla="*/ 67310 w 243839"/>
              <a:gd name="connsiteY21" fmla="*/ 36060 h 243070"/>
              <a:gd name="connsiteX22" fmla="*/ 72389 w 243839"/>
              <a:gd name="connsiteY22" fmla="*/ 32250 h 243070"/>
              <a:gd name="connsiteX23" fmla="*/ 74930 w 243839"/>
              <a:gd name="connsiteY23" fmla="*/ 29710 h 243070"/>
              <a:gd name="connsiteX24" fmla="*/ 80010 w 243839"/>
              <a:gd name="connsiteY24" fmla="*/ 25900 h 243070"/>
              <a:gd name="connsiteX25" fmla="*/ 87630 w 243839"/>
              <a:gd name="connsiteY25" fmla="*/ 20820 h 243070"/>
              <a:gd name="connsiteX26" fmla="*/ 111760 w 243839"/>
              <a:gd name="connsiteY26" fmla="*/ 5580 h 243070"/>
              <a:gd name="connsiteX27" fmla="*/ 20320 w 243839"/>
              <a:gd name="connsiteY27" fmla="*/ 157980 h 243070"/>
              <a:gd name="connsiteX28" fmla="*/ 193039 w 243839"/>
              <a:gd name="connsiteY28" fmla="*/ 157980 h 243070"/>
              <a:gd name="connsiteX29" fmla="*/ 194310 w 243839"/>
              <a:gd name="connsiteY29" fmla="*/ 157980 h 243070"/>
              <a:gd name="connsiteX30" fmla="*/ 203200 w 243839"/>
              <a:gd name="connsiteY30" fmla="*/ 147820 h 243070"/>
              <a:gd name="connsiteX31" fmla="*/ 193039 w 243839"/>
              <a:gd name="connsiteY31" fmla="*/ 137660 h 243070"/>
              <a:gd name="connsiteX32" fmla="*/ 22860 w 243839"/>
              <a:gd name="connsiteY32" fmla="*/ 137660 h 243070"/>
              <a:gd name="connsiteX33" fmla="*/ 73660 w 243839"/>
              <a:gd name="connsiteY33" fmla="*/ 57650 h 243070"/>
              <a:gd name="connsiteX34" fmla="*/ 83820 w 243839"/>
              <a:gd name="connsiteY34" fmla="*/ 50030 h 243070"/>
              <a:gd name="connsiteX35" fmla="*/ 90170 w 243839"/>
              <a:gd name="connsiteY35" fmla="*/ 44950 h 243070"/>
              <a:gd name="connsiteX36" fmla="*/ 100330 w 243839"/>
              <a:gd name="connsiteY36" fmla="*/ 37330 h 243070"/>
              <a:gd name="connsiteX37" fmla="*/ 121920 w 243839"/>
              <a:gd name="connsiteY37" fmla="*/ 22090 h 243070"/>
              <a:gd name="connsiteX38" fmla="*/ 143510 w 243839"/>
              <a:gd name="connsiteY38" fmla="*/ 37330 h 243070"/>
              <a:gd name="connsiteX39" fmla="*/ 153670 w 243839"/>
              <a:gd name="connsiteY39" fmla="*/ 44950 h 243070"/>
              <a:gd name="connsiteX40" fmla="*/ 160020 w 243839"/>
              <a:gd name="connsiteY40" fmla="*/ 50030 h 243070"/>
              <a:gd name="connsiteX41" fmla="*/ 170180 w 243839"/>
              <a:gd name="connsiteY41" fmla="*/ 57650 h 243070"/>
              <a:gd name="connsiteX42" fmla="*/ 172720 w 243839"/>
              <a:gd name="connsiteY42" fmla="*/ 60190 h 243070"/>
              <a:gd name="connsiteX43" fmla="*/ 222250 w 243839"/>
              <a:gd name="connsiteY43" fmla="*/ 156710 h 243070"/>
              <a:gd name="connsiteX44" fmla="*/ 222250 w 243839"/>
              <a:gd name="connsiteY44" fmla="*/ 222750 h 243070"/>
              <a:gd name="connsiteX45" fmla="*/ 19050 w 243839"/>
              <a:gd name="connsiteY45" fmla="*/ 222750 h 243070"/>
              <a:gd name="connsiteX46" fmla="*/ 19050 w 243839"/>
              <a:gd name="connsiteY46" fmla="*/ 157980 h 243070"/>
              <a:gd name="connsiteX47" fmla="*/ 71120 w 243839"/>
              <a:gd name="connsiteY47" fmla="*/ 192270 h 243070"/>
              <a:gd name="connsiteX48" fmla="*/ 60960 w 243839"/>
              <a:gd name="connsiteY48" fmla="*/ 182110 h 243070"/>
              <a:gd name="connsiteX49" fmla="*/ 50800 w 243839"/>
              <a:gd name="connsiteY49" fmla="*/ 182110 h 243070"/>
              <a:gd name="connsiteX50" fmla="*/ 49530 w 243839"/>
              <a:gd name="connsiteY50" fmla="*/ 182110 h 243070"/>
              <a:gd name="connsiteX51" fmla="*/ 40639 w 243839"/>
              <a:gd name="connsiteY51" fmla="*/ 192270 h 243070"/>
              <a:gd name="connsiteX52" fmla="*/ 50800 w 243839"/>
              <a:gd name="connsiteY52" fmla="*/ 202430 h 243070"/>
              <a:gd name="connsiteX53" fmla="*/ 60960 w 243839"/>
              <a:gd name="connsiteY53" fmla="*/ 202430 h 243070"/>
              <a:gd name="connsiteX54" fmla="*/ 62230 w 243839"/>
              <a:gd name="connsiteY54" fmla="*/ 202430 h 243070"/>
              <a:gd name="connsiteX55" fmla="*/ 71120 w 243839"/>
              <a:gd name="connsiteY55" fmla="*/ 192270 h 243070"/>
              <a:gd name="connsiteX56" fmla="*/ 127000 w 243839"/>
              <a:gd name="connsiteY56" fmla="*/ 182110 h 243070"/>
              <a:gd name="connsiteX57" fmla="*/ 137160 w 243839"/>
              <a:gd name="connsiteY57" fmla="*/ 192270 h 243070"/>
              <a:gd name="connsiteX58" fmla="*/ 128270 w 243839"/>
              <a:gd name="connsiteY58" fmla="*/ 202430 h 243070"/>
              <a:gd name="connsiteX59" fmla="*/ 127000 w 243839"/>
              <a:gd name="connsiteY59" fmla="*/ 202430 h 243070"/>
              <a:gd name="connsiteX60" fmla="*/ 116839 w 243839"/>
              <a:gd name="connsiteY60" fmla="*/ 202430 h 243070"/>
              <a:gd name="connsiteX61" fmla="*/ 106680 w 243839"/>
              <a:gd name="connsiteY61" fmla="*/ 192270 h 243070"/>
              <a:gd name="connsiteX62" fmla="*/ 115570 w 243839"/>
              <a:gd name="connsiteY62" fmla="*/ 182110 h 243070"/>
              <a:gd name="connsiteX63" fmla="*/ 116839 w 243839"/>
              <a:gd name="connsiteY63" fmla="*/ 182110 h 243070"/>
              <a:gd name="connsiteX64" fmla="*/ 127000 w 243839"/>
              <a:gd name="connsiteY64" fmla="*/ 182110 h 243070"/>
              <a:gd name="connsiteX65" fmla="*/ 203200 w 243839"/>
              <a:gd name="connsiteY65" fmla="*/ 192270 h 243070"/>
              <a:gd name="connsiteX66" fmla="*/ 193039 w 243839"/>
              <a:gd name="connsiteY66" fmla="*/ 182110 h 243070"/>
              <a:gd name="connsiteX67" fmla="*/ 182880 w 243839"/>
              <a:gd name="connsiteY67" fmla="*/ 182110 h 243070"/>
              <a:gd name="connsiteX68" fmla="*/ 181610 w 243839"/>
              <a:gd name="connsiteY68" fmla="*/ 182110 h 243070"/>
              <a:gd name="connsiteX69" fmla="*/ 172720 w 243839"/>
              <a:gd name="connsiteY69" fmla="*/ 192270 h 243070"/>
              <a:gd name="connsiteX70" fmla="*/ 182880 w 243839"/>
              <a:gd name="connsiteY70" fmla="*/ 202430 h 243070"/>
              <a:gd name="connsiteX71" fmla="*/ 193039 w 243839"/>
              <a:gd name="connsiteY71" fmla="*/ 202430 h 243070"/>
              <a:gd name="connsiteX72" fmla="*/ 194310 w 243839"/>
              <a:gd name="connsiteY72" fmla="*/ 202430 h 243070"/>
              <a:gd name="connsiteX73" fmla="*/ 203200 w 243839"/>
              <a:gd name="connsiteY73" fmla="*/ 192270 h 2430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243839" h="243070">
                <a:moveTo>
                  <a:pt x="111760" y="5580"/>
                </a:moveTo>
                <a:lnTo>
                  <a:pt x="114300" y="3040"/>
                </a:lnTo>
                <a:lnTo>
                  <a:pt x="115570" y="1770"/>
                </a:lnTo>
                <a:cubicBezTo>
                  <a:pt x="119380" y="-770"/>
                  <a:pt x="125730" y="-770"/>
                  <a:pt x="129539" y="3040"/>
                </a:cubicBezTo>
                <a:lnTo>
                  <a:pt x="129539" y="3040"/>
                </a:lnTo>
                <a:lnTo>
                  <a:pt x="130810" y="3040"/>
                </a:lnTo>
                <a:lnTo>
                  <a:pt x="156210" y="20820"/>
                </a:lnTo>
                <a:lnTo>
                  <a:pt x="166370" y="28440"/>
                </a:lnTo>
                <a:lnTo>
                  <a:pt x="171450" y="32250"/>
                </a:lnTo>
                <a:lnTo>
                  <a:pt x="176530" y="36060"/>
                </a:lnTo>
                <a:cubicBezTo>
                  <a:pt x="179070" y="37330"/>
                  <a:pt x="181610" y="39870"/>
                  <a:pt x="182880" y="41140"/>
                </a:cubicBezTo>
                <a:cubicBezTo>
                  <a:pt x="220980" y="72890"/>
                  <a:pt x="243839" y="110990"/>
                  <a:pt x="243839" y="156710"/>
                </a:cubicBezTo>
                <a:lnTo>
                  <a:pt x="243839" y="232910"/>
                </a:lnTo>
                <a:cubicBezTo>
                  <a:pt x="243839" y="237990"/>
                  <a:pt x="238760" y="243070"/>
                  <a:pt x="233680" y="243070"/>
                </a:cubicBezTo>
                <a:lnTo>
                  <a:pt x="10160" y="243070"/>
                </a:lnTo>
                <a:cubicBezTo>
                  <a:pt x="5080" y="243070"/>
                  <a:pt x="0" y="237990"/>
                  <a:pt x="0" y="232910"/>
                </a:cubicBezTo>
                <a:lnTo>
                  <a:pt x="0" y="156710"/>
                </a:lnTo>
                <a:cubicBezTo>
                  <a:pt x="0" y="154170"/>
                  <a:pt x="0" y="151630"/>
                  <a:pt x="0" y="149090"/>
                </a:cubicBezTo>
                <a:cubicBezTo>
                  <a:pt x="0" y="147820"/>
                  <a:pt x="0" y="147820"/>
                  <a:pt x="0" y="146550"/>
                </a:cubicBezTo>
                <a:cubicBezTo>
                  <a:pt x="0" y="145280"/>
                  <a:pt x="0" y="144010"/>
                  <a:pt x="1270" y="142740"/>
                </a:cubicBezTo>
                <a:cubicBezTo>
                  <a:pt x="5080" y="103370"/>
                  <a:pt x="26670" y="70350"/>
                  <a:pt x="60960" y="41140"/>
                </a:cubicBezTo>
                <a:cubicBezTo>
                  <a:pt x="62230" y="39870"/>
                  <a:pt x="64770" y="37330"/>
                  <a:pt x="67310" y="36060"/>
                </a:cubicBezTo>
                <a:lnTo>
                  <a:pt x="72389" y="32250"/>
                </a:lnTo>
                <a:cubicBezTo>
                  <a:pt x="73660" y="30980"/>
                  <a:pt x="73660" y="30980"/>
                  <a:pt x="74930" y="29710"/>
                </a:cubicBezTo>
                <a:lnTo>
                  <a:pt x="80010" y="25900"/>
                </a:lnTo>
                <a:lnTo>
                  <a:pt x="87630" y="20820"/>
                </a:lnTo>
                <a:lnTo>
                  <a:pt x="111760" y="5580"/>
                </a:lnTo>
                <a:close/>
                <a:moveTo>
                  <a:pt x="20320" y="157980"/>
                </a:moveTo>
                <a:lnTo>
                  <a:pt x="193039" y="157980"/>
                </a:lnTo>
                <a:lnTo>
                  <a:pt x="194310" y="157980"/>
                </a:lnTo>
                <a:cubicBezTo>
                  <a:pt x="199389" y="157980"/>
                  <a:pt x="203200" y="152900"/>
                  <a:pt x="203200" y="147820"/>
                </a:cubicBezTo>
                <a:cubicBezTo>
                  <a:pt x="203200" y="142740"/>
                  <a:pt x="198120" y="137660"/>
                  <a:pt x="193039" y="137660"/>
                </a:cubicBezTo>
                <a:lnTo>
                  <a:pt x="22860" y="137660"/>
                </a:lnTo>
                <a:cubicBezTo>
                  <a:pt x="27939" y="107180"/>
                  <a:pt x="45720" y="81780"/>
                  <a:pt x="73660" y="57650"/>
                </a:cubicBezTo>
                <a:cubicBezTo>
                  <a:pt x="76200" y="55110"/>
                  <a:pt x="80010" y="52570"/>
                  <a:pt x="83820" y="50030"/>
                </a:cubicBezTo>
                <a:lnTo>
                  <a:pt x="90170" y="44950"/>
                </a:lnTo>
                <a:lnTo>
                  <a:pt x="100330" y="37330"/>
                </a:lnTo>
                <a:lnTo>
                  <a:pt x="121920" y="22090"/>
                </a:lnTo>
                <a:lnTo>
                  <a:pt x="143510" y="37330"/>
                </a:lnTo>
                <a:lnTo>
                  <a:pt x="153670" y="44950"/>
                </a:lnTo>
                <a:lnTo>
                  <a:pt x="160020" y="50030"/>
                </a:lnTo>
                <a:cubicBezTo>
                  <a:pt x="163830" y="52570"/>
                  <a:pt x="167639" y="55110"/>
                  <a:pt x="170180" y="57650"/>
                </a:cubicBezTo>
                <a:lnTo>
                  <a:pt x="172720" y="60190"/>
                </a:lnTo>
                <a:cubicBezTo>
                  <a:pt x="204470" y="88130"/>
                  <a:pt x="222250" y="119880"/>
                  <a:pt x="222250" y="156710"/>
                </a:cubicBezTo>
                <a:lnTo>
                  <a:pt x="222250" y="222750"/>
                </a:lnTo>
                <a:lnTo>
                  <a:pt x="19050" y="222750"/>
                </a:lnTo>
                <a:lnTo>
                  <a:pt x="19050" y="157980"/>
                </a:lnTo>
                <a:close/>
                <a:moveTo>
                  <a:pt x="71120" y="192270"/>
                </a:moveTo>
                <a:cubicBezTo>
                  <a:pt x="71120" y="187190"/>
                  <a:pt x="66039" y="182110"/>
                  <a:pt x="60960" y="182110"/>
                </a:cubicBezTo>
                <a:lnTo>
                  <a:pt x="50800" y="182110"/>
                </a:lnTo>
                <a:lnTo>
                  <a:pt x="49530" y="182110"/>
                </a:lnTo>
                <a:cubicBezTo>
                  <a:pt x="44450" y="182110"/>
                  <a:pt x="40639" y="187190"/>
                  <a:pt x="40639" y="192270"/>
                </a:cubicBezTo>
                <a:cubicBezTo>
                  <a:pt x="40639" y="197350"/>
                  <a:pt x="45720" y="202430"/>
                  <a:pt x="50800" y="202430"/>
                </a:cubicBezTo>
                <a:lnTo>
                  <a:pt x="60960" y="202430"/>
                </a:lnTo>
                <a:lnTo>
                  <a:pt x="62230" y="202430"/>
                </a:lnTo>
                <a:cubicBezTo>
                  <a:pt x="67310" y="202430"/>
                  <a:pt x="71120" y="198620"/>
                  <a:pt x="71120" y="192270"/>
                </a:cubicBezTo>
                <a:close/>
                <a:moveTo>
                  <a:pt x="127000" y="182110"/>
                </a:moveTo>
                <a:cubicBezTo>
                  <a:pt x="132080" y="182110"/>
                  <a:pt x="137160" y="187190"/>
                  <a:pt x="137160" y="192270"/>
                </a:cubicBezTo>
                <a:cubicBezTo>
                  <a:pt x="137160" y="197350"/>
                  <a:pt x="133350" y="201160"/>
                  <a:pt x="128270" y="202430"/>
                </a:cubicBezTo>
                <a:lnTo>
                  <a:pt x="127000" y="202430"/>
                </a:lnTo>
                <a:lnTo>
                  <a:pt x="116839" y="202430"/>
                </a:lnTo>
                <a:cubicBezTo>
                  <a:pt x="111760" y="202430"/>
                  <a:pt x="106680" y="197350"/>
                  <a:pt x="106680" y="192270"/>
                </a:cubicBezTo>
                <a:cubicBezTo>
                  <a:pt x="106680" y="187190"/>
                  <a:pt x="110489" y="183380"/>
                  <a:pt x="115570" y="182110"/>
                </a:cubicBezTo>
                <a:lnTo>
                  <a:pt x="116839" y="182110"/>
                </a:lnTo>
                <a:lnTo>
                  <a:pt x="127000" y="182110"/>
                </a:lnTo>
                <a:close/>
                <a:moveTo>
                  <a:pt x="203200" y="192270"/>
                </a:moveTo>
                <a:cubicBezTo>
                  <a:pt x="203200" y="187190"/>
                  <a:pt x="198120" y="182110"/>
                  <a:pt x="193039" y="182110"/>
                </a:cubicBezTo>
                <a:lnTo>
                  <a:pt x="182880" y="182110"/>
                </a:lnTo>
                <a:lnTo>
                  <a:pt x="181610" y="182110"/>
                </a:lnTo>
                <a:cubicBezTo>
                  <a:pt x="176530" y="182110"/>
                  <a:pt x="172720" y="187190"/>
                  <a:pt x="172720" y="192270"/>
                </a:cubicBezTo>
                <a:cubicBezTo>
                  <a:pt x="172720" y="197350"/>
                  <a:pt x="177800" y="202430"/>
                  <a:pt x="182880" y="202430"/>
                </a:cubicBezTo>
                <a:lnTo>
                  <a:pt x="193039" y="202430"/>
                </a:lnTo>
                <a:lnTo>
                  <a:pt x="194310" y="202430"/>
                </a:lnTo>
                <a:cubicBezTo>
                  <a:pt x="199389" y="202430"/>
                  <a:pt x="203200" y="198620"/>
                  <a:pt x="203200" y="19227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69" name="Полилиния: фигура 116">
            <a:extLst>
              <a:ext uri="{FF2B5EF4-FFF2-40B4-BE49-F238E27FC236}">
                <a16:creationId xmlns:a16="http://schemas.microsoft.com/office/drawing/2014/main" id="{6A49F901-05BF-BC74-080D-CAA874DC90AD}"/>
              </a:ext>
            </a:extLst>
          </p:cNvPr>
          <p:cNvSpPr/>
          <p:nvPr/>
        </p:nvSpPr>
        <p:spPr>
          <a:xfrm>
            <a:off x="11136992" y="2608818"/>
            <a:ext cx="283209" cy="269317"/>
          </a:xfrm>
          <a:custGeom>
            <a:avLst/>
            <a:gdLst>
              <a:gd name="connsiteX0" fmla="*/ 151130 w 283209"/>
              <a:gd name="connsiteY0" fmla="*/ 6066 h 269317"/>
              <a:gd name="connsiteX1" fmla="*/ 132080 w 283209"/>
              <a:gd name="connsiteY1" fmla="*/ 7336 h 269317"/>
              <a:gd name="connsiteX2" fmla="*/ 104139 w 283209"/>
              <a:gd name="connsiteY2" fmla="*/ 106396 h 269317"/>
              <a:gd name="connsiteX3" fmla="*/ 10160 w 283209"/>
              <a:gd name="connsiteY3" fmla="*/ 106396 h 269317"/>
              <a:gd name="connsiteX4" fmla="*/ 8889 w 283209"/>
              <a:gd name="connsiteY4" fmla="*/ 106396 h 269317"/>
              <a:gd name="connsiteX5" fmla="*/ 0 w 283209"/>
              <a:gd name="connsiteY5" fmla="*/ 116556 h 269317"/>
              <a:gd name="connsiteX6" fmla="*/ 10160 w 283209"/>
              <a:gd name="connsiteY6" fmla="*/ 126716 h 269317"/>
              <a:gd name="connsiteX7" fmla="*/ 111760 w 283209"/>
              <a:gd name="connsiteY7" fmla="*/ 126716 h 269317"/>
              <a:gd name="connsiteX8" fmla="*/ 113030 w 283209"/>
              <a:gd name="connsiteY8" fmla="*/ 126716 h 269317"/>
              <a:gd name="connsiteX9" fmla="*/ 121920 w 283209"/>
              <a:gd name="connsiteY9" fmla="*/ 119096 h 269317"/>
              <a:gd name="connsiteX10" fmla="*/ 142239 w 283209"/>
              <a:gd name="connsiteY10" fmla="*/ 46706 h 269317"/>
              <a:gd name="connsiteX11" fmla="*/ 162560 w 283209"/>
              <a:gd name="connsiteY11" fmla="*/ 119096 h 269317"/>
              <a:gd name="connsiteX12" fmla="*/ 162560 w 283209"/>
              <a:gd name="connsiteY12" fmla="*/ 120366 h 269317"/>
              <a:gd name="connsiteX13" fmla="*/ 171450 w 283209"/>
              <a:gd name="connsiteY13" fmla="*/ 126716 h 269317"/>
              <a:gd name="connsiteX14" fmla="*/ 273050 w 283209"/>
              <a:gd name="connsiteY14" fmla="*/ 126716 h 269317"/>
              <a:gd name="connsiteX15" fmla="*/ 274320 w 283209"/>
              <a:gd name="connsiteY15" fmla="*/ 126716 h 269317"/>
              <a:gd name="connsiteX16" fmla="*/ 283210 w 283209"/>
              <a:gd name="connsiteY16" fmla="*/ 116556 h 269317"/>
              <a:gd name="connsiteX17" fmla="*/ 283210 w 283209"/>
              <a:gd name="connsiteY17" fmla="*/ 115286 h 269317"/>
              <a:gd name="connsiteX18" fmla="*/ 273050 w 283209"/>
              <a:gd name="connsiteY18" fmla="*/ 106396 h 269317"/>
              <a:gd name="connsiteX19" fmla="*/ 179070 w 283209"/>
              <a:gd name="connsiteY19" fmla="*/ 106396 h 269317"/>
              <a:gd name="connsiteX20" fmla="*/ 151130 w 283209"/>
              <a:gd name="connsiteY20" fmla="*/ 6066 h 269317"/>
              <a:gd name="connsiteX21" fmla="*/ 151130 w 283209"/>
              <a:gd name="connsiteY21" fmla="*/ 6066 h 269317"/>
              <a:gd name="connsiteX22" fmla="*/ 110489 w 283209"/>
              <a:gd name="connsiteY22" fmla="*/ 159736 h 269317"/>
              <a:gd name="connsiteX23" fmla="*/ 100330 w 283209"/>
              <a:gd name="connsiteY23" fmla="*/ 147036 h 269317"/>
              <a:gd name="connsiteX24" fmla="*/ 59689 w 283209"/>
              <a:gd name="connsiteY24" fmla="*/ 147036 h 269317"/>
              <a:gd name="connsiteX25" fmla="*/ 58420 w 283209"/>
              <a:gd name="connsiteY25" fmla="*/ 147036 h 269317"/>
              <a:gd name="connsiteX26" fmla="*/ 49530 w 283209"/>
              <a:gd name="connsiteY26" fmla="*/ 157196 h 269317"/>
              <a:gd name="connsiteX27" fmla="*/ 49530 w 283209"/>
              <a:gd name="connsiteY27" fmla="*/ 158466 h 269317"/>
              <a:gd name="connsiteX28" fmla="*/ 59689 w 283209"/>
              <a:gd name="connsiteY28" fmla="*/ 167356 h 269317"/>
              <a:gd name="connsiteX29" fmla="*/ 85089 w 283209"/>
              <a:gd name="connsiteY29" fmla="*/ 167356 h 269317"/>
              <a:gd name="connsiteX30" fmla="*/ 49530 w 283209"/>
              <a:gd name="connsiteY30" fmla="*/ 254986 h 269317"/>
              <a:gd name="connsiteX31" fmla="*/ 49530 w 283209"/>
              <a:gd name="connsiteY31" fmla="*/ 256256 h 269317"/>
              <a:gd name="connsiteX32" fmla="*/ 64770 w 283209"/>
              <a:gd name="connsiteY32" fmla="*/ 267686 h 269317"/>
              <a:gd name="connsiteX33" fmla="*/ 139700 w 283209"/>
              <a:gd name="connsiteY33" fmla="*/ 211806 h 269317"/>
              <a:gd name="connsiteX34" fmla="*/ 214630 w 283209"/>
              <a:gd name="connsiteY34" fmla="*/ 267686 h 269317"/>
              <a:gd name="connsiteX35" fmla="*/ 215900 w 283209"/>
              <a:gd name="connsiteY35" fmla="*/ 267686 h 269317"/>
              <a:gd name="connsiteX36" fmla="*/ 229870 w 283209"/>
              <a:gd name="connsiteY36" fmla="*/ 254986 h 269317"/>
              <a:gd name="connsiteX37" fmla="*/ 194310 w 283209"/>
              <a:gd name="connsiteY37" fmla="*/ 167356 h 269317"/>
              <a:gd name="connsiteX38" fmla="*/ 219710 w 283209"/>
              <a:gd name="connsiteY38" fmla="*/ 167356 h 269317"/>
              <a:gd name="connsiteX39" fmla="*/ 220980 w 283209"/>
              <a:gd name="connsiteY39" fmla="*/ 167356 h 269317"/>
              <a:gd name="connsiteX40" fmla="*/ 229870 w 283209"/>
              <a:gd name="connsiteY40" fmla="*/ 157196 h 269317"/>
              <a:gd name="connsiteX41" fmla="*/ 219710 w 283209"/>
              <a:gd name="connsiteY41" fmla="*/ 147036 h 269317"/>
              <a:gd name="connsiteX42" fmla="*/ 179070 w 283209"/>
              <a:gd name="connsiteY42" fmla="*/ 147036 h 269317"/>
              <a:gd name="connsiteX43" fmla="*/ 177800 w 283209"/>
              <a:gd name="connsiteY43" fmla="*/ 147036 h 269317"/>
              <a:gd name="connsiteX44" fmla="*/ 170180 w 283209"/>
              <a:gd name="connsiteY44" fmla="*/ 161006 h 269317"/>
              <a:gd name="connsiteX45" fmla="*/ 196850 w 283209"/>
              <a:gd name="connsiteY45" fmla="*/ 228316 h 269317"/>
              <a:gd name="connsiteX46" fmla="*/ 144780 w 283209"/>
              <a:gd name="connsiteY46" fmla="*/ 188946 h 269317"/>
              <a:gd name="connsiteX47" fmla="*/ 143510 w 283209"/>
              <a:gd name="connsiteY47" fmla="*/ 187676 h 269317"/>
              <a:gd name="connsiteX48" fmla="*/ 132080 w 283209"/>
              <a:gd name="connsiteY48" fmla="*/ 188946 h 269317"/>
              <a:gd name="connsiteX49" fmla="*/ 80010 w 283209"/>
              <a:gd name="connsiteY49" fmla="*/ 228316 h 269317"/>
              <a:gd name="connsiteX50" fmla="*/ 110489 w 283209"/>
              <a:gd name="connsiteY50" fmla="*/ 159736 h 269317"/>
              <a:gd name="connsiteX51" fmla="*/ 110489 w 283209"/>
              <a:gd name="connsiteY51" fmla="*/ 159736 h 2693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283209" h="269317">
                <a:moveTo>
                  <a:pt x="151130" y="6066"/>
                </a:moveTo>
                <a:cubicBezTo>
                  <a:pt x="147320" y="-2824"/>
                  <a:pt x="134620" y="-1554"/>
                  <a:pt x="132080" y="7336"/>
                </a:cubicBezTo>
                <a:lnTo>
                  <a:pt x="104139" y="106396"/>
                </a:lnTo>
                <a:lnTo>
                  <a:pt x="10160" y="106396"/>
                </a:lnTo>
                <a:lnTo>
                  <a:pt x="8889" y="106396"/>
                </a:lnTo>
                <a:cubicBezTo>
                  <a:pt x="3810" y="106396"/>
                  <a:pt x="0" y="111476"/>
                  <a:pt x="0" y="116556"/>
                </a:cubicBezTo>
                <a:cubicBezTo>
                  <a:pt x="0" y="121636"/>
                  <a:pt x="5080" y="126716"/>
                  <a:pt x="10160" y="126716"/>
                </a:cubicBezTo>
                <a:lnTo>
                  <a:pt x="111760" y="126716"/>
                </a:lnTo>
                <a:lnTo>
                  <a:pt x="113030" y="126716"/>
                </a:lnTo>
                <a:cubicBezTo>
                  <a:pt x="116839" y="126716"/>
                  <a:pt x="120650" y="122906"/>
                  <a:pt x="121920" y="119096"/>
                </a:cubicBezTo>
                <a:lnTo>
                  <a:pt x="142239" y="46706"/>
                </a:lnTo>
                <a:lnTo>
                  <a:pt x="162560" y="119096"/>
                </a:lnTo>
                <a:lnTo>
                  <a:pt x="162560" y="120366"/>
                </a:lnTo>
                <a:cubicBezTo>
                  <a:pt x="163830" y="124176"/>
                  <a:pt x="167639" y="126716"/>
                  <a:pt x="171450" y="126716"/>
                </a:cubicBezTo>
                <a:lnTo>
                  <a:pt x="273050" y="126716"/>
                </a:lnTo>
                <a:lnTo>
                  <a:pt x="274320" y="126716"/>
                </a:lnTo>
                <a:cubicBezTo>
                  <a:pt x="279400" y="126716"/>
                  <a:pt x="283210" y="121636"/>
                  <a:pt x="283210" y="116556"/>
                </a:cubicBezTo>
                <a:lnTo>
                  <a:pt x="283210" y="115286"/>
                </a:lnTo>
                <a:cubicBezTo>
                  <a:pt x="283210" y="110206"/>
                  <a:pt x="278130" y="106396"/>
                  <a:pt x="273050" y="106396"/>
                </a:cubicBezTo>
                <a:lnTo>
                  <a:pt x="179070" y="106396"/>
                </a:lnTo>
                <a:lnTo>
                  <a:pt x="151130" y="6066"/>
                </a:lnTo>
                <a:lnTo>
                  <a:pt x="151130" y="6066"/>
                </a:lnTo>
                <a:close/>
                <a:moveTo>
                  <a:pt x="110489" y="159736"/>
                </a:moveTo>
                <a:cubicBezTo>
                  <a:pt x="111760" y="153386"/>
                  <a:pt x="107950" y="147036"/>
                  <a:pt x="100330" y="147036"/>
                </a:cubicBezTo>
                <a:lnTo>
                  <a:pt x="59689" y="147036"/>
                </a:lnTo>
                <a:lnTo>
                  <a:pt x="58420" y="147036"/>
                </a:lnTo>
                <a:cubicBezTo>
                  <a:pt x="53339" y="147036"/>
                  <a:pt x="49530" y="152116"/>
                  <a:pt x="49530" y="157196"/>
                </a:cubicBezTo>
                <a:lnTo>
                  <a:pt x="49530" y="158466"/>
                </a:lnTo>
                <a:cubicBezTo>
                  <a:pt x="49530" y="163546"/>
                  <a:pt x="54610" y="167356"/>
                  <a:pt x="59689" y="167356"/>
                </a:cubicBezTo>
                <a:lnTo>
                  <a:pt x="85089" y="167356"/>
                </a:lnTo>
                <a:lnTo>
                  <a:pt x="49530" y="254986"/>
                </a:lnTo>
                <a:lnTo>
                  <a:pt x="49530" y="256256"/>
                </a:lnTo>
                <a:cubicBezTo>
                  <a:pt x="46989" y="265146"/>
                  <a:pt x="57150" y="272766"/>
                  <a:pt x="64770" y="267686"/>
                </a:cubicBezTo>
                <a:lnTo>
                  <a:pt x="139700" y="211806"/>
                </a:lnTo>
                <a:lnTo>
                  <a:pt x="214630" y="267686"/>
                </a:lnTo>
                <a:lnTo>
                  <a:pt x="215900" y="267686"/>
                </a:lnTo>
                <a:cubicBezTo>
                  <a:pt x="223520" y="272766"/>
                  <a:pt x="233680" y="263876"/>
                  <a:pt x="229870" y="254986"/>
                </a:cubicBezTo>
                <a:lnTo>
                  <a:pt x="194310" y="167356"/>
                </a:lnTo>
                <a:lnTo>
                  <a:pt x="219710" y="167356"/>
                </a:lnTo>
                <a:lnTo>
                  <a:pt x="220980" y="167356"/>
                </a:lnTo>
                <a:cubicBezTo>
                  <a:pt x="226060" y="167356"/>
                  <a:pt x="229870" y="162276"/>
                  <a:pt x="229870" y="157196"/>
                </a:cubicBezTo>
                <a:cubicBezTo>
                  <a:pt x="229870" y="152116"/>
                  <a:pt x="224789" y="147036"/>
                  <a:pt x="219710" y="147036"/>
                </a:cubicBezTo>
                <a:lnTo>
                  <a:pt x="179070" y="147036"/>
                </a:lnTo>
                <a:lnTo>
                  <a:pt x="177800" y="147036"/>
                </a:lnTo>
                <a:cubicBezTo>
                  <a:pt x="171450" y="148306"/>
                  <a:pt x="167639" y="154656"/>
                  <a:pt x="170180" y="161006"/>
                </a:cubicBezTo>
                <a:lnTo>
                  <a:pt x="196850" y="228316"/>
                </a:lnTo>
                <a:lnTo>
                  <a:pt x="144780" y="188946"/>
                </a:lnTo>
                <a:lnTo>
                  <a:pt x="143510" y="187676"/>
                </a:lnTo>
                <a:cubicBezTo>
                  <a:pt x="139700" y="185136"/>
                  <a:pt x="135889" y="186406"/>
                  <a:pt x="132080" y="188946"/>
                </a:cubicBezTo>
                <a:lnTo>
                  <a:pt x="80010" y="228316"/>
                </a:lnTo>
                <a:lnTo>
                  <a:pt x="110489" y="159736"/>
                </a:lnTo>
                <a:lnTo>
                  <a:pt x="110489" y="159736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0" name="Полилиния: фигура 119">
            <a:extLst>
              <a:ext uri="{FF2B5EF4-FFF2-40B4-BE49-F238E27FC236}">
                <a16:creationId xmlns:a16="http://schemas.microsoft.com/office/drawing/2014/main" id="{E2A8FD6D-BC35-69B8-B5B9-862A214126E0}"/>
              </a:ext>
            </a:extLst>
          </p:cNvPr>
          <p:cNvSpPr/>
          <p:nvPr/>
        </p:nvSpPr>
        <p:spPr>
          <a:xfrm>
            <a:off x="517252" y="4016224"/>
            <a:ext cx="263390" cy="213359"/>
          </a:xfrm>
          <a:custGeom>
            <a:avLst/>
            <a:gdLst>
              <a:gd name="connsiteX0" fmla="*/ 152400 w 263390"/>
              <a:gd name="connsiteY0" fmla="*/ 77470 h 213359"/>
              <a:gd name="connsiteX1" fmla="*/ 76200 w 263390"/>
              <a:gd name="connsiteY1" fmla="*/ 0 h 213359"/>
              <a:gd name="connsiteX2" fmla="*/ 0 w 263390"/>
              <a:gd name="connsiteY2" fmla="*/ 77470 h 213359"/>
              <a:gd name="connsiteX3" fmla="*/ 10160 w 263390"/>
              <a:gd name="connsiteY3" fmla="*/ 87630 h 213359"/>
              <a:gd name="connsiteX4" fmla="*/ 20320 w 263390"/>
              <a:gd name="connsiteY4" fmla="*/ 77470 h 213359"/>
              <a:gd name="connsiteX5" fmla="*/ 76200 w 263390"/>
              <a:gd name="connsiteY5" fmla="*/ 20320 h 213359"/>
              <a:gd name="connsiteX6" fmla="*/ 132080 w 263390"/>
              <a:gd name="connsiteY6" fmla="*/ 77470 h 213359"/>
              <a:gd name="connsiteX7" fmla="*/ 119380 w 263390"/>
              <a:gd name="connsiteY7" fmla="*/ 121920 h 213359"/>
              <a:gd name="connsiteX8" fmla="*/ 118110 w 263390"/>
              <a:gd name="connsiteY8" fmla="*/ 124460 h 213359"/>
              <a:gd name="connsiteX9" fmla="*/ 116840 w 263390"/>
              <a:gd name="connsiteY9" fmla="*/ 125730 h 213359"/>
              <a:gd name="connsiteX10" fmla="*/ 114300 w 263390"/>
              <a:gd name="connsiteY10" fmla="*/ 129540 h 213359"/>
              <a:gd name="connsiteX11" fmla="*/ 102870 w 263390"/>
              <a:gd name="connsiteY11" fmla="*/ 166370 h 213359"/>
              <a:gd name="connsiteX12" fmla="*/ 102870 w 263390"/>
              <a:gd name="connsiteY12" fmla="*/ 167640 h 213359"/>
              <a:gd name="connsiteX13" fmla="*/ 76200 w 263390"/>
              <a:gd name="connsiteY13" fmla="*/ 193040 h 213359"/>
              <a:gd name="connsiteX14" fmla="*/ 49530 w 263390"/>
              <a:gd name="connsiteY14" fmla="*/ 166370 h 213359"/>
              <a:gd name="connsiteX15" fmla="*/ 39370 w 263390"/>
              <a:gd name="connsiteY15" fmla="*/ 156210 h 213359"/>
              <a:gd name="connsiteX16" fmla="*/ 29210 w 263390"/>
              <a:gd name="connsiteY16" fmla="*/ 166370 h 213359"/>
              <a:gd name="connsiteX17" fmla="*/ 76200 w 263390"/>
              <a:gd name="connsiteY17" fmla="*/ 213360 h 213359"/>
              <a:gd name="connsiteX18" fmla="*/ 123190 w 263390"/>
              <a:gd name="connsiteY18" fmla="*/ 166370 h 213359"/>
              <a:gd name="connsiteX19" fmla="*/ 123190 w 263390"/>
              <a:gd name="connsiteY19" fmla="*/ 163830 h 213359"/>
              <a:gd name="connsiteX20" fmla="*/ 132080 w 263390"/>
              <a:gd name="connsiteY20" fmla="*/ 138430 h 213359"/>
              <a:gd name="connsiteX21" fmla="*/ 137160 w 263390"/>
              <a:gd name="connsiteY21" fmla="*/ 130810 h 213359"/>
              <a:gd name="connsiteX22" fmla="*/ 152400 w 263390"/>
              <a:gd name="connsiteY22" fmla="*/ 77470 h 213359"/>
              <a:gd name="connsiteX23" fmla="*/ 111760 w 263390"/>
              <a:gd name="connsiteY23" fmla="*/ 77470 h 213359"/>
              <a:gd name="connsiteX24" fmla="*/ 76200 w 263390"/>
              <a:gd name="connsiteY24" fmla="*/ 41910 h 213359"/>
              <a:gd name="connsiteX25" fmla="*/ 40640 w 263390"/>
              <a:gd name="connsiteY25" fmla="*/ 77470 h 213359"/>
              <a:gd name="connsiteX26" fmla="*/ 52070 w 263390"/>
              <a:gd name="connsiteY26" fmla="*/ 107950 h 213359"/>
              <a:gd name="connsiteX27" fmla="*/ 53340 w 263390"/>
              <a:gd name="connsiteY27" fmla="*/ 110490 h 213359"/>
              <a:gd name="connsiteX28" fmla="*/ 58420 w 263390"/>
              <a:gd name="connsiteY28" fmla="*/ 124460 h 213359"/>
              <a:gd name="connsiteX29" fmla="*/ 58420 w 263390"/>
              <a:gd name="connsiteY29" fmla="*/ 140970 h 213359"/>
              <a:gd name="connsiteX30" fmla="*/ 58420 w 263390"/>
              <a:gd name="connsiteY30" fmla="*/ 142240 h 213359"/>
              <a:gd name="connsiteX31" fmla="*/ 68580 w 263390"/>
              <a:gd name="connsiteY31" fmla="*/ 151130 h 213359"/>
              <a:gd name="connsiteX32" fmla="*/ 78740 w 263390"/>
              <a:gd name="connsiteY32" fmla="*/ 140970 h 213359"/>
              <a:gd name="connsiteX33" fmla="*/ 78740 w 263390"/>
              <a:gd name="connsiteY33" fmla="*/ 124460 h 213359"/>
              <a:gd name="connsiteX34" fmla="*/ 78740 w 263390"/>
              <a:gd name="connsiteY34" fmla="*/ 121920 h 213359"/>
              <a:gd name="connsiteX35" fmla="*/ 67310 w 263390"/>
              <a:gd name="connsiteY35" fmla="*/ 95250 h 213359"/>
              <a:gd name="connsiteX36" fmla="*/ 66040 w 263390"/>
              <a:gd name="connsiteY36" fmla="*/ 92710 h 213359"/>
              <a:gd name="connsiteX37" fmla="*/ 60960 w 263390"/>
              <a:gd name="connsiteY37" fmla="*/ 77470 h 213359"/>
              <a:gd name="connsiteX38" fmla="*/ 76200 w 263390"/>
              <a:gd name="connsiteY38" fmla="*/ 62230 h 213359"/>
              <a:gd name="connsiteX39" fmla="*/ 91440 w 263390"/>
              <a:gd name="connsiteY39" fmla="*/ 77470 h 213359"/>
              <a:gd name="connsiteX40" fmla="*/ 91440 w 263390"/>
              <a:gd name="connsiteY40" fmla="*/ 78740 h 213359"/>
              <a:gd name="connsiteX41" fmla="*/ 101600 w 263390"/>
              <a:gd name="connsiteY41" fmla="*/ 87630 h 213359"/>
              <a:gd name="connsiteX42" fmla="*/ 111760 w 263390"/>
              <a:gd name="connsiteY42" fmla="*/ 77470 h 213359"/>
              <a:gd name="connsiteX43" fmla="*/ 246380 w 263390"/>
              <a:gd name="connsiteY43" fmla="*/ 24130 h 213359"/>
              <a:gd name="connsiteX44" fmla="*/ 260350 w 263390"/>
              <a:gd name="connsiteY44" fmla="*/ 24130 h 213359"/>
              <a:gd name="connsiteX45" fmla="*/ 261620 w 263390"/>
              <a:gd name="connsiteY45" fmla="*/ 38100 h 213359"/>
              <a:gd name="connsiteX46" fmla="*/ 260350 w 263390"/>
              <a:gd name="connsiteY46" fmla="*/ 39370 h 213359"/>
              <a:gd name="connsiteX47" fmla="*/ 237490 w 263390"/>
              <a:gd name="connsiteY47" fmla="*/ 62230 h 213359"/>
              <a:gd name="connsiteX48" fmla="*/ 260350 w 263390"/>
              <a:gd name="connsiteY48" fmla="*/ 85090 h 213359"/>
              <a:gd name="connsiteX49" fmla="*/ 260350 w 263390"/>
              <a:gd name="connsiteY49" fmla="*/ 99060 h 213359"/>
              <a:gd name="connsiteX50" fmla="*/ 246380 w 263390"/>
              <a:gd name="connsiteY50" fmla="*/ 100330 h 213359"/>
              <a:gd name="connsiteX51" fmla="*/ 245110 w 263390"/>
              <a:gd name="connsiteY51" fmla="*/ 99060 h 213359"/>
              <a:gd name="connsiteX52" fmla="*/ 222250 w 263390"/>
              <a:gd name="connsiteY52" fmla="*/ 76200 h 213359"/>
              <a:gd name="connsiteX53" fmla="*/ 199390 w 263390"/>
              <a:gd name="connsiteY53" fmla="*/ 99060 h 213359"/>
              <a:gd name="connsiteX54" fmla="*/ 185420 w 263390"/>
              <a:gd name="connsiteY54" fmla="*/ 99060 h 213359"/>
              <a:gd name="connsiteX55" fmla="*/ 184150 w 263390"/>
              <a:gd name="connsiteY55" fmla="*/ 85090 h 213359"/>
              <a:gd name="connsiteX56" fmla="*/ 185420 w 263390"/>
              <a:gd name="connsiteY56" fmla="*/ 83820 h 213359"/>
              <a:gd name="connsiteX57" fmla="*/ 208280 w 263390"/>
              <a:gd name="connsiteY57" fmla="*/ 60960 h 213359"/>
              <a:gd name="connsiteX58" fmla="*/ 185420 w 263390"/>
              <a:gd name="connsiteY58" fmla="*/ 38100 h 213359"/>
              <a:gd name="connsiteX59" fmla="*/ 185420 w 263390"/>
              <a:gd name="connsiteY59" fmla="*/ 24130 h 213359"/>
              <a:gd name="connsiteX60" fmla="*/ 199390 w 263390"/>
              <a:gd name="connsiteY60" fmla="*/ 22860 h 213359"/>
              <a:gd name="connsiteX61" fmla="*/ 200660 w 263390"/>
              <a:gd name="connsiteY61" fmla="*/ 24130 h 213359"/>
              <a:gd name="connsiteX62" fmla="*/ 223520 w 263390"/>
              <a:gd name="connsiteY62" fmla="*/ 46990 h 213359"/>
              <a:gd name="connsiteX63" fmla="*/ 246380 w 263390"/>
              <a:gd name="connsiteY63" fmla="*/ 2413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263390" h="213359">
                <a:moveTo>
                  <a:pt x="152400" y="77470"/>
                </a:moveTo>
                <a:cubicBezTo>
                  <a:pt x="152400" y="35560"/>
                  <a:pt x="118110" y="0"/>
                  <a:pt x="76200" y="0"/>
                </a:cubicBezTo>
                <a:cubicBezTo>
                  <a:pt x="34290" y="0"/>
                  <a:pt x="0" y="34290"/>
                  <a:pt x="0" y="77470"/>
                </a:cubicBezTo>
                <a:cubicBezTo>
                  <a:pt x="0" y="82550"/>
                  <a:pt x="5080" y="87630"/>
                  <a:pt x="10160" y="87630"/>
                </a:cubicBezTo>
                <a:cubicBezTo>
                  <a:pt x="15240" y="87630"/>
                  <a:pt x="20320" y="82550"/>
                  <a:pt x="20320" y="77470"/>
                </a:cubicBezTo>
                <a:cubicBezTo>
                  <a:pt x="20320" y="45720"/>
                  <a:pt x="45720" y="20320"/>
                  <a:pt x="76200" y="20320"/>
                </a:cubicBezTo>
                <a:cubicBezTo>
                  <a:pt x="106680" y="20320"/>
                  <a:pt x="132080" y="45720"/>
                  <a:pt x="132080" y="77470"/>
                </a:cubicBezTo>
                <a:cubicBezTo>
                  <a:pt x="132080" y="97790"/>
                  <a:pt x="128270" y="107950"/>
                  <a:pt x="119380" y="121920"/>
                </a:cubicBezTo>
                <a:cubicBezTo>
                  <a:pt x="119380" y="121920"/>
                  <a:pt x="118110" y="123190"/>
                  <a:pt x="118110" y="124460"/>
                </a:cubicBezTo>
                <a:lnTo>
                  <a:pt x="116840" y="125730"/>
                </a:lnTo>
                <a:lnTo>
                  <a:pt x="114300" y="129540"/>
                </a:lnTo>
                <a:cubicBezTo>
                  <a:pt x="106680" y="142240"/>
                  <a:pt x="102870" y="151130"/>
                  <a:pt x="102870" y="166370"/>
                </a:cubicBezTo>
                <a:lnTo>
                  <a:pt x="102870" y="167640"/>
                </a:lnTo>
                <a:cubicBezTo>
                  <a:pt x="101600" y="181610"/>
                  <a:pt x="90170" y="193040"/>
                  <a:pt x="76200" y="193040"/>
                </a:cubicBezTo>
                <a:cubicBezTo>
                  <a:pt x="62230" y="193040"/>
                  <a:pt x="49530" y="181610"/>
                  <a:pt x="49530" y="166370"/>
                </a:cubicBezTo>
                <a:cubicBezTo>
                  <a:pt x="49530" y="161290"/>
                  <a:pt x="44450" y="156210"/>
                  <a:pt x="39370" y="156210"/>
                </a:cubicBezTo>
                <a:cubicBezTo>
                  <a:pt x="34290" y="156210"/>
                  <a:pt x="29210" y="161290"/>
                  <a:pt x="29210" y="166370"/>
                </a:cubicBezTo>
                <a:cubicBezTo>
                  <a:pt x="29210" y="193040"/>
                  <a:pt x="49530" y="213360"/>
                  <a:pt x="76200" y="213360"/>
                </a:cubicBezTo>
                <a:cubicBezTo>
                  <a:pt x="102870" y="213360"/>
                  <a:pt x="123190" y="191770"/>
                  <a:pt x="123190" y="166370"/>
                </a:cubicBezTo>
                <a:lnTo>
                  <a:pt x="123190" y="163830"/>
                </a:lnTo>
                <a:cubicBezTo>
                  <a:pt x="123190" y="154940"/>
                  <a:pt x="125730" y="148590"/>
                  <a:pt x="132080" y="138430"/>
                </a:cubicBezTo>
                <a:lnTo>
                  <a:pt x="137160" y="130810"/>
                </a:lnTo>
                <a:cubicBezTo>
                  <a:pt x="147320" y="115570"/>
                  <a:pt x="152400" y="100330"/>
                  <a:pt x="152400" y="77470"/>
                </a:cubicBezTo>
                <a:close/>
                <a:moveTo>
                  <a:pt x="111760" y="77470"/>
                </a:moveTo>
                <a:cubicBezTo>
                  <a:pt x="111760" y="58420"/>
                  <a:pt x="95250" y="41910"/>
                  <a:pt x="76200" y="41910"/>
                </a:cubicBezTo>
                <a:cubicBezTo>
                  <a:pt x="57150" y="41910"/>
                  <a:pt x="40640" y="58420"/>
                  <a:pt x="40640" y="77470"/>
                </a:cubicBezTo>
                <a:cubicBezTo>
                  <a:pt x="40640" y="90170"/>
                  <a:pt x="44450" y="97790"/>
                  <a:pt x="52070" y="107950"/>
                </a:cubicBezTo>
                <a:lnTo>
                  <a:pt x="53340" y="110490"/>
                </a:lnTo>
                <a:cubicBezTo>
                  <a:pt x="57150" y="115570"/>
                  <a:pt x="58420" y="118110"/>
                  <a:pt x="58420" y="124460"/>
                </a:cubicBezTo>
                <a:lnTo>
                  <a:pt x="58420" y="140970"/>
                </a:lnTo>
                <a:lnTo>
                  <a:pt x="58420" y="142240"/>
                </a:lnTo>
                <a:cubicBezTo>
                  <a:pt x="58420" y="147320"/>
                  <a:pt x="63500" y="151130"/>
                  <a:pt x="68580" y="151130"/>
                </a:cubicBezTo>
                <a:cubicBezTo>
                  <a:pt x="73660" y="151130"/>
                  <a:pt x="78740" y="146050"/>
                  <a:pt x="78740" y="140970"/>
                </a:cubicBezTo>
                <a:lnTo>
                  <a:pt x="78740" y="124460"/>
                </a:lnTo>
                <a:lnTo>
                  <a:pt x="78740" y="121920"/>
                </a:lnTo>
                <a:cubicBezTo>
                  <a:pt x="78740" y="111760"/>
                  <a:pt x="74930" y="104140"/>
                  <a:pt x="67310" y="95250"/>
                </a:cubicBezTo>
                <a:lnTo>
                  <a:pt x="66040" y="92710"/>
                </a:lnTo>
                <a:cubicBezTo>
                  <a:pt x="60960" y="87630"/>
                  <a:pt x="60960" y="83820"/>
                  <a:pt x="60960" y="77470"/>
                </a:cubicBezTo>
                <a:cubicBezTo>
                  <a:pt x="60960" y="68580"/>
                  <a:pt x="67310" y="62230"/>
                  <a:pt x="76200" y="62230"/>
                </a:cubicBezTo>
                <a:cubicBezTo>
                  <a:pt x="85090" y="62230"/>
                  <a:pt x="91440" y="68580"/>
                  <a:pt x="91440" y="77470"/>
                </a:cubicBezTo>
                <a:lnTo>
                  <a:pt x="91440" y="78740"/>
                </a:lnTo>
                <a:cubicBezTo>
                  <a:pt x="91440" y="83820"/>
                  <a:pt x="96520" y="87630"/>
                  <a:pt x="101600" y="87630"/>
                </a:cubicBezTo>
                <a:cubicBezTo>
                  <a:pt x="106680" y="87630"/>
                  <a:pt x="111760" y="82550"/>
                  <a:pt x="111760" y="77470"/>
                </a:cubicBezTo>
                <a:close/>
                <a:moveTo>
                  <a:pt x="246380" y="24130"/>
                </a:moveTo>
                <a:cubicBezTo>
                  <a:pt x="250190" y="20320"/>
                  <a:pt x="256540" y="20320"/>
                  <a:pt x="260350" y="24130"/>
                </a:cubicBezTo>
                <a:cubicBezTo>
                  <a:pt x="264160" y="27940"/>
                  <a:pt x="264160" y="33020"/>
                  <a:pt x="261620" y="38100"/>
                </a:cubicBezTo>
                <a:lnTo>
                  <a:pt x="260350" y="39370"/>
                </a:lnTo>
                <a:lnTo>
                  <a:pt x="237490" y="62230"/>
                </a:lnTo>
                <a:lnTo>
                  <a:pt x="260350" y="85090"/>
                </a:lnTo>
                <a:cubicBezTo>
                  <a:pt x="264160" y="88900"/>
                  <a:pt x="264160" y="95250"/>
                  <a:pt x="260350" y="99060"/>
                </a:cubicBezTo>
                <a:cubicBezTo>
                  <a:pt x="256540" y="102870"/>
                  <a:pt x="251460" y="102870"/>
                  <a:pt x="246380" y="100330"/>
                </a:cubicBezTo>
                <a:lnTo>
                  <a:pt x="245110" y="99060"/>
                </a:lnTo>
                <a:lnTo>
                  <a:pt x="222250" y="76200"/>
                </a:lnTo>
                <a:lnTo>
                  <a:pt x="199390" y="99060"/>
                </a:lnTo>
                <a:cubicBezTo>
                  <a:pt x="195580" y="102870"/>
                  <a:pt x="189230" y="102870"/>
                  <a:pt x="185420" y="99060"/>
                </a:cubicBezTo>
                <a:cubicBezTo>
                  <a:pt x="181610" y="95250"/>
                  <a:pt x="181610" y="90170"/>
                  <a:pt x="184150" y="85090"/>
                </a:cubicBezTo>
                <a:lnTo>
                  <a:pt x="185420" y="83820"/>
                </a:lnTo>
                <a:lnTo>
                  <a:pt x="208280" y="60960"/>
                </a:lnTo>
                <a:lnTo>
                  <a:pt x="185420" y="38100"/>
                </a:lnTo>
                <a:cubicBezTo>
                  <a:pt x="181610" y="34290"/>
                  <a:pt x="181610" y="27940"/>
                  <a:pt x="185420" y="24130"/>
                </a:cubicBezTo>
                <a:cubicBezTo>
                  <a:pt x="189230" y="20320"/>
                  <a:pt x="194310" y="20320"/>
                  <a:pt x="199390" y="22860"/>
                </a:cubicBezTo>
                <a:lnTo>
                  <a:pt x="200660" y="24130"/>
                </a:lnTo>
                <a:lnTo>
                  <a:pt x="223520" y="46990"/>
                </a:lnTo>
                <a:lnTo>
                  <a:pt x="246380" y="2413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1" name="Полилиния: фигура 122">
            <a:extLst>
              <a:ext uri="{FF2B5EF4-FFF2-40B4-BE49-F238E27FC236}">
                <a16:creationId xmlns:a16="http://schemas.microsoft.com/office/drawing/2014/main" id="{871B3D92-C680-3FCB-AE55-F9E1DC36EFEE}"/>
              </a:ext>
            </a:extLst>
          </p:cNvPr>
          <p:cNvSpPr/>
          <p:nvPr/>
        </p:nvSpPr>
        <p:spPr>
          <a:xfrm>
            <a:off x="1131931" y="4016224"/>
            <a:ext cx="152400" cy="213359"/>
          </a:xfrm>
          <a:custGeom>
            <a:avLst/>
            <a:gdLst>
              <a:gd name="connsiteX0" fmla="*/ 152400 w 152400"/>
              <a:gd name="connsiteY0" fmla="*/ 77470 h 213359"/>
              <a:gd name="connsiteX1" fmla="*/ 76200 w 152400"/>
              <a:gd name="connsiteY1" fmla="*/ 0 h 213359"/>
              <a:gd name="connsiteX2" fmla="*/ 0 w 152400"/>
              <a:gd name="connsiteY2" fmla="*/ 77470 h 213359"/>
              <a:gd name="connsiteX3" fmla="*/ 10160 w 152400"/>
              <a:gd name="connsiteY3" fmla="*/ 87630 h 213359"/>
              <a:gd name="connsiteX4" fmla="*/ 20320 w 152400"/>
              <a:gd name="connsiteY4" fmla="*/ 77470 h 213359"/>
              <a:gd name="connsiteX5" fmla="*/ 76200 w 152400"/>
              <a:gd name="connsiteY5" fmla="*/ 20320 h 213359"/>
              <a:gd name="connsiteX6" fmla="*/ 132080 w 152400"/>
              <a:gd name="connsiteY6" fmla="*/ 77470 h 213359"/>
              <a:gd name="connsiteX7" fmla="*/ 119380 w 152400"/>
              <a:gd name="connsiteY7" fmla="*/ 121920 h 213359"/>
              <a:gd name="connsiteX8" fmla="*/ 118110 w 152400"/>
              <a:gd name="connsiteY8" fmla="*/ 124460 h 213359"/>
              <a:gd name="connsiteX9" fmla="*/ 116840 w 152400"/>
              <a:gd name="connsiteY9" fmla="*/ 125730 h 213359"/>
              <a:gd name="connsiteX10" fmla="*/ 114300 w 152400"/>
              <a:gd name="connsiteY10" fmla="*/ 129540 h 213359"/>
              <a:gd name="connsiteX11" fmla="*/ 102870 w 152400"/>
              <a:gd name="connsiteY11" fmla="*/ 166370 h 213359"/>
              <a:gd name="connsiteX12" fmla="*/ 102870 w 152400"/>
              <a:gd name="connsiteY12" fmla="*/ 167640 h 213359"/>
              <a:gd name="connsiteX13" fmla="*/ 76200 w 152400"/>
              <a:gd name="connsiteY13" fmla="*/ 193040 h 213359"/>
              <a:gd name="connsiteX14" fmla="*/ 49530 w 152400"/>
              <a:gd name="connsiteY14" fmla="*/ 166370 h 213359"/>
              <a:gd name="connsiteX15" fmla="*/ 39370 w 152400"/>
              <a:gd name="connsiteY15" fmla="*/ 156210 h 213359"/>
              <a:gd name="connsiteX16" fmla="*/ 29210 w 152400"/>
              <a:gd name="connsiteY16" fmla="*/ 166370 h 213359"/>
              <a:gd name="connsiteX17" fmla="*/ 76200 w 152400"/>
              <a:gd name="connsiteY17" fmla="*/ 213360 h 213359"/>
              <a:gd name="connsiteX18" fmla="*/ 123190 w 152400"/>
              <a:gd name="connsiteY18" fmla="*/ 166370 h 213359"/>
              <a:gd name="connsiteX19" fmla="*/ 123190 w 152400"/>
              <a:gd name="connsiteY19" fmla="*/ 163830 h 213359"/>
              <a:gd name="connsiteX20" fmla="*/ 132080 w 152400"/>
              <a:gd name="connsiteY20" fmla="*/ 138430 h 213359"/>
              <a:gd name="connsiteX21" fmla="*/ 137160 w 152400"/>
              <a:gd name="connsiteY21" fmla="*/ 130810 h 213359"/>
              <a:gd name="connsiteX22" fmla="*/ 152400 w 152400"/>
              <a:gd name="connsiteY22" fmla="*/ 77470 h 213359"/>
              <a:gd name="connsiteX23" fmla="*/ 111760 w 152400"/>
              <a:gd name="connsiteY23" fmla="*/ 77470 h 213359"/>
              <a:gd name="connsiteX24" fmla="*/ 76200 w 152400"/>
              <a:gd name="connsiteY24" fmla="*/ 41910 h 213359"/>
              <a:gd name="connsiteX25" fmla="*/ 40640 w 152400"/>
              <a:gd name="connsiteY25" fmla="*/ 77470 h 213359"/>
              <a:gd name="connsiteX26" fmla="*/ 52070 w 152400"/>
              <a:gd name="connsiteY26" fmla="*/ 107950 h 213359"/>
              <a:gd name="connsiteX27" fmla="*/ 53340 w 152400"/>
              <a:gd name="connsiteY27" fmla="*/ 110490 h 213359"/>
              <a:gd name="connsiteX28" fmla="*/ 58420 w 152400"/>
              <a:gd name="connsiteY28" fmla="*/ 124460 h 213359"/>
              <a:gd name="connsiteX29" fmla="*/ 58420 w 152400"/>
              <a:gd name="connsiteY29" fmla="*/ 140970 h 213359"/>
              <a:gd name="connsiteX30" fmla="*/ 58420 w 152400"/>
              <a:gd name="connsiteY30" fmla="*/ 142240 h 213359"/>
              <a:gd name="connsiteX31" fmla="*/ 68580 w 152400"/>
              <a:gd name="connsiteY31" fmla="*/ 151130 h 213359"/>
              <a:gd name="connsiteX32" fmla="*/ 78740 w 152400"/>
              <a:gd name="connsiteY32" fmla="*/ 140970 h 213359"/>
              <a:gd name="connsiteX33" fmla="*/ 78740 w 152400"/>
              <a:gd name="connsiteY33" fmla="*/ 124460 h 213359"/>
              <a:gd name="connsiteX34" fmla="*/ 78740 w 152400"/>
              <a:gd name="connsiteY34" fmla="*/ 121920 h 213359"/>
              <a:gd name="connsiteX35" fmla="*/ 67310 w 152400"/>
              <a:gd name="connsiteY35" fmla="*/ 95250 h 213359"/>
              <a:gd name="connsiteX36" fmla="*/ 66040 w 152400"/>
              <a:gd name="connsiteY36" fmla="*/ 92710 h 213359"/>
              <a:gd name="connsiteX37" fmla="*/ 60960 w 152400"/>
              <a:gd name="connsiteY37" fmla="*/ 77470 h 213359"/>
              <a:gd name="connsiteX38" fmla="*/ 76200 w 152400"/>
              <a:gd name="connsiteY38" fmla="*/ 62230 h 213359"/>
              <a:gd name="connsiteX39" fmla="*/ 91440 w 152400"/>
              <a:gd name="connsiteY39" fmla="*/ 77470 h 213359"/>
              <a:gd name="connsiteX40" fmla="*/ 91440 w 152400"/>
              <a:gd name="connsiteY40" fmla="*/ 78740 h 213359"/>
              <a:gd name="connsiteX41" fmla="*/ 101600 w 152400"/>
              <a:gd name="connsiteY41" fmla="*/ 87630 h 213359"/>
              <a:gd name="connsiteX42" fmla="*/ 111760 w 152400"/>
              <a:gd name="connsiteY42" fmla="*/ 7747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52400" h="213359">
                <a:moveTo>
                  <a:pt x="152400" y="77470"/>
                </a:moveTo>
                <a:cubicBezTo>
                  <a:pt x="152400" y="35560"/>
                  <a:pt x="118110" y="0"/>
                  <a:pt x="76200" y="0"/>
                </a:cubicBezTo>
                <a:cubicBezTo>
                  <a:pt x="34290" y="0"/>
                  <a:pt x="0" y="34290"/>
                  <a:pt x="0" y="77470"/>
                </a:cubicBezTo>
                <a:cubicBezTo>
                  <a:pt x="0" y="82550"/>
                  <a:pt x="5080" y="87630"/>
                  <a:pt x="10160" y="87630"/>
                </a:cubicBezTo>
                <a:cubicBezTo>
                  <a:pt x="15240" y="87630"/>
                  <a:pt x="20320" y="82550"/>
                  <a:pt x="20320" y="77470"/>
                </a:cubicBezTo>
                <a:cubicBezTo>
                  <a:pt x="20320" y="45720"/>
                  <a:pt x="45720" y="20320"/>
                  <a:pt x="76200" y="20320"/>
                </a:cubicBezTo>
                <a:cubicBezTo>
                  <a:pt x="106680" y="20320"/>
                  <a:pt x="132080" y="45720"/>
                  <a:pt x="132080" y="77470"/>
                </a:cubicBezTo>
                <a:cubicBezTo>
                  <a:pt x="132080" y="97790"/>
                  <a:pt x="128270" y="107950"/>
                  <a:pt x="119380" y="121920"/>
                </a:cubicBezTo>
                <a:cubicBezTo>
                  <a:pt x="119380" y="121920"/>
                  <a:pt x="118110" y="123190"/>
                  <a:pt x="118110" y="124460"/>
                </a:cubicBezTo>
                <a:cubicBezTo>
                  <a:pt x="118110" y="124460"/>
                  <a:pt x="118110" y="125730"/>
                  <a:pt x="116840" y="125730"/>
                </a:cubicBezTo>
                <a:lnTo>
                  <a:pt x="114300" y="129540"/>
                </a:lnTo>
                <a:cubicBezTo>
                  <a:pt x="106680" y="142240"/>
                  <a:pt x="102870" y="151130"/>
                  <a:pt x="102870" y="166370"/>
                </a:cubicBezTo>
                <a:lnTo>
                  <a:pt x="102870" y="167640"/>
                </a:lnTo>
                <a:cubicBezTo>
                  <a:pt x="101600" y="181610"/>
                  <a:pt x="90170" y="193040"/>
                  <a:pt x="76200" y="193040"/>
                </a:cubicBezTo>
                <a:cubicBezTo>
                  <a:pt x="62230" y="193040"/>
                  <a:pt x="49530" y="181610"/>
                  <a:pt x="49530" y="166370"/>
                </a:cubicBezTo>
                <a:cubicBezTo>
                  <a:pt x="49530" y="161290"/>
                  <a:pt x="44450" y="156210"/>
                  <a:pt x="39370" y="156210"/>
                </a:cubicBezTo>
                <a:cubicBezTo>
                  <a:pt x="34290" y="156210"/>
                  <a:pt x="29210" y="161290"/>
                  <a:pt x="29210" y="166370"/>
                </a:cubicBezTo>
                <a:cubicBezTo>
                  <a:pt x="29210" y="193040"/>
                  <a:pt x="49530" y="213360"/>
                  <a:pt x="76200" y="213360"/>
                </a:cubicBezTo>
                <a:cubicBezTo>
                  <a:pt x="102870" y="213360"/>
                  <a:pt x="123190" y="191770"/>
                  <a:pt x="123190" y="166370"/>
                </a:cubicBezTo>
                <a:lnTo>
                  <a:pt x="123190" y="163830"/>
                </a:lnTo>
                <a:cubicBezTo>
                  <a:pt x="123190" y="154940"/>
                  <a:pt x="125730" y="148590"/>
                  <a:pt x="132080" y="138430"/>
                </a:cubicBezTo>
                <a:lnTo>
                  <a:pt x="137160" y="130810"/>
                </a:lnTo>
                <a:cubicBezTo>
                  <a:pt x="148590" y="115570"/>
                  <a:pt x="152400" y="100330"/>
                  <a:pt x="152400" y="77470"/>
                </a:cubicBezTo>
                <a:close/>
                <a:moveTo>
                  <a:pt x="111760" y="77470"/>
                </a:moveTo>
                <a:cubicBezTo>
                  <a:pt x="111760" y="58420"/>
                  <a:pt x="95250" y="41910"/>
                  <a:pt x="76200" y="41910"/>
                </a:cubicBezTo>
                <a:cubicBezTo>
                  <a:pt x="57150" y="41910"/>
                  <a:pt x="40640" y="58420"/>
                  <a:pt x="40640" y="77470"/>
                </a:cubicBezTo>
                <a:cubicBezTo>
                  <a:pt x="40640" y="90170"/>
                  <a:pt x="44450" y="97790"/>
                  <a:pt x="52070" y="107950"/>
                </a:cubicBezTo>
                <a:lnTo>
                  <a:pt x="53340" y="110490"/>
                </a:lnTo>
                <a:cubicBezTo>
                  <a:pt x="57150" y="115570"/>
                  <a:pt x="58420" y="118110"/>
                  <a:pt x="58420" y="124460"/>
                </a:cubicBezTo>
                <a:lnTo>
                  <a:pt x="58420" y="140970"/>
                </a:lnTo>
                <a:lnTo>
                  <a:pt x="58420" y="142240"/>
                </a:lnTo>
                <a:cubicBezTo>
                  <a:pt x="58420" y="147320"/>
                  <a:pt x="63500" y="151130"/>
                  <a:pt x="68580" y="151130"/>
                </a:cubicBezTo>
                <a:cubicBezTo>
                  <a:pt x="73660" y="151130"/>
                  <a:pt x="78740" y="146050"/>
                  <a:pt x="78740" y="140970"/>
                </a:cubicBezTo>
                <a:lnTo>
                  <a:pt x="78740" y="124460"/>
                </a:lnTo>
                <a:lnTo>
                  <a:pt x="78740" y="121920"/>
                </a:lnTo>
                <a:cubicBezTo>
                  <a:pt x="78740" y="111760"/>
                  <a:pt x="74930" y="104140"/>
                  <a:pt x="67310" y="95250"/>
                </a:cubicBezTo>
                <a:lnTo>
                  <a:pt x="66040" y="92710"/>
                </a:lnTo>
                <a:cubicBezTo>
                  <a:pt x="60960" y="87630"/>
                  <a:pt x="60960" y="83820"/>
                  <a:pt x="60960" y="77470"/>
                </a:cubicBezTo>
                <a:cubicBezTo>
                  <a:pt x="60960" y="68580"/>
                  <a:pt x="67310" y="62230"/>
                  <a:pt x="76200" y="62230"/>
                </a:cubicBezTo>
                <a:cubicBezTo>
                  <a:pt x="85090" y="62230"/>
                  <a:pt x="91440" y="68580"/>
                  <a:pt x="91440" y="77470"/>
                </a:cubicBezTo>
                <a:lnTo>
                  <a:pt x="91440" y="78740"/>
                </a:lnTo>
                <a:cubicBezTo>
                  <a:pt x="91440" y="83820"/>
                  <a:pt x="96520" y="87630"/>
                  <a:pt x="101600" y="87630"/>
                </a:cubicBezTo>
                <a:cubicBezTo>
                  <a:pt x="107950" y="87630"/>
                  <a:pt x="111760" y="82550"/>
                  <a:pt x="111760" y="7747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2" name="Полилиния: фигура 125">
            <a:extLst>
              <a:ext uri="{FF2B5EF4-FFF2-40B4-BE49-F238E27FC236}">
                <a16:creationId xmlns:a16="http://schemas.microsoft.com/office/drawing/2014/main" id="{DCCE98AA-9C47-F804-9F40-B27BDB0574C7}"/>
              </a:ext>
            </a:extLst>
          </p:cNvPr>
          <p:cNvSpPr/>
          <p:nvPr/>
        </p:nvSpPr>
        <p:spPr>
          <a:xfrm>
            <a:off x="1636122" y="4013683"/>
            <a:ext cx="264160" cy="220979"/>
          </a:xfrm>
          <a:custGeom>
            <a:avLst/>
            <a:gdLst>
              <a:gd name="connsiteX0" fmla="*/ 247650 w 264160"/>
              <a:gd name="connsiteY0" fmla="*/ 115570 h 220979"/>
              <a:gd name="connsiteX1" fmla="*/ 132080 w 264160"/>
              <a:gd name="connsiteY1" fmla="*/ 0 h 220979"/>
              <a:gd name="connsiteX2" fmla="*/ 16510 w 264160"/>
              <a:gd name="connsiteY2" fmla="*/ 115570 h 220979"/>
              <a:gd name="connsiteX3" fmla="*/ 34290 w 264160"/>
              <a:gd name="connsiteY3" fmla="*/ 176530 h 220979"/>
              <a:gd name="connsiteX4" fmla="*/ 48260 w 264160"/>
              <a:gd name="connsiteY4" fmla="*/ 180340 h 220979"/>
              <a:gd name="connsiteX5" fmla="*/ 52070 w 264160"/>
              <a:gd name="connsiteY5" fmla="*/ 166370 h 220979"/>
              <a:gd name="connsiteX6" fmla="*/ 38100 w 264160"/>
              <a:gd name="connsiteY6" fmla="*/ 115570 h 220979"/>
              <a:gd name="connsiteX7" fmla="*/ 133350 w 264160"/>
              <a:gd name="connsiteY7" fmla="*/ 20320 h 220979"/>
              <a:gd name="connsiteX8" fmla="*/ 228600 w 264160"/>
              <a:gd name="connsiteY8" fmla="*/ 115570 h 220979"/>
              <a:gd name="connsiteX9" fmla="*/ 214630 w 264160"/>
              <a:gd name="connsiteY9" fmla="*/ 166370 h 220979"/>
              <a:gd name="connsiteX10" fmla="*/ 218440 w 264160"/>
              <a:gd name="connsiteY10" fmla="*/ 180340 h 220979"/>
              <a:gd name="connsiteX11" fmla="*/ 232410 w 264160"/>
              <a:gd name="connsiteY11" fmla="*/ 176530 h 220979"/>
              <a:gd name="connsiteX12" fmla="*/ 247650 w 264160"/>
              <a:gd name="connsiteY12" fmla="*/ 115570 h 220979"/>
              <a:gd name="connsiteX13" fmla="*/ 142240 w 264160"/>
              <a:gd name="connsiteY13" fmla="*/ 74930 h 220979"/>
              <a:gd name="connsiteX14" fmla="*/ 132080 w 264160"/>
              <a:gd name="connsiteY14" fmla="*/ 66040 h 220979"/>
              <a:gd name="connsiteX15" fmla="*/ 121920 w 264160"/>
              <a:gd name="connsiteY15" fmla="*/ 76200 h 220979"/>
              <a:gd name="connsiteX16" fmla="*/ 121920 w 264160"/>
              <a:gd name="connsiteY16" fmla="*/ 133350 h 220979"/>
              <a:gd name="connsiteX17" fmla="*/ 99060 w 264160"/>
              <a:gd name="connsiteY17" fmla="*/ 110490 h 220979"/>
              <a:gd name="connsiteX18" fmla="*/ 97790 w 264160"/>
              <a:gd name="connsiteY18" fmla="*/ 109220 h 220979"/>
              <a:gd name="connsiteX19" fmla="*/ 83820 w 264160"/>
              <a:gd name="connsiteY19" fmla="*/ 110490 h 220979"/>
              <a:gd name="connsiteX20" fmla="*/ 83820 w 264160"/>
              <a:gd name="connsiteY20" fmla="*/ 124460 h 220979"/>
              <a:gd name="connsiteX21" fmla="*/ 124460 w 264160"/>
              <a:gd name="connsiteY21" fmla="*/ 165100 h 220979"/>
              <a:gd name="connsiteX22" fmla="*/ 125730 w 264160"/>
              <a:gd name="connsiteY22" fmla="*/ 166370 h 220979"/>
              <a:gd name="connsiteX23" fmla="*/ 139700 w 264160"/>
              <a:gd name="connsiteY23" fmla="*/ 165100 h 220979"/>
              <a:gd name="connsiteX24" fmla="*/ 180340 w 264160"/>
              <a:gd name="connsiteY24" fmla="*/ 124460 h 220979"/>
              <a:gd name="connsiteX25" fmla="*/ 181610 w 264160"/>
              <a:gd name="connsiteY25" fmla="*/ 123190 h 220979"/>
              <a:gd name="connsiteX26" fmla="*/ 180340 w 264160"/>
              <a:gd name="connsiteY26" fmla="*/ 109220 h 220979"/>
              <a:gd name="connsiteX27" fmla="*/ 179070 w 264160"/>
              <a:gd name="connsiteY27" fmla="*/ 107950 h 220979"/>
              <a:gd name="connsiteX28" fmla="*/ 165100 w 264160"/>
              <a:gd name="connsiteY28" fmla="*/ 109220 h 220979"/>
              <a:gd name="connsiteX29" fmla="*/ 142240 w 264160"/>
              <a:gd name="connsiteY29" fmla="*/ 132080 h 220979"/>
              <a:gd name="connsiteX30" fmla="*/ 142240 w 264160"/>
              <a:gd name="connsiteY30" fmla="*/ 74930 h 220979"/>
              <a:gd name="connsiteX31" fmla="*/ 142240 w 264160"/>
              <a:gd name="connsiteY31" fmla="*/ 74930 h 220979"/>
              <a:gd name="connsiteX32" fmla="*/ 264160 w 264160"/>
              <a:gd name="connsiteY32" fmla="*/ 210820 h 220979"/>
              <a:gd name="connsiteX33" fmla="*/ 254000 w 264160"/>
              <a:gd name="connsiteY33" fmla="*/ 200660 h 220979"/>
              <a:gd name="connsiteX34" fmla="*/ 10160 w 264160"/>
              <a:gd name="connsiteY34" fmla="*/ 200660 h 220979"/>
              <a:gd name="connsiteX35" fmla="*/ 8890 w 264160"/>
              <a:gd name="connsiteY35" fmla="*/ 200660 h 220979"/>
              <a:gd name="connsiteX36" fmla="*/ 0 w 264160"/>
              <a:gd name="connsiteY36" fmla="*/ 210820 h 220979"/>
              <a:gd name="connsiteX37" fmla="*/ 10160 w 264160"/>
              <a:gd name="connsiteY37" fmla="*/ 220980 h 220979"/>
              <a:gd name="connsiteX38" fmla="*/ 254000 w 264160"/>
              <a:gd name="connsiteY38" fmla="*/ 220980 h 220979"/>
              <a:gd name="connsiteX39" fmla="*/ 255270 w 264160"/>
              <a:gd name="connsiteY39" fmla="*/ 220980 h 220979"/>
              <a:gd name="connsiteX40" fmla="*/ 264160 w 264160"/>
              <a:gd name="connsiteY40" fmla="*/ 210820 h 2209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64160" h="220979">
                <a:moveTo>
                  <a:pt x="247650" y="115570"/>
                </a:moveTo>
                <a:cubicBezTo>
                  <a:pt x="247650" y="52070"/>
                  <a:pt x="195580" y="0"/>
                  <a:pt x="132080" y="0"/>
                </a:cubicBezTo>
                <a:cubicBezTo>
                  <a:pt x="68580" y="0"/>
                  <a:pt x="16510" y="52070"/>
                  <a:pt x="16510" y="115570"/>
                </a:cubicBezTo>
                <a:cubicBezTo>
                  <a:pt x="16510" y="137160"/>
                  <a:pt x="22860" y="158750"/>
                  <a:pt x="34290" y="176530"/>
                </a:cubicBezTo>
                <a:cubicBezTo>
                  <a:pt x="36830" y="181610"/>
                  <a:pt x="43180" y="182880"/>
                  <a:pt x="48260" y="180340"/>
                </a:cubicBezTo>
                <a:cubicBezTo>
                  <a:pt x="53340" y="177800"/>
                  <a:pt x="54610" y="171450"/>
                  <a:pt x="52070" y="166370"/>
                </a:cubicBezTo>
                <a:cubicBezTo>
                  <a:pt x="43180" y="151130"/>
                  <a:pt x="38100" y="133350"/>
                  <a:pt x="38100" y="115570"/>
                </a:cubicBezTo>
                <a:cubicBezTo>
                  <a:pt x="38100" y="62230"/>
                  <a:pt x="81280" y="20320"/>
                  <a:pt x="133350" y="20320"/>
                </a:cubicBezTo>
                <a:cubicBezTo>
                  <a:pt x="186690" y="20320"/>
                  <a:pt x="228600" y="63500"/>
                  <a:pt x="228600" y="115570"/>
                </a:cubicBezTo>
                <a:cubicBezTo>
                  <a:pt x="228600" y="133350"/>
                  <a:pt x="223520" y="151130"/>
                  <a:pt x="214630" y="166370"/>
                </a:cubicBezTo>
                <a:cubicBezTo>
                  <a:pt x="212090" y="171450"/>
                  <a:pt x="213360" y="177800"/>
                  <a:pt x="218440" y="180340"/>
                </a:cubicBezTo>
                <a:cubicBezTo>
                  <a:pt x="223520" y="182880"/>
                  <a:pt x="229870" y="181610"/>
                  <a:pt x="232410" y="176530"/>
                </a:cubicBezTo>
                <a:cubicBezTo>
                  <a:pt x="241300" y="158750"/>
                  <a:pt x="247650" y="137160"/>
                  <a:pt x="247650" y="115570"/>
                </a:cubicBezTo>
                <a:close/>
                <a:moveTo>
                  <a:pt x="142240" y="74930"/>
                </a:moveTo>
                <a:cubicBezTo>
                  <a:pt x="142240" y="69850"/>
                  <a:pt x="137160" y="66040"/>
                  <a:pt x="132080" y="66040"/>
                </a:cubicBezTo>
                <a:cubicBezTo>
                  <a:pt x="127000" y="66040"/>
                  <a:pt x="121920" y="71120"/>
                  <a:pt x="121920" y="76200"/>
                </a:cubicBezTo>
                <a:lnTo>
                  <a:pt x="121920" y="133350"/>
                </a:lnTo>
                <a:lnTo>
                  <a:pt x="99060" y="110490"/>
                </a:lnTo>
                <a:lnTo>
                  <a:pt x="97790" y="109220"/>
                </a:lnTo>
                <a:cubicBezTo>
                  <a:pt x="93980" y="106680"/>
                  <a:pt x="87630" y="106680"/>
                  <a:pt x="83820" y="110490"/>
                </a:cubicBezTo>
                <a:cubicBezTo>
                  <a:pt x="80010" y="114300"/>
                  <a:pt x="80010" y="120650"/>
                  <a:pt x="83820" y="124460"/>
                </a:cubicBezTo>
                <a:lnTo>
                  <a:pt x="124460" y="165100"/>
                </a:lnTo>
                <a:lnTo>
                  <a:pt x="125730" y="166370"/>
                </a:lnTo>
                <a:cubicBezTo>
                  <a:pt x="129540" y="168910"/>
                  <a:pt x="135890" y="168910"/>
                  <a:pt x="139700" y="165100"/>
                </a:cubicBezTo>
                <a:lnTo>
                  <a:pt x="180340" y="124460"/>
                </a:lnTo>
                <a:lnTo>
                  <a:pt x="181610" y="123190"/>
                </a:lnTo>
                <a:cubicBezTo>
                  <a:pt x="184150" y="119380"/>
                  <a:pt x="184150" y="113030"/>
                  <a:pt x="180340" y="109220"/>
                </a:cubicBezTo>
                <a:lnTo>
                  <a:pt x="179070" y="107950"/>
                </a:lnTo>
                <a:cubicBezTo>
                  <a:pt x="175260" y="105410"/>
                  <a:pt x="168910" y="105410"/>
                  <a:pt x="165100" y="109220"/>
                </a:cubicBezTo>
                <a:lnTo>
                  <a:pt x="142240" y="132080"/>
                </a:lnTo>
                <a:lnTo>
                  <a:pt x="142240" y="74930"/>
                </a:lnTo>
                <a:lnTo>
                  <a:pt x="142240" y="74930"/>
                </a:lnTo>
                <a:close/>
                <a:moveTo>
                  <a:pt x="264160" y="210820"/>
                </a:moveTo>
                <a:cubicBezTo>
                  <a:pt x="264160" y="205740"/>
                  <a:pt x="259080" y="200660"/>
                  <a:pt x="254000" y="200660"/>
                </a:cubicBezTo>
                <a:lnTo>
                  <a:pt x="10160" y="200660"/>
                </a:lnTo>
                <a:lnTo>
                  <a:pt x="8890" y="200660"/>
                </a:lnTo>
                <a:cubicBezTo>
                  <a:pt x="3810" y="200660"/>
                  <a:pt x="0" y="205740"/>
                  <a:pt x="0" y="210820"/>
                </a:cubicBezTo>
                <a:cubicBezTo>
                  <a:pt x="0" y="215900"/>
                  <a:pt x="5080" y="220980"/>
                  <a:pt x="10160" y="220980"/>
                </a:cubicBezTo>
                <a:lnTo>
                  <a:pt x="254000" y="220980"/>
                </a:lnTo>
                <a:lnTo>
                  <a:pt x="255270" y="220980"/>
                </a:lnTo>
                <a:cubicBezTo>
                  <a:pt x="260350" y="219710"/>
                  <a:pt x="264160" y="215900"/>
                  <a:pt x="264160" y="2108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3" name="Полилиния: фигура 128">
            <a:extLst>
              <a:ext uri="{FF2B5EF4-FFF2-40B4-BE49-F238E27FC236}">
                <a16:creationId xmlns:a16="http://schemas.microsoft.com/office/drawing/2014/main" id="{1D18A683-6FC5-5164-8ACF-069387242D93}"/>
              </a:ext>
            </a:extLst>
          </p:cNvPr>
          <p:cNvSpPr/>
          <p:nvPr/>
        </p:nvSpPr>
        <p:spPr>
          <a:xfrm>
            <a:off x="2196191" y="4012414"/>
            <a:ext cx="264160" cy="223519"/>
          </a:xfrm>
          <a:custGeom>
            <a:avLst/>
            <a:gdLst>
              <a:gd name="connsiteX0" fmla="*/ 35560 w 264160"/>
              <a:gd name="connsiteY0" fmla="*/ 115570 h 223519"/>
              <a:gd name="connsiteX1" fmla="*/ 49530 w 264160"/>
              <a:gd name="connsiteY1" fmla="*/ 166370 h 223519"/>
              <a:gd name="connsiteX2" fmla="*/ 45720 w 264160"/>
              <a:gd name="connsiteY2" fmla="*/ 180340 h 223519"/>
              <a:gd name="connsiteX3" fmla="*/ 31750 w 264160"/>
              <a:gd name="connsiteY3" fmla="*/ 176530 h 223519"/>
              <a:gd name="connsiteX4" fmla="*/ 13970 w 264160"/>
              <a:gd name="connsiteY4" fmla="*/ 115570 h 223519"/>
              <a:gd name="connsiteX5" fmla="*/ 129540 w 264160"/>
              <a:gd name="connsiteY5" fmla="*/ 0 h 223519"/>
              <a:gd name="connsiteX6" fmla="*/ 245110 w 264160"/>
              <a:gd name="connsiteY6" fmla="*/ 115570 h 223519"/>
              <a:gd name="connsiteX7" fmla="*/ 227330 w 264160"/>
              <a:gd name="connsiteY7" fmla="*/ 176530 h 223519"/>
              <a:gd name="connsiteX8" fmla="*/ 213360 w 264160"/>
              <a:gd name="connsiteY8" fmla="*/ 180340 h 223519"/>
              <a:gd name="connsiteX9" fmla="*/ 209550 w 264160"/>
              <a:gd name="connsiteY9" fmla="*/ 166370 h 223519"/>
              <a:gd name="connsiteX10" fmla="*/ 223520 w 264160"/>
              <a:gd name="connsiteY10" fmla="*/ 115570 h 223519"/>
              <a:gd name="connsiteX11" fmla="*/ 128270 w 264160"/>
              <a:gd name="connsiteY11" fmla="*/ 20320 h 223519"/>
              <a:gd name="connsiteX12" fmla="*/ 35560 w 264160"/>
              <a:gd name="connsiteY12" fmla="*/ 115570 h 223519"/>
              <a:gd name="connsiteX13" fmla="*/ 156210 w 264160"/>
              <a:gd name="connsiteY13" fmla="*/ 71120 h 223519"/>
              <a:gd name="connsiteX14" fmla="*/ 130810 w 264160"/>
              <a:gd name="connsiteY14" fmla="*/ 81280 h 223519"/>
              <a:gd name="connsiteX15" fmla="*/ 105410 w 264160"/>
              <a:gd name="connsiteY15" fmla="*/ 71120 h 223519"/>
              <a:gd name="connsiteX16" fmla="*/ 74930 w 264160"/>
              <a:gd name="connsiteY16" fmla="*/ 87630 h 223519"/>
              <a:gd name="connsiteX17" fmla="*/ 80010 w 264160"/>
              <a:gd name="connsiteY17" fmla="*/ 133350 h 223519"/>
              <a:gd name="connsiteX18" fmla="*/ 116840 w 264160"/>
              <a:gd name="connsiteY18" fmla="*/ 170180 h 223519"/>
              <a:gd name="connsiteX19" fmla="*/ 129540 w 264160"/>
              <a:gd name="connsiteY19" fmla="*/ 175260 h 223519"/>
              <a:gd name="connsiteX20" fmla="*/ 142240 w 264160"/>
              <a:gd name="connsiteY20" fmla="*/ 170180 h 223519"/>
              <a:gd name="connsiteX21" fmla="*/ 179070 w 264160"/>
              <a:gd name="connsiteY21" fmla="*/ 133350 h 223519"/>
              <a:gd name="connsiteX22" fmla="*/ 184150 w 264160"/>
              <a:gd name="connsiteY22" fmla="*/ 87630 h 223519"/>
              <a:gd name="connsiteX23" fmla="*/ 156210 w 264160"/>
              <a:gd name="connsiteY23" fmla="*/ 71120 h 223519"/>
              <a:gd name="connsiteX24" fmla="*/ 156210 w 264160"/>
              <a:gd name="connsiteY24" fmla="*/ 91440 h 223519"/>
              <a:gd name="connsiteX25" fmla="*/ 168910 w 264160"/>
              <a:gd name="connsiteY25" fmla="*/ 99060 h 223519"/>
              <a:gd name="connsiteX26" fmla="*/ 166370 w 264160"/>
              <a:gd name="connsiteY26" fmla="*/ 119380 h 223519"/>
              <a:gd name="connsiteX27" fmla="*/ 130810 w 264160"/>
              <a:gd name="connsiteY27" fmla="*/ 154940 h 223519"/>
              <a:gd name="connsiteX28" fmla="*/ 95250 w 264160"/>
              <a:gd name="connsiteY28" fmla="*/ 119380 h 223519"/>
              <a:gd name="connsiteX29" fmla="*/ 92710 w 264160"/>
              <a:gd name="connsiteY29" fmla="*/ 99060 h 223519"/>
              <a:gd name="connsiteX30" fmla="*/ 105410 w 264160"/>
              <a:gd name="connsiteY30" fmla="*/ 91440 h 223519"/>
              <a:gd name="connsiteX31" fmla="*/ 116840 w 264160"/>
              <a:gd name="connsiteY31" fmla="*/ 96520 h 223519"/>
              <a:gd name="connsiteX32" fmla="*/ 130810 w 264160"/>
              <a:gd name="connsiteY32" fmla="*/ 110490 h 223519"/>
              <a:gd name="connsiteX33" fmla="*/ 144780 w 264160"/>
              <a:gd name="connsiteY33" fmla="*/ 96520 h 223519"/>
              <a:gd name="connsiteX34" fmla="*/ 156210 w 264160"/>
              <a:gd name="connsiteY34" fmla="*/ 91440 h 223519"/>
              <a:gd name="connsiteX35" fmla="*/ 0 w 264160"/>
              <a:gd name="connsiteY35" fmla="*/ 213360 h 223519"/>
              <a:gd name="connsiteX36" fmla="*/ 10160 w 264160"/>
              <a:gd name="connsiteY36" fmla="*/ 223520 h 223519"/>
              <a:gd name="connsiteX37" fmla="*/ 254000 w 264160"/>
              <a:gd name="connsiteY37" fmla="*/ 223520 h 223519"/>
              <a:gd name="connsiteX38" fmla="*/ 264160 w 264160"/>
              <a:gd name="connsiteY38" fmla="*/ 213360 h 223519"/>
              <a:gd name="connsiteX39" fmla="*/ 254000 w 264160"/>
              <a:gd name="connsiteY39" fmla="*/ 203200 h 223519"/>
              <a:gd name="connsiteX40" fmla="*/ 10160 w 264160"/>
              <a:gd name="connsiteY40" fmla="*/ 203200 h 223519"/>
              <a:gd name="connsiteX41" fmla="*/ 0 w 264160"/>
              <a:gd name="connsiteY41" fmla="*/ 21336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4160" h="223519">
                <a:moveTo>
                  <a:pt x="35560" y="115570"/>
                </a:moveTo>
                <a:cubicBezTo>
                  <a:pt x="35560" y="133350"/>
                  <a:pt x="40640" y="151130"/>
                  <a:pt x="49530" y="166370"/>
                </a:cubicBezTo>
                <a:cubicBezTo>
                  <a:pt x="52070" y="171450"/>
                  <a:pt x="50800" y="177800"/>
                  <a:pt x="45720" y="180340"/>
                </a:cubicBezTo>
                <a:cubicBezTo>
                  <a:pt x="40640" y="182880"/>
                  <a:pt x="34290" y="181610"/>
                  <a:pt x="31750" y="176530"/>
                </a:cubicBezTo>
                <a:cubicBezTo>
                  <a:pt x="20320" y="158750"/>
                  <a:pt x="13970" y="137160"/>
                  <a:pt x="13970" y="115570"/>
                </a:cubicBezTo>
                <a:cubicBezTo>
                  <a:pt x="13970" y="52070"/>
                  <a:pt x="66040" y="0"/>
                  <a:pt x="129540" y="0"/>
                </a:cubicBezTo>
                <a:cubicBezTo>
                  <a:pt x="193040" y="0"/>
                  <a:pt x="245110" y="52070"/>
                  <a:pt x="245110" y="115570"/>
                </a:cubicBezTo>
                <a:cubicBezTo>
                  <a:pt x="245110" y="137160"/>
                  <a:pt x="238760" y="158750"/>
                  <a:pt x="227330" y="176530"/>
                </a:cubicBezTo>
                <a:cubicBezTo>
                  <a:pt x="224790" y="181610"/>
                  <a:pt x="218440" y="182880"/>
                  <a:pt x="213360" y="180340"/>
                </a:cubicBezTo>
                <a:cubicBezTo>
                  <a:pt x="208280" y="177800"/>
                  <a:pt x="207010" y="171450"/>
                  <a:pt x="209550" y="166370"/>
                </a:cubicBezTo>
                <a:cubicBezTo>
                  <a:pt x="218440" y="151130"/>
                  <a:pt x="223520" y="133350"/>
                  <a:pt x="223520" y="115570"/>
                </a:cubicBezTo>
                <a:cubicBezTo>
                  <a:pt x="223520" y="62230"/>
                  <a:pt x="180340" y="20320"/>
                  <a:pt x="128270" y="20320"/>
                </a:cubicBezTo>
                <a:cubicBezTo>
                  <a:pt x="76200" y="20320"/>
                  <a:pt x="35560" y="63500"/>
                  <a:pt x="35560" y="115570"/>
                </a:cubicBezTo>
                <a:close/>
                <a:moveTo>
                  <a:pt x="156210" y="71120"/>
                </a:moveTo>
                <a:cubicBezTo>
                  <a:pt x="147320" y="71120"/>
                  <a:pt x="138430" y="74930"/>
                  <a:pt x="130810" y="81280"/>
                </a:cubicBezTo>
                <a:cubicBezTo>
                  <a:pt x="124460" y="73660"/>
                  <a:pt x="114300" y="71120"/>
                  <a:pt x="105410" y="71120"/>
                </a:cubicBezTo>
                <a:cubicBezTo>
                  <a:pt x="93980" y="71120"/>
                  <a:pt x="82550" y="76200"/>
                  <a:pt x="74930" y="87630"/>
                </a:cubicBezTo>
                <a:cubicBezTo>
                  <a:pt x="66040" y="101600"/>
                  <a:pt x="68580" y="120650"/>
                  <a:pt x="80010" y="133350"/>
                </a:cubicBezTo>
                <a:lnTo>
                  <a:pt x="116840" y="170180"/>
                </a:lnTo>
                <a:cubicBezTo>
                  <a:pt x="120650" y="173990"/>
                  <a:pt x="125730" y="175260"/>
                  <a:pt x="129540" y="175260"/>
                </a:cubicBezTo>
                <a:cubicBezTo>
                  <a:pt x="134620" y="175260"/>
                  <a:pt x="139700" y="173990"/>
                  <a:pt x="142240" y="170180"/>
                </a:cubicBezTo>
                <a:lnTo>
                  <a:pt x="179070" y="133350"/>
                </a:lnTo>
                <a:cubicBezTo>
                  <a:pt x="190500" y="120650"/>
                  <a:pt x="194310" y="101600"/>
                  <a:pt x="184150" y="87630"/>
                </a:cubicBezTo>
                <a:cubicBezTo>
                  <a:pt x="179070" y="76200"/>
                  <a:pt x="167640" y="71120"/>
                  <a:pt x="156210" y="71120"/>
                </a:cubicBezTo>
                <a:close/>
                <a:moveTo>
                  <a:pt x="156210" y="91440"/>
                </a:moveTo>
                <a:cubicBezTo>
                  <a:pt x="161290" y="91440"/>
                  <a:pt x="166370" y="93980"/>
                  <a:pt x="168910" y="99060"/>
                </a:cubicBezTo>
                <a:cubicBezTo>
                  <a:pt x="172720" y="105410"/>
                  <a:pt x="171450" y="113030"/>
                  <a:pt x="166370" y="119380"/>
                </a:cubicBezTo>
                <a:lnTo>
                  <a:pt x="130810" y="154940"/>
                </a:lnTo>
                <a:lnTo>
                  <a:pt x="95250" y="119380"/>
                </a:lnTo>
                <a:cubicBezTo>
                  <a:pt x="90170" y="114300"/>
                  <a:pt x="88900" y="105410"/>
                  <a:pt x="92710" y="99060"/>
                </a:cubicBezTo>
                <a:cubicBezTo>
                  <a:pt x="95250" y="93980"/>
                  <a:pt x="100330" y="91440"/>
                  <a:pt x="105410" y="91440"/>
                </a:cubicBezTo>
                <a:cubicBezTo>
                  <a:pt x="109220" y="91440"/>
                  <a:pt x="113030" y="92710"/>
                  <a:pt x="116840" y="96520"/>
                </a:cubicBezTo>
                <a:lnTo>
                  <a:pt x="130810" y="110490"/>
                </a:lnTo>
                <a:lnTo>
                  <a:pt x="144780" y="96520"/>
                </a:lnTo>
                <a:cubicBezTo>
                  <a:pt x="148590" y="92710"/>
                  <a:pt x="152400" y="91440"/>
                  <a:pt x="156210" y="91440"/>
                </a:cubicBezTo>
                <a:close/>
                <a:moveTo>
                  <a:pt x="0" y="213360"/>
                </a:moveTo>
                <a:cubicBezTo>
                  <a:pt x="0" y="218440"/>
                  <a:pt x="5080" y="223520"/>
                  <a:pt x="10160" y="223520"/>
                </a:cubicBezTo>
                <a:lnTo>
                  <a:pt x="254000" y="223520"/>
                </a:lnTo>
                <a:cubicBezTo>
                  <a:pt x="259080" y="223520"/>
                  <a:pt x="264160" y="218440"/>
                  <a:pt x="264160" y="213360"/>
                </a:cubicBezTo>
                <a:cubicBezTo>
                  <a:pt x="264160" y="208280"/>
                  <a:pt x="259080" y="203200"/>
                  <a:pt x="254000" y="203200"/>
                </a:cubicBezTo>
                <a:lnTo>
                  <a:pt x="10160" y="203200"/>
                </a:lnTo>
                <a:cubicBezTo>
                  <a:pt x="3810" y="203200"/>
                  <a:pt x="0" y="207010"/>
                  <a:pt x="0" y="2133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4" name="Полилиния: фигура 131">
            <a:extLst>
              <a:ext uri="{FF2B5EF4-FFF2-40B4-BE49-F238E27FC236}">
                <a16:creationId xmlns:a16="http://schemas.microsoft.com/office/drawing/2014/main" id="{D0B3C186-C275-8FCD-C097-DD4299160FAE}"/>
              </a:ext>
            </a:extLst>
          </p:cNvPr>
          <p:cNvSpPr/>
          <p:nvPr/>
        </p:nvSpPr>
        <p:spPr>
          <a:xfrm>
            <a:off x="2866751" y="4093693"/>
            <a:ext cx="40639" cy="60960"/>
          </a:xfrm>
          <a:custGeom>
            <a:avLst/>
            <a:gdLst>
              <a:gd name="connsiteX0" fmla="*/ 10160 w 40639"/>
              <a:gd name="connsiteY0" fmla="*/ 40640 h 60960"/>
              <a:gd name="connsiteX1" fmla="*/ 20320 w 40639"/>
              <a:gd name="connsiteY1" fmla="*/ 40640 h 60960"/>
              <a:gd name="connsiteX2" fmla="*/ 20320 w 40639"/>
              <a:gd name="connsiteY2" fmla="*/ 10160 h 60960"/>
              <a:gd name="connsiteX3" fmla="*/ 30480 w 40639"/>
              <a:gd name="connsiteY3" fmla="*/ 0 h 60960"/>
              <a:gd name="connsiteX4" fmla="*/ 40640 w 40639"/>
              <a:gd name="connsiteY4" fmla="*/ 10160 h 60960"/>
              <a:gd name="connsiteX5" fmla="*/ 40640 w 40639"/>
              <a:gd name="connsiteY5" fmla="*/ 50800 h 60960"/>
              <a:gd name="connsiteX6" fmla="*/ 30480 w 40639"/>
              <a:gd name="connsiteY6" fmla="*/ 60960 h 60960"/>
              <a:gd name="connsiteX7" fmla="*/ 10160 w 40639"/>
              <a:gd name="connsiteY7" fmla="*/ 60960 h 60960"/>
              <a:gd name="connsiteX8" fmla="*/ 0 w 40639"/>
              <a:gd name="connsiteY8" fmla="*/ 50800 h 60960"/>
              <a:gd name="connsiteX9" fmla="*/ 10160 w 40639"/>
              <a:gd name="connsiteY9" fmla="*/ 40640 h 609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0639" h="60960">
                <a:moveTo>
                  <a:pt x="10160" y="40640"/>
                </a:moveTo>
                <a:lnTo>
                  <a:pt x="20320" y="40640"/>
                </a:lnTo>
                <a:lnTo>
                  <a:pt x="20320" y="10160"/>
                </a:lnTo>
                <a:cubicBezTo>
                  <a:pt x="20320" y="5080"/>
                  <a:pt x="25400" y="0"/>
                  <a:pt x="30480" y="0"/>
                </a:cubicBezTo>
                <a:cubicBezTo>
                  <a:pt x="35560" y="0"/>
                  <a:pt x="40640" y="5080"/>
                  <a:pt x="40640" y="10160"/>
                </a:cubicBezTo>
                <a:lnTo>
                  <a:pt x="40640" y="50800"/>
                </a:lnTo>
                <a:cubicBezTo>
                  <a:pt x="40640" y="55880"/>
                  <a:pt x="35560" y="60960"/>
                  <a:pt x="30480" y="60960"/>
                </a:cubicBezTo>
                <a:lnTo>
                  <a:pt x="10160" y="60960"/>
                </a:lnTo>
                <a:cubicBezTo>
                  <a:pt x="5080" y="60960"/>
                  <a:pt x="0" y="55880"/>
                  <a:pt x="0" y="50800"/>
                </a:cubicBezTo>
                <a:cubicBezTo>
                  <a:pt x="0" y="44450"/>
                  <a:pt x="3810" y="40640"/>
                  <a:pt x="10160" y="4064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5" name="Полилиния: фигура 132">
            <a:extLst>
              <a:ext uri="{FF2B5EF4-FFF2-40B4-BE49-F238E27FC236}">
                <a16:creationId xmlns:a16="http://schemas.microsoft.com/office/drawing/2014/main" id="{8A0D4978-0AEF-D984-A42A-DC9C2DB110AD}"/>
              </a:ext>
            </a:extLst>
          </p:cNvPr>
          <p:cNvSpPr/>
          <p:nvPr/>
        </p:nvSpPr>
        <p:spPr>
          <a:xfrm>
            <a:off x="2765151" y="4019398"/>
            <a:ext cx="243839" cy="210184"/>
          </a:xfrm>
          <a:custGeom>
            <a:avLst/>
            <a:gdLst>
              <a:gd name="connsiteX0" fmla="*/ 10160 w 243839"/>
              <a:gd name="connsiteY0" fmla="*/ 108585 h 210184"/>
              <a:gd name="connsiteX1" fmla="*/ 91440 w 243839"/>
              <a:gd name="connsiteY1" fmla="*/ 189865 h 210184"/>
              <a:gd name="connsiteX2" fmla="*/ 10160 w 243839"/>
              <a:gd name="connsiteY2" fmla="*/ 189865 h 210184"/>
              <a:gd name="connsiteX3" fmla="*/ 0 w 243839"/>
              <a:gd name="connsiteY3" fmla="*/ 200025 h 210184"/>
              <a:gd name="connsiteX4" fmla="*/ 10160 w 243839"/>
              <a:gd name="connsiteY4" fmla="*/ 210185 h 210184"/>
              <a:gd name="connsiteX5" fmla="*/ 233680 w 243839"/>
              <a:gd name="connsiteY5" fmla="*/ 210185 h 210184"/>
              <a:gd name="connsiteX6" fmla="*/ 243840 w 243839"/>
              <a:gd name="connsiteY6" fmla="*/ 200025 h 210184"/>
              <a:gd name="connsiteX7" fmla="*/ 233680 w 243839"/>
              <a:gd name="connsiteY7" fmla="*/ 189865 h 210184"/>
              <a:gd name="connsiteX8" fmla="*/ 180340 w 243839"/>
              <a:gd name="connsiteY8" fmla="*/ 189865 h 210184"/>
              <a:gd name="connsiteX9" fmla="*/ 223520 w 243839"/>
              <a:gd name="connsiteY9" fmla="*/ 146685 h 210184"/>
              <a:gd name="connsiteX10" fmla="*/ 223520 w 243839"/>
              <a:gd name="connsiteY10" fmla="*/ 117475 h 210184"/>
              <a:gd name="connsiteX11" fmla="*/ 111760 w 243839"/>
              <a:gd name="connsiteY11" fmla="*/ 5715 h 210184"/>
              <a:gd name="connsiteX12" fmla="*/ 82550 w 243839"/>
              <a:gd name="connsiteY12" fmla="*/ 5715 h 210184"/>
              <a:gd name="connsiteX13" fmla="*/ 8890 w 243839"/>
              <a:gd name="connsiteY13" fmla="*/ 79375 h 210184"/>
              <a:gd name="connsiteX14" fmla="*/ 10160 w 243839"/>
              <a:gd name="connsiteY14" fmla="*/ 108585 h 210184"/>
              <a:gd name="connsiteX15" fmla="*/ 24130 w 243839"/>
              <a:gd name="connsiteY15" fmla="*/ 94615 h 210184"/>
              <a:gd name="connsiteX16" fmla="*/ 119380 w 243839"/>
              <a:gd name="connsiteY16" fmla="*/ 189865 h 210184"/>
              <a:gd name="connsiteX17" fmla="*/ 151130 w 243839"/>
              <a:gd name="connsiteY17" fmla="*/ 189865 h 210184"/>
              <a:gd name="connsiteX18" fmla="*/ 209550 w 243839"/>
              <a:gd name="connsiteY18" fmla="*/ 131445 h 210184"/>
              <a:gd name="connsiteX19" fmla="*/ 97790 w 243839"/>
              <a:gd name="connsiteY19" fmla="*/ 19685 h 210184"/>
              <a:gd name="connsiteX20" fmla="*/ 24130 w 243839"/>
              <a:gd name="connsiteY20" fmla="*/ 94615 h 2101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</a:cxnLst>
            <a:rect l="l" t="t" r="r" b="b"/>
            <a:pathLst>
              <a:path w="243839" h="210184">
                <a:moveTo>
                  <a:pt x="10160" y="108585"/>
                </a:moveTo>
                <a:lnTo>
                  <a:pt x="91440" y="189865"/>
                </a:lnTo>
                <a:lnTo>
                  <a:pt x="10160" y="189865"/>
                </a:lnTo>
                <a:cubicBezTo>
                  <a:pt x="5080" y="189865"/>
                  <a:pt x="0" y="194945"/>
                  <a:pt x="0" y="200025"/>
                </a:cubicBezTo>
                <a:cubicBezTo>
                  <a:pt x="0" y="205105"/>
                  <a:pt x="5080" y="210185"/>
                  <a:pt x="10160" y="210185"/>
                </a:cubicBezTo>
                <a:lnTo>
                  <a:pt x="233680" y="210185"/>
                </a:lnTo>
                <a:cubicBezTo>
                  <a:pt x="238760" y="210185"/>
                  <a:pt x="243840" y="205105"/>
                  <a:pt x="243840" y="200025"/>
                </a:cubicBezTo>
                <a:cubicBezTo>
                  <a:pt x="243840" y="194945"/>
                  <a:pt x="238760" y="189865"/>
                  <a:pt x="233680" y="189865"/>
                </a:cubicBezTo>
                <a:lnTo>
                  <a:pt x="180340" y="189865"/>
                </a:lnTo>
                <a:lnTo>
                  <a:pt x="223520" y="146685"/>
                </a:lnTo>
                <a:cubicBezTo>
                  <a:pt x="231140" y="139065"/>
                  <a:pt x="231140" y="126365"/>
                  <a:pt x="223520" y="117475"/>
                </a:cubicBezTo>
                <a:lnTo>
                  <a:pt x="111760" y="5715"/>
                </a:lnTo>
                <a:cubicBezTo>
                  <a:pt x="104140" y="-1905"/>
                  <a:pt x="91440" y="-1905"/>
                  <a:pt x="82550" y="5715"/>
                </a:cubicBezTo>
                <a:lnTo>
                  <a:pt x="8890" y="79375"/>
                </a:lnTo>
                <a:cubicBezTo>
                  <a:pt x="1270" y="88265"/>
                  <a:pt x="1270" y="100965"/>
                  <a:pt x="10160" y="108585"/>
                </a:cubicBezTo>
                <a:close/>
                <a:moveTo>
                  <a:pt x="24130" y="94615"/>
                </a:moveTo>
                <a:lnTo>
                  <a:pt x="119380" y="189865"/>
                </a:lnTo>
                <a:lnTo>
                  <a:pt x="151130" y="189865"/>
                </a:lnTo>
                <a:lnTo>
                  <a:pt x="209550" y="131445"/>
                </a:lnTo>
                <a:lnTo>
                  <a:pt x="97790" y="19685"/>
                </a:lnTo>
                <a:lnTo>
                  <a:pt x="24130" y="94615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6" name="Полилиния: фигура 135">
            <a:extLst>
              <a:ext uri="{FF2B5EF4-FFF2-40B4-BE49-F238E27FC236}">
                <a16:creationId xmlns:a16="http://schemas.microsoft.com/office/drawing/2014/main" id="{E1A69B29-9057-3AB5-E10B-5CF91F01B70E}"/>
              </a:ext>
            </a:extLst>
          </p:cNvPr>
          <p:cNvSpPr/>
          <p:nvPr/>
        </p:nvSpPr>
        <p:spPr>
          <a:xfrm>
            <a:off x="3313791" y="4017493"/>
            <a:ext cx="264160" cy="213360"/>
          </a:xfrm>
          <a:custGeom>
            <a:avLst/>
            <a:gdLst>
              <a:gd name="connsiteX0" fmla="*/ 254000 w 264160"/>
              <a:gd name="connsiteY0" fmla="*/ 0 h 213360"/>
              <a:gd name="connsiteX1" fmla="*/ 264160 w 264160"/>
              <a:gd name="connsiteY1" fmla="*/ 10160 h 213360"/>
              <a:gd name="connsiteX2" fmla="*/ 254000 w 264160"/>
              <a:gd name="connsiteY2" fmla="*/ 20320 h 213360"/>
              <a:gd name="connsiteX3" fmla="*/ 223520 w 264160"/>
              <a:gd name="connsiteY3" fmla="*/ 20320 h 213360"/>
              <a:gd name="connsiteX4" fmla="*/ 223520 w 264160"/>
              <a:gd name="connsiteY4" fmla="*/ 203200 h 213360"/>
              <a:gd name="connsiteX5" fmla="*/ 213360 w 264160"/>
              <a:gd name="connsiteY5" fmla="*/ 213360 h 213360"/>
              <a:gd name="connsiteX6" fmla="*/ 50800 w 264160"/>
              <a:gd name="connsiteY6" fmla="*/ 213360 h 213360"/>
              <a:gd name="connsiteX7" fmla="*/ 40640 w 264160"/>
              <a:gd name="connsiteY7" fmla="*/ 203200 h 213360"/>
              <a:gd name="connsiteX8" fmla="*/ 40640 w 264160"/>
              <a:gd name="connsiteY8" fmla="*/ 20320 h 213360"/>
              <a:gd name="connsiteX9" fmla="*/ 10160 w 264160"/>
              <a:gd name="connsiteY9" fmla="*/ 20320 h 213360"/>
              <a:gd name="connsiteX10" fmla="*/ 0 w 264160"/>
              <a:gd name="connsiteY10" fmla="*/ 10160 h 213360"/>
              <a:gd name="connsiteX11" fmla="*/ 10160 w 264160"/>
              <a:gd name="connsiteY11" fmla="*/ 0 h 213360"/>
              <a:gd name="connsiteX12" fmla="*/ 254000 w 264160"/>
              <a:gd name="connsiteY12" fmla="*/ 0 h 213360"/>
              <a:gd name="connsiteX13" fmla="*/ 203200 w 264160"/>
              <a:gd name="connsiteY13" fmla="*/ 20320 h 213360"/>
              <a:gd name="connsiteX14" fmla="*/ 60960 w 264160"/>
              <a:gd name="connsiteY14" fmla="*/ 20320 h 213360"/>
              <a:gd name="connsiteX15" fmla="*/ 60960 w 264160"/>
              <a:gd name="connsiteY15" fmla="*/ 193040 h 213360"/>
              <a:gd name="connsiteX16" fmla="*/ 203200 w 264160"/>
              <a:gd name="connsiteY16" fmla="*/ 193040 h 213360"/>
              <a:gd name="connsiteX17" fmla="*/ 203200 w 264160"/>
              <a:gd name="connsiteY17" fmla="*/ 20320 h 213360"/>
              <a:gd name="connsiteX18" fmla="*/ 132080 w 264160"/>
              <a:gd name="connsiteY18" fmla="*/ 40640 h 213360"/>
              <a:gd name="connsiteX19" fmla="*/ 172720 w 264160"/>
              <a:gd name="connsiteY19" fmla="*/ 81280 h 213360"/>
              <a:gd name="connsiteX20" fmla="*/ 132080 w 264160"/>
              <a:gd name="connsiteY20" fmla="*/ 121920 h 213360"/>
              <a:gd name="connsiteX21" fmla="*/ 91440 w 264160"/>
              <a:gd name="connsiteY21" fmla="*/ 81280 h 213360"/>
              <a:gd name="connsiteX22" fmla="*/ 132080 w 264160"/>
              <a:gd name="connsiteY22" fmla="*/ 40640 h 213360"/>
              <a:gd name="connsiteX23" fmla="*/ 132080 w 264160"/>
              <a:gd name="connsiteY23" fmla="*/ 60960 h 213360"/>
              <a:gd name="connsiteX24" fmla="*/ 111760 w 264160"/>
              <a:gd name="connsiteY24" fmla="*/ 81280 h 213360"/>
              <a:gd name="connsiteX25" fmla="*/ 132080 w 264160"/>
              <a:gd name="connsiteY25" fmla="*/ 101600 h 213360"/>
              <a:gd name="connsiteX26" fmla="*/ 152400 w 264160"/>
              <a:gd name="connsiteY26" fmla="*/ 81280 h 213360"/>
              <a:gd name="connsiteX27" fmla="*/ 132080 w 264160"/>
              <a:gd name="connsiteY27" fmla="*/ 60960 h 213360"/>
              <a:gd name="connsiteX28" fmla="*/ 121920 w 264160"/>
              <a:gd name="connsiteY28" fmla="*/ 142240 h 213360"/>
              <a:gd name="connsiteX29" fmla="*/ 111760 w 264160"/>
              <a:gd name="connsiteY29" fmla="*/ 152400 h 213360"/>
              <a:gd name="connsiteX30" fmla="*/ 121920 w 264160"/>
              <a:gd name="connsiteY30" fmla="*/ 162560 h 213360"/>
              <a:gd name="connsiteX31" fmla="*/ 142240 w 264160"/>
              <a:gd name="connsiteY31" fmla="*/ 162560 h 213360"/>
              <a:gd name="connsiteX32" fmla="*/ 152400 w 264160"/>
              <a:gd name="connsiteY32" fmla="*/ 152400 h 213360"/>
              <a:gd name="connsiteX33" fmla="*/ 142240 w 264160"/>
              <a:gd name="connsiteY33" fmla="*/ 142240 h 213360"/>
              <a:gd name="connsiteX34" fmla="*/ 121920 w 264160"/>
              <a:gd name="connsiteY34" fmla="*/ 142240 h 2133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264160" h="213360">
                <a:moveTo>
                  <a:pt x="254000" y="0"/>
                </a:moveTo>
                <a:cubicBezTo>
                  <a:pt x="259080" y="0"/>
                  <a:pt x="264160" y="5080"/>
                  <a:pt x="264160" y="10160"/>
                </a:cubicBezTo>
                <a:cubicBezTo>
                  <a:pt x="264160" y="15240"/>
                  <a:pt x="259080" y="20320"/>
                  <a:pt x="254000" y="20320"/>
                </a:cubicBezTo>
                <a:lnTo>
                  <a:pt x="223520" y="20320"/>
                </a:lnTo>
                <a:lnTo>
                  <a:pt x="223520" y="203200"/>
                </a:lnTo>
                <a:cubicBezTo>
                  <a:pt x="223520" y="208280"/>
                  <a:pt x="218440" y="213360"/>
                  <a:pt x="213360" y="213360"/>
                </a:cubicBezTo>
                <a:lnTo>
                  <a:pt x="50800" y="213360"/>
                </a:lnTo>
                <a:cubicBezTo>
                  <a:pt x="45720" y="213360"/>
                  <a:pt x="40640" y="208280"/>
                  <a:pt x="40640" y="203200"/>
                </a:cubicBezTo>
                <a:lnTo>
                  <a:pt x="40640" y="20320"/>
                </a:lnTo>
                <a:lnTo>
                  <a:pt x="10160" y="20320"/>
                </a:lnTo>
                <a:cubicBezTo>
                  <a:pt x="5080" y="20320"/>
                  <a:pt x="0" y="15240"/>
                  <a:pt x="0" y="10160"/>
                </a:cubicBezTo>
                <a:cubicBezTo>
                  <a:pt x="0" y="5080"/>
                  <a:pt x="5080" y="0"/>
                  <a:pt x="10160" y="0"/>
                </a:cubicBezTo>
                <a:lnTo>
                  <a:pt x="254000" y="0"/>
                </a:lnTo>
                <a:close/>
                <a:moveTo>
                  <a:pt x="203200" y="20320"/>
                </a:moveTo>
                <a:lnTo>
                  <a:pt x="60960" y="20320"/>
                </a:lnTo>
                <a:lnTo>
                  <a:pt x="60960" y="193040"/>
                </a:lnTo>
                <a:lnTo>
                  <a:pt x="203200" y="193040"/>
                </a:lnTo>
                <a:lnTo>
                  <a:pt x="203200" y="20320"/>
                </a:lnTo>
                <a:close/>
                <a:moveTo>
                  <a:pt x="132080" y="40640"/>
                </a:moveTo>
                <a:cubicBezTo>
                  <a:pt x="154940" y="40640"/>
                  <a:pt x="172720" y="58420"/>
                  <a:pt x="172720" y="81280"/>
                </a:cubicBezTo>
                <a:cubicBezTo>
                  <a:pt x="172720" y="104140"/>
                  <a:pt x="154940" y="121920"/>
                  <a:pt x="132080" y="121920"/>
                </a:cubicBezTo>
                <a:cubicBezTo>
                  <a:pt x="109220" y="121920"/>
                  <a:pt x="91440" y="104140"/>
                  <a:pt x="91440" y="81280"/>
                </a:cubicBezTo>
                <a:cubicBezTo>
                  <a:pt x="91440" y="58420"/>
                  <a:pt x="110490" y="40640"/>
                  <a:pt x="132080" y="40640"/>
                </a:cubicBezTo>
                <a:close/>
                <a:moveTo>
                  <a:pt x="132080" y="60960"/>
                </a:moveTo>
                <a:cubicBezTo>
                  <a:pt x="120650" y="60960"/>
                  <a:pt x="111760" y="69850"/>
                  <a:pt x="111760" y="81280"/>
                </a:cubicBezTo>
                <a:cubicBezTo>
                  <a:pt x="111760" y="92710"/>
                  <a:pt x="120650" y="101600"/>
                  <a:pt x="132080" y="101600"/>
                </a:cubicBezTo>
                <a:cubicBezTo>
                  <a:pt x="143510" y="101600"/>
                  <a:pt x="152400" y="92710"/>
                  <a:pt x="152400" y="81280"/>
                </a:cubicBezTo>
                <a:cubicBezTo>
                  <a:pt x="152400" y="69850"/>
                  <a:pt x="143510" y="60960"/>
                  <a:pt x="132080" y="60960"/>
                </a:cubicBezTo>
                <a:close/>
                <a:moveTo>
                  <a:pt x="121920" y="142240"/>
                </a:moveTo>
                <a:cubicBezTo>
                  <a:pt x="116840" y="142240"/>
                  <a:pt x="111760" y="147320"/>
                  <a:pt x="111760" y="152400"/>
                </a:cubicBezTo>
                <a:cubicBezTo>
                  <a:pt x="111760" y="157480"/>
                  <a:pt x="116840" y="162560"/>
                  <a:pt x="121920" y="162560"/>
                </a:cubicBezTo>
                <a:lnTo>
                  <a:pt x="142240" y="162560"/>
                </a:lnTo>
                <a:cubicBezTo>
                  <a:pt x="147320" y="162560"/>
                  <a:pt x="152400" y="157480"/>
                  <a:pt x="152400" y="152400"/>
                </a:cubicBezTo>
                <a:cubicBezTo>
                  <a:pt x="152400" y="147320"/>
                  <a:pt x="147320" y="142240"/>
                  <a:pt x="142240" y="142240"/>
                </a:cubicBezTo>
                <a:lnTo>
                  <a:pt x="121920" y="1422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7" name="Полилиния: фигура 138">
            <a:extLst>
              <a:ext uri="{FF2B5EF4-FFF2-40B4-BE49-F238E27FC236}">
                <a16:creationId xmlns:a16="http://schemas.microsoft.com/office/drawing/2014/main" id="{94F72ECC-C7E0-FD0E-DF5D-ED7E56019077}"/>
              </a:ext>
            </a:extLst>
          </p:cNvPr>
          <p:cNvSpPr/>
          <p:nvPr/>
        </p:nvSpPr>
        <p:spPr>
          <a:xfrm>
            <a:off x="3873862" y="4010032"/>
            <a:ext cx="262813" cy="228441"/>
          </a:xfrm>
          <a:custGeom>
            <a:avLst/>
            <a:gdLst>
              <a:gd name="connsiteX0" fmla="*/ 257810 w 262813"/>
              <a:gd name="connsiteY0" fmla="*/ 34131 h 228441"/>
              <a:gd name="connsiteX1" fmla="*/ 255270 w 262813"/>
              <a:gd name="connsiteY1" fmla="*/ 51911 h 228441"/>
              <a:gd name="connsiteX2" fmla="*/ 209550 w 262813"/>
              <a:gd name="connsiteY2" fmla="*/ 92551 h 228441"/>
              <a:gd name="connsiteX3" fmla="*/ 195580 w 262813"/>
              <a:gd name="connsiteY3" fmla="*/ 114141 h 228441"/>
              <a:gd name="connsiteX4" fmla="*/ 161290 w 262813"/>
              <a:gd name="connsiteY4" fmla="*/ 164941 h 228441"/>
              <a:gd name="connsiteX5" fmla="*/ 90170 w 262813"/>
              <a:gd name="connsiteY5" fmla="*/ 191611 h 228441"/>
              <a:gd name="connsiteX6" fmla="*/ 34290 w 262813"/>
              <a:gd name="connsiteY6" fmla="*/ 167481 h 228441"/>
              <a:gd name="connsiteX7" fmla="*/ 20320 w 262813"/>
              <a:gd name="connsiteY7" fmla="*/ 218281 h 228441"/>
              <a:gd name="connsiteX8" fmla="*/ 10160 w 262813"/>
              <a:gd name="connsiteY8" fmla="*/ 228441 h 228441"/>
              <a:gd name="connsiteX9" fmla="*/ 0 w 262813"/>
              <a:gd name="connsiteY9" fmla="*/ 218281 h 228441"/>
              <a:gd name="connsiteX10" fmla="*/ 111760 w 262813"/>
              <a:gd name="connsiteY10" fmla="*/ 73501 h 228441"/>
              <a:gd name="connsiteX11" fmla="*/ 125730 w 262813"/>
              <a:gd name="connsiteY11" fmla="*/ 78581 h 228441"/>
              <a:gd name="connsiteX12" fmla="*/ 120650 w 262813"/>
              <a:gd name="connsiteY12" fmla="*/ 92551 h 228441"/>
              <a:gd name="connsiteX13" fmla="*/ 45720 w 262813"/>
              <a:gd name="connsiteY13" fmla="*/ 149701 h 228441"/>
              <a:gd name="connsiteX14" fmla="*/ 92710 w 262813"/>
              <a:gd name="connsiteY14" fmla="*/ 171291 h 228441"/>
              <a:gd name="connsiteX15" fmla="*/ 146050 w 262813"/>
              <a:gd name="connsiteY15" fmla="*/ 152241 h 228441"/>
              <a:gd name="connsiteX16" fmla="*/ 179070 w 262813"/>
              <a:gd name="connsiteY16" fmla="*/ 103981 h 228441"/>
              <a:gd name="connsiteX17" fmla="*/ 194310 w 262813"/>
              <a:gd name="connsiteY17" fmla="*/ 81121 h 228441"/>
              <a:gd name="connsiteX18" fmla="*/ 231140 w 262813"/>
              <a:gd name="connsiteY18" fmla="*/ 41751 h 228441"/>
              <a:gd name="connsiteX19" fmla="*/ 203200 w 262813"/>
              <a:gd name="connsiteY19" fmla="*/ 30321 h 228441"/>
              <a:gd name="connsiteX20" fmla="*/ 109220 w 262813"/>
              <a:gd name="connsiteY20" fmla="*/ 21431 h 228441"/>
              <a:gd name="connsiteX21" fmla="*/ 38100 w 262813"/>
              <a:gd name="connsiteY21" fmla="*/ 68421 h 228441"/>
              <a:gd name="connsiteX22" fmla="*/ 27940 w 262813"/>
              <a:gd name="connsiteY22" fmla="*/ 105251 h 228441"/>
              <a:gd name="connsiteX23" fmla="*/ 26670 w 262813"/>
              <a:gd name="connsiteY23" fmla="*/ 109061 h 228441"/>
              <a:gd name="connsiteX24" fmla="*/ 13970 w 262813"/>
              <a:gd name="connsiteY24" fmla="*/ 126841 h 228441"/>
              <a:gd name="connsiteX25" fmla="*/ 10160 w 262813"/>
              <a:gd name="connsiteY25" fmla="*/ 126841 h 228441"/>
              <a:gd name="connsiteX26" fmla="*/ 20320 w 262813"/>
              <a:gd name="connsiteY26" fmla="*/ 59531 h 228441"/>
              <a:gd name="connsiteX27" fmla="*/ 104140 w 262813"/>
              <a:gd name="connsiteY27" fmla="*/ 3651 h 228441"/>
              <a:gd name="connsiteX28" fmla="*/ 209550 w 262813"/>
              <a:gd name="connsiteY28" fmla="*/ 13811 h 228441"/>
              <a:gd name="connsiteX29" fmla="*/ 245110 w 262813"/>
              <a:gd name="connsiteY29" fmla="*/ 27781 h 228441"/>
              <a:gd name="connsiteX30" fmla="*/ 255270 w 262813"/>
              <a:gd name="connsiteY30" fmla="*/ 32861 h 228441"/>
              <a:gd name="connsiteX31" fmla="*/ 257810 w 262813"/>
              <a:gd name="connsiteY31" fmla="*/ 34131 h 228441"/>
              <a:gd name="connsiteX32" fmla="*/ 257810 w 262813"/>
              <a:gd name="connsiteY32" fmla="*/ 34131 h 228441"/>
              <a:gd name="connsiteX33" fmla="*/ 257810 w 262813"/>
              <a:gd name="connsiteY33" fmla="*/ 34131 h 228441"/>
              <a:gd name="connsiteX34" fmla="*/ 257810 w 262813"/>
              <a:gd name="connsiteY34" fmla="*/ 34131 h 2284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262813" h="228441">
                <a:moveTo>
                  <a:pt x="257810" y="34131"/>
                </a:moveTo>
                <a:cubicBezTo>
                  <a:pt x="265430" y="37941"/>
                  <a:pt x="264160" y="49371"/>
                  <a:pt x="255270" y="51911"/>
                </a:cubicBezTo>
                <a:cubicBezTo>
                  <a:pt x="236220" y="58261"/>
                  <a:pt x="222250" y="72231"/>
                  <a:pt x="209550" y="92551"/>
                </a:cubicBezTo>
                <a:cubicBezTo>
                  <a:pt x="205740" y="98901"/>
                  <a:pt x="200660" y="106521"/>
                  <a:pt x="195580" y="114141"/>
                </a:cubicBezTo>
                <a:cubicBezTo>
                  <a:pt x="185420" y="129381"/>
                  <a:pt x="175260" y="148431"/>
                  <a:pt x="161290" y="164941"/>
                </a:cubicBezTo>
                <a:cubicBezTo>
                  <a:pt x="143510" y="186531"/>
                  <a:pt x="115570" y="194151"/>
                  <a:pt x="90170" y="191611"/>
                </a:cubicBezTo>
                <a:cubicBezTo>
                  <a:pt x="69850" y="189071"/>
                  <a:pt x="49530" y="181451"/>
                  <a:pt x="34290" y="167481"/>
                </a:cubicBezTo>
                <a:cubicBezTo>
                  <a:pt x="25400" y="183991"/>
                  <a:pt x="21590" y="201771"/>
                  <a:pt x="20320" y="218281"/>
                </a:cubicBezTo>
                <a:cubicBezTo>
                  <a:pt x="20320" y="223361"/>
                  <a:pt x="15240" y="228441"/>
                  <a:pt x="10160" y="228441"/>
                </a:cubicBezTo>
                <a:cubicBezTo>
                  <a:pt x="5080" y="228441"/>
                  <a:pt x="0" y="223361"/>
                  <a:pt x="0" y="218281"/>
                </a:cubicBezTo>
                <a:cubicBezTo>
                  <a:pt x="1270" y="162401"/>
                  <a:pt x="39370" y="105251"/>
                  <a:pt x="111760" y="73501"/>
                </a:cubicBezTo>
                <a:cubicBezTo>
                  <a:pt x="116840" y="70961"/>
                  <a:pt x="123190" y="73501"/>
                  <a:pt x="125730" y="78581"/>
                </a:cubicBezTo>
                <a:cubicBezTo>
                  <a:pt x="128270" y="83661"/>
                  <a:pt x="125730" y="90011"/>
                  <a:pt x="120650" y="92551"/>
                </a:cubicBezTo>
                <a:cubicBezTo>
                  <a:pt x="86360" y="107791"/>
                  <a:pt x="62230" y="128111"/>
                  <a:pt x="45720" y="149701"/>
                </a:cubicBezTo>
                <a:cubicBezTo>
                  <a:pt x="58420" y="161131"/>
                  <a:pt x="74930" y="168751"/>
                  <a:pt x="92710" y="171291"/>
                </a:cubicBezTo>
                <a:cubicBezTo>
                  <a:pt x="114300" y="173831"/>
                  <a:pt x="134620" y="167481"/>
                  <a:pt x="146050" y="152241"/>
                </a:cubicBezTo>
                <a:cubicBezTo>
                  <a:pt x="160020" y="135731"/>
                  <a:pt x="168910" y="119221"/>
                  <a:pt x="179070" y="103981"/>
                </a:cubicBezTo>
                <a:cubicBezTo>
                  <a:pt x="184150" y="96361"/>
                  <a:pt x="189230" y="88741"/>
                  <a:pt x="194310" y="81121"/>
                </a:cubicBezTo>
                <a:cubicBezTo>
                  <a:pt x="204470" y="65881"/>
                  <a:pt x="215900" y="51911"/>
                  <a:pt x="231140" y="41751"/>
                </a:cubicBezTo>
                <a:cubicBezTo>
                  <a:pt x="223520" y="37941"/>
                  <a:pt x="214630" y="34131"/>
                  <a:pt x="203200" y="30321"/>
                </a:cubicBezTo>
                <a:cubicBezTo>
                  <a:pt x="175260" y="21431"/>
                  <a:pt x="140970" y="13811"/>
                  <a:pt x="109220" y="21431"/>
                </a:cubicBezTo>
                <a:cubicBezTo>
                  <a:pt x="77470" y="29051"/>
                  <a:pt x="52070" y="46831"/>
                  <a:pt x="38100" y="68421"/>
                </a:cubicBezTo>
                <a:cubicBezTo>
                  <a:pt x="31750" y="79851"/>
                  <a:pt x="27940" y="91281"/>
                  <a:pt x="27940" y="105251"/>
                </a:cubicBezTo>
                <a:cubicBezTo>
                  <a:pt x="27940" y="106521"/>
                  <a:pt x="27940" y="107791"/>
                  <a:pt x="26670" y="109061"/>
                </a:cubicBezTo>
                <a:cubicBezTo>
                  <a:pt x="22860" y="114141"/>
                  <a:pt x="17780" y="120491"/>
                  <a:pt x="13970" y="126841"/>
                </a:cubicBezTo>
                <a:cubicBezTo>
                  <a:pt x="12700" y="128111"/>
                  <a:pt x="10160" y="128111"/>
                  <a:pt x="10160" y="126841"/>
                </a:cubicBezTo>
                <a:cubicBezTo>
                  <a:pt x="3810" y="102711"/>
                  <a:pt x="8890" y="79851"/>
                  <a:pt x="20320" y="59531"/>
                </a:cubicBezTo>
                <a:cubicBezTo>
                  <a:pt x="36830" y="31591"/>
                  <a:pt x="67310" y="11271"/>
                  <a:pt x="104140" y="3651"/>
                </a:cubicBezTo>
                <a:cubicBezTo>
                  <a:pt x="140970" y="-5239"/>
                  <a:pt x="180340" y="3651"/>
                  <a:pt x="209550" y="13811"/>
                </a:cubicBezTo>
                <a:cubicBezTo>
                  <a:pt x="224790" y="18891"/>
                  <a:pt x="236220" y="23971"/>
                  <a:pt x="245110" y="27781"/>
                </a:cubicBezTo>
                <a:cubicBezTo>
                  <a:pt x="248920" y="30321"/>
                  <a:pt x="252730" y="31591"/>
                  <a:pt x="255270" y="32861"/>
                </a:cubicBezTo>
                <a:cubicBezTo>
                  <a:pt x="255270" y="32861"/>
                  <a:pt x="256540" y="32861"/>
                  <a:pt x="257810" y="34131"/>
                </a:cubicBezTo>
                <a:lnTo>
                  <a:pt x="257810" y="34131"/>
                </a:lnTo>
                <a:lnTo>
                  <a:pt x="257810" y="34131"/>
                </a:lnTo>
                <a:lnTo>
                  <a:pt x="257810" y="34131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8" name="Полилиния: фигура 141">
            <a:extLst>
              <a:ext uri="{FF2B5EF4-FFF2-40B4-BE49-F238E27FC236}">
                <a16:creationId xmlns:a16="http://schemas.microsoft.com/office/drawing/2014/main" id="{E167034C-2BC4-4033-21EC-EDCEA857537B}"/>
              </a:ext>
            </a:extLst>
          </p:cNvPr>
          <p:cNvSpPr/>
          <p:nvPr/>
        </p:nvSpPr>
        <p:spPr>
          <a:xfrm>
            <a:off x="4437741" y="3984474"/>
            <a:ext cx="254000" cy="280670"/>
          </a:xfrm>
          <a:custGeom>
            <a:avLst/>
            <a:gdLst>
              <a:gd name="connsiteX0" fmla="*/ 170180 w 254000"/>
              <a:gd name="connsiteY0" fmla="*/ 231140 h 280670"/>
              <a:gd name="connsiteX1" fmla="*/ 172720 w 254000"/>
              <a:gd name="connsiteY1" fmla="*/ 233680 h 280670"/>
              <a:gd name="connsiteX2" fmla="*/ 254000 w 254000"/>
              <a:gd name="connsiteY2" fmla="*/ 152400 h 280670"/>
              <a:gd name="connsiteX3" fmla="*/ 193040 w 254000"/>
              <a:gd name="connsiteY3" fmla="*/ 73660 h 280670"/>
              <a:gd name="connsiteX4" fmla="*/ 193040 w 254000"/>
              <a:gd name="connsiteY4" fmla="*/ 66040 h 280670"/>
              <a:gd name="connsiteX5" fmla="*/ 127000 w 254000"/>
              <a:gd name="connsiteY5" fmla="*/ 0 h 280670"/>
              <a:gd name="connsiteX6" fmla="*/ 60960 w 254000"/>
              <a:gd name="connsiteY6" fmla="*/ 66040 h 280670"/>
              <a:gd name="connsiteX7" fmla="*/ 60960 w 254000"/>
              <a:gd name="connsiteY7" fmla="*/ 73660 h 280670"/>
              <a:gd name="connsiteX8" fmla="*/ 0 w 254000"/>
              <a:gd name="connsiteY8" fmla="*/ 152400 h 280670"/>
              <a:gd name="connsiteX9" fmla="*/ 81280 w 254000"/>
              <a:gd name="connsiteY9" fmla="*/ 233680 h 280670"/>
              <a:gd name="connsiteX10" fmla="*/ 83820 w 254000"/>
              <a:gd name="connsiteY10" fmla="*/ 231140 h 280670"/>
              <a:gd name="connsiteX11" fmla="*/ 83820 w 254000"/>
              <a:gd name="connsiteY11" fmla="*/ 214630 h 280670"/>
              <a:gd name="connsiteX12" fmla="*/ 81280 w 254000"/>
              <a:gd name="connsiteY12" fmla="*/ 212090 h 280670"/>
              <a:gd name="connsiteX13" fmla="*/ 21590 w 254000"/>
              <a:gd name="connsiteY13" fmla="*/ 152400 h 280670"/>
              <a:gd name="connsiteX14" fmla="*/ 74930 w 254000"/>
              <a:gd name="connsiteY14" fmla="*/ 92710 h 280670"/>
              <a:gd name="connsiteX15" fmla="*/ 85090 w 254000"/>
              <a:gd name="connsiteY15" fmla="*/ 91440 h 280670"/>
              <a:gd name="connsiteX16" fmla="*/ 86360 w 254000"/>
              <a:gd name="connsiteY16" fmla="*/ 90170 h 280670"/>
              <a:gd name="connsiteX17" fmla="*/ 86360 w 254000"/>
              <a:gd name="connsiteY17" fmla="*/ 87630 h 280670"/>
              <a:gd name="connsiteX18" fmla="*/ 83820 w 254000"/>
              <a:gd name="connsiteY18" fmla="*/ 78740 h 280670"/>
              <a:gd name="connsiteX19" fmla="*/ 82550 w 254000"/>
              <a:gd name="connsiteY19" fmla="*/ 66040 h 280670"/>
              <a:gd name="connsiteX20" fmla="*/ 127000 w 254000"/>
              <a:gd name="connsiteY20" fmla="*/ 21590 h 280670"/>
              <a:gd name="connsiteX21" fmla="*/ 171450 w 254000"/>
              <a:gd name="connsiteY21" fmla="*/ 66040 h 280670"/>
              <a:gd name="connsiteX22" fmla="*/ 170180 w 254000"/>
              <a:gd name="connsiteY22" fmla="*/ 78740 h 280670"/>
              <a:gd name="connsiteX23" fmla="*/ 167640 w 254000"/>
              <a:gd name="connsiteY23" fmla="*/ 87630 h 280670"/>
              <a:gd name="connsiteX24" fmla="*/ 167640 w 254000"/>
              <a:gd name="connsiteY24" fmla="*/ 90170 h 280670"/>
              <a:gd name="connsiteX25" fmla="*/ 168910 w 254000"/>
              <a:gd name="connsiteY25" fmla="*/ 91440 h 280670"/>
              <a:gd name="connsiteX26" fmla="*/ 179070 w 254000"/>
              <a:gd name="connsiteY26" fmla="*/ 92710 h 280670"/>
              <a:gd name="connsiteX27" fmla="*/ 232410 w 254000"/>
              <a:gd name="connsiteY27" fmla="*/ 152400 h 280670"/>
              <a:gd name="connsiteX28" fmla="*/ 172720 w 254000"/>
              <a:gd name="connsiteY28" fmla="*/ 212090 h 280670"/>
              <a:gd name="connsiteX29" fmla="*/ 170180 w 254000"/>
              <a:gd name="connsiteY29" fmla="*/ 214630 h 280670"/>
              <a:gd name="connsiteX30" fmla="*/ 170180 w 254000"/>
              <a:gd name="connsiteY30" fmla="*/ 231140 h 280670"/>
              <a:gd name="connsiteX31" fmla="*/ 137160 w 254000"/>
              <a:gd name="connsiteY31" fmla="*/ 121920 h 280670"/>
              <a:gd name="connsiteX32" fmla="*/ 127000 w 254000"/>
              <a:gd name="connsiteY32" fmla="*/ 111760 h 280670"/>
              <a:gd name="connsiteX33" fmla="*/ 116840 w 254000"/>
              <a:gd name="connsiteY33" fmla="*/ 121920 h 280670"/>
              <a:gd name="connsiteX34" fmla="*/ 116840 w 254000"/>
              <a:gd name="connsiteY34" fmla="*/ 168910 h 280670"/>
              <a:gd name="connsiteX35" fmla="*/ 104140 w 254000"/>
              <a:gd name="connsiteY35" fmla="*/ 156210 h 280670"/>
              <a:gd name="connsiteX36" fmla="*/ 90170 w 254000"/>
              <a:gd name="connsiteY36" fmla="*/ 156210 h 280670"/>
              <a:gd name="connsiteX37" fmla="*/ 90170 w 254000"/>
              <a:gd name="connsiteY37" fmla="*/ 170180 h 280670"/>
              <a:gd name="connsiteX38" fmla="*/ 118110 w 254000"/>
              <a:gd name="connsiteY38" fmla="*/ 198120 h 280670"/>
              <a:gd name="connsiteX39" fmla="*/ 118110 w 254000"/>
              <a:gd name="connsiteY39" fmla="*/ 270510 h 280670"/>
              <a:gd name="connsiteX40" fmla="*/ 128270 w 254000"/>
              <a:gd name="connsiteY40" fmla="*/ 280670 h 280670"/>
              <a:gd name="connsiteX41" fmla="*/ 138430 w 254000"/>
              <a:gd name="connsiteY41" fmla="*/ 270510 h 280670"/>
              <a:gd name="connsiteX42" fmla="*/ 138430 w 254000"/>
              <a:gd name="connsiteY42" fmla="*/ 179070 h 280670"/>
              <a:gd name="connsiteX43" fmla="*/ 175260 w 254000"/>
              <a:gd name="connsiteY43" fmla="*/ 151130 h 280670"/>
              <a:gd name="connsiteX44" fmla="*/ 177800 w 254000"/>
              <a:gd name="connsiteY44" fmla="*/ 137160 h 280670"/>
              <a:gd name="connsiteX45" fmla="*/ 163830 w 254000"/>
              <a:gd name="connsiteY45" fmla="*/ 134620 h 280670"/>
              <a:gd name="connsiteX46" fmla="*/ 139700 w 254000"/>
              <a:gd name="connsiteY46" fmla="*/ 152400 h 280670"/>
              <a:gd name="connsiteX47" fmla="*/ 139700 w 254000"/>
              <a:gd name="connsiteY47" fmla="*/ 121920 h 280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</a:cxnLst>
            <a:rect l="l" t="t" r="r" b="b"/>
            <a:pathLst>
              <a:path w="254000" h="280670">
                <a:moveTo>
                  <a:pt x="170180" y="231140"/>
                </a:moveTo>
                <a:cubicBezTo>
                  <a:pt x="170180" y="232410"/>
                  <a:pt x="171450" y="233680"/>
                  <a:pt x="172720" y="233680"/>
                </a:cubicBezTo>
                <a:cubicBezTo>
                  <a:pt x="217170" y="233680"/>
                  <a:pt x="254000" y="196850"/>
                  <a:pt x="254000" y="152400"/>
                </a:cubicBezTo>
                <a:cubicBezTo>
                  <a:pt x="254000" y="114300"/>
                  <a:pt x="228600" y="82550"/>
                  <a:pt x="193040" y="73660"/>
                </a:cubicBezTo>
                <a:cubicBezTo>
                  <a:pt x="193040" y="71120"/>
                  <a:pt x="193040" y="68580"/>
                  <a:pt x="193040" y="66040"/>
                </a:cubicBezTo>
                <a:cubicBezTo>
                  <a:pt x="193040" y="29210"/>
                  <a:pt x="163830" y="0"/>
                  <a:pt x="127000" y="0"/>
                </a:cubicBezTo>
                <a:cubicBezTo>
                  <a:pt x="90170" y="0"/>
                  <a:pt x="60960" y="29210"/>
                  <a:pt x="60960" y="66040"/>
                </a:cubicBezTo>
                <a:cubicBezTo>
                  <a:pt x="60960" y="68580"/>
                  <a:pt x="60960" y="71120"/>
                  <a:pt x="60960" y="73660"/>
                </a:cubicBezTo>
                <a:cubicBezTo>
                  <a:pt x="25400" y="82550"/>
                  <a:pt x="0" y="114300"/>
                  <a:pt x="0" y="152400"/>
                </a:cubicBezTo>
                <a:cubicBezTo>
                  <a:pt x="0" y="196850"/>
                  <a:pt x="36830" y="233680"/>
                  <a:pt x="81280" y="233680"/>
                </a:cubicBezTo>
                <a:cubicBezTo>
                  <a:pt x="82550" y="233680"/>
                  <a:pt x="83820" y="232410"/>
                  <a:pt x="83820" y="231140"/>
                </a:cubicBezTo>
                <a:lnTo>
                  <a:pt x="83820" y="214630"/>
                </a:lnTo>
                <a:cubicBezTo>
                  <a:pt x="83820" y="213360"/>
                  <a:pt x="82550" y="212090"/>
                  <a:pt x="81280" y="212090"/>
                </a:cubicBezTo>
                <a:cubicBezTo>
                  <a:pt x="48260" y="212090"/>
                  <a:pt x="21590" y="185420"/>
                  <a:pt x="21590" y="152400"/>
                </a:cubicBezTo>
                <a:cubicBezTo>
                  <a:pt x="21590" y="121920"/>
                  <a:pt x="44450" y="96520"/>
                  <a:pt x="74930" y="92710"/>
                </a:cubicBezTo>
                <a:lnTo>
                  <a:pt x="85090" y="91440"/>
                </a:lnTo>
                <a:cubicBezTo>
                  <a:pt x="86360" y="91440"/>
                  <a:pt x="86360" y="91440"/>
                  <a:pt x="86360" y="90170"/>
                </a:cubicBezTo>
                <a:cubicBezTo>
                  <a:pt x="86360" y="90170"/>
                  <a:pt x="86360" y="88900"/>
                  <a:pt x="86360" y="87630"/>
                </a:cubicBezTo>
                <a:lnTo>
                  <a:pt x="83820" y="78740"/>
                </a:lnTo>
                <a:cubicBezTo>
                  <a:pt x="82550" y="74930"/>
                  <a:pt x="82550" y="69850"/>
                  <a:pt x="82550" y="66040"/>
                </a:cubicBezTo>
                <a:cubicBezTo>
                  <a:pt x="82550" y="40640"/>
                  <a:pt x="102870" y="21590"/>
                  <a:pt x="127000" y="21590"/>
                </a:cubicBezTo>
                <a:cubicBezTo>
                  <a:pt x="151130" y="21590"/>
                  <a:pt x="171450" y="41910"/>
                  <a:pt x="171450" y="66040"/>
                </a:cubicBezTo>
                <a:cubicBezTo>
                  <a:pt x="171450" y="69850"/>
                  <a:pt x="171450" y="74930"/>
                  <a:pt x="170180" y="78740"/>
                </a:cubicBezTo>
                <a:lnTo>
                  <a:pt x="167640" y="87630"/>
                </a:lnTo>
                <a:cubicBezTo>
                  <a:pt x="167640" y="88900"/>
                  <a:pt x="167640" y="88900"/>
                  <a:pt x="167640" y="90170"/>
                </a:cubicBezTo>
                <a:cubicBezTo>
                  <a:pt x="167640" y="90170"/>
                  <a:pt x="168910" y="91440"/>
                  <a:pt x="168910" y="91440"/>
                </a:cubicBezTo>
                <a:lnTo>
                  <a:pt x="179070" y="92710"/>
                </a:lnTo>
                <a:cubicBezTo>
                  <a:pt x="209550" y="96520"/>
                  <a:pt x="232410" y="121920"/>
                  <a:pt x="232410" y="152400"/>
                </a:cubicBezTo>
                <a:cubicBezTo>
                  <a:pt x="232410" y="185420"/>
                  <a:pt x="205740" y="212090"/>
                  <a:pt x="172720" y="212090"/>
                </a:cubicBezTo>
                <a:cubicBezTo>
                  <a:pt x="171450" y="212090"/>
                  <a:pt x="170180" y="213360"/>
                  <a:pt x="170180" y="214630"/>
                </a:cubicBezTo>
                <a:lnTo>
                  <a:pt x="170180" y="231140"/>
                </a:lnTo>
                <a:close/>
                <a:moveTo>
                  <a:pt x="137160" y="121920"/>
                </a:moveTo>
                <a:cubicBezTo>
                  <a:pt x="137160" y="116840"/>
                  <a:pt x="132080" y="111760"/>
                  <a:pt x="127000" y="111760"/>
                </a:cubicBezTo>
                <a:cubicBezTo>
                  <a:pt x="121920" y="111760"/>
                  <a:pt x="116840" y="116840"/>
                  <a:pt x="116840" y="121920"/>
                </a:cubicBezTo>
                <a:lnTo>
                  <a:pt x="116840" y="168910"/>
                </a:lnTo>
                <a:lnTo>
                  <a:pt x="104140" y="156210"/>
                </a:lnTo>
                <a:cubicBezTo>
                  <a:pt x="100330" y="152400"/>
                  <a:pt x="93980" y="152400"/>
                  <a:pt x="90170" y="156210"/>
                </a:cubicBezTo>
                <a:cubicBezTo>
                  <a:pt x="86360" y="160020"/>
                  <a:pt x="86360" y="166370"/>
                  <a:pt x="90170" y="170180"/>
                </a:cubicBezTo>
                <a:lnTo>
                  <a:pt x="118110" y="198120"/>
                </a:lnTo>
                <a:lnTo>
                  <a:pt x="118110" y="270510"/>
                </a:lnTo>
                <a:cubicBezTo>
                  <a:pt x="118110" y="275590"/>
                  <a:pt x="123190" y="280670"/>
                  <a:pt x="128270" y="280670"/>
                </a:cubicBezTo>
                <a:cubicBezTo>
                  <a:pt x="133350" y="280670"/>
                  <a:pt x="138430" y="275590"/>
                  <a:pt x="138430" y="270510"/>
                </a:cubicBezTo>
                <a:lnTo>
                  <a:pt x="138430" y="179070"/>
                </a:lnTo>
                <a:lnTo>
                  <a:pt x="175260" y="151130"/>
                </a:lnTo>
                <a:cubicBezTo>
                  <a:pt x="180340" y="147320"/>
                  <a:pt x="180340" y="140970"/>
                  <a:pt x="177800" y="137160"/>
                </a:cubicBezTo>
                <a:cubicBezTo>
                  <a:pt x="173990" y="132080"/>
                  <a:pt x="167640" y="132080"/>
                  <a:pt x="163830" y="134620"/>
                </a:cubicBezTo>
                <a:lnTo>
                  <a:pt x="139700" y="152400"/>
                </a:lnTo>
                <a:lnTo>
                  <a:pt x="139700" y="1219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79" name="Полилиния: фигура 144">
            <a:extLst>
              <a:ext uri="{FF2B5EF4-FFF2-40B4-BE49-F238E27FC236}">
                <a16:creationId xmlns:a16="http://schemas.microsoft.com/office/drawing/2014/main" id="{2FBCFB27-9B91-00A7-675E-426CFE9A3769}"/>
              </a:ext>
            </a:extLst>
          </p:cNvPr>
          <p:cNvSpPr/>
          <p:nvPr/>
        </p:nvSpPr>
        <p:spPr>
          <a:xfrm>
            <a:off x="4997812" y="4002254"/>
            <a:ext cx="254000" cy="243840"/>
          </a:xfrm>
          <a:custGeom>
            <a:avLst/>
            <a:gdLst>
              <a:gd name="connsiteX0" fmla="*/ 203200 w 254000"/>
              <a:gd name="connsiteY0" fmla="*/ 243840 h 243840"/>
              <a:gd name="connsiteX1" fmla="*/ 182880 w 254000"/>
              <a:gd name="connsiteY1" fmla="*/ 223520 h 243840"/>
              <a:gd name="connsiteX2" fmla="*/ 101600 w 254000"/>
              <a:gd name="connsiteY2" fmla="*/ 223520 h 243840"/>
              <a:gd name="connsiteX3" fmla="*/ 30480 w 254000"/>
              <a:gd name="connsiteY3" fmla="*/ 152400 h 243840"/>
              <a:gd name="connsiteX4" fmla="*/ 30480 w 254000"/>
              <a:gd name="connsiteY4" fmla="*/ 71120 h 243840"/>
              <a:gd name="connsiteX5" fmla="*/ 20320 w 254000"/>
              <a:gd name="connsiteY5" fmla="*/ 71120 h 243840"/>
              <a:gd name="connsiteX6" fmla="*/ 0 w 254000"/>
              <a:gd name="connsiteY6" fmla="*/ 52070 h 243840"/>
              <a:gd name="connsiteX7" fmla="*/ 0 w 254000"/>
              <a:gd name="connsiteY7" fmla="*/ 50800 h 243840"/>
              <a:gd name="connsiteX8" fmla="*/ 0 w 254000"/>
              <a:gd name="connsiteY8" fmla="*/ 20320 h 243840"/>
              <a:gd name="connsiteX9" fmla="*/ 20320 w 254000"/>
              <a:gd name="connsiteY9" fmla="*/ 0 h 243840"/>
              <a:gd name="connsiteX10" fmla="*/ 142240 w 254000"/>
              <a:gd name="connsiteY10" fmla="*/ 0 h 243840"/>
              <a:gd name="connsiteX11" fmla="*/ 162560 w 254000"/>
              <a:gd name="connsiteY11" fmla="*/ 20320 h 243840"/>
              <a:gd name="connsiteX12" fmla="*/ 162560 w 254000"/>
              <a:gd name="connsiteY12" fmla="*/ 50800 h 243840"/>
              <a:gd name="connsiteX13" fmla="*/ 142240 w 254000"/>
              <a:gd name="connsiteY13" fmla="*/ 71120 h 243840"/>
              <a:gd name="connsiteX14" fmla="*/ 132080 w 254000"/>
              <a:gd name="connsiteY14" fmla="*/ 71120 h 243840"/>
              <a:gd name="connsiteX15" fmla="*/ 132080 w 254000"/>
              <a:gd name="connsiteY15" fmla="*/ 121920 h 243840"/>
              <a:gd name="connsiteX16" fmla="*/ 182880 w 254000"/>
              <a:gd name="connsiteY16" fmla="*/ 121920 h 243840"/>
              <a:gd name="connsiteX17" fmla="*/ 182880 w 254000"/>
              <a:gd name="connsiteY17" fmla="*/ 120650 h 243840"/>
              <a:gd name="connsiteX18" fmla="*/ 201930 w 254000"/>
              <a:gd name="connsiteY18" fmla="*/ 101600 h 243840"/>
              <a:gd name="connsiteX19" fmla="*/ 203200 w 254000"/>
              <a:gd name="connsiteY19" fmla="*/ 101600 h 243840"/>
              <a:gd name="connsiteX20" fmla="*/ 233680 w 254000"/>
              <a:gd name="connsiteY20" fmla="*/ 101600 h 243840"/>
              <a:gd name="connsiteX21" fmla="*/ 254000 w 254000"/>
              <a:gd name="connsiteY21" fmla="*/ 121920 h 243840"/>
              <a:gd name="connsiteX22" fmla="*/ 254000 w 254000"/>
              <a:gd name="connsiteY22" fmla="*/ 223520 h 243840"/>
              <a:gd name="connsiteX23" fmla="*/ 233680 w 254000"/>
              <a:gd name="connsiteY23" fmla="*/ 243840 h 243840"/>
              <a:gd name="connsiteX24" fmla="*/ 203200 w 254000"/>
              <a:gd name="connsiteY24" fmla="*/ 243840 h 243840"/>
              <a:gd name="connsiteX25" fmla="*/ 142240 w 254000"/>
              <a:gd name="connsiteY25" fmla="*/ 20320 h 243840"/>
              <a:gd name="connsiteX26" fmla="*/ 20320 w 254000"/>
              <a:gd name="connsiteY26" fmla="*/ 20320 h 243840"/>
              <a:gd name="connsiteX27" fmla="*/ 20320 w 254000"/>
              <a:gd name="connsiteY27" fmla="*/ 50800 h 243840"/>
              <a:gd name="connsiteX28" fmla="*/ 50800 w 254000"/>
              <a:gd name="connsiteY28" fmla="*/ 50800 h 243840"/>
              <a:gd name="connsiteX29" fmla="*/ 50800 w 254000"/>
              <a:gd name="connsiteY29" fmla="*/ 152400 h 243840"/>
              <a:gd name="connsiteX30" fmla="*/ 101600 w 254000"/>
              <a:gd name="connsiteY30" fmla="*/ 203200 h 243840"/>
              <a:gd name="connsiteX31" fmla="*/ 203200 w 254000"/>
              <a:gd name="connsiteY31" fmla="*/ 203200 h 243840"/>
              <a:gd name="connsiteX32" fmla="*/ 203200 w 254000"/>
              <a:gd name="connsiteY32" fmla="*/ 223520 h 243840"/>
              <a:gd name="connsiteX33" fmla="*/ 233680 w 254000"/>
              <a:gd name="connsiteY33" fmla="*/ 223520 h 243840"/>
              <a:gd name="connsiteX34" fmla="*/ 233680 w 254000"/>
              <a:gd name="connsiteY34" fmla="*/ 121920 h 243840"/>
              <a:gd name="connsiteX35" fmla="*/ 203200 w 254000"/>
              <a:gd name="connsiteY35" fmla="*/ 121920 h 243840"/>
              <a:gd name="connsiteX36" fmla="*/ 203200 w 254000"/>
              <a:gd name="connsiteY36" fmla="*/ 142240 h 243840"/>
              <a:gd name="connsiteX37" fmla="*/ 132080 w 254000"/>
              <a:gd name="connsiteY37" fmla="*/ 142240 h 243840"/>
              <a:gd name="connsiteX38" fmla="*/ 111760 w 254000"/>
              <a:gd name="connsiteY38" fmla="*/ 121920 h 243840"/>
              <a:gd name="connsiteX39" fmla="*/ 111760 w 254000"/>
              <a:gd name="connsiteY39" fmla="*/ 50800 h 243840"/>
              <a:gd name="connsiteX40" fmla="*/ 142240 w 254000"/>
              <a:gd name="connsiteY40" fmla="*/ 50800 h 243840"/>
              <a:gd name="connsiteX41" fmla="*/ 142240 w 254000"/>
              <a:gd name="connsiteY41" fmla="*/ 20320 h 243840"/>
              <a:gd name="connsiteX42" fmla="*/ 96520 w 254000"/>
              <a:gd name="connsiteY42" fmla="*/ 127000 h 243840"/>
              <a:gd name="connsiteX43" fmla="*/ 81280 w 254000"/>
              <a:gd name="connsiteY43" fmla="*/ 142240 h 243840"/>
              <a:gd name="connsiteX44" fmla="*/ 66040 w 254000"/>
              <a:gd name="connsiteY44" fmla="*/ 127000 h 243840"/>
              <a:gd name="connsiteX45" fmla="*/ 81280 w 254000"/>
              <a:gd name="connsiteY45" fmla="*/ 111760 h 243840"/>
              <a:gd name="connsiteX46" fmla="*/ 96520 w 254000"/>
              <a:gd name="connsiteY46" fmla="*/ 127000 h 243840"/>
              <a:gd name="connsiteX47" fmla="*/ 101600 w 254000"/>
              <a:gd name="connsiteY47" fmla="*/ 182880 h 243840"/>
              <a:gd name="connsiteX48" fmla="*/ 116840 w 254000"/>
              <a:gd name="connsiteY48" fmla="*/ 167640 h 243840"/>
              <a:gd name="connsiteX49" fmla="*/ 101600 w 254000"/>
              <a:gd name="connsiteY49" fmla="*/ 152400 h 243840"/>
              <a:gd name="connsiteX50" fmla="*/ 86360 w 254000"/>
              <a:gd name="connsiteY50" fmla="*/ 167640 h 243840"/>
              <a:gd name="connsiteX51" fmla="*/ 101600 w 254000"/>
              <a:gd name="connsiteY51" fmla="*/ 18288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254000" h="243840">
                <a:moveTo>
                  <a:pt x="203200" y="243840"/>
                </a:moveTo>
                <a:cubicBezTo>
                  <a:pt x="191770" y="243840"/>
                  <a:pt x="182880" y="234950"/>
                  <a:pt x="182880" y="223520"/>
                </a:cubicBezTo>
                <a:lnTo>
                  <a:pt x="101600" y="223520"/>
                </a:lnTo>
                <a:cubicBezTo>
                  <a:pt x="62230" y="223520"/>
                  <a:pt x="30480" y="191770"/>
                  <a:pt x="30480" y="152400"/>
                </a:cubicBezTo>
                <a:lnTo>
                  <a:pt x="30480" y="71120"/>
                </a:lnTo>
                <a:lnTo>
                  <a:pt x="20320" y="71120"/>
                </a:lnTo>
                <a:cubicBezTo>
                  <a:pt x="10160" y="71120"/>
                  <a:pt x="1270" y="62230"/>
                  <a:pt x="0" y="52070"/>
                </a:cubicBezTo>
                <a:lnTo>
                  <a:pt x="0" y="50800"/>
                </a:lnTo>
                <a:lnTo>
                  <a:pt x="0" y="20320"/>
                </a:lnTo>
                <a:cubicBezTo>
                  <a:pt x="0" y="8890"/>
                  <a:pt x="8890" y="0"/>
                  <a:pt x="20320" y="0"/>
                </a:cubicBezTo>
                <a:lnTo>
                  <a:pt x="142240" y="0"/>
                </a:lnTo>
                <a:cubicBezTo>
                  <a:pt x="153670" y="0"/>
                  <a:pt x="162560" y="8890"/>
                  <a:pt x="162560" y="20320"/>
                </a:cubicBezTo>
                <a:lnTo>
                  <a:pt x="162560" y="50800"/>
                </a:lnTo>
                <a:cubicBezTo>
                  <a:pt x="162560" y="62230"/>
                  <a:pt x="153670" y="71120"/>
                  <a:pt x="142240" y="71120"/>
                </a:cubicBezTo>
                <a:lnTo>
                  <a:pt x="132080" y="71120"/>
                </a:lnTo>
                <a:lnTo>
                  <a:pt x="132080" y="121920"/>
                </a:lnTo>
                <a:lnTo>
                  <a:pt x="182880" y="121920"/>
                </a:lnTo>
                <a:lnTo>
                  <a:pt x="182880" y="120650"/>
                </a:lnTo>
                <a:cubicBezTo>
                  <a:pt x="184150" y="110490"/>
                  <a:pt x="191770" y="102870"/>
                  <a:pt x="201930" y="101600"/>
                </a:cubicBezTo>
                <a:lnTo>
                  <a:pt x="203200" y="101600"/>
                </a:lnTo>
                <a:lnTo>
                  <a:pt x="233680" y="101600"/>
                </a:lnTo>
                <a:cubicBezTo>
                  <a:pt x="245110" y="101600"/>
                  <a:pt x="254000" y="110490"/>
                  <a:pt x="254000" y="121920"/>
                </a:cubicBezTo>
                <a:lnTo>
                  <a:pt x="254000" y="223520"/>
                </a:lnTo>
                <a:cubicBezTo>
                  <a:pt x="254000" y="234950"/>
                  <a:pt x="245110" y="243840"/>
                  <a:pt x="233680" y="243840"/>
                </a:cubicBezTo>
                <a:lnTo>
                  <a:pt x="203200" y="243840"/>
                </a:lnTo>
                <a:close/>
                <a:moveTo>
                  <a:pt x="142240" y="20320"/>
                </a:moveTo>
                <a:lnTo>
                  <a:pt x="20320" y="20320"/>
                </a:lnTo>
                <a:lnTo>
                  <a:pt x="20320" y="50800"/>
                </a:lnTo>
                <a:lnTo>
                  <a:pt x="50800" y="50800"/>
                </a:lnTo>
                <a:lnTo>
                  <a:pt x="50800" y="152400"/>
                </a:lnTo>
                <a:cubicBezTo>
                  <a:pt x="50800" y="180340"/>
                  <a:pt x="73660" y="203200"/>
                  <a:pt x="101600" y="203200"/>
                </a:cubicBezTo>
                <a:lnTo>
                  <a:pt x="203200" y="203200"/>
                </a:lnTo>
                <a:lnTo>
                  <a:pt x="203200" y="223520"/>
                </a:lnTo>
                <a:lnTo>
                  <a:pt x="233680" y="223520"/>
                </a:lnTo>
                <a:lnTo>
                  <a:pt x="233680" y="121920"/>
                </a:lnTo>
                <a:lnTo>
                  <a:pt x="203200" y="121920"/>
                </a:lnTo>
                <a:lnTo>
                  <a:pt x="203200" y="142240"/>
                </a:lnTo>
                <a:lnTo>
                  <a:pt x="132080" y="142240"/>
                </a:lnTo>
                <a:cubicBezTo>
                  <a:pt x="120650" y="142240"/>
                  <a:pt x="111760" y="133350"/>
                  <a:pt x="111760" y="121920"/>
                </a:cubicBezTo>
                <a:lnTo>
                  <a:pt x="111760" y="50800"/>
                </a:lnTo>
                <a:lnTo>
                  <a:pt x="142240" y="50800"/>
                </a:lnTo>
                <a:lnTo>
                  <a:pt x="142240" y="20320"/>
                </a:lnTo>
                <a:close/>
                <a:moveTo>
                  <a:pt x="96520" y="127000"/>
                </a:moveTo>
                <a:cubicBezTo>
                  <a:pt x="96520" y="135890"/>
                  <a:pt x="90170" y="142240"/>
                  <a:pt x="81280" y="142240"/>
                </a:cubicBezTo>
                <a:cubicBezTo>
                  <a:pt x="72390" y="142240"/>
                  <a:pt x="66040" y="135890"/>
                  <a:pt x="66040" y="127000"/>
                </a:cubicBezTo>
                <a:cubicBezTo>
                  <a:pt x="66040" y="118110"/>
                  <a:pt x="72390" y="111760"/>
                  <a:pt x="81280" y="111760"/>
                </a:cubicBezTo>
                <a:cubicBezTo>
                  <a:pt x="90170" y="111760"/>
                  <a:pt x="96520" y="118110"/>
                  <a:pt x="96520" y="127000"/>
                </a:cubicBezTo>
                <a:close/>
                <a:moveTo>
                  <a:pt x="101600" y="182880"/>
                </a:moveTo>
                <a:cubicBezTo>
                  <a:pt x="110490" y="182880"/>
                  <a:pt x="116840" y="176530"/>
                  <a:pt x="116840" y="167640"/>
                </a:cubicBezTo>
                <a:cubicBezTo>
                  <a:pt x="116840" y="158750"/>
                  <a:pt x="110490" y="152400"/>
                  <a:pt x="101600" y="152400"/>
                </a:cubicBezTo>
                <a:cubicBezTo>
                  <a:pt x="92710" y="152400"/>
                  <a:pt x="86360" y="158750"/>
                  <a:pt x="86360" y="167640"/>
                </a:cubicBezTo>
                <a:cubicBezTo>
                  <a:pt x="86360" y="176530"/>
                  <a:pt x="92710" y="182880"/>
                  <a:pt x="101600" y="1828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80" name="Полилиния: фигура 147">
            <a:extLst>
              <a:ext uri="{FF2B5EF4-FFF2-40B4-BE49-F238E27FC236}">
                <a16:creationId xmlns:a16="http://schemas.microsoft.com/office/drawing/2014/main" id="{9AB0FB62-2DD3-A724-15FA-0625BBA982DC}"/>
              </a:ext>
            </a:extLst>
          </p:cNvPr>
          <p:cNvSpPr/>
          <p:nvPr/>
        </p:nvSpPr>
        <p:spPr>
          <a:xfrm>
            <a:off x="5551532" y="4012414"/>
            <a:ext cx="264159" cy="223519"/>
          </a:xfrm>
          <a:custGeom>
            <a:avLst/>
            <a:gdLst>
              <a:gd name="connsiteX0" fmla="*/ 60960 w 264159"/>
              <a:gd name="connsiteY0" fmla="*/ 20320 h 223519"/>
              <a:gd name="connsiteX1" fmla="*/ 132080 w 264159"/>
              <a:gd name="connsiteY1" fmla="*/ 20320 h 223519"/>
              <a:gd name="connsiteX2" fmla="*/ 132080 w 264159"/>
              <a:gd name="connsiteY2" fmla="*/ 60960 h 223519"/>
              <a:gd name="connsiteX3" fmla="*/ 60960 w 264159"/>
              <a:gd name="connsiteY3" fmla="*/ 60960 h 223519"/>
              <a:gd name="connsiteX4" fmla="*/ 0 w 264159"/>
              <a:gd name="connsiteY4" fmla="*/ 121920 h 223519"/>
              <a:gd name="connsiteX5" fmla="*/ 0 w 264159"/>
              <a:gd name="connsiteY5" fmla="*/ 162560 h 223519"/>
              <a:gd name="connsiteX6" fmla="*/ 10160 w 264159"/>
              <a:gd name="connsiteY6" fmla="*/ 172720 h 223519"/>
              <a:gd name="connsiteX7" fmla="*/ 60960 w 264159"/>
              <a:gd name="connsiteY7" fmla="*/ 172720 h 223519"/>
              <a:gd name="connsiteX8" fmla="*/ 71120 w 264159"/>
              <a:gd name="connsiteY8" fmla="*/ 162560 h 223519"/>
              <a:gd name="connsiteX9" fmla="*/ 71120 w 264159"/>
              <a:gd name="connsiteY9" fmla="*/ 132080 h 223519"/>
              <a:gd name="connsiteX10" fmla="*/ 132080 w 264159"/>
              <a:gd name="connsiteY10" fmla="*/ 132080 h 223519"/>
              <a:gd name="connsiteX11" fmla="*/ 132080 w 264159"/>
              <a:gd name="connsiteY11" fmla="*/ 203200 h 223519"/>
              <a:gd name="connsiteX12" fmla="*/ 121920 w 264159"/>
              <a:gd name="connsiteY12" fmla="*/ 203200 h 223519"/>
              <a:gd name="connsiteX13" fmla="*/ 120650 w 264159"/>
              <a:gd name="connsiteY13" fmla="*/ 203200 h 223519"/>
              <a:gd name="connsiteX14" fmla="*/ 111760 w 264159"/>
              <a:gd name="connsiteY14" fmla="*/ 213360 h 223519"/>
              <a:gd name="connsiteX15" fmla="*/ 121920 w 264159"/>
              <a:gd name="connsiteY15" fmla="*/ 223520 h 223519"/>
              <a:gd name="connsiteX16" fmla="*/ 142240 w 264159"/>
              <a:gd name="connsiteY16" fmla="*/ 223520 h 223519"/>
              <a:gd name="connsiteX17" fmla="*/ 233680 w 264159"/>
              <a:gd name="connsiteY17" fmla="*/ 223520 h 223519"/>
              <a:gd name="connsiteX18" fmla="*/ 254000 w 264159"/>
              <a:gd name="connsiteY18" fmla="*/ 223520 h 223519"/>
              <a:gd name="connsiteX19" fmla="*/ 255270 w 264159"/>
              <a:gd name="connsiteY19" fmla="*/ 223520 h 223519"/>
              <a:gd name="connsiteX20" fmla="*/ 264160 w 264159"/>
              <a:gd name="connsiteY20" fmla="*/ 213360 h 223519"/>
              <a:gd name="connsiteX21" fmla="*/ 254000 w 264159"/>
              <a:gd name="connsiteY21" fmla="*/ 203200 h 223519"/>
              <a:gd name="connsiteX22" fmla="*/ 243840 w 264159"/>
              <a:gd name="connsiteY22" fmla="*/ 203200 h 223519"/>
              <a:gd name="connsiteX23" fmla="*/ 243840 w 264159"/>
              <a:gd name="connsiteY23" fmla="*/ 50800 h 223519"/>
              <a:gd name="connsiteX24" fmla="*/ 193040 w 264159"/>
              <a:gd name="connsiteY24" fmla="*/ 0 h 223519"/>
              <a:gd name="connsiteX25" fmla="*/ 152400 w 264159"/>
              <a:gd name="connsiteY25" fmla="*/ 0 h 223519"/>
              <a:gd name="connsiteX26" fmla="*/ 142240 w 264159"/>
              <a:gd name="connsiteY26" fmla="*/ 0 h 223519"/>
              <a:gd name="connsiteX27" fmla="*/ 60960 w 264159"/>
              <a:gd name="connsiteY27" fmla="*/ 0 h 223519"/>
              <a:gd name="connsiteX28" fmla="*/ 59690 w 264159"/>
              <a:gd name="connsiteY28" fmla="*/ 0 h 223519"/>
              <a:gd name="connsiteX29" fmla="*/ 50800 w 264159"/>
              <a:gd name="connsiteY29" fmla="*/ 10160 h 223519"/>
              <a:gd name="connsiteX30" fmla="*/ 60960 w 264159"/>
              <a:gd name="connsiteY30" fmla="*/ 20320 h 223519"/>
              <a:gd name="connsiteX31" fmla="*/ 223520 w 264159"/>
              <a:gd name="connsiteY31" fmla="*/ 203200 h 223519"/>
              <a:gd name="connsiteX32" fmla="*/ 223520 w 264159"/>
              <a:gd name="connsiteY32" fmla="*/ 50800 h 223519"/>
              <a:gd name="connsiteX33" fmla="*/ 194310 w 264159"/>
              <a:gd name="connsiteY33" fmla="*/ 20320 h 223519"/>
              <a:gd name="connsiteX34" fmla="*/ 193040 w 264159"/>
              <a:gd name="connsiteY34" fmla="*/ 20320 h 223519"/>
              <a:gd name="connsiteX35" fmla="*/ 152400 w 264159"/>
              <a:gd name="connsiteY35" fmla="*/ 20320 h 223519"/>
              <a:gd name="connsiteX36" fmla="*/ 152400 w 264159"/>
              <a:gd name="connsiteY36" fmla="*/ 71120 h 223519"/>
              <a:gd name="connsiteX37" fmla="*/ 142240 w 264159"/>
              <a:gd name="connsiteY37" fmla="*/ 81280 h 223519"/>
              <a:gd name="connsiteX38" fmla="*/ 60960 w 264159"/>
              <a:gd name="connsiteY38" fmla="*/ 81280 h 223519"/>
              <a:gd name="connsiteX39" fmla="*/ 20320 w 264159"/>
              <a:gd name="connsiteY39" fmla="*/ 121920 h 223519"/>
              <a:gd name="connsiteX40" fmla="*/ 20320 w 264159"/>
              <a:gd name="connsiteY40" fmla="*/ 152400 h 223519"/>
              <a:gd name="connsiteX41" fmla="*/ 50800 w 264159"/>
              <a:gd name="connsiteY41" fmla="*/ 152400 h 223519"/>
              <a:gd name="connsiteX42" fmla="*/ 50800 w 264159"/>
              <a:gd name="connsiteY42" fmla="*/ 132080 h 223519"/>
              <a:gd name="connsiteX43" fmla="*/ 69850 w 264159"/>
              <a:gd name="connsiteY43" fmla="*/ 111760 h 223519"/>
              <a:gd name="connsiteX44" fmla="*/ 71120 w 264159"/>
              <a:gd name="connsiteY44" fmla="*/ 111760 h 223519"/>
              <a:gd name="connsiteX45" fmla="*/ 142240 w 264159"/>
              <a:gd name="connsiteY45" fmla="*/ 111760 h 223519"/>
              <a:gd name="connsiteX46" fmla="*/ 152400 w 264159"/>
              <a:gd name="connsiteY46" fmla="*/ 121920 h 223519"/>
              <a:gd name="connsiteX47" fmla="*/ 152400 w 264159"/>
              <a:gd name="connsiteY47" fmla="*/ 203200 h 223519"/>
              <a:gd name="connsiteX48" fmla="*/ 223520 w 264159"/>
              <a:gd name="connsiteY48" fmla="*/ 20320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64159" h="223519">
                <a:moveTo>
                  <a:pt x="60960" y="20320"/>
                </a:moveTo>
                <a:lnTo>
                  <a:pt x="132080" y="20320"/>
                </a:lnTo>
                <a:lnTo>
                  <a:pt x="132080" y="60960"/>
                </a:lnTo>
                <a:lnTo>
                  <a:pt x="60960" y="60960"/>
                </a:lnTo>
                <a:cubicBezTo>
                  <a:pt x="27940" y="60960"/>
                  <a:pt x="0" y="87630"/>
                  <a:pt x="0" y="121920"/>
                </a:cubicBezTo>
                <a:lnTo>
                  <a:pt x="0" y="162560"/>
                </a:lnTo>
                <a:cubicBezTo>
                  <a:pt x="0" y="167640"/>
                  <a:pt x="5080" y="172720"/>
                  <a:pt x="10160" y="172720"/>
                </a:cubicBezTo>
                <a:lnTo>
                  <a:pt x="60960" y="172720"/>
                </a:lnTo>
                <a:cubicBezTo>
                  <a:pt x="66040" y="172720"/>
                  <a:pt x="71120" y="167640"/>
                  <a:pt x="71120" y="162560"/>
                </a:cubicBezTo>
                <a:lnTo>
                  <a:pt x="71120" y="132080"/>
                </a:lnTo>
                <a:lnTo>
                  <a:pt x="132080" y="132080"/>
                </a:lnTo>
                <a:lnTo>
                  <a:pt x="132080" y="203200"/>
                </a:lnTo>
                <a:lnTo>
                  <a:pt x="121920" y="203200"/>
                </a:lnTo>
                <a:lnTo>
                  <a:pt x="120650" y="203200"/>
                </a:lnTo>
                <a:cubicBezTo>
                  <a:pt x="115570" y="203200"/>
                  <a:pt x="111760" y="208280"/>
                  <a:pt x="111760" y="213360"/>
                </a:cubicBezTo>
                <a:cubicBezTo>
                  <a:pt x="111760" y="218440"/>
                  <a:pt x="116840" y="223520"/>
                  <a:pt x="121920" y="223520"/>
                </a:cubicBezTo>
                <a:lnTo>
                  <a:pt x="142240" y="223520"/>
                </a:lnTo>
                <a:lnTo>
                  <a:pt x="233680" y="223520"/>
                </a:lnTo>
                <a:lnTo>
                  <a:pt x="254000" y="223520"/>
                </a:lnTo>
                <a:lnTo>
                  <a:pt x="255270" y="223520"/>
                </a:lnTo>
                <a:cubicBezTo>
                  <a:pt x="260350" y="223520"/>
                  <a:pt x="264160" y="218440"/>
                  <a:pt x="264160" y="213360"/>
                </a:cubicBezTo>
                <a:cubicBezTo>
                  <a:pt x="264160" y="208280"/>
                  <a:pt x="259080" y="203200"/>
                  <a:pt x="254000" y="203200"/>
                </a:cubicBezTo>
                <a:lnTo>
                  <a:pt x="243840" y="203200"/>
                </a:lnTo>
                <a:lnTo>
                  <a:pt x="243840" y="50800"/>
                </a:lnTo>
                <a:cubicBezTo>
                  <a:pt x="243840" y="22860"/>
                  <a:pt x="220980" y="0"/>
                  <a:pt x="193040" y="0"/>
                </a:cubicBezTo>
                <a:lnTo>
                  <a:pt x="152400" y="0"/>
                </a:lnTo>
                <a:lnTo>
                  <a:pt x="142240" y="0"/>
                </a:lnTo>
                <a:lnTo>
                  <a:pt x="60960" y="0"/>
                </a:lnTo>
                <a:lnTo>
                  <a:pt x="59690" y="0"/>
                </a:lnTo>
                <a:cubicBezTo>
                  <a:pt x="54610" y="0"/>
                  <a:pt x="50800" y="5080"/>
                  <a:pt x="50800" y="10160"/>
                </a:cubicBezTo>
                <a:cubicBezTo>
                  <a:pt x="50800" y="15240"/>
                  <a:pt x="55880" y="20320"/>
                  <a:pt x="60960" y="20320"/>
                </a:cubicBezTo>
                <a:close/>
                <a:moveTo>
                  <a:pt x="223520" y="203200"/>
                </a:moveTo>
                <a:lnTo>
                  <a:pt x="223520" y="50800"/>
                </a:lnTo>
                <a:cubicBezTo>
                  <a:pt x="223520" y="34290"/>
                  <a:pt x="210820" y="21590"/>
                  <a:pt x="194310" y="20320"/>
                </a:cubicBezTo>
                <a:lnTo>
                  <a:pt x="193040" y="20320"/>
                </a:lnTo>
                <a:lnTo>
                  <a:pt x="152400" y="20320"/>
                </a:lnTo>
                <a:lnTo>
                  <a:pt x="152400" y="71120"/>
                </a:lnTo>
                <a:cubicBezTo>
                  <a:pt x="152400" y="76200"/>
                  <a:pt x="147320" y="81280"/>
                  <a:pt x="142240" y="81280"/>
                </a:cubicBezTo>
                <a:lnTo>
                  <a:pt x="60960" y="81280"/>
                </a:lnTo>
                <a:cubicBezTo>
                  <a:pt x="38100" y="81280"/>
                  <a:pt x="20320" y="99060"/>
                  <a:pt x="20320" y="121920"/>
                </a:cubicBezTo>
                <a:lnTo>
                  <a:pt x="20320" y="152400"/>
                </a:lnTo>
                <a:lnTo>
                  <a:pt x="50800" y="152400"/>
                </a:lnTo>
                <a:lnTo>
                  <a:pt x="50800" y="132080"/>
                </a:lnTo>
                <a:cubicBezTo>
                  <a:pt x="50800" y="121920"/>
                  <a:pt x="59690" y="113030"/>
                  <a:pt x="69850" y="111760"/>
                </a:cubicBezTo>
                <a:lnTo>
                  <a:pt x="71120" y="111760"/>
                </a:lnTo>
                <a:lnTo>
                  <a:pt x="142240" y="111760"/>
                </a:lnTo>
                <a:cubicBezTo>
                  <a:pt x="147320" y="111760"/>
                  <a:pt x="152400" y="116840"/>
                  <a:pt x="152400" y="121920"/>
                </a:cubicBezTo>
                <a:lnTo>
                  <a:pt x="152400" y="203200"/>
                </a:lnTo>
                <a:lnTo>
                  <a:pt x="223520" y="2032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81" name="Полилиния: фигура 150">
            <a:extLst>
              <a:ext uri="{FF2B5EF4-FFF2-40B4-BE49-F238E27FC236}">
                <a16:creationId xmlns:a16="http://schemas.microsoft.com/office/drawing/2014/main" id="{CBEA4207-5057-78BB-C3C7-D099E2BB43A3}"/>
              </a:ext>
            </a:extLst>
          </p:cNvPr>
          <p:cNvSpPr/>
          <p:nvPr/>
        </p:nvSpPr>
        <p:spPr>
          <a:xfrm>
            <a:off x="6152241" y="4002254"/>
            <a:ext cx="182879" cy="243840"/>
          </a:xfrm>
          <a:custGeom>
            <a:avLst/>
            <a:gdLst>
              <a:gd name="connsiteX0" fmla="*/ 172720 w 182879"/>
              <a:gd name="connsiteY0" fmla="*/ 0 h 243840"/>
              <a:gd name="connsiteX1" fmla="*/ 162560 w 182879"/>
              <a:gd name="connsiteY1" fmla="*/ 0 h 243840"/>
              <a:gd name="connsiteX2" fmla="*/ 20320 w 182879"/>
              <a:gd name="connsiteY2" fmla="*/ 0 h 243840"/>
              <a:gd name="connsiteX3" fmla="*/ 10160 w 182879"/>
              <a:gd name="connsiteY3" fmla="*/ 0 h 243840"/>
              <a:gd name="connsiteX4" fmla="*/ 8890 w 182879"/>
              <a:gd name="connsiteY4" fmla="*/ 0 h 243840"/>
              <a:gd name="connsiteX5" fmla="*/ 0 w 182879"/>
              <a:gd name="connsiteY5" fmla="*/ 10160 h 243840"/>
              <a:gd name="connsiteX6" fmla="*/ 10160 w 182879"/>
              <a:gd name="connsiteY6" fmla="*/ 20320 h 243840"/>
              <a:gd name="connsiteX7" fmla="*/ 10160 w 182879"/>
              <a:gd name="connsiteY7" fmla="*/ 81280 h 243840"/>
              <a:gd name="connsiteX8" fmla="*/ 8890 w 182879"/>
              <a:gd name="connsiteY8" fmla="*/ 81280 h 243840"/>
              <a:gd name="connsiteX9" fmla="*/ 0 w 182879"/>
              <a:gd name="connsiteY9" fmla="*/ 91440 h 243840"/>
              <a:gd name="connsiteX10" fmla="*/ 10160 w 182879"/>
              <a:gd name="connsiteY10" fmla="*/ 101600 h 243840"/>
              <a:gd name="connsiteX11" fmla="*/ 10160 w 182879"/>
              <a:gd name="connsiteY11" fmla="*/ 223520 h 243840"/>
              <a:gd name="connsiteX12" fmla="*/ 8890 w 182879"/>
              <a:gd name="connsiteY12" fmla="*/ 223520 h 243840"/>
              <a:gd name="connsiteX13" fmla="*/ 0 w 182879"/>
              <a:gd name="connsiteY13" fmla="*/ 233680 h 243840"/>
              <a:gd name="connsiteX14" fmla="*/ 10160 w 182879"/>
              <a:gd name="connsiteY14" fmla="*/ 243840 h 243840"/>
              <a:gd name="connsiteX15" fmla="*/ 20320 w 182879"/>
              <a:gd name="connsiteY15" fmla="*/ 243840 h 243840"/>
              <a:gd name="connsiteX16" fmla="*/ 162560 w 182879"/>
              <a:gd name="connsiteY16" fmla="*/ 243840 h 243840"/>
              <a:gd name="connsiteX17" fmla="*/ 172720 w 182879"/>
              <a:gd name="connsiteY17" fmla="*/ 243840 h 243840"/>
              <a:gd name="connsiteX18" fmla="*/ 173990 w 182879"/>
              <a:gd name="connsiteY18" fmla="*/ 243840 h 243840"/>
              <a:gd name="connsiteX19" fmla="*/ 182880 w 182879"/>
              <a:gd name="connsiteY19" fmla="*/ 233680 h 243840"/>
              <a:gd name="connsiteX20" fmla="*/ 172720 w 182879"/>
              <a:gd name="connsiteY20" fmla="*/ 223520 h 243840"/>
              <a:gd name="connsiteX21" fmla="*/ 172720 w 182879"/>
              <a:gd name="connsiteY21" fmla="*/ 101600 h 243840"/>
              <a:gd name="connsiteX22" fmla="*/ 173990 w 182879"/>
              <a:gd name="connsiteY22" fmla="*/ 101600 h 243840"/>
              <a:gd name="connsiteX23" fmla="*/ 182880 w 182879"/>
              <a:gd name="connsiteY23" fmla="*/ 91440 h 243840"/>
              <a:gd name="connsiteX24" fmla="*/ 172720 w 182879"/>
              <a:gd name="connsiteY24" fmla="*/ 81280 h 243840"/>
              <a:gd name="connsiteX25" fmla="*/ 172720 w 182879"/>
              <a:gd name="connsiteY25" fmla="*/ 20320 h 243840"/>
              <a:gd name="connsiteX26" fmla="*/ 173990 w 182879"/>
              <a:gd name="connsiteY26" fmla="*/ 20320 h 243840"/>
              <a:gd name="connsiteX27" fmla="*/ 182880 w 182879"/>
              <a:gd name="connsiteY27" fmla="*/ 10160 h 243840"/>
              <a:gd name="connsiteX28" fmla="*/ 172720 w 182879"/>
              <a:gd name="connsiteY28" fmla="*/ 0 h 243840"/>
              <a:gd name="connsiteX29" fmla="*/ 152400 w 182879"/>
              <a:gd name="connsiteY29" fmla="*/ 223520 h 243840"/>
              <a:gd name="connsiteX30" fmla="*/ 152400 w 182879"/>
              <a:gd name="connsiteY30" fmla="*/ 101600 h 243840"/>
              <a:gd name="connsiteX31" fmla="*/ 30480 w 182879"/>
              <a:gd name="connsiteY31" fmla="*/ 101600 h 243840"/>
              <a:gd name="connsiteX32" fmla="*/ 30480 w 182879"/>
              <a:gd name="connsiteY32" fmla="*/ 223520 h 243840"/>
              <a:gd name="connsiteX33" fmla="*/ 152400 w 182879"/>
              <a:gd name="connsiteY33" fmla="*/ 223520 h 243840"/>
              <a:gd name="connsiteX34" fmla="*/ 30480 w 182879"/>
              <a:gd name="connsiteY34" fmla="*/ 81280 h 243840"/>
              <a:gd name="connsiteX35" fmla="*/ 30480 w 182879"/>
              <a:gd name="connsiteY35" fmla="*/ 20320 h 243840"/>
              <a:gd name="connsiteX36" fmla="*/ 152400 w 182879"/>
              <a:gd name="connsiteY36" fmla="*/ 20320 h 243840"/>
              <a:gd name="connsiteX37" fmla="*/ 152400 w 182879"/>
              <a:gd name="connsiteY37" fmla="*/ 81280 h 243840"/>
              <a:gd name="connsiteX38" fmla="*/ 30480 w 182879"/>
              <a:gd name="connsiteY38" fmla="*/ 81280 h 243840"/>
              <a:gd name="connsiteX39" fmla="*/ 71120 w 182879"/>
              <a:gd name="connsiteY39" fmla="*/ 130810 h 243840"/>
              <a:gd name="connsiteX40" fmla="*/ 85090 w 182879"/>
              <a:gd name="connsiteY40" fmla="*/ 116840 h 243840"/>
              <a:gd name="connsiteX41" fmla="*/ 97790 w 182879"/>
              <a:gd name="connsiteY41" fmla="*/ 116840 h 243840"/>
              <a:gd name="connsiteX42" fmla="*/ 111760 w 182879"/>
              <a:gd name="connsiteY42" fmla="*/ 130810 h 243840"/>
              <a:gd name="connsiteX43" fmla="*/ 127000 w 182879"/>
              <a:gd name="connsiteY43" fmla="*/ 166370 h 243840"/>
              <a:gd name="connsiteX44" fmla="*/ 91440 w 182879"/>
              <a:gd name="connsiteY44" fmla="*/ 201930 h 243840"/>
              <a:gd name="connsiteX45" fmla="*/ 55880 w 182879"/>
              <a:gd name="connsiteY45" fmla="*/ 166370 h 243840"/>
              <a:gd name="connsiteX46" fmla="*/ 71120 w 182879"/>
              <a:gd name="connsiteY46" fmla="*/ 130810 h 243840"/>
              <a:gd name="connsiteX47" fmla="*/ 93980 w 182879"/>
              <a:gd name="connsiteY47" fmla="*/ 140970 h 243840"/>
              <a:gd name="connsiteX48" fmla="*/ 91440 w 182879"/>
              <a:gd name="connsiteY48" fmla="*/ 138430 h 243840"/>
              <a:gd name="connsiteX49" fmla="*/ 88900 w 182879"/>
              <a:gd name="connsiteY49" fmla="*/ 140970 h 243840"/>
              <a:gd name="connsiteX50" fmla="*/ 86360 w 182879"/>
              <a:gd name="connsiteY50" fmla="*/ 143510 h 243840"/>
              <a:gd name="connsiteX51" fmla="*/ 76200 w 182879"/>
              <a:gd name="connsiteY51" fmla="*/ 166370 h 243840"/>
              <a:gd name="connsiteX52" fmla="*/ 91440 w 182879"/>
              <a:gd name="connsiteY52" fmla="*/ 181610 h 243840"/>
              <a:gd name="connsiteX53" fmla="*/ 106680 w 182879"/>
              <a:gd name="connsiteY53" fmla="*/ 166370 h 243840"/>
              <a:gd name="connsiteX54" fmla="*/ 96520 w 182879"/>
              <a:gd name="connsiteY54" fmla="*/ 143510 h 243840"/>
              <a:gd name="connsiteX55" fmla="*/ 93980 w 182879"/>
              <a:gd name="connsiteY55" fmla="*/ 14097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182879" h="243840">
                <a:moveTo>
                  <a:pt x="172720" y="0"/>
                </a:moveTo>
                <a:lnTo>
                  <a:pt x="162560" y="0"/>
                </a:lnTo>
                <a:lnTo>
                  <a:pt x="20320" y="0"/>
                </a:lnTo>
                <a:lnTo>
                  <a:pt x="10160" y="0"/>
                </a:lnTo>
                <a:lnTo>
                  <a:pt x="8890" y="0"/>
                </a:lnTo>
                <a:cubicBezTo>
                  <a:pt x="3810" y="0"/>
                  <a:pt x="0" y="5080"/>
                  <a:pt x="0" y="10160"/>
                </a:cubicBezTo>
                <a:cubicBezTo>
                  <a:pt x="0" y="15240"/>
                  <a:pt x="5080" y="20320"/>
                  <a:pt x="10160" y="20320"/>
                </a:cubicBezTo>
                <a:lnTo>
                  <a:pt x="10160" y="81280"/>
                </a:lnTo>
                <a:lnTo>
                  <a:pt x="8890" y="81280"/>
                </a:lnTo>
                <a:cubicBezTo>
                  <a:pt x="3810" y="81280"/>
                  <a:pt x="0" y="86360"/>
                  <a:pt x="0" y="91440"/>
                </a:cubicBezTo>
                <a:cubicBezTo>
                  <a:pt x="0" y="96520"/>
                  <a:pt x="5080" y="101600"/>
                  <a:pt x="10160" y="101600"/>
                </a:cubicBezTo>
                <a:lnTo>
                  <a:pt x="10160" y="223520"/>
                </a:lnTo>
                <a:lnTo>
                  <a:pt x="8890" y="223520"/>
                </a:lnTo>
                <a:cubicBezTo>
                  <a:pt x="3810" y="223520"/>
                  <a:pt x="0" y="228600"/>
                  <a:pt x="0" y="233680"/>
                </a:cubicBezTo>
                <a:cubicBezTo>
                  <a:pt x="0" y="238760"/>
                  <a:pt x="5080" y="243840"/>
                  <a:pt x="10160" y="243840"/>
                </a:cubicBezTo>
                <a:lnTo>
                  <a:pt x="20320" y="243840"/>
                </a:lnTo>
                <a:lnTo>
                  <a:pt x="162560" y="243840"/>
                </a:lnTo>
                <a:lnTo>
                  <a:pt x="172720" y="243840"/>
                </a:lnTo>
                <a:lnTo>
                  <a:pt x="173990" y="243840"/>
                </a:lnTo>
                <a:cubicBezTo>
                  <a:pt x="179070" y="243840"/>
                  <a:pt x="182880" y="238760"/>
                  <a:pt x="182880" y="233680"/>
                </a:cubicBezTo>
                <a:cubicBezTo>
                  <a:pt x="182880" y="228600"/>
                  <a:pt x="177800" y="223520"/>
                  <a:pt x="172720" y="223520"/>
                </a:cubicBezTo>
                <a:lnTo>
                  <a:pt x="172720" y="101600"/>
                </a:lnTo>
                <a:lnTo>
                  <a:pt x="173990" y="101600"/>
                </a:lnTo>
                <a:cubicBezTo>
                  <a:pt x="179070" y="101600"/>
                  <a:pt x="182880" y="96520"/>
                  <a:pt x="182880" y="91440"/>
                </a:cubicBezTo>
                <a:cubicBezTo>
                  <a:pt x="182880" y="86360"/>
                  <a:pt x="177800" y="81280"/>
                  <a:pt x="172720" y="81280"/>
                </a:cubicBezTo>
                <a:lnTo>
                  <a:pt x="172720" y="20320"/>
                </a:lnTo>
                <a:lnTo>
                  <a:pt x="173990" y="20320"/>
                </a:lnTo>
                <a:cubicBezTo>
                  <a:pt x="179070" y="20320"/>
                  <a:pt x="182880" y="15240"/>
                  <a:pt x="182880" y="10160"/>
                </a:cubicBezTo>
                <a:cubicBezTo>
                  <a:pt x="182880" y="5080"/>
                  <a:pt x="177800" y="0"/>
                  <a:pt x="172720" y="0"/>
                </a:cubicBezTo>
                <a:close/>
                <a:moveTo>
                  <a:pt x="152400" y="223520"/>
                </a:moveTo>
                <a:lnTo>
                  <a:pt x="152400" y="101600"/>
                </a:lnTo>
                <a:lnTo>
                  <a:pt x="30480" y="101600"/>
                </a:lnTo>
                <a:lnTo>
                  <a:pt x="30480" y="223520"/>
                </a:lnTo>
                <a:lnTo>
                  <a:pt x="152400" y="223520"/>
                </a:lnTo>
                <a:close/>
                <a:moveTo>
                  <a:pt x="30480" y="81280"/>
                </a:moveTo>
                <a:lnTo>
                  <a:pt x="30480" y="20320"/>
                </a:lnTo>
                <a:lnTo>
                  <a:pt x="152400" y="20320"/>
                </a:lnTo>
                <a:lnTo>
                  <a:pt x="152400" y="81280"/>
                </a:lnTo>
                <a:lnTo>
                  <a:pt x="30480" y="81280"/>
                </a:lnTo>
                <a:close/>
                <a:moveTo>
                  <a:pt x="71120" y="130810"/>
                </a:moveTo>
                <a:cubicBezTo>
                  <a:pt x="76200" y="124460"/>
                  <a:pt x="81280" y="119380"/>
                  <a:pt x="85090" y="116840"/>
                </a:cubicBezTo>
                <a:cubicBezTo>
                  <a:pt x="88900" y="114300"/>
                  <a:pt x="93980" y="114300"/>
                  <a:pt x="97790" y="116840"/>
                </a:cubicBezTo>
                <a:cubicBezTo>
                  <a:pt x="101600" y="119380"/>
                  <a:pt x="106680" y="124460"/>
                  <a:pt x="111760" y="130810"/>
                </a:cubicBezTo>
                <a:cubicBezTo>
                  <a:pt x="120650" y="142240"/>
                  <a:pt x="127000" y="153670"/>
                  <a:pt x="127000" y="166370"/>
                </a:cubicBezTo>
                <a:cubicBezTo>
                  <a:pt x="127000" y="185420"/>
                  <a:pt x="110490" y="201930"/>
                  <a:pt x="91440" y="201930"/>
                </a:cubicBezTo>
                <a:cubicBezTo>
                  <a:pt x="72390" y="201930"/>
                  <a:pt x="55880" y="185420"/>
                  <a:pt x="55880" y="166370"/>
                </a:cubicBezTo>
                <a:cubicBezTo>
                  <a:pt x="55880" y="154940"/>
                  <a:pt x="60960" y="142240"/>
                  <a:pt x="71120" y="130810"/>
                </a:cubicBezTo>
                <a:close/>
                <a:moveTo>
                  <a:pt x="93980" y="140970"/>
                </a:moveTo>
                <a:lnTo>
                  <a:pt x="91440" y="138430"/>
                </a:lnTo>
                <a:lnTo>
                  <a:pt x="88900" y="140970"/>
                </a:lnTo>
                <a:lnTo>
                  <a:pt x="86360" y="143510"/>
                </a:lnTo>
                <a:cubicBezTo>
                  <a:pt x="80010" y="151130"/>
                  <a:pt x="76200" y="160020"/>
                  <a:pt x="76200" y="166370"/>
                </a:cubicBezTo>
                <a:cubicBezTo>
                  <a:pt x="76200" y="175260"/>
                  <a:pt x="82550" y="181610"/>
                  <a:pt x="91440" y="181610"/>
                </a:cubicBezTo>
                <a:cubicBezTo>
                  <a:pt x="100330" y="181610"/>
                  <a:pt x="106680" y="175260"/>
                  <a:pt x="106680" y="166370"/>
                </a:cubicBezTo>
                <a:cubicBezTo>
                  <a:pt x="106680" y="158750"/>
                  <a:pt x="102870" y="151130"/>
                  <a:pt x="96520" y="143510"/>
                </a:cubicBezTo>
                <a:cubicBezTo>
                  <a:pt x="95250" y="143510"/>
                  <a:pt x="93980" y="142240"/>
                  <a:pt x="93980" y="14097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82" name="Полилиния: фигура 153">
            <a:extLst>
              <a:ext uri="{FF2B5EF4-FFF2-40B4-BE49-F238E27FC236}">
                <a16:creationId xmlns:a16="http://schemas.microsoft.com/office/drawing/2014/main" id="{0481DA97-839E-D6F7-415D-DDB9A59CA756}"/>
              </a:ext>
            </a:extLst>
          </p:cNvPr>
          <p:cNvSpPr/>
          <p:nvPr/>
        </p:nvSpPr>
        <p:spPr>
          <a:xfrm>
            <a:off x="7231742" y="3994316"/>
            <a:ext cx="260849" cy="259397"/>
          </a:xfrm>
          <a:custGeom>
            <a:avLst/>
            <a:gdLst>
              <a:gd name="connsiteX0" fmla="*/ 257810 w 260849"/>
              <a:gd name="connsiteY0" fmla="*/ 2858 h 259397"/>
              <a:gd name="connsiteX1" fmla="*/ 243839 w 260849"/>
              <a:gd name="connsiteY1" fmla="*/ 2858 h 259397"/>
              <a:gd name="connsiteX2" fmla="*/ 165100 w 260849"/>
              <a:gd name="connsiteY2" fmla="*/ 81597 h 259397"/>
              <a:gd name="connsiteX3" fmla="*/ 163830 w 260849"/>
              <a:gd name="connsiteY3" fmla="*/ 82867 h 259397"/>
              <a:gd name="connsiteX4" fmla="*/ 165100 w 260849"/>
              <a:gd name="connsiteY4" fmla="*/ 96837 h 259397"/>
              <a:gd name="connsiteX5" fmla="*/ 179070 w 260849"/>
              <a:gd name="connsiteY5" fmla="*/ 96837 h 259397"/>
              <a:gd name="connsiteX6" fmla="*/ 257810 w 260849"/>
              <a:gd name="connsiteY6" fmla="*/ 18097 h 259397"/>
              <a:gd name="connsiteX7" fmla="*/ 259080 w 260849"/>
              <a:gd name="connsiteY7" fmla="*/ 16827 h 259397"/>
              <a:gd name="connsiteX8" fmla="*/ 257810 w 260849"/>
              <a:gd name="connsiteY8" fmla="*/ 2858 h 259397"/>
              <a:gd name="connsiteX9" fmla="*/ 81280 w 260849"/>
              <a:gd name="connsiteY9" fmla="*/ 96837 h 259397"/>
              <a:gd name="connsiteX10" fmla="*/ 0 w 260849"/>
              <a:gd name="connsiteY10" fmla="*/ 178117 h 259397"/>
              <a:gd name="connsiteX11" fmla="*/ 81280 w 260849"/>
              <a:gd name="connsiteY11" fmla="*/ 259397 h 259397"/>
              <a:gd name="connsiteX12" fmla="*/ 162560 w 260849"/>
              <a:gd name="connsiteY12" fmla="*/ 178117 h 259397"/>
              <a:gd name="connsiteX13" fmla="*/ 81280 w 260849"/>
              <a:gd name="connsiteY13" fmla="*/ 96837 h 259397"/>
              <a:gd name="connsiteX14" fmla="*/ 81280 w 260849"/>
              <a:gd name="connsiteY14" fmla="*/ 117158 h 259397"/>
              <a:gd name="connsiteX15" fmla="*/ 142239 w 260849"/>
              <a:gd name="connsiteY15" fmla="*/ 178117 h 259397"/>
              <a:gd name="connsiteX16" fmla="*/ 81280 w 260849"/>
              <a:gd name="connsiteY16" fmla="*/ 239078 h 259397"/>
              <a:gd name="connsiteX17" fmla="*/ 20320 w 260849"/>
              <a:gd name="connsiteY17" fmla="*/ 178117 h 259397"/>
              <a:gd name="connsiteX18" fmla="*/ 81280 w 260849"/>
              <a:gd name="connsiteY18" fmla="*/ 117158 h 259397"/>
              <a:gd name="connsiteX19" fmla="*/ 172720 w 260849"/>
              <a:gd name="connsiteY19" fmla="*/ 16827 h 259397"/>
              <a:gd name="connsiteX20" fmla="*/ 186689 w 260849"/>
              <a:gd name="connsiteY20" fmla="*/ 16827 h 259397"/>
              <a:gd name="connsiteX21" fmla="*/ 187960 w 260849"/>
              <a:gd name="connsiteY21" fmla="*/ 30797 h 259397"/>
              <a:gd name="connsiteX22" fmla="*/ 186689 w 260849"/>
              <a:gd name="connsiteY22" fmla="*/ 32067 h 259397"/>
              <a:gd name="connsiteX23" fmla="*/ 135889 w 260849"/>
              <a:gd name="connsiteY23" fmla="*/ 82867 h 259397"/>
              <a:gd name="connsiteX24" fmla="*/ 121920 w 260849"/>
              <a:gd name="connsiteY24" fmla="*/ 82867 h 259397"/>
              <a:gd name="connsiteX25" fmla="*/ 120650 w 260849"/>
              <a:gd name="connsiteY25" fmla="*/ 68897 h 259397"/>
              <a:gd name="connsiteX26" fmla="*/ 121920 w 260849"/>
              <a:gd name="connsiteY26" fmla="*/ 67627 h 259397"/>
              <a:gd name="connsiteX27" fmla="*/ 172720 w 260849"/>
              <a:gd name="connsiteY27" fmla="*/ 16827 h 259397"/>
              <a:gd name="connsiteX28" fmla="*/ 243839 w 260849"/>
              <a:gd name="connsiteY28" fmla="*/ 73977 h 259397"/>
              <a:gd name="connsiteX29" fmla="*/ 229870 w 260849"/>
              <a:gd name="connsiteY29" fmla="*/ 73977 h 259397"/>
              <a:gd name="connsiteX30" fmla="*/ 179070 w 260849"/>
              <a:gd name="connsiteY30" fmla="*/ 124777 h 259397"/>
              <a:gd name="connsiteX31" fmla="*/ 177800 w 260849"/>
              <a:gd name="connsiteY31" fmla="*/ 126047 h 259397"/>
              <a:gd name="connsiteX32" fmla="*/ 179070 w 260849"/>
              <a:gd name="connsiteY32" fmla="*/ 140017 h 259397"/>
              <a:gd name="connsiteX33" fmla="*/ 193039 w 260849"/>
              <a:gd name="connsiteY33" fmla="*/ 140017 h 259397"/>
              <a:gd name="connsiteX34" fmla="*/ 243839 w 260849"/>
              <a:gd name="connsiteY34" fmla="*/ 89217 h 259397"/>
              <a:gd name="connsiteX35" fmla="*/ 245110 w 260849"/>
              <a:gd name="connsiteY35" fmla="*/ 87947 h 259397"/>
              <a:gd name="connsiteX36" fmla="*/ 243839 w 260849"/>
              <a:gd name="connsiteY36" fmla="*/ 73977 h 259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60849" h="259397">
                <a:moveTo>
                  <a:pt x="257810" y="2858"/>
                </a:moveTo>
                <a:cubicBezTo>
                  <a:pt x="254000" y="-953"/>
                  <a:pt x="247650" y="-953"/>
                  <a:pt x="243839" y="2858"/>
                </a:cubicBezTo>
                <a:lnTo>
                  <a:pt x="165100" y="81597"/>
                </a:lnTo>
                <a:lnTo>
                  <a:pt x="163830" y="82867"/>
                </a:lnTo>
                <a:cubicBezTo>
                  <a:pt x="161289" y="86677"/>
                  <a:pt x="161289" y="93027"/>
                  <a:pt x="165100" y="96837"/>
                </a:cubicBezTo>
                <a:cubicBezTo>
                  <a:pt x="168910" y="100647"/>
                  <a:pt x="175260" y="100647"/>
                  <a:pt x="179070" y="96837"/>
                </a:cubicBezTo>
                <a:lnTo>
                  <a:pt x="257810" y="18097"/>
                </a:lnTo>
                <a:lnTo>
                  <a:pt x="259080" y="16827"/>
                </a:lnTo>
                <a:cubicBezTo>
                  <a:pt x="261620" y="11747"/>
                  <a:pt x="261620" y="6667"/>
                  <a:pt x="257810" y="2858"/>
                </a:cubicBezTo>
                <a:close/>
                <a:moveTo>
                  <a:pt x="81280" y="96837"/>
                </a:moveTo>
                <a:cubicBezTo>
                  <a:pt x="36830" y="96837"/>
                  <a:pt x="0" y="133667"/>
                  <a:pt x="0" y="178117"/>
                </a:cubicBezTo>
                <a:cubicBezTo>
                  <a:pt x="0" y="222567"/>
                  <a:pt x="36830" y="259397"/>
                  <a:pt x="81280" y="259397"/>
                </a:cubicBezTo>
                <a:cubicBezTo>
                  <a:pt x="125730" y="259397"/>
                  <a:pt x="162560" y="222567"/>
                  <a:pt x="162560" y="178117"/>
                </a:cubicBezTo>
                <a:cubicBezTo>
                  <a:pt x="162560" y="133667"/>
                  <a:pt x="125730" y="96837"/>
                  <a:pt x="81280" y="96837"/>
                </a:cubicBezTo>
                <a:close/>
                <a:moveTo>
                  <a:pt x="81280" y="117158"/>
                </a:moveTo>
                <a:cubicBezTo>
                  <a:pt x="114300" y="117158"/>
                  <a:pt x="142239" y="143827"/>
                  <a:pt x="142239" y="178117"/>
                </a:cubicBezTo>
                <a:cubicBezTo>
                  <a:pt x="142239" y="211137"/>
                  <a:pt x="115570" y="239078"/>
                  <a:pt x="81280" y="239078"/>
                </a:cubicBezTo>
                <a:cubicBezTo>
                  <a:pt x="48260" y="239078"/>
                  <a:pt x="20320" y="212408"/>
                  <a:pt x="20320" y="178117"/>
                </a:cubicBezTo>
                <a:cubicBezTo>
                  <a:pt x="20320" y="145097"/>
                  <a:pt x="46989" y="117158"/>
                  <a:pt x="81280" y="117158"/>
                </a:cubicBezTo>
                <a:close/>
                <a:moveTo>
                  <a:pt x="172720" y="16827"/>
                </a:moveTo>
                <a:cubicBezTo>
                  <a:pt x="176530" y="13017"/>
                  <a:pt x="182880" y="13017"/>
                  <a:pt x="186689" y="16827"/>
                </a:cubicBezTo>
                <a:cubicBezTo>
                  <a:pt x="190500" y="20637"/>
                  <a:pt x="190500" y="25717"/>
                  <a:pt x="187960" y="30797"/>
                </a:cubicBezTo>
                <a:lnTo>
                  <a:pt x="186689" y="32067"/>
                </a:lnTo>
                <a:lnTo>
                  <a:pt x="135889" y="82867"/>
                </a:lnTo>
                <a:cubicBezTo>
                  <a:pt x="132080" y="86677"/>
                  <a:pt x="125730" y="86677"/>
                  <a:pt x="121920" y="82867"/>
                </a:cubicBezTo>
                <a:cubicBezTo>
                  <a:pt x="118110" y="79058"/>
                  <a:pt x="118110" y="73977"/>
                  <a:pt x="120650" y="68897"/>
                </a:cubicBezTo>
                <a:lnTo>
                  <a:pt x="121920" y="67627"/>
                </a:lnTo>
                <a:lnTo>
                  <a:pt x="172720" y="16827"/>
                </a:lnTo>
                <a:close/>
                <a:moveTo>
                  <a:pt x="243839" y="73977"/>
                </a:moveTo>
                <a:cubicBezTo>
                  <a:pt x="240030" y="70167"/>
                  <a:pt x="233680" y="70167"/>
                  <a:pt x="229870" y="73977"/>
                </a:cubicBezTo>
                <a:lnTo>
                  <a:pt x="179070" y="124777"/>
                </a:lnTo>
                <a:lnTo>
                  <a:pt x="177800" y="126047"/>
                </a:lnTo>
                <a:cubicBezTo>
                  <a:pt x="175260" y="129858"/>
                  <a:pt x="175260" y="136208"/>
                  <a:pt x="179070" y="140017"/>
                </a:cubicBezTo>
                <a:cubicBezTo>
                  <a:pt x="182880" y="143827"/>
                  <a:pt x="189230" y="143827"/>
                  <a:pt x="193039" y="140017"/>
                </a:cubicBezTo>
                <a:lnTo>
                  <a:pt x="243839" y="89217"/>
                </a:lnTo>
                <a:lnTo>
                  <a:pt x="245110" y="87947"/>
                </a:lnTo>
                <a:cubicBezTo>
                  <a:pt x="247650" y="84137"/>
                  <a:pt x="247650" y="77787"/>
                  <a:pt x="243839" y="73977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83" name="Полилиния: фигура 156">
            <a:extLst>
              <a:ext uri="{FF2B5EF4-FFF2-40B4-BE49-F238E27FC236}">
                <a16:creationId xmlns:a16="http://schemas.microsoft.com/office/drawing/2014/main" id="{539A1807-BB3C-55B4-D9CE-0C64800A9DE0}"/>
              </a:ext>
            </a:extLst>
          </p:cNvPr>
          <p:cNvSpPr/>
          <p:nvPr/>
        </p:nvSpPr>
        <p:spPr>
          <a:xfrm>
            <a:off x="7795621" y="3985497"/>
            <a:ext cx="252688" cy="277106"/>
          </a:xfrm>
          <a:custGeom>
            <a:avLst/>
            <a:gdLst>
              <a:gd name="connsiteX0" fmla="*/ 146050 w 252688"/>
              <a:gd name="connsiteY0" fmla="*/ 26916 h 277106"/>
              <a:gd name="connsiteX1" fmla="*/ 12700 w 252688"/>
              <a:gd name="connsiteY1" fmla="*/ 123436 h 277106"/>
              <a:gd name="connsiteX2" fmla="*/ 20320 w 252688"/>
              <a:gd name="connsiteY2" fmla="*/ 134866 h 277106"/>
              <a:gd name="connsiteX3" fmla="*/ 119380 w 252688"/>
              <a:gd name="connsiteY3" fmla="*/ 155186 h 277106"/>
              <a:gd name="connsiteX4" fmla="*/ 97790 w 252688"/>
              <a:gd name="connsiteY4" fmla="*/ 256786 h 277106"/>
              <a:gd name="connsiteX5" fmla="*/ 10160 w 252688"/>
              <a:gd name="connsiteY5" fmla="*/ 256786 h 277106"/>
              <a:gd name="connsiteX6" fmla="*/ 0 w 252688"/>
              <a:gd name="connsiteY6" fmla="*/ 266946 h 277106"/>
              <a:gd name="connsiteX7" fmla="*/ 10160 w 252688"/>
              <a:gd name="connsiteY7" fmla="*/ 277106 h 277106"/>
              <a:gd name="connsiteX8" fmla="*/ 223520 w 252688"/>
              <a:gd name="connsiteY8" fmla="*/ 277106 h 277106"/>
              <a:gd name="connsiteX9" fmla="*/ 233680 w 252688"/>
              <a:gd name="connsiteY9" fmla="*/ 266946 h 277106"/>
              <a:gd name="connsiteX10" fmla="*/ 223520 w 252688"/>
              <a:gd name="connsiteY10" fmla="*/ 256786 h 277106"/>
              <a:gd name="connsiteX11" fmla="*/ 119380 w 252688"/>
              <a:gd name="connsiteY11" fmla="*/ 256786 h 277106"/>
              <a:gd name="connsiteX12" fmla="*/ 139700 w 252688"/>
              <a:gd name="connsiteY12" fmla="*/ 158996 h 277106"/>
              <a:gd name="connsiteX13" fmla="*/ 238760 w 252688"/>
              <a:gd name="connsiteY13" fmla="*/ 179316 h 277106"/>
              <a:gd name="connsiteX14" fmla="*/ 250190 w 252688"/>
              <a:gd name="connsiteY14" fmla="*/ 171696 h 277106"/>
              <a:gd name="connsiteX15" fmla="*/ 165100 w 252688"/>
              <a:gd name="connsiteY15" fmla="*/ 30726 h 277106"/>
              <a:gd name="connsiteX16" fmla="*/ 168910 w 252688"/>
              <a:gd name="connsiteY16" fmla="*/ 11676 h 277106"/>
              <a:gd name="connsiteX17" fmla="*/ 161290 w 252688"/>
              <a:gd name="connsiteY17" fmla="*/ 246 h 277106"/>
              <a:gd name="connsiteX18" fmla="*/ 149860 w 252688"/>
              <a:gd name="connsiteY18" fmla="*/ 7866 h 277106"/>
              <a:gd name="connsiteX19" fmla="*/ 146050 w 252688"/>
              <a:gd name="connsiteY19" fmla="*/ 26916 h 277106"/>
              <a:gd name="connsiteX20" fmla="*/ 148590 w 252688"/>
              <a:gd name="connsiteY20" fmla="*/ 47236 h 277106"/>
              <a:gd name="connsiteX21" fmla="*/ 34290 w 252688"/>
              <a:gd name="connsiteY21" fmla="*/ 117086 h 277106"/>
              <a:gd name="connsiteX22" fmla="*/ 232410 w 252688"/>
              <a:gd name="connsiteY22" fmla="*/ 157726 h 277106"/>
              <a:gd name="connsiteX23" fmla="*/ 154940 w 252688"/>
              <a:gd name="connsiteY23" fmla="*/ 48506 h 277106"/>
              <a:gd name="connsiteX24" fmla="*/ 152400 w 252688"/>
              <a:gd name="connsiteY24" fmla="*/ 48506 h 277106"/>
              <a:gd name="connsiteX25" fmla="*/ 148590 w 252688"/>
              <a:gd name="connsiteY25" fmla="*/ 47236 h 277106"/>
              <a:gd name="connsiteX26" fmla="*/ 152400 w 252688"/>
              <a:gd name="connsiteY26" fmla="*/ 87876 h 277106"/>
              <a:gd name="connsiteX27" fmla="*/ 185420 w 252688"/>
              <a:gd name="connsiteY27" fmla="*/ 124706 h 277106"/>
              <a:gd name="connsiteX28" fmla="*/ 193040 w 252688"/>
              <a:gd name="connsiteY28" fmla="*/ 136136 h 277106"/>
              <a:gd name="connsiteX29" fmla="*/ 204470 w 252688"/>
              <a:gd name="connsiteY29" fmla="*/ 128516 h 277106"/>
              <a:gd name="connsiteX30" fmla="*/ 156210 w 252688"/>
              <a:gd name="connsiteY30" fmla="*/ 67556 h 277106"/>
              <a:gd name="connsiteX31" fmla="*/ 144780 w 252688"/>
              <a:gd name="connsiteY31" fmla="*/ 75176 h 277106"/>
              <a:gd name="connsiteX32" fmla="*/ 152400 w 252688"/>
              <a:gd name="connsiteY32" fmla="*/ 87876 h 27710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52688" h="277106">
                <a:moveTo>
                  <a:pt x="146050" y="26916"/>
                </a:moveTo>
                <a:cubicBezTo>
                  <a:pt x="83820" y="19296"/>
                  <a:pt x="25400" y="59936"/>
                  <a:pt x="12700" y="123436"/>
                </a:cubicBezTo>
                <a:cubicBezTo>
                  <a:pt x="11430" y="128516"/>
                  <a:pt x="15240" y="134866"/>
                  <a:pt x="20320" y="134866"/>
                </a:cubicBezTo>
                <a:lnTo>
                  <a:pt x="119380" y="155186"/>
                </a:lnTo>
                <a:lnTo>
                  <a:pt x="97790" y="256786"/>
                </a:lnTo>
                <a:lnTo>
                  <a:pt x="10160" y="256786"/>
                </a:lnTo>
                <a:cubicBezTo>
                  <a:pt x="5080" y="256786"/>
                  <a:pt x="0" y="261866"/>
                  <a:pt x="0" y="266946"/>
                </a:cubicBezTo>
                <a:cubicBezTo>
                  <a:pt x="0" y="272026"/>
                  <a:pt x="5080" y="277106"/>
                  <a:pt x="10160" y="277106"/>
                </a:cubicBezTo>
                <a:lnTo>
                  <a:pt x="223520" y="277106"/>
                </a:lnTo>
                <a:cubicBezTo>
                  <a:pt x="228600" y="277106"/>
                  <a:pt x="233680" y="272026"/>
                  <a:pt x="233680" y="266946"/>
                </a:cubicBezTo>
                <a:cubicBezTo>
                  <a:pt x="233680" y="261866"/>
                  <a:pt x="228600" y="256786"/>
                  <a:pt x="223520" y="256786"/>
                </a:cubicBezTo>
                <a:lnTo>
                  <a:pt x="119380" y="256786"/>
                </a:lnTo>
                <a:lnTo>
                  <a:pt x="139700" y="158996"/>
                </a:lnTo>
                <a:lnTo>
                  <a:pt x="238760" y="179316"/>
                </a:lnTo>
                <a:cubicBezTo>
                  <a:pt x="243840" y="180586"/>
                  <a:pt x="250190" y="176776"/>
                  <a:pt x="250190" y="171696"/>
                </a:cubicBezTo>
                <a:cubicBezTo>
                  <a:pt x="262890" y="109466"/>
                  <a:pt x="226060" y="48506"/>
                  <a:pt x="165100" y="30726"/>
                </a:cubicBezTo>
                <a:lnTo>
                  <a:pt x="168910" y="11676"/>
                </a:lnTo>
                <a:cubicBezTo>
                  <a:pt x="170180" y="6596"/>
                  <a:pt x="166370" y="246"/>
                  <a:pt x="161290" y="246"/>
                </a:cubicBezTo>
                <a:cubicBezTo>
                  <a:pt x="156210" y="-1024"/>
                  <a:pt x="149860" y="2786"/>
                  <a:pt x="149860" y="7866"/>
                </a:cubicBezTo>
                <a:lnTo>
                  <a:pt x="146050" y="26916"/>
                </a:lnTo>
                <a:close/>
                <a:moveTo>
                  <a:pt x="148590" y="47236"/>
                </a:moveTo>
                <a:cubicBezTo>
                  <a:pt x="97790" y="38346"/>
                  <a:pt x="49530" y="68826"/>
                  <a:pt x="34290" y="117086"/>
                </a:cubicBezTo>
                <a:lnTo>
                  <a:pt x="232410" y="157726"/>
                </a:lnTo>
                <a:cubicBezTo>
                  <a:pt x="237490" y="106926"/>
                  <a:pt x="204470" y="59936"/>
                  <a:pt x="154940" y="48506"/>
                </a:cubicBezTo>
                <a:lnTo>
                  <a:pt x="152400" y="48506"/>
                </a:lnTo>
                <a:lnTo>
                  <a:pt x="148590" y="47236"/>
                </a:lnTo>
                <a:close/>
                <a:moveTo>
                  <a:pt x="152400" y="87876"/>
                </a:moveTo>
                <a:cubicBezTo>
                  <a:pt x="173990" y="92956"/>
                  <a:pt x="187960" y="109466"/>
                  <a:pt x="185420" y="124706"/>
                </a:cubicBezTo>
                <a:cubicBezTo>
                  <a:pt x="184150" y="129786"/>
                  <a:pt x="187960" y="136136"/>
                  <a:pt x="193040" y="136136"/>
                </a:cubicBezTo>
                <a:cubicBezTo>
                  <a:pt x="198120" y="137406"/>
                  <a:pt x="204470" y="133596"/>
                  <a:pt x="204470" y="128516"/>
                </a:cubicBezTo>
                <a:cubicBezTo>
                  <a:pt x="209550" y="100576"/>
                  <a:pt x="187960" y="73906"/>
                  <a:pt x="156210" y="67556"/>
                </a:cubicBezTo>
                <a:cubicBezTo>
                  <a:pt x="151130" y="66286"/>
                  <a:pt x="144780" y="70096"/>
                  <a:pt x="144780" y="75176"/>
                </a:cubicBezTo>
                <a:cubicBezTo>
                  <a:pt x="144780" y="80256"/>
                  <a:pt x="147320" y="86606"/>
                  <a:pt x="152400" y="87876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84" name="Полилиния: фигура 159">
            <a:extLst>
              <a:ext uri="{FF2B5EF4-FFF2-40B4-BE49-F238E27FC236}">
                <a16:creationId xmlns:a16="http://schemas.microsoft.com/office/drawing/2014/main" id="{BFAD0FE6-BB17-0EA6-2BA3-D4CC034B411F}"/>
              </a:ext>
            </a:extLst>
          </p:cNvPr>
          <p:cNvSpPr/>
          <p:nvPr/>
        </p:nvSpPr>
        <p:spPr>
          <a:xfrm>
            <a:off x="8339181" y="4002254"/>
            <a:ext cx="283210" cy="243840"/>
          </a:xfrm>
          <a:custGeom>
            <a:avLst/>
            <a:gdLst>
              <a:gd name="connsiteX0" fmla="*/ 212090 w 283210"/>
              <a:gd name="connsiteY0" fmla="*/ 60960 h 243840"/>
              <a:gd name="connsiteX1" fmla="*/ 212090 w 283210"/>
              <a:gd name="connsiteY1" fmla="*/ 60960 h 243840"/>
              <a:gd name="connsiteX2" fmla="*/ 223520 w 283210"/>
              <a:gd name="connsiteY2" fmla="*/ 69850 h 243840"/>
              <a:gd name="connsiteX3" fmla="*/ 223520 w 283210"/>
              <a:gd name="connsiteY3" fmla="*/ 71120 h 243840"/>
              <a:gd name="connsiteX4" fmla="*/ 233680 w 283210"/>
              <a:gd name="connsiteY4" fmla="*/ 81280 h 243840"/>
              <a:gd name="connsiteX5" fmla="*/ 243840 w 283210"/>
              <a:gd name="connsiteY5" fmla="*/ 71120 h 243840"/>
              <a:gd name="connsiteX6" fmla="*/ 213361 w 283210"/>
              <a:gd name="connsiteY6" fmla="*/ 40640 h 243840"/>
              <a:gd name="connsiteX7" fmla="*/ 203200 w 283210"/>
              <a:gd name="connsiteY7" fmla="*/ 50800 h 243840"/>
              <a:gd name="connsiteX8" fmla="*/ 212090 w 283210"/>
              <a:gd name="connsiteY8" fmla="*/ 60960 h 243840"/>
              <a:gd name="connsiteX9" fmla="*/ 223520 w 283210"/>
              <a:gd name="connsiteY9" fmla="*/ 111760 h 243840"/>
              <a:gd name="connsiteX10" fmla="*/ 223520 w 283210"/>
              <a:gd name="connsiteY10" fmla="*/ 172720 h 243840"/>
              <a:gd name="connsiteX11" fmla="*/ 213361 w 283210"/>
              <a:gd name="connsiteY11" fmla="*/ 182880 h 243840"/>
              <a:gd name="connsiteX12" fmla="*/ 50800 w 283210"/>
              <a:gd name="connsiteY12" fmla="*/ 182880 h 243840"/>
              <a:gd name="connsiteX13" fmla="*/ 40640 w 283210"/>
              <a:gd name="connsiteY13" fmla="*/ 172720 h 243840"/>
              <a:gd name="connsiteX14" fmla="*/ 40640 w 283210"/>
              <a:gd name="connsiteY14" fmla="*/ 71120 h 243840"/>
              <a:gd name="connsiteX15" fmla="*/ 50800 w 283210"/>
              <a:gd name="connsiteY15" fmla="*/ 60960 h 243840"/>
              <a:gd name="connsiteX16" fmla="*/ 176530 w 283210"/>
              <a:gd name="connsiteY16" fmla="*/ 60960 h 243840"/>
              <a:gd name="connsiteX17" fmla="*/ 186690 w 283210"/>
              <a:gd name="connsiteY17" fmla="*/ 50800 h 243840"/>
              <a:gd name="connsiteX18" fmla="*/ 176530 w 283210"/>
              <a:gd name="connsiteY18" fmla="*/ 40640 h 243840"/>
              <a:gd name="connsiteX19" fmla="*/ 50800 w 283210"/>
              <a:gd name="connsiteY19" fmla="*/ 40640 h 243840"/>
              <a:gd name="connsiteX20" fmla="*/ 20320 w 283210"/>
              <a:gd name="connsiteY20" fmla="*/ 71120 h 243840"/>
              <a:gd name="connsiteX21" fmla="*/ 20320 w 283210"/>
              <a:gd name="connsiteY21" fmla="*/ 172720 h 243840"/>
              <a:gd name="connsiteX22" fmla="*/ 50800 w 283210"/>
              <a:gd name="connsiteY22" fmla="*/ 203200 h 243840"/>
              <a:gd name="connsiteX23" fmla="*/ 213361 w 283210"/>
              <a:gd name="connsiteY23" fmla="*/ 203200 h 243840"/>
              <a:gd name="connsiteX24" fmla="*/ 243840 w 283210"/>
              <a:gd name="connsiteY24" fmla="*/ 172720 h 243840"/>
              <a:gd name="connsiteX25" fmla="*/ 243840 w 283210"/>
              <a:gd name="connsiteY25" fmla="*/ 111760 h 243840"/>
              <a:gd name="connsiteX26" fmla="*/ 233680 w 283210"/>
              <a:gd name="connsiteY26" fmla="*/ 101600 h 243840"/>
              <a:gd name="connsiteX27" fmla="*/ 223520 w 283210"/>
              <a:gd name="connsiteY27" fmla="*/ 111760 h 243840"/>
              <a:gd name="connsiteX28" fmla="*/ 10161 w 283210"/>
              <a:gd name="connsiteY28" fmla="*/ 243840 h 243840"/>
              <a:gd name="connsiteX29" fmla="*/ 254000 w 283210"/>
              <a:gd name="connsiteY29" fmla="*/ 243840 h 243840"/>
              <a:gd name="connsiteX30" fmla="*/ 264161 w 283210"/>
              <a:gd name="connsiteY30" fmla="*/ 233680 h 243840"/>
              <a:gd name="connsiteX31" fmla="*/ 254000 w 283210"/>
              <a:gd name="connsiteY31" fmla="*/ 223520 h 243840"/>
              <a:gd name="connsiteX32" fmla="*/ 10161 w 283210"/>
              <a:gd name="connsiteY32" fmla="*/ 223520 h 243840"/>
              <a:gd name="connsiteX33" fmla="*/ 0 w 283210"/>
              <a:gd name="connsiteY33" fmla="*/ 233680 h 243840"/>
              <a:gd name="connsiteX34" fmla="*/ 10161 w 283210"/>
              <a:gd name="connsiteY34" fmla="*/ 243840 h 243840"/>
              <a:gd name="connsiteX35" fmla="*/ 213361 w 283210"/>
              <a:gd name="connsiteY35" fmla="*/ 20320 h 243840"/>
              <a:gd name="connsiteX36" fmla="*/ 262890 w 283210"/>
              <a:gd name="connsiteY36" fmla="*/ 69850 h 243840"/>
              <a:gd name="connsiteX37" fmla="*/ 273050 w 283210"/>
              <a:gd name="connsiteY37" fmla="*/ 80010 h 243840"/>
              <a:gd name="connsiteX38" fmla="*/ 283211 w 283210"/>
              <a:gd name="connsiteY38" fmla="*/ 69850 h 243840"/>
              <a:gd name="connsiteX39" fmla="*/ 213361 w 283210"/>
              <a:gd name="connsiteY39" fmla="*/ 0 h 243840"/>
              <a:gd name="connsiteX40" fmla="*/ 203200 w 283210"/>
              <a:gd name="connsiteY40" fmla="*/ 10160 h 243840"/>
              <a:gd name="connsiteX41" fmla="*/ 213361 w 283210"/>
              <a:gd name="connsiteY41" fmla="*/ 2032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83210" h="243840">
                <a:moveTo>
                  <a:pt x="212090" y="60960"/>
                </a:moveTo>
                <a:lnTo>
                  <a:pt x="212090" y="60960"/>
                </a:lnTo>
                <a:cubicBezTo>
                  <a:pt x="218440" y="60960"/>
                  <a:pt x="222250" y="64770"/>
                  <a:pt x="223520" y="69850"/>
                </a:cubicBezTo>
                <a:lnTo>
                  <a:pt x="223520" y="71120"/>
                </a:lnTo>
                <a:cubicBezTo>
                  <a:pt x="223520" y="76200"/>
                  <a:pt x="228600" y="81280"/>
                  <a:pt x="233680" y="81280"/>
                </a:cubicBezTo>
                <a:cubicBezTo>
                  <a:pt x="238761" y="81280"/>
                  <a:pt x="243840" y="76200"/>
                  <a:pt x="243840" y="71120"/>
                </a:cubicBezTo>
                <a:cubicBezTo>
                  <a:pt x="243840" y="54610"/>
                  <a:pt x="229870" y="40640"/>
                  <a:pt x="213361" y="40640"/>
                </a:cubicBezTo>
                <a:cubicBezTo>
                  <a:pt x="208280" y="40640"/>
                  <a:pt x="203200" y="45720"/>
                  <a:pt x="203200" y="50800"/>
                </a:cubicBezTo>
                <a:cubicBezTo>
                  <a:pt x="203200" y="55880"/>
                  <a:pt x="207011" y="59690"/>
                  <a:pt x="212090" y="60960"/>
                </a:cubicBezTo>
                <a:close/>
                <a:moveTo>
                  <a:pt x="223520" y="111760"/>
                </a:moveTo>
                <a:lnTo>
                  <a:pt x="223520" y="172720"/>
                </a:lnTo>
                <a:cubicBezTo>
                  <a:pt x="223520" y="177800"/>
                  <a:pt x="218440" y="182880"/>
                  <a:pt x="213361" y="182880"/>
                </a:cubicBezTo>
                <a:lnTo>
                  <a:pt x="50800" y="182880"/>
                </a:lnTo>
                <a:cubicBezTo>
                  <a:pt x="45720" y="182880"/>
                  <a:pt x="40640" y="177800"/>
                  <a:pt x="40640" y="172720"/>
                </a:cubicBezTo>
                <a:lnTo>
                  <a:pt x="40640" y="71120"/>
                </a:lnTo>
                <a:cubicBezTo>
                  <a:pt x="40640" y="66040"/>
                  <a:pt x="45720" y="60960"/>
                  <a:pt x="50800" y="60960"/>
                </a:cubicBezTo>
                <a:lnTo>
                  <a:pt x="176530" y="60960"/>
                </a:lnTo>
                <a:cubicBezTo>
                  <a:pt x="181611" y="60960"/>
                  <a:pt x="186690" y="55880"/>
                  <a:pt x="186690" y="50800"/>
                </a:cubicBezTo>
                <a:cubicBezTo>
                  <a:pt x="186690" y="45720"/>
                  <a:pt x="181611" y="40640"/>
                  <a:pt x="176530" y="40640"/>
                </a:cubicBezTo>
                <a:lnTo>
                  <a:pt x="50800" y="40640"/>
                </a:lnTo>
                <a:cubicBezTo>
                  <a:pt x="34290" y="40640"/>
                  <a:pt x="20320" y="54610"/>
                  <a:pt x="20320" y="71120"/>
                </a:cubicBezTo>
                <a:lnTo>
                  <a:pt x="20320" y="172720"/>
                </a:lnTo>
                <a:cubicBezTo>
                  <a:pt x="20320" y="189230"/>
                  <a:pt x="34290" y="203200"/>
                  <a:pt x="50800" y="203200"/>
                </a:cubicBezTo>
                <a:lnTo>
                  <a:pt x="213361" y="203200"/>
                </a:lnTo>
                <a:cubicBezTo>
                  <a:pt x="229870" y="203200"/>
                  <a:pt x="243840" y="189230"/>
                  <a:pt x="243840" y="172720"/>
                </a:cubicBezTo>
                <a:lnTo>
                  <a:pt x="243840" y="111760"/>
                </a:lnTo>
                <a:cubicBezTo>
                  <a:pt x="243840" y="106680"/>
                  <a:pt x="238761" y="101600"/>
                  <a:pt x="233680" y="101600"/>
                </a:cubicBezTo>
                <a:cubicBezTo>
                  <a:pt x="228600" y="101600"/>
                  <a:pt x="223520" y="105410"/>
                  <a:pt x="223520" y="111760"/>
                </a:cubicBezTo>
                <a:close/>
                <a:moveTo>
                  <a:pt x="10161" y="243840"/>
                </a:moveTo>
                <a:lnTo>
                  <a:pt x="254000" y="243840"/>
                </a:lnTo>
                <a:cubicBezTo>
                  <a:pt x="259080" y="243840"/>
                  <a:pt x="264161" y="238760"/>
                  <a:pt x="264161" y="233680"/>
                </a:cubicBezTo>
                <a:cubicBezTo>
                  <a:pt x="264161" y="228600"/>
                  <a:pt x="259080" y="223520"/>
                  <a:pt x="254000" y="223520"/>
                </a:cubicBezTo>
                <a:lnTo>
                  <a:pt x="10161" y="223520"/>
                </a:lnTo>
                <a:cubicBezTo>
                  <a:pt x="5080" y="223520"/>
                  <a:pt x="0" y="228600"/>
                  <a:pt x="0" y="233680"/>
                </a:cubicBezTo>
                <a:cubicBezTo>
                  <a:pt x="0" y="238760"/>
                  <a:pt x="5080" y="243840"/>
                  <a:pt x="10161" y="243840"/>
                </a:cubicBezTo>
                <a:close/>
                <a:moveTo>
                  <a:pt x="213361" y="20320"/>
                </a:moveTo>
                <a:cubicBezTo>
                  <a:pt x="241300" y="20320"/>
                  <a:pt x="262890" y="43180"/>
                  <a:pt x="262890" y="69850"/>
                </a:cubicBezTo>
                <a:cubicBezTo>
                  <a:pt x="262890" y="74930"/>
                  <a:pt x="267970" y="80010"/>
                  <a:pt x="273050" y="80010"/>
                </a:cubicBezTo>
                <a:cubicBezTo>
                  <a:pt x="278130" y="80010"/>
                  <a:pt x="283211" y="74930"/>
                  <a:pt x="283211" y="69850"/>
                </a:cubicBezTo>
                <a:cubicBezTo>
                  <a:pt x="283211" y="30480"/>
                  <a:pt x="251461" y="0"/>
                  <a:pt x="213361" y="0"/>
                </a:cubicBezTo>
                <a:cubicBezTo>
                  <a:pt x="208280" y="0"/>
                  <a:pt x="203200" y="5080"/>
                  <a:pt x="203200" y="10160"/>
                </a:cubicBezTo>
                <a:cubicBezTo>
                  <a:pt x="203200" y="15240"/>
                  <a:pt x="208280" y="20320"/>
                  <a:pt x="213361" y="203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85" name="Полилиния: фигура 163">
            <a:extLst>
              <a:ext uri="{FF2B5EF4-FFF2-40B4-BE49-F238E27FC236}">
                <a16:creationId xmlns:a16="http://schemas.microsoft.com/office/drawing/2014/main" id="{CC4094BE-B2F1-260E-36E8-7865DD088B58}"/>
              </a:ext>
            </a:extLst>
          </p:cNvPr>
          <p:cNvSpPr/>
          <p:nvPr/>
        </p:nvSpPr>
        <p:spPr>
          <a:xfrm>
            <a:off x="10592435" y="4017493"/>
            <a:ext cx="253726" cy="213086"/>
          </a:xfrm>
          <a:custGeom>
            <a:avLst/>
            <a:gdLst>
              <a:gd name="connsiteX0" fmla="*/ 202926 w 253726"/>
              <a:gd name="connsiteY0" fmla="*/ 30480 h 213086"/>
              <a:gd name="connsiteX1" fmla="*/ 202926 w 253726"/>
              <a:gd name="connsiteY1" fmla="*/ 10160 h 213086"/>
              <a:gd name="connsiteX2" fmla="*/ 213086 w 253726"/>
              <a:gd name="connsiteY2" fmla="*/ 0 h 213086"/>
              <a:gd name="connsiteX3" fmla="*/ 223246 w 253726"/>
              <a:gd name="connsiteY3" fmla="*/ 10160 h 213086"/>
              <a:gd name="connsiteX4" fmla="*/ 223246 w 253726"/>
              <a:gd name="connsiteY4" fmla="*/ 30480 h 213086"/>
              <a:gd name="connsiteX5" fmla="*/ 243567 w 253726"/>
              <a:gd name="connsiteY5" fmla="*/ 30480 h 213086"/>
              <a:gd name="connsiteX6" fmla="*/ 253726 w 253726"/>
              <a:gd name="connsiteY6" fmla="*/ 40640 h 213086"/>
              <a:gd name="connsiteX7" fmla="*/ 243567 w 253726"/>
              <a:gd name="connsiteY7" fmla="*/ 50800 h 213086"/>
              <a:gd name="connsiteX8" fmla="*/ 223246 w 253726"/>
              <a:gd name="connsiteY8" fmla="*/ 50800 h 213086"/>
              <a:gd name="connsiteX9" fmla="*/ 223246 w 253726"/>
              <a:gd name="connsiteY9" fmla="*/ 71120 h 213086"/>
              <a:gd name="connsiteX10" fmla="*/ 213086 w 253726"/>
              <a:gd name="connsiteY10" fmla="*/ 81280 h 213086"/>
              <a:gd name="connsiteX11" fmla="*/ 202926 w 253726"/>
              <a:gd name="connsiteY11" fmla="*/ 71120 h 213086"/>
              <a:gd name="connsiteX12" fmla="*/ 202926 w 253726"/>
              <a:gd name="connsiteY12" fmla="*/ 50800 h 213086"/>
              <a:gd name="connsiteX13" fmla="*/ 182607 w 253726"/>
              <a:gd name="connsiteY13" fmla="*/ 50800 h 213086"/>
              <a:gd name="connsiteX14" fmla="*/ 172446 w 253726"/>
              <a:gd name="connsiteY14" fmla="*/ 40640 h 213086"/>
              <a:gd name="connsiteX15" fmla="*/ 182607 w 253726"/>
              <a:gd name="connsiteY15" fmla="*/ 30480 h 213086"/>
              <a:gd name="connsiteX16" fmla="*/ 202926 w 253726"/>
              <a:gd name="connsiteY16" fmla="*/ 30480 h 213086"/>
              <a:gd name="connsiteX17" fmla="*/ 18776 w 253726"/>
              <a:gd name="connsiteY17" fmla="*/ 118110 h 213086"/>
              <a:gd name="connsiteX18" fmla="*/ 58146 w 253726"/>
              <a:gd name="connsiteY18" fmla="*/ 39370 h 213086"/>
              <a:gd name="connsiteX19" fmla="*/ 65767 w 253726"/>
              <a:gd name="connsiteY19" fmla="*/ 36830 h 213086"/>
              <a:gd name="connsiteX20" fmla="*/ 144507 w 253726"/>
              <a:gd name="connsiteY20" fmla="*/ 76200 h 213086"/>
              <a:gd name="connsiteX21" fmla="*/ 147046 w 253726"/>
              <a:gd name="connsiteY21" fmla="*/ 83820 h 213086"/>
              <a:gd name="connsiteX22" fmla="*/ 91167 w 253726"/>
              <a:gd name="connsiteY22" fmla="*/ 198120 h 213086"/>
              <a:gd name="connsiteX23" fmla="*/ 96246 w 253726"/>
              <a:gd name="connsiteY23" fmla="*/ 212090 h 213086"/>
              <a:gd name="connsiteX24" fmla="*/ 110217 w 253726"/>
              <a:gd name="connsiteY24" fmla="*/ 207010 h 213086"/>
              <a:gd name="connsiteX25" fmla="*/ 166096 w 253726"/>
              <a:gd name="connsiteY25" fmla="*/ 92710 h 213086"/>
              <a:gd name="connsiteX26" fmla="*/ 154667 w 253726"/>
              <a:gd name="connsiteY26" fmla="*/ 57150 h 213086"/>
              <a:gd name="connsiteX27" fmla="*/ 75926 w 253726"/>
              <a:gd name="connsiteY27" fmla="*/ 17780 h 213086"/>
              <a:gd name="connsiteX28" fmla="*/ 40367 w 253726"/>
              <a:gd name="connsiteY28" fmla="*/ 29210 h 213086"/>
              <a:gd name="connsiteX29" fmla="*/ 996 w 253726"/>
              <a:gd name="connsiteY29" fmla="*/ 107950 h 213086"/>
              <a:gd name="connsiteX30" fmla="*/ 6076 w 253726"/>
              <a:gd name="connsiteY30" fmla="*/ 121920 h 213086"/>
              <a:gd name="connsiteX31" fmla="*/ 18776 w 253726"/>
              <a:gd name="connsiteY31" fmla="*/ 118110 h 2130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53726" h="213086">
                <a:moveTo>
                  <a:pt x="202926" y="30480"/>
                </a:moveTo>
                <a:lnTo>
                  <a:pt x="202926" y="10160"/>
                </a:lnTo>
                <a:cubicBezTo>
                  <a:pt x="202926" y="5080"/>
                  <a:pt x="208007" y="0"/>
                  <a:pt x="213086" y="0"/>
                </a:cubicBezTo>
                <a:cubicBezTo>
                  <a:pt x="218167" y="0"/>
                  <a:pt x="223246" y="5080"/>
                  <a:pt x="223246" y="10160"/>
                </a:cubicBezTo>
                <a:lnTo>
                  <a:pt x="223246" y="30480"/>
                </a:lnTo>
                <a:lnTo>
                  <a:pt x="243567" y="30480"/>
                </a:lnTo>
                <a:cubicBezTo>
                  <a:pt x="248646" y="30480"/>
                  <a:pt x="253726" y="35560"/>
                  <a:pt x="253726" y="40640"/>
                </a:cubicBezTo>
                <a:cubicBezTo>
                  <a:pt x="253726" y="45720"/>
                  <a:pt x="248646" y="50800"/>
                  <a:pt x="243567" y="50800"/>
                </a:cubicBezTo>
                <a:lnTo>
                  <a:pt x="223246" y="50800"/>
                </a:lnTo>
                <a:lnTo>
                  <a:pt x="223246" y="71120"/>
                </a:lnTo>
                <a:cubicBezTo>
                  <a:pt x="223246" y="76200"/>
                  <a:pt x="218167" y="81280"/>
                  <a:pt x="213086" y="81280"/>
                </a:cubicBezTo>
                <a:cubicBezTo>
                  <a:pt x="208007" y="81280"/>
                  <a:pt x="202926" y="76200"/>
                  <a:pt x="202926" y="71120"/>
                </a:cubicBezTo>
                <a:lnTo>
                  <a:pt x="202926" y="50800"/>
                </a:lnTo>
                <a:lnTo>
                  <a:pt x="182607" y="50800"/>
                </a:lnTo>
                <a:cubicBezTo>
                  <a:pt x="177526" y="50800"/>
                  <a:pt x="172446" y="45720"/>
                  <a:pt x="172446" y="40640"/>
                </a:cubicBezTo>
                <a:cubicBezTo>
                  <a:pt x="172446" y="35560"/>
                  <a:pt x="177526" y="30480"/>
                  <a:pt x="182607" y="30480"/>
                </a:cubicBezTo>
                <a:lnTo>
                  <a:pt x="202926" y="30480"/>
                </a:lnTo>
                <a:close/>
                <a:moveTo>
                  <a:pt x="18776" y="118110"/>
                </a:moveTo>
                <a:lnTo>
                  <a:pt x="58146" y="39370"/>
                </a:lnTo>
                <a:cubicBezTo>
                  <a:pt x="59417" y="36830"/>
                  <a:pt x="63226" y="35560"/>
                  <a:pt x="65767" y="36830"/>
                </a:cubicBezTo>
                <a:lnTo>
                  <a:pt x="144507" y="76200"/>
                </a:lnTo>
                <a:cubicBezTo>
                  <a:pt x="147046" y="77470"/>
                  <a:pt x="148317" y="81280"/>
                  <a:pt x="147046" y="83820"/>
                </a:cubicBezTo>
                <a:lnTo>
                  <a:pt x="91167" y="198120"/>
                </a:lnTo>
                <a:cubicBezTo>
                  <a:pt x="88626" y="203200"/>
                  <a:pt x="91167" y="209550"/>
                  <a:pt x="96246" y="212090"/>
                </a:cubicBezTo>
                <a:cubicBezTo>
                  <a:pt x="101326" y="214630"/>
                  <a:pt x="107676" y="212090"/>
                  <a:pt x="110217" y="207010"/>
                </a:cubicBezTo>
                <a:lnTo>
                  <a:pt x="166096" y="92710"/>
                </a:lnTo>
                <a:cubicBezTo>
                  <a:pt x="172446" y="80010"/>
                  <a:pt x="167367" y="63500"/>
                  <a:pt x="154667" y="57150"/>
                </a:cubicBezTo>
                <a:lnTo>
                  <a:pt x="75926" y="17780"/>
                </a:lnTo>
                <a:cubicBezTo>
                  <a:pt x="63226" y="11430"/>
                  <a:pt x="46717" y="16510"/>
                  <a:pt x="40367" y="29210"/>
                </a:cubicBezTo>
                <a:lnTo>
                  <a:pt x="996" y="107950"/>
                </a:lnTo>
                <a:cubicBezTo>
                  <a:pt x="-1543" y="113030"/>
                  <a:pt x="996" y="119380"/>
                  <a:pt x="6076" y="121920"/>
                </a:cubicBezTo>
                <a:cubicBezTo>
                  <a:pt x="9886" y="125730"/>
                  <a:pt x="16236" y="123190"/>
                  <a:pt x="18776" y="11811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86" name="Полилиния: фигура 167">
            <a:extLst>
              <a:ext uri="{FF2B5EF4-FFF2-40B4-BE49-F238E27FC236}">
                <a16:creationId xmlns:a16="http://schemas.microsoft.com/office/drawing/2014/main" id="{A99D7849-363F-0357-F5FB-00C2731D6004}"/>
              </a:ext>
            </a:extLst>
          </p:cNvPr>
          <p:cNvSpPr/>
          <p:nvPr/>
        </p:nvSpPr>
        <p:spPr>
          <a:xfrm>
            <a:off x="11163746" y="3997174"/>
            <a:ext cx="183077" cy="254000"/>
          </a:xfrm>
          <a:custGeom>
            <a:avLst/>
            <a:gdLst>
              <a:gd name="connsiteX0" fmla="*/ 108147 w 183077"/>
              <a:gd name="connsiteY0" fmla="*/ 124460 h 254000"/>
              <a:gd name="connsiteX1" fmla="*/ 114497 w 183077"/>
              <a:gd name="connsiteY1" fmla="*/ 111760 h 254000"/>
              <a:gd name="connsiteX2" fmla="*/ 162757 w 183077"/>
              <a:gd name="connsiteY2" fmla="*/ 107950 h 254000"/>
              <a:gd name="connsiteX3" fmla="*/ 162757 w 183077"/>
              <a:gd name="connsiteY3" fmla="*/ 87630 h 254000"/>
              <a:gd name="connsiteX4" fmla="*/ 91637 w 183077"/>
              <a:gd name="connsiteY4" fmla="*/ 20320 h 254000"/>
              <a:gd name="connsiteX5" fmla="*/ 20518 w 183077"/>
              <a:gd name="connsiteY5" fmla="*/ 82550 h 254000"/>
              <a:gd name="connsiteX6" fmla="*/ 9087 w 183077"/>
              <a:gd name="connsiteY6" fmla="*/ 91440 h 254000"/>
              <a:gd name="connsiteX7" fmla="*/ 197 w 183077"/>
              <a:gd name="connsiteY7" fmla="*/ 80010 h 254000"/>
              <a:gd name="connsiteX8" fmla="*/ 91637 w 183077"/>
              <a:gd name="connsiteY8" fmla="*/ 0 h 254000"/>
              <a:gd name="connsiteX9" fmla="*/ 183078 w 183077"/>
              <a:gd name="connsiteY9" fmla="*/ 87630 h 254000"/>
              <a:gd name="connsiteX10" fmla="*/ 183078 w 183077"/>
              <a:gd name="connsiteY10" fmla="*/ 120650 h 254000"/>
              <a:gd name="connsiteX11" fmla="*/ 169107 w 183077"/>
              <a:gd name="connsiteY11" fmla="*/ 130810 h 254000"/>
              <a:gd name="connsiteX12" fmla="*/ 119578 w 183077"/>
              <a:gd name="connsiteY12" fmla="*/ 130810 h 254000"/>
              <a:gd name="connsiteX13" fmla="*/ 108147 w 183077"/>
              <a:gd name="connsiteY13" fmla="*/ 124460 h 254000"/>
              <a:gd name="connsiteX14" fmla="*/ 81478 w 183077"/>
              <a:gd name="connsiteY14" fmla="*/ 121920 h 254000"/>
              <a:gd name="connsiteX15" fmla="*/ 81478 w 183077"/>
              <a:gd name="connsiteY15" fmla="*/ 173990 h 254000"/>
              <a:gd name="connsiteX16" fmla="*/ 109418 w 183077"/>
              <a:gd name="connsiteY16" fmla="*/ 172720 h 254000"/>
              <a:gd name="connsiteX17" fmla="*/ 122118 w 183077"/>
              <a:gd name="connsiteY17" fmla="*/ 180340 h 254000"/>
              <a:gd name="connsiteX18" fmla="*/ 114497 w 183077"/>
              <a:gd name="connsiteY18" fmla="*/ 193040 h 254000"/>
              <a:gd name="connsiteX19" fmla="*/ 68778 w 183077"/>
              <a:gd name="connsiteY19" fmla="*/ 193040 h 254000"/>
              <a:gd name="connsiteX20" fmla="*/ 61157 w 183077"/>
              <a:gd name="connsiteY20" fmla="*/ 182880 h 254000"/>
              <a:gd name="connsiteX21" fmla="*/ 61157 w 183077"/>
              <a:gd name="connsiteY21" fmla="*/ 129540 h 254000"/>
              <a:gd name="connsiteX22" fmla="*/ 20518 w 183077"/>
              <a:gd name="connsiteY22" fmla="*/ 129540 h 254000"/>
              <a:gd name="connsiteX23" fmla="*/ 20518 w 183077"/>
              <a:gd name="connsiteY23" fmla="*/ 165100 h 254000"/>
              <a:gd name="connsiteX24" fmla="*/ 91637 w 183077"/>
              <a:gd name="connsiteY24" fmla="*/ 233680 h 254000"/>
              <a:gd name="connsiteX25" fmla="*/ 94178 w 183077"/>
              <a:gd name="connsiteY25" fmla="*/ 233680 h 254000"/>
              <a:gd name="connsiteX26" fmla="*/ 162757 w 183077"/>
              <a:gd name="connsiteY26" fmla="*/ 165100 h 254000"/>
              <a:gd name="connsiteX27" fmla="*/ 162757 w 183077"/>
              <a:gd name="connsiteY27" fmla="*/ 162560 h 254000"/>
              <a:gd name="connsiteX28" fmla="*/ 172918 w 183077"/>
              <a:gd name="connsiteY28" fmla="*/ 152400 h 254000"/>
              <a:gd name="connsiteX29" fmla="*/ 183078 w 183077"/>
              <a:gd name="connsiteY29" fmla="*/ 162560 h 254000"/>
              <a:gd name="connsiteX30" fmla="*/ 183078 w 183077"/>
              <a:gd name="connsiteY30" fmla="*/ 165100 h 254000"/>
              <a:gd name="connsiteX31" fmla="*/ 91637 w 183077"/>
              <a:gd name="connsiteY31" fmla="*/ 254000 h 254000"/>
              <a:gd name="connsiteX32" fmla="*/ 89097 w 183077"/>
              <a:gd name="connsiteY32" fmla="*/ 254000 h 254000"/>
              <a:gd name="connsiteX33" fmla="*/ 1468 w 183077"/>
              <a:gd name="connsiteY33" fmla="*/ 165100 h 254000"/>
              <a:gd name="connsiteX34" fmla="*/ 1468 w 183077"/>
              <a:gd name="connsiteY34" fmla="*/ 121920 h 254000"/>
              <a:gd name="connsiteX35" fmla="*/ 7818 w 183077"/>
              <a:gd name="connsiteY35" fmla="*/ 111760 h 254000"/>
              <a:gd name="connsiteX36" fmla="*/ 75128 w 183077"/>
              <a:gd name="connsiteY36" fmla="*/ 111760 h 254000"/>
              <a:gd name="connsiteX37" fmla="*/ 81478 w 183077"/>
              <a:gd name="connsiteY37" fmla="*/ 12192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183077" h="254000">
                <a:moveTo>
                  <a:pt x="108147" y="124460"/>
                </a:moveTo>
                <a:cubicBezTo>
                  <a:pt x="106878" y="119380"/>
                  <a:pt x="109418" y="113030"/>
                  <a:pt x="114497" y="111760"/>
                </a:cubicBezTo>
                <a:cubicBezTo>
                  <a:pt x="129737" y="106680"/>
                  <a:pt x="147518" y="105410"/>
                  <a:pt x="162757" y="107950"/>
                </a:cubicBezTo>
                <a:lnTo>
                  <a:pt x="162757" y="87630"/>
                </a:lnTo>
                <a:cubicBezTo>
                  <a:pt x="162757" y="49530"/>
                  <a:pt x="131007" y="20320"/>
                  <a:pt x="91637" y="20320"/>
                </a:cubicBezTo>
                <a:cubicBezTo>
                  <a:pt x="54807" y="20320"/>
                  <a:pt x="24328" y="46990"/>
                  <a:pt x="20518" y="82550"/>
                </a:cubicBezTo>
                <a:cubicBezTo>
                  <a:pt x="20518" y="87630"/>
                  <a:pt x="15437" y="92710"/>
                  <a:pt x="9087" y="91440"/>
                </a:cubicBezTo>
                <a:cubicBezTo>
                  <a:pt x="4007" y="91440"/>
                  <a:pt x="-1072" y="86360"/>
                  <a:pt x="197" y="80010"/>
                </a:cubicBezTo>
                <a:cubicBezTo>
                  <a:pt x="4007" y="34290"/>
                  <a:pt x="44647" y="0"/>
                  <a:pt x="91637" y="0"/>
                </a:cubicBezTo>
                <a:cubicBezTo>
                  <a:pt x="142437" y="0"/>
                  <a:pt x="183078" y="39370"/>
                  <a:pt x="183078" y="87630"/>
                </a:cubicBezTo>
                <a:lnTo>
                  <a:pt x="183078" y="120650"/>
                </a:lnTo>
                <a:cubicBezTo>
                  <a:pt x="183078" y="127000"/>
                  <a:pt x="176728" y="132080"/>
                  <a:pt x="169107" y="130810"/>
                </a:cubicBezTo>
                <a:cubicBezTo>
                  <a:pt x="152597" y="125730"/>
                  <a:pt x="136087" y="125730"/>
                  <a:pt x="119578" y="130810"/>
                </a:cubicBezTo>
                <a:cubicBezTo>
                  <a:pt x="115768" y="133350"/>
                  <a:pt x="109418" y="130810"/>
                  <a:pt x="108147" y="124460"/>
                </a:cubicBezTo>
                <a:close/>
                <a:moveTo>
                  <a:pt x="81478" y="121920"/>
                </a:moveTo>
                <a:lnTo>
                  <a:pt x="81478" y="173990"/>
                </a:lnTo>
                <a:cubicBezTo>
                  <a:pt x="90368" y="175260"/>
                  <a:pt x="100528" y="175260"/>
                  <a:pt x="109418" y="172720"/>
                </a:cubicBezTo>
                <a:cubicBezTo>
                  <a:pt x="114497" y="171450"/>
                  <a:pt x="120847" y="175260"/>
                  <a:pt x="122118" y="180340"/>
                </a:cubicBezTo>
                <a:cubicBezTo>
                  <a:pt x="123387" y="185420"/>
                  <a:pt x="119578" y="191770"/>
                  <a:pt x="114497" y="193040"/>
                </a:cubicBezTo>
                <a:cubicBezTo>
                  <a:pt x="99257" y="196850"/>
                  <a:pt x="84018" y="196850"/>
                  <a:pt x="68778" y="193040"/>
                </a:cubicBezTo>
                <a:cubicBezTo>
                  <a:pt x="63697" y="191770"/>
                  <a:pt x="61157" y="187960"/>
                  <a:pt x="61157" y="182880"/>
                </a:cubicBezTo>
                <a:lnTo>
                  <a:pt x="61157" y="129540"/>
                </a:lnTo>
                <a:cubicBezTo>
                  <a:pt x="48457" y="125730"/>
                  <a:pt x="34487" y="125730"/>
                  <a:pt x="20518" y="129540"/>
                </a:cubicBezTo>
                <a:lnTo>
                  <a:pt x="20518" y="165100"/>
                </a:lnTo>
                <a:cubicBezTo>
                  <a:pt x="20518" y="203200"/>
                  <a:pt x="52268" y="233680"/>
                  <a:pt x="91637" y="233680"/>
                </a:cubicBezTo>
                <a:lnTo>
                  <a:pt x="94178" y="233680"/>
                </a:lnTo>
                <a:cubicBezTo>
                  <a:pt x="132278" y="232410"/>
                  <a:pt x="162757" y="201930"/>
                  <a:pt x="162757" y="165100"/>
                </a:cubicBezTo>
                <a:lnTo>
                  <a:pt x="162757" y="162560"/>
                </a:lnTo>
                <a:cubicBezTo>
                  <a:pt x="162757" y="157480"/>
                  <a:pt x="167837" y="152400"/>
                  <a:pt x="172918" y="152400"/>
                </a:cubicBezTo>
                <a:cubicBezTo>
                  <a:pt x="177997" y="152400"/>
                  <a:pt x="183078" y="157480"/>
                  <a:pt x="183078" y="162560"/>
                </a:cubicBezTo>
                <a:lnTo>
                  <a:pt x="183078" y="165100"/>
                </a:lnTo>
                <a:cubicBezTo>
                  <a:pt x="183078" y="214630"/>
                  <a:pt x="142437" y="254000"/>
                  <a:pt x="91637" y="254000"/>
                </a:cubicBezTo>
                <a:lnTo>
                  <a:pt x="89097" y="254000"/>
                </a:lnTo>
                <a:cubicBezTo>
                  <a:pt x="40837" y="252730"/>
                  <a:pt x="1468" y="213360"/>
                  <a:pt x="1468" y="165100"/>
                </a:cubicBezTo>
                <a:lnTo>
                  <a:pt x="1468" y="121920"/>
                </a:lnTo>
                <a:cubicBezTo>
                  <a:pt x="1468" y="118110"/>
                  <a:pt x="4007" y="114300"/>
                  <a:pt x="7818" y="111760"/>
                </a:cubicBezTo>
                <a:cubicBezTo>
                  <a:pt x="29407" y="104140"/>
                  <a:pt x="53537" y="104140"/>
                  <a:pt x="75128" y="111760"/>
                </a:cubicBezTo>
                <a:cubicBezTo>
                  <a:pt x="78937" y="113030"/>
                  <a:pt x="81478" y="116840"/>
                  <a:pt x="81478" y="1219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87" name="Полилиния: фигура 170">
            <a:extLst>
              <a:ext uri="{FF2B5EF4-FFF2-40B4-BE49-F238E27FC236}">
                <a16:creationId xmlns:a16="http://schemas.microsoft.com/office/drawing/2014/main" id="{E53F2918-5F8C-6FFA-3931-2E524EC8BE4A}"/>
              </a:ext>
            </a:extLst>
          </p:cNvPr>
          <p:cNvSpPr/>
          <p:nvPr/>
        </p:nvSpPr>
        <p:spPr>
          <a:xfrm>
            <a:off x="512171" y="5354877"/>
            <a:ext cx="273050" cy="264159"/>
          </a:xfrm>
          <a:custGeom>
            <a:avLst/>
            <a:gdLst>
              <a:gd name="connsiteX0" fmla="*/ 182880 w 273050"/>
              <a:gd name="connsiteY0" fmla="*/ 20320 h 264159"/>
              <a:gd name="connsiteX1" fmla="*/ 54610 w 273050"/>
              <a:gd name="connsiteY1" fmla="*/ 20320 h 264159"/>
              <a:gd name="connsiteX2" fmla="*/ 0 w 273050"/>
              <a:gd name="connsiteY2" fmla="*/ 77470 h 264159"/>
              <a:gd name="connsiteX3" fmla="*/ 0 w 273050"/>
              <a:gd name="connsiteY3" fmla="*/ 207010 h 264159"/>
              <a:gd name="connsiteX4" fmla="*/ 54610 w 273050"/>
              <a:gd name="connsiteY4" fmla="*/ 264160 h 264159"/>
              <a:gd name="connsiteX5" fmla="*/ 187960 w 273050"/>
              <a:gd name="connsiteY5" fmla="*/ 264160 h 264159"/>
              <a:gd name="connsiteX6" fmla="*/ 242570 w 273050"/>
              <a:gd name="connsiteY6" fmla="*/ 207010 h 264159"/>
              <a:gd name="connsiteX7" fmla="*/ 242570 w 273050"/>
              <a:gd name="connsiteY7" fmla="*/ 97790 h 264159"/>
              <a:gd name="connsiteX8" fmla="*/ 273050 w 273050"/>
              <a:gd name="connsiteY8" fmla="*/ 50800 h 264159"/>
              <a:gd name="connsiteX9" fmla="*/ 222250 w 273050"/>
              <a:gd name="connsiteY9" fmla="*/ 0 h 264159"/>
              <a:gd name="connsiteX10" fmla="*/ 182880 w 273050"/>
              <a:gd name="connsiteY10" fmla="*/ 20320 h 264159"/>
              <a:gd name="connsiteX11" fmla="*/ 254000 w 273050"/>
              <a:gd name="connsiteY11" fmla="*/ 50800 h 264159"/>
              <a:gd name="connsiteX12" fmla="*/ 223520 w 273050"/>
              <a:gd name="connsiteY12" fmla="*/ 81280 h 264159"/>
              <a:gd name="connsiteX13" fmla="*/ 193040 w 273050"/>
              <a:gd name="connsiteY13" fmla="*/ 50800 h 264159"/>
              <a:gd name="connsiteX14" fmla="*/ 223520 w 273050"/>
              <a:gd name="connsiteY14" fmla="*/ 20320 h 264159"/>
              <a:gd name="connsiteX15" fmla="*/ 254000 w 273050"/>
              <a:gd name="connsiteY15" fmla="*/ 50800 h 264159"/>
              <a:gd name="connsiteX16" fmla="*/ 223520 w 273050"/>
              <a:gd name="connsiteY16" fmla="*/ 101600 h 264159"/>
              <a:gd name="connsiteX17" fmla="*/ 172720 w 273050"/>
              <a:gd name="connsiteY17" fmla="*/ 50800 h 264159"/>
              <a:gd name="connsiteX18" fmla="*/ 173990 w 273050"/>
              <a:gd name="connsiteY18" fmla="*/ 40640 h 264159"/>
              <a:gd name="connsiteX19" fmla="*/ 55880 w 273050"/>
              <a:gd name="connsiteY19" fmla="*/ 40640 h 264159"/>
              <a:gd name="connsiteX20" fmla="*/ 21590 w 273050"/>
              <a:gd name="connsiteY20" fmla="*/ 77470 h 264159"/>
              <a:gd name="connsiteX21" fmla="*/ 21590 w 273050"/>
              <a:gd name="connsiteY21" fmla="*/ 207010 h 264159"/>
              <a:gd name="connsiteX22" fmla="*/ 55880 w 273050"/>
              <a:gd name="connsiteY22" fmla="*/ 243840 h 264159"/>
              <a:gd name="connsiteX23" fmla="*/ 189230 w 273050"/>
              <a:gd name="connsiteY23" fmla="*/ 243840 h 264159"/>
              <a:gd name="connsiteX24" fmla="*/ 223520 w 273050"/>
              <a:gd name="connsiteY24" fmla="*/ 207010 h 264159"/>
              <a:gd name="connsiteX25" fmla="*/ 223520 w 273050"/>
              <a:gd name="connsiteY25" fmla="*/ 10160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273050" h="264159">
                <a:moveTo>
                  <a:pt x="182880" y="20320"/>
                </a:moveTo>
                <a:lnTo>
                  <a:pt x="54610" y="20320"/>
                </a:lnTo>
                <a:cubicBezTo>
                  <a:pt x="24130" y="20320"/>
                  <a:pt x="0" y="46990"/>
                  <a:pt x="0" y="77470"/>
                </a:cubicBezTo>
                <a:lnTo>
                  <a:pt x="0" y="207010"/>
                </a:lnTo>
                <a:cubicBezTo>
                  <a:pt x="0" y="237490"/>
                  <a:pt x="24130" y="264160"/>
                  <a:pt x="54610" y="264160"/>
                </a:cubicBezTo>
                <a:lnTo>
                  <a:pt x="187960" y="264160"/>
                </a:lnTo>
                <a:cubicBezTo>
                  <a:pt x="218440" y="264160"/>
                  <a:pt x="242570" y="237490"/>
                  <a:pt x="242570" y="207010"/>
                </a:cubicBezTo>
                <a:lnTo>
                  <a:pt x="242570" y="97790"/>
                </a:lnTo>
                <a:cubicBezTo>
                  <a:pt x="260350" y="90170"/>
                  <a:pt x="273050" y="72390"/>
                  <a:pt x="273050" y="50800"/>
                </a:cubicBezTo>
                <a:cubicBezTo>
                  <a:pt x="273050" y="22860"/>
                  <a:pt x="250190" y="0"/>
                  <a:pt x="222250" y="0"/>
                </a:cubicBezTo>
                <a:cubicBezTo>
                  <a:pt x="207010" y="0"/>
                  <a:pt x="191770" y="7620"/>
                  <a:pt x="182880" y="20320"/>
                </a:cubicBezTo>
                <a:close/>
                <a:moveTo>
                  <a:pt x="254000" y="50800"/>
                </a:moveTo>
                <a:cubicBezTo>
                  <a:pt x="254000" y="67310"/>
                  <a:pt x="240030" y="81280"/>
                  <a:pt x="223520" y="81280"/>
                </a:cubicBezTo>
                <a:cubicBezTo>
                  <a:pt x="207010" y="81280"/>
                  <a:pt x="193040" y="67310"/>
                  <a:pt x="193040" y="50800"/>
                </a:cubicBezTo>
                <a:cubicBezTo>
                  <a:pt x="193040" y="34290"/>
                  <a:pt x="207010" y="20320"/>
                  <a:pt x="223520" y="20320"/>
                </a:cubicBezTo>
                <a:cubicBezTo>
                  <a:pt x="240030" y="20320"/>
                  <a:pt x="254000" y="34290"/>
                  <a:pt x="254000" y="50800"/>
                </a:cubicBezTo>
                <a:close/>
                <a:moveTo>
                  <a:pt x="223520" y="101600"/>
                </a:moveTo>
                <a:cubicBezTo>
                  <a:pt x="195580" y="101600"/>
                  <a:pt x="172720" y="78740"/>
                  <a:pt x="172720" y="50800"/>
                </a:cubicBezTo>
                <a:cubicBezTo>
                  <a:pt x="172720" y="46990"/>
                  <a:pt x="172720" y="44450"/>
                  <a:pt x="173990" y="40640"/>
                </a:cubicBezTo>
                <a:lnTo>
                  <a:pt x="55880" y="40640"/>
                </a:lnTo>
                <a:cubicBezTo>
                  <a:pt x="36830" y="40640"/>
                  <a:pt x="21590" y="57150"/>
                  <a:pt x="21590" y="77470"/>
                </a:cubicBezTo>
                <a:lnTo>
                  <a:pt x="21590" y="207010"/>
                </a:lnTo>
                <a:cubicBezTo>
                  <a:pt x="21590" y="227330"/>
                  <a:pt x="38100" y="243840"/>
                  <a:pt x="55880" y="243840"/>
                </a:cubicBezTo>
                <a:lnTo>
                  <a:pt x="189230" y="243840"/>
                </a:lnTo>
                <a:cubicBezTo>
                  <a:pt x="208280" y="243840"/>
                  <a:pt x="223520" y="227330"/>
                  <a:pt x="223520" y="207010"/>
                </a:cubicBezTo>
                <a:lnTo>
                  <a:pt x="223520" y="1016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788" name="Рисунок 4">
            <a:extLst>
              <a:ext uri="{FF2B5EF4-FFF2-40B4-BE49-F238E27FC236}">
                <a16:creationId xmlns:a16="http://schemas.microsoft.com/office/drawing/2014/main" id="{C13B8FD2-D494-C25E-7435-C74067CCE831}"/>
              </a:ext>
            </a:extLst>
          </p:cNvPr>
          <p:cNvGrpSpPr/>
          <p:nvPr/>
        </p:nvGrpSpPr>
        <p:grpSpPr>
          <a:xfrm>
            <a:off x="10002247" y="3992093"/>
            <a:ext cx="314959" cy="264160"/>
            <a:chOff x="10160635" y="3031489"/>
            <a:chExt cx="314959" cy="264160"/>
          </a:xfrm>
          <a:solidFill>
            <a:schemeClr val="tx1"/>
          </a:solidFill>
        </p:grpSpPr>
        <p:sp>
          <p:nvSpPr>
            <p:cNvPr id="789" name="Полилиния: фигура 174">
              <a:extLst>
                <a:ext uri="{FF2B5EF4-FFF2-40B4-BE49-F238E27FC236}">
                  <a16:creationId xmlns:a16="http://schemas.microsoft.com/office/drawing/2014/main" id="{6DF995B9-817A-DA9C-096C-63E722F76306}"/>
                </a:ext>
              </a:extLst>
            </p:cNvPr>
            <p:cNvSpPr/>
            <p:nvPr/>
          </p:nvSpPr>
          <p:spPr>
            <a:xfrm>
              <a:off x="10281919" y="3061970"/>
              <a:ext cx="71120" cy="20319"/>
            </a:xfrm>
            <a:custGeom>
              <a:avLst/>
              <a:gdLst>
                <a:gd name="connsiteX0" fmla="*/ 71120 w 71120"/>
                <a:gd name="connsiteY0" fmla="*/ 10160 h 20319"/>
                <a:gd name="connsiteX1" fmla="*/ 60961 w 71120"/>
                <a:gd name="connsiteY1" fmla="*/ 0 h 20319"/>
                <a:gd name="connsiteX2" fmla="*/ 10161 w 71120"/>
                <a:gd name="connsiteY2" fmla="*/ 0 h 20319"/>
                <a:gd name="connsiteX3" fmla="*/ 0 w 71120"/>
                <a:gd name="connsiteY3" fmla="*/ 10160 h 20319"/>
                <a:gd name="connsiteX4" fmla="*/ 10161 w 71120"/>
                <a:gd name="connsiteY4" fmla="*/ 20320 h 20319"/>
                <a:gd name="connsiteX5" fmla="*/ 60961 w 71120"/>
                <a:gd name="connsiteY5" fmla="*/ 20320 h 20319"/>
                <a:gd name="connsiteX6" fmla="*/ 71120 w 71120"/>
                <a:gd name="connsiteY6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120" h="20319">
                  <a:moveTo>
                    <a:pt x="71120" y="10160"/>
                  </a:moveTo>
                  <a:cubicBezTo>
                    <a:pt x="71120" y="5080"/>
                    <a:pt x="66040" y="0"/>
                    <a:pt x="60961" y="0"/>
                  </a:cubicBezTo>
                  <a:lnTo>
                    <a:pt x="10161" y="0"/>
                  </a:ln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lnTo>
                    <a:pt x="60961" y="20320"/>
                  </a:lnTo>
                  <a:cubicBezTo>
                    <a:pt x="67311" y="20320"/>
                    <a:pt x="71120" y="15240"/>
                    <a:pt x="711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90" name="Полилиния: фигура 175">
              <a:extLst>
                <a:ext uri="{FF2B5EF4-FFF2-40B4-BE49-F238E27FC236}">
                  <a16:creationId xmlns:a16="http://schemas.microsoft.com/office/drawing/2014/main" id="{DF5A9E67-A895-8360-7471-94CB75D7CF97}"/>
                </a:ext>
              </a:extLst>
            </p:cNvPr>
            <p:cNvSpPr/>
            <p:nvPr/>
          </p:nvSpPr>
          <p:spPr>
            <a:xfrm>
              <a:off x="10307319" y="3234689"/>
              <a:ext cx="20320" cy="20319"/>
            </a:xfrm>
            <a:custGeom>
              <a:avLst/>
              <a:gdLst>
                <a:gd name="connsiteX0" fmla="*/ 10161 w 20320"/>
                <a:gd name="connsiteY0" fmla="*/ 20320 h 20319"/>
                <a:gd name="connsiteX1" fmla="*/ 20320 w 20320"/>
                <a:gd name="connsiteY1" fmla="*/ 10160 h 20319"/>
                <a:gd name="connsiteX2" fmla="*/ 10161 w 20320"/>
                <a:gd name="connsiteY2" fmla="*/ 0 h 20319"/>
                <a:gd name="connsiteX3" fmla="*/ 0 w 20320"/>
                <a:gd name="connsiteY3" fmla="*/ 10160 h 20319"/>
                <a:gd name="connsiteX4" fmla="*/ 10161 w 203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1" y="20320"/>
                  </a:move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5240" y="0"/>
                    <a:pt x="10161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91" name="Полилиния: фигура 176">
              <a:extLst>
                <a:ext uri="{FF2B5EF4-FFF2-40B4-BE49-F238E27FC236}">
                  <a16:creationId xmlns:a16="http://schemas.microsoft.com/office/drawing/2014/main" id="{84299DCD-C500-C65E-663E-ACDFCA0C2289}"/>
                </a:ext>
              </a:extLst>
            </p:cNvPr>
            <p:cNvSpPr/>
            <p:nvPr/>
          </p:nvSpPr>
          <p:spPr>
            <a:xfrm>
              <a:off x="10226040" y="3031489"/>
              <a:ext cx="182879" cy="264160"/>
            </a:xfrm>
            <a:custGeom>
              <a:avLst/>
              <a:gdLst>
                <a:gd name="connsiteX0" fmla="*/ 0 w 182879"/>
                <a:gd name="connsiteY0" fmla="*/ 30480 h 264160"/>
                <a:gd name="connsiteX1" fmla="*/ 30480 w 182879"/>
                <a:gd name="connsiteY1" fmla="*/ 0 h 264160"/>
                <a:gd name="connsiteX2" fmla="*/ 152400 w 182879"/>
                <a:gd name="connsiteY2" fmla="*/ 0 h 264160"/>
                <a:gd name="connsiteX3" fmla="*/ 182880 w 182879"/>
                <a:gd name="connsiteY3" fmla="*/ 30480 h 264160"/>
                <a:gd name="connsiteX4" fmla="*/ 182880 w 182879"/>
                <a:gd name="connsiteY4" fmla="*/ 233680 h 264160"/>
                <a:gd name="connsiteX5" fmla="*/ 152400 w 182879"/>
                <a:gd name="connsiteY5" fmla="*/ 264160 h 264160"/>
                <a:gd name="connsiteX6" fmla="*/ 30480 w 182879"/>
                <a:gd name="connsiteY6" fmla="*/ 264160 h 264160"/>
                <a:gd name="connsiteX7" fmla="*/ 0 w 182879"/>
                <a:gd name="connsiteY7" fmla="*/ 233680 h 264160"/>
                <a:gd name="connsiteX8" fmla="*/ 0 w 182879"/>
                <a:gd name="connsiteY8" fmla="*/ 30480 h 264160"/>
                <a:gd name="connsiteX9" fmla="*/ 30480 w 182879"/>
                <a:gd name="connsiteY9" fmla="*/ 20320 h 264160"/>
                <a:gd name="connsiteX10" fmla="*/ 20320 w 182879"/>
                <a:gd name="connsiteY10" fmla="*/ 30480 h 264160"/>
                <a:gd name="connsiteX11" fmla="*/ 20320 w 182879"/>
                <a:gd name="connsiteY11" fmla="*/ 233680 h 264160"/>
                <a:gd name="connsiteX12" fmla="*/ 30480 w 182879"/>
                <a:gd name="connsiteY12" fmla="*/ 243840 h 264160"/>
                <a:gd name="connsiteX13" fmla="*/ 152400 w 182879"/>
                <a:gd name="connsiteY13" fmla="*/ 243840 h 264160"/>
                <a:gd name="connsiteX14" fmla="*/ 162560 w 182879"/>
                <a:gd name="connsiteY14" fmla="*/ 233680 h 264160"/>
                <a:gd name="connsiteX15" fmla="*/ 162560 w 182879"/>
                <a:gd name="connsiteY15" fmla="*/ 30480 h 264160"/>
                <a:gd name="connsiteX16" fmla="*/ 152400 w 182879"/>
                <a:gd name="connsiteY16" fmla="*/ 20320 h 264160"/>
                <a:gd name="connsiteX17" fmla="*/ 30480 w 182879"/>
                <a:gd name="connsiteY17" fmla="*/ 20320 h 264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2879" h="264160">
                  <a:moveTo>
                    <a:pt x="0" y="30480"/>
                  </a:moveTo>
                  <a:cubicBezTo>
                    <a:pt x="0" y="13970"/>
                    <a:pt x="13970" y="0"/>
                    <a:pt x="30480" y="0"/>
                  </a:cubicBezTo>
                  <a:lnTo>
                    <a:pt x="152400" y="0"/>
                  </a:lnTo>
                  <a:cubicBezTo>
                    <a:pt x="168910" y="0"/>
                    <a:pt x="182880" y="13970"/>
                    <a:pt x="182880" y="30480"/>
                  </a:cubicBezTo>
                  <a:lnTo>
                    <a:pt x="182880" y="233680"/>
                  </a:lnTo>
                  <a:cubicBezTo>
                    <a:pt x="182880" y="250190"/>
                    <a:pt x="168910" y="264160"/>
                    <a:pt x="152400" y="264160"/>
                  </a:cubicBezTo>
                  <a:lnTo>
                    <a:pt x="30480" y="264160"/>
                  </a:lnTo>
                  <a:cubicBezTo>
                    <a:pt x="13970" y="264160"/>
                    <a:pt x="0" y="250190"/>
                    <a:pt x="0" y="233680"/>
                  </a:cubicBezTo>
                  <a:lnTo>
                    <a:pt x="0" y="30480"/>
                  </a:lnTo>
                  <a:close/>
                  <a:moveTo>
                    <a:pt x="30480" y="20320"/>
                  </a:moveTo>
                  <a:cubicBezTo>
                    <a:pt x="25400" y="20320"/>
                    <a:pt x="20320" y="25400"/>
                    <a:pt x="20320" y="30480"/>
                  </a:cubicBezTo>
                  <a:lnTo>
                    <a:pt x="20320" y="233680"/>
                  </a:lnTo>
                  <a:cubicBezTo>
                    <a:pt x="20320" y="238760"/>
                    <a:pt x="25400" y="243840"/>
                    <a:pt x="30480" y="243840"/>
                  </a:cubicBezTo>
                  <a:lnTo>
                    <a:pt x="152400" y="243840"/>
                  </a:lnTo>
                  <a:cubicBezTo>
                    <a:pt x="157480" y="243840"/>
                    <a:pt x="162560" y="238760"/>
                    <a:pt x="162560" y="233680"/>
                  </a:cubicBezTo>
                  <a:lnTo>
                    <a:pt x="162560" y="30480"/>
                  </a:lnTo>
                  <a:cubicBezTo>
                    <a:pt x="162560" y="25400"/>
                    <a:pt x="157480" y="20320"/>
                    <a:pt x="152400" y="20320"/>
                  </a:cubicBezTo>
                  <a:lnTo>
                    <a:pt x="304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92" name="Полилиния: фигура 177">
              <a:extLst>
                <a:ext uri="{FF2B5EF4-FFF2-40B4-BE49-F238E27FC236}">
                  <a16:creationId xmlns:a16="http://schemas.microsoft.com/office/drawing/2014/main" id="{28F23B2E-E7FC-D4D2-007E-68BEFA05C469}"/>
                </a:ext>
              </a:extLst>
            </p:cNvPr>
            <p:cNvSpPr/>
            <p:nvPr/>
          </p:nvSpPr>
          <p:spPr>
            <a:xfrm>
              <a:off x="10160635" y="3102292"/>
              <a:ext cx="45889" cy="153034"/>
            </a:xfrm>
            <a:custGeom>
              <a:avLst/>
              <a:gdLst>
                <a:gd name="connsiteX0" fmla="*/ 15875 w 45889"/>
                <a:gd name="connsiteY0" fmla="*/ 2858 h 153034"/>
                <a:gd name="connsiteX1" fmla="*/ 29845 w 45889"/>
                <a:gd name="connsiteY1" fmla="*/ 2858 h 153034"/>
                <a:gd name="connsiteX2" fmla="*/ 41275 w 45889"/>
                <a:gd name="connsiteY2" fmla="*/ 14287 h 153034"/>
                <a:gd name="connsiteX3" fmla="*/ 40005 w 45889"/>
                <a:gd name="connsiteY3" fmla="*/ 37147 h 153034"/>
                <a:gd name="connsiteX4" fmla="*/ 23495 w 45889"/>
                <a:gd name="connsiteY4" fmla="*/ 51118 h 153034"/>
                <a:gd name="connsiteX5" fmla="*/ 40005 w 45889"/>
                <a:gd name="connsiteY5" fmla="*/ 65087 h 153034"/>
                <a:gd name="connsiteX6" fmla="*/ 40005 w 45889"/>
                <a:gd name="connsiteY6" fmla="*/ 87947 h 153034"/>
                <a:gd name="connsiteX7" fmla="*/ 23495 w 45889"/>
                <a:gd name="connsiteY7" fmla="*/ 101918 h 153034"/>
                <a:gd name="connsiteX8" fmla="*/ 40005 w 45889"/>
                <a:gd name="connsiteY8" fmla="*/ 115887 h 153034"/>
                <a:gd name="connsiteX9" fmla="*/ 41275 w 45889"/>
                <a:gd name="connsiteY9" fmla="*/ 138747 h 153034"/>
                <a:gd name="connsiteX10" fmla="*/ 29845 w 45889"/>
                <a:gd name="connsiteY10" fmla="*/ 150178 h 153034"/>
                <a:gd name="connsiteX11" fmla="*/ 15875 w 45889"/>
                <a:gd name="connsiteY11" fmla="*/ 150178 h 153034"/>
                <a:gd name="connsiteX12" fmla="*/ 15875 w 45889"/>
                <a:gd name="connsiteY12" fmla="*/ 136208 h 153034"/>
                <a:gd name="connsiteX13" fmla="*/ 23495 w 45889"/>
                <a:gd name="connsiteY13" fmla="*/ 128587 h 153034"/>
                <a:gd name="connsiteX14" fmla="*/ 5715 w 45889"/>
                <a:gd name="connsiteY14" fmla="*/ 114618 h 153034"/>
                <a:gd name="connsiteX15" fmla="*/ 5715 w 45889"/>
                <a:gd name="connsiteY15" fmla="*/ 91758 h 153034"/>
                <a:gd name="connsiteX16" fmla="*/ 22225 w 45889"/>
                <a:gd name="connsiteY16" fmla="*/ 77787 h 153034"/>
                <a:gd name="connsiteX17" fmla="*/ 5715 w 45889"/>
                <a:gd name="connsiteY17" fmla="*/ 63818 h 153034"/>
                <a:gd name="connsiteX18" fmla="*/ 5715 w 45889"/>
                <a:gd name="connsiteY18" fmla="*/ 40958 h 153034"/>
                <a:gd name="connsiteX19" fmla="*/ 23495 w 45889"/>
                <a:gd name="connsiteY19" fmla="*/ 26987 h 153034"/>
                <a:gd name="connsiteX20" fmla="*/ 15875 w 45889"/>
                <a:gd name="connsiteY20" fmla="*/ 19368 h 153034"/>
                <a:gd name="connsiteX21" fmla="*/ 15875 w 45889"/>
                <a:gd name="connsiteY21" fmla="*/ 2858 h 1530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5889" h="153034">
                  <a:moveTo>
                    <a:pt x="15875" y="2858"/>
                  </a:moveTo>
                  <a:cubicBezTo>
                    <a:pt x="19684" y="-953"/>
                    <a:pt x="26034" y="-953"/>
                    <a:pt x="29845" y="2858"/>
                  </a:cubicBezTo>
                  <a:lnTo>
                    <a:pt x="41275" y="14287"/>
                  </a:lnTo>
                  <a:cubicBezTo>
                    <a:pt x="47625" y="20637"/>
                    <a:pt x="47625" y="30797"/>
                    <a:pt x="40005" y="37147"/>
                  </a:cubicBezTo>
                  <a:lnTo>
                    <a:pt x="23495" y="51118"/>
                  </a:lnTo>
                  <a:lnTo>
                    <a:pt x="40005" y="65087"/>
                  </a:lnTo>
                  <a:cubicBezTo>
                    <a:pt x="47625" y="71437"/>
                    <a:pt x="47625" y="82868"/>
                    <a:pt x="40005" y="87947"/>
                  </a:cubicBezTo>
                  <a:lnTo>
                    <a:pt x="23495" y="101918"/>
                  </a:lnTo>
                  <a:lnTo>
                    <a:pt x="40005" y="115887"/>
                  </a:lnTo>
                  <a:cubicBezTo>
                    <a:pt x="46355" y="122237"/>
                    <a:pt x="47625" y="132397"/>
                    <a:pt x="41275" y="138747"/>
                  </a:cubicBezTo>
                  <a:lnTo>
                    <a:pt x="29845" y="150178"/>
                  </a:lnTo>
                  <a:cubicBezTo>
                    <a:pt x="26034" y="153987"/>
                    <a:pt x="19684" y="153987"/>
                    <a:pt x="15875" y="150178"/>
                  </a:cubicBezTo>
                  <a:cubicBezTo>
                    <a:pt x="12065" y="146368"/>
                    <a:pt x="12065" y="140018"/>
                    <a:pt x="15875" y="136208"/>
                  </a:cubicBezTo>
                  <a:lnTo>
                    <a:pt x="23495" y="128587"/>
                  </a:lnTo>
                  <a:lnTo>
                    <a:pt x="5715" y="114618"/>
                  </a:lnTo>
                  <a:cubicBezTo>
                    <a:pt x="-1905" y="108268"/>
                    <a:pt x="-1905" y="96837"/>
                    <a:pt x="5715" y="91758"/>
                  </a:cubicBezTo>
                  <a:lnTo>
                    <a:pt x="22225" y="77787"/>
                  </a:lnTo>
                  <a:lnTo>
                    <a:pt x="5715" y="63818"/>
                  </a:lnTo>
                  <a:cubicBezTo>
                    <a:pt x="-1905" y="57468"/>
                    <a:pt x="-1905" y="46037"/>
                    <a:pt x="5715" y="40958"/>
                  </a:cubicBezTo>
                  <a:lnTo>
                    <a:pt x="23495" y="26987"/>
                  </a:lnTo>
                  <a:lnTo>
                    <a:pt x="15875" y="19368"/>
                  </a:lnTo>
                  <a:cubicBezTo>
                    <a:pt x="10795" y="13018"/>
                    <a:pt x="10795" y="6668"/>
                    <a:pt x="15875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93" name="Полилиния: фигура 178">
              <a:extLst>
                <a:ext uri="{FF2B5EF4-FFF2-40B4-BE49-F238E27FC236}">
                  <a16:creationId xmlns:a16="http://schemas.microsoft.com/office/drawing/2014/main" id="{2BEC85BF-9FBF-66E4-0621-81B864E25901}"/>
                </a:ext>
              </a:extLst>
            </p:cNvPr>
            <p:cNvSpPr/>
            <p:nvPr/>
          </p:nvSpPr>
          <p:spPr>
            <a:xfrm>
              <a:off x="10429705" y="3102292"/>
              <a:ext cx="45889" cy="150495"/>
            </a:xfrm>
            <a:custGeom>
              <a:avLst/>
              <a:gdLst>
                <a:gd name="connsiteX0" fmla="*/ 16045 w 45889"/>
                <a:gd name="connsiteY0" fmla="*/ 2858 h 150495"/>
                <a:gd name="connsiteX1" fmla="*/ 30015 w 45889"/>
                <a:gd name="connsiteY1" fmla="*/ 2858 h 150495"/>
                <a:gd name="connsiteX2" fmla="*/ 30015 w 45889"/>
                <a:gd name="connsiteY2" fmla="*/ 16828 h 150495"/>
                <a:gd name="connsiteX3" fmla="*/ 22395 w 45889"/>
                <a:gd name="connsiteY3" fmla="*/ 24447 h 150495"/>
                <a:gd name="connsiteX4" fmla="*/ 40175 w 45889"/>
                <a:gd name="connsiteY4" fmla="*/ 38418 h 150495"/>
                <a:gd name="connsiteX5" fmla="*/ 40175 w 45889"/>
                <a:gd name="connsiteY5" fmla="*/ 61278 h 150495"/>
                <a:gd name="connsiteX6" fmla="*/ 23665 w 45889"/>
                <a:gd name="connsiteY6" fmla="*/ 75247 h 150495"/>
                <a:gd name="connsiteX7" fmla="*/ 40175 w 45889"/>
                <a:gd name="connsiteY7" fmla="*/ 89218 h 150495"/>
                <a:gd name="connsiteX8" fmla="*/ 40175 w 45889"/>
                <a:gd name="connsiteY8" fmla="*/ 112078 h 150495"/>
                <a:gd name="connsiteX9" fmla="*/ 22395 w 45889"/>
                <a:gd name="connsiteY9" fmla="*/ 126047 h 150495"/>
                <a:gd name="connsiteX10" fmla="*/ 30015 w 45889"/>
                <a:gd name="connsiteY10" fmla="*/ 133668 h 150495"/>
                <a:gd name="connsiteX11" fmla="*/ 30015 w 45889"/>
                <a:gd name="connsiteY11" fmla="*/ 147637 h 150495"/>
                <a:gd name="connsiteX12" fmla="*/ 16045 w 45889"/>
                <a:gd name="connsiteY12" fmla="*/ 147637 h 150495"/>
                <a:gd name="connsiteX13" fmla="*/ 4615 w 45889"/>
                <a:gd name="connsiteY13" fmla="*/ 136208 h 150495"/>
                <a:gd name="connsiteX14" fmla="*/ 5885 w 45889"/>
                <a:gd name="connsiteY14" fmla="*/ 113347 h 150495"/>
                <a:gd name="connsiteX15" fmla="*/ 22395 w 45889"/>
                <a:gd name="connsiteY15" fmla="*/ 99378 h 150495"/>
                <a:gd name="connsiteX16" fmla="*/ 5885 w 45889"/>
                <a:gd name="connsiteY16" fmla="*/ 85408 h 150495"/>
                <a:gd name="connsiteX17" fmla="*/ 5885 w 45889"/>
                <a:gd name="connsiteY17" fmla="*/ 62547 h 150495"/>
                <a:gd name="connsiteX18" fmla="*/ 22395 w 45889"/>
                <a:gd name="connsiteY18" fmla="*/ 48578 h 150495"/>
                <a:gd name="connsiteX19" fmla="*/ 5885 w 45889"/>
                <a:gd name="connsiteY19" fmla="*/ 34608 h 150495"/>
                <a:gd name="connsiteX20" fmla="*/ 4615 w 45889"/>
                <a:gd name="connsiteY20" fmla="*/ 11747 h 150495"/>
                <a:gd name="connsiteX21" fmla="*/ 16045 w 45889"/>
                <a:gd name="connsiteY21" fmla="*/ 2858 h 1504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45889" h="150495">
                  <a:moveTo>
                    <a:pt x="16045" y="2858"/>
                  </a:moveTo>
                  <a:cubicBezTo>
                    <a:pt x="19855" y="-953"/>
                    <a:pt x="26205" y="-953"/>
                    <a:pt x="30015" y="2858"/>
                  </a:cubicBezTo>
                  <a:cubicBezTo>
                    <a:pt x="33825" y="6668"/>
                    <a:pt x="33825" y="13018"/>
                    <a:pt x="30015" y="16828"/>
                  </a:cubicBezTo>
                  <a:lnTo>
                    <a:pt x="22395" y="24447"/>
                  </a:lnTo>
                  <a:lnTo>
                    <a:pt x="40175" y="38418"/>
                  </a:lnTo>
                  <a:cubicBezTo>
                    <a:pt x="47795" y="44768"/>
                    <a:pt x="47795" y="56197"/>
                    <a:pt x="40175" y="61278"/>
                  </a:cubicBezTo>
                  <a:lnTo>
                    <a:pt x="23665" y="75247"/>
                  </a:lnTo>
                  <a:lnTo>
                    <a:pt x="40175" y="89218"/>
                  </a:lnTo>
                  <a:cubicBezTo>
                    <a:pt x="47795" y="95568"/>
                    <a:pt x="47795" y="106997"/>
                    <a:pt x="40175" y="112078"/>
                  </a:cubicBezTo>
                  <a:lnTo>
                    <a:pt x="22395" y="126047"/>
                  </a:lnTo>
                  <a:lnTo>
                    <a:pt x="30015" y="133668"/>
                  </a:lnTo>
                  <a:cubicBezTo>
                    <a:pt x="33825" y="137478"/>
                    <a:pt x="33825" y="143828"/>
                    <a:pt x="30015" y="147637"/>
                  </a:cubicBezTo>
                  <a:cubicBezTo>
                    <a:pt x="26205" y="151448"/>
                    <a:pt x="19855" y="151448"/>
                    <a:pt x="16045" y="147637"/>
                  </a:cubicBezTo>
                  <a:lnTo>
                    <a:pt x="4615" y="136208"/>
                  </a:lnTo>
                  <a:cubicBezTo>
                    <a:pt x="-1735" y="129858"/>
                    <a:pt x="-1735" y="119697"/>
                    <a:pt x="5885" y="113347"/>
                  </a:cubicBezTo>
                  <a:lnTo>
                    <a:pt x="22395" y="99378"/>
                  </a:lnTo>
                  <a:lnTo>
                    <a:pt x="5885" y="85408"/>
                  </a:lnTo>
                  <a:cubicBezTo>
                    <a:pt x="-1735" y="79058"/>
                    <a:pt x="-1735" y="67628"/>
                    <a:pt x="5885" y="62547"/>
                  </a:cubicBezTo>
                  <a:lnTo>
                    <a:pt x="22395" y="48578"/>
                  </a:lnTo>
                  <a:lnTo>
                    <a:pt x="5885" y="34608"/>
                  </a:lnTo>
                  <a:cubicBezTo>
                    <a:pt x="-465" y="28258"/>
                    <a:pt x="-1735" y="18097"/>
                    <a:pt x="4615" y="11747"/>
                  </a:cubicBezTo>
                  <a:lnTo>
                    <a:pt x="16045" y="285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794" name="Полилиния: фигура 180">
            <a:extLst>
              <a:ext uri="{FF2B5EF4-FFF2-40B4-BE49-F238E27FC236}">
                <a16:creationId xmlns:a16="http://schemas.microsoft.com/office/drawing/2014/main" id="{722952DD-0BAA-0503-B4DF-D2BD81218745}"/>
              </a:ext>
            </a:extLst>
          </p:cNvPr>
          <p:cNvSpPr/>
          <p:nvPr/>
        </p:nvSpPr>
        <p:spPr>
          <a:xfrm>
            <a:off x="1132171" y="5365007"/>
            <a:ext cx="152160" cy="241590"/>
          </a:xfrm>
          <a:custGeom>
            <a:avLst/>
            <a:gdLst>
              <a:gd name="connsiteX0" fmla="*/ 86120 w 152160"/>
              <a:gd name="connsiteY0" fmla="*/ 30510 h 241590"/>
              <a:gd name="connsiteX1" fmla="*/ 86120 w 152160"/>
              <a:gd name="connsiteY1" fmla="*/ 100360 h 241590"/>
              <a:gd name="connsiteX2" fmla="*/ 126760 w 152160"/>
              <a:gd name="connsiteY2" fmla="*/ 66070 h 241590"/>
              <a:gd name="connsiteX3" fmla="*/ 86120 w 152160"/>
              <a:gd name="connsiteY3" fmla="*/ 30510 h 241590"/>
              <a:gd name="connsiteX4" fmla="*/ 65801 w 152160"/>
              <a:gd name="connsiteY4" fmla="*/ 99090 h 241590"/>
              <a:gd name="connsiteX5" fmla="*/ 65801 w 152160"/>
              <a:gd name="connsiteY5" fmla="*/ 11460 h 241590"/>
              <a:gd name="connsiteX6" fmla="*/ 83580 w 152160"/>
              <a:gd name="connsiteY6" fmla="*/ 2570 h 241590"/>
              <a:gd name="connsiteX7" fmla="*/ 148351 w 152160"/>
              <a:gd name="connsiteY7" fmla="*/ 57180 h 241590"/>
              <a:gd name="connsiteX8" fmla="*/ 148351 w 152160"/>
              <a:gd name="connsiteY8" fmla="*/ 73690 h 241590"/>
              <a:gd name="connsiteX9" fmla="*/ 92470 w 152160"/>
              <a:gd name="connsiteY9" fmla="*/ 120680 h 241590"/>
              <a:gd name="connsiteX10" fmla="*/ 148351 w 152160"/>
              <a:gd name="connsiteY10" fmla="*/ 167670 h 241590"/>
              <a:gd name="connsiteX11" fmla="*/ 148351 w 152160"/>
              <a:gd name="connsiteY11" fmla="*/ 184180 h 241590"/>
              <a:gd name="connsiteX12" fmla="*/ 83580 w 152160"/>
              <a:gd name="connsiteY12" fmla="*/ 238790 h 241590"/>
              <a:gd name="connsiteX13" fmla="*/ 65801 w 152160"/>
              <a:gd name="connsiteY13" fmla="*/ 229900 h 241590"/>
              <a:gd name="connsiteX14" fmla="*/ 65801 w 152160"/>
              <a:gd name="connsiteY14" fmla="*/ 141000 h 241590"/>
              <a:gd name="connsiteX15" fmla="*/ 16270 w 152160"/>
              <a:gd name="connsiteY15" fmla="*/ 182910 h 241590"/>
              <a:gd name="connsiteX16" fmla="*/ 2300 w 152160"/>
              <a:gd name="connsiteY16" fmla="*/ 181640 h 241590"/>
              <a:gd name="connsiteX17" fmla="*/ 3570 w 152160"/>
              <a:gd name="connsiteY17" fmla="*/ 167670 h 241590"/>
              <a:gd name="connsiteX18" fmla="*/ 60720 w 152160"/>
              <a:gd name="connsiteY18" fmla="*/ 119410 h 241590"/>
              <a:gd name="connsiteX19" fmla="*/ 3570 w 152160"/>
              <a:gd name="connsiteY19" fmla="*/ 71150 h 241590"/>
              <a:gd name="connsiteX20" fmla="*/ 2300 w 152160"/>
              <a:gd name="connsiteY20" fmla="*/ 57180 h 241590"/>
              <a:gd name="connsiteX21" fmla="*/ 16270 w 152160"/>
              <a:gd name="connsiteY21" fmla="*/ 55910 h 241590"/>
              <a:gd name="connsiteX22" fmla="*/ 65801 w 152160"/>
              <a:gd name="connsiteY22" fmla="*/ 99090 h 241590"/>
              <a:gd name="connsiteX23" fmla="*/ 86120 w 152160"/>
              <a:gd name="connsiteY23" fmla="*/ 142270 h 241590"/>
              <a:gd name="connsiteX24" fmla="*/ 86120 w 152160"/>
              <a:gd name="connsiteY24" fmla="*/ 212120 h 241590"/>
              <a:gd name="connsiteX25" fmla="*/ 126760 w 152160"/>
              <a:gd name="connsiteY25" fmla="*/ 177830 h 241590"/>
              <a:gd name="connsiteX26" fmla="*/ 86120 w 152160"/>
              <a:gd name="connsiteY26" fmla="*/ 142270 h 241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52160" h="241590">
                <a:moveTo>
                  <a:pt x="86120" y="30510"/>
                </a:moveTo>
                <a:lnTo>
                  <a:pt x="86120" y="100360"/>
                </a:lnTo>
                <a:lnTo>
                  <a:pt x="126760" y="66070"/>
                </a:lnTo>
                <a:lnTo>
                  <a:pt x="86120" y="30510"/>
                </a:lnTo>
                <a:close/>
                <a:moveTo>
                  <a:pt x="65801" y="99090"/>
                </a:moveTo>
                <a:lnTo>
                  <a:pt x="65801" y="11460"/>
                </a:lnTo>
                <a:cubicBezTo>
                  <a:pt x="65801" y="2570"/>
                  <a:pt x="77230" y="-3780"/>
                  <a:pt x="83580" y="2570"/>
                </a:cubicBezTo>
                <a:lnTo>
                  <a:pt x="148351" y="57180"/>
                </a:lnTo>
                <a:cubicBezTo>
                  <a:pt x="153430" y="62260"/>
                  <a:pt x="153430" y="69880"/>
                  <a:pt x="148351" y="73690"/>
                </a:cubicBezTo>
                <a:lnTo>
                  <a:pt x="92470" y="120680"/>
                </a:lnTo>
                <a:lnTo>
                  <a:pt x="148351" y="167670"/>
                </a:lnTo>
                <a:cubicBezTo>
                  <a:pt x="153430" y="171480"/>
                  <a:pt x="153430" y="180370"/>
                  <a:pt x="148351" y="184180"/>
                </a:cubicBezTo>
                <a:lnTo>
                  <a:pt x="83580" y="238790"/>
                </a:lnTo>
                <a:cubicBezTo>
                  <a:pt x="75960" y="245140"/>
                  <a:pt x="65801" y="240060"/>
                  <a:pt x="65801" y="229900"/>
                </a:cubicBezTo>
                <a:lnTo>
                  <a:pt x="65801" y="141000"/>
                </a:lnTo>
                <a:lnTo>
                  <a:pt x="16270" y="182910"/>
                </a:lnTo>
                <a:cubicBezTo>
                  <a:pt x="12460" y="186720"/>
                  <a:pt x="6110" y="185450"/>
                  <a:pt x="2300" y="181640"/>
                </a:cubicBezTo>
                <a:cubicBezTo>
                  <a:pt x="-1510" y="177830"/>
                  <a:pt x="-240" y="171480"/>
                  <a:pt x="3570" y="167670"/>
                </a:cubicBezTo>
                <a:lnTo>
                  <a:pt x="60720" y="119410"/>
                </a:lnTo>
                <a:lnTo>
                  <a:pt x="3570" y="71150"/>
                </a:lnTo>
                <a:cubicBezTo>
                  <a:pt x="-240" y="67340"/>
                  <a:pt x="-1510" y="60990"/>
                  <a:pt x="2300" y="57180"/>
                </a:cubicBezTo>
                <a:cubicBezTo>
                  <a:pt x="6110" y="53370"/>
                  <a:pt x="12460" y="52100"/>
                  <a:pt x="16270" y="55910"/>
                </a:cubicBezTo>
                <a:lnTo>
                  <a:pt x="65801" y="99090"/>
                </a:lnTo>
                <a:close/>
                <a:moveTo>
                  <a:pt x="86120" y="142270"/>
                </a:moveTo>
                <a:lnTo>
                  <a:pt x="86120" y="212120"/>
                </a:lnTo>
                <a:lnTo>
                  <a:pt x="126760" y="177830"/>
                </a:lnTo>
                <a:lnTo>
                  <a:pt x="86120" y="14227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795" name="Полилиния: фигура 183">
            <a:extLst>
              <a:ext uri="{FF2B5EF4-FFF2-40B4-BE49-F238E27FC236}">
                <a16:creationId xmlns:a16="http://schemas.microsoft.com/office/drawing/2014/main" id="{4540AE57-17EE-A590-F0A7-4464EFF28C15}"/>
              </a:ext>
            </a:extLst>
          </p:cNvPr>
          <p:cNvSpPr/>
          <p:nvPr/>
        </p:nvSpPr>
        <p:spPr>
          <a:xfrm>
            <a:off x="6731362" y="3992093"/>
            <a:ext cx="142085" cy="264676"/>
          </a:xfrm>
          <a:custGeom>
            <a:avLst/>
            <a:gdLst>
              <a:gd name="connsiteX0" fmla="*/ 30480 w 142085"/>
              <a:gd name="connsiteY0" fmla="*/ 134620 h 264676"/>
              <a:gd name="connsiteX1" fmla="*/ 30480 w 142085"/>
              <a:gd name="connsiteY1" fmla="*/ 40640 h 264676"/>
              <a:gd name="connsiteX2" fmla="*/ 71120 w 142085"/>
              <a:gd name="connsiteY2" fmla="*/ 0 h 264676"/>
              <a:gd name="connsiteX3" fmla="*/ 110490 w 142085"/>
              <a:gd name="connsiteY3" fmla="*/ 30480 h 264676"/>
              <a:gd name="connsiteX4" fmla="*/ 121920 w 142085"/>
              <a:gd name="connsiteY4" fmla="*/ 30480 h 264676"/>
              <a:gd name="connsiteX5" fmla="*/ 132080 w 142085"/>
              <a:gd name="connsiteY5" fmla="*/ 40640 h 264676"/>
              <a:gd name="connsiteX6" fmla="*/ 121920 w 142085"/>
              <a:gd name="connsiteY6" fmla="*/ 50800 h 264676"/>
              <a:gd name="connsiteX7" fmla="*/ 111760 w 142085"/>
              <a:gd name="connsiteY7" fmla="*/ 50800 h 264676"/>
              <a:gd name="connsiteX8" fmla="*/ 111760 w 142085"/>
              <a:gd name="connsiteY8" fmla="*/ 60960 h 264676"/>
              <a:gd name="connsiteX9" fmla="*/ 121920 w 142085"/>
              <a:gd name="connsiteY9" fmla="*/ 60960 h 264676"/>
              <a:gd name="connsiteX10" fmla="*/ 132080 w 142085"/>
              <a:gd name="connsiteY10" fmla="*/ 71120 h 264676"/>
              <a:gd name="connsiteX11" fmla="*/ 121920 w 142085"/>
              <a:gd name="connsiteY11" fmla="*/ 81280 h 264676"/>
              <a:gd name="connsiteX12" fmla="*/ 111760 w 142085"/>
              <a:gd name="connsiteY12" fmla="*/ 81280 h 264676"/>
              <a:gd name="connsiteX13" fmla="*/ 111760 w 142085"/>
              <a:gd name="connsiteY13" fmla="*/ 91440 h 264676"/>
              <a:gd name="connsiteX14" fmla="*/ 121920 w 142085"/>
              <a:gd name="connsiteY14" fmla="*/ 91440 h 264676"/>
              <a:gd name="connsiteX15" fmla="*/ 132080 w 142085"/>
              <a:gd name="connsiteY15" fmla="*/ 101600 h 264676"/>
              <a:gd name="connsiteX16" fmla="*/ 121920 w 142085"/>
              <a:gd name="connsiteY16" fmla="*/ 111760 h 264676"/>
              <a:gd name="connsiteX17" fmla="*/ 111760 w 142085"/>
              <a:gd name="connsiteY17" fmla="*/ 111760 h 264676"/>
              <a:gd name="connsiteX18" fmla="*/ 111760 w 142085"/>
              <a:gd name="connsiteY18" fmla="*/ 134620 h 264676"/>
              <a:gd name="connsiteX19" fmla="*/ 140970 w 142085"/>
              <a:gd name="connsiteY19" fmla="*/ 204470 h 264676"/>
              <a:gd name="connsiteX20" fmla="*/ 80010 w 142085"/>
              <a:gd name="connsiteY20" fmla="*/ 264160 h 264676"/>
              <a:gd name="connsiteX21" fmla="*/ 0 w 142085"/>
              <a:gd name="connsiteY21" fmla="*/ 193040 h 264676"/>
              <a:gd name="connsiteX22" fmla="*/ 27940 w 142085"/>
              <a:gd name="connsiteY22" fmla="*/ 135890 h 264676"/>
              <a:gd name="connsiteX23" fmla="*/ 30480 w 142085"/>
              <a:gd name="connsiteY23" fmla="*/ 134620 h 264676"/>
              <a:gd name="connsiteX24" fmla="*/ 71120 w 142085"/>
              <a:gd name="connsiteY24" fmla="*/ 20320 h 264676"/>
              <a:gd name="connsiteX25" fmla="*/ 50800 w 142085"/>
              <a:gd name="connsiteY25" fmla="*/ 40640 h 264676"/>
              <a:gd name="connsiteX26" fmla="*/ 50800 w 142085"/>
              <a:gd name="connsiteY26" fmla="*/ 139700 h 264676"/>
              <a:gd name="connsiteX27" fmla="*/ 45720 w 142085"/>
              <a:gd name="connsiteY27" fmla="*/ 148590 h 264676"/>
              <a:gd name="connsiteX28" fmla="*/ 20320 w 142085"/>
              <a:gd name="connsiteY28" fmla="*/ 193040 h 264676"/>
              <a:gd name="connsiteX29" fmla="*/ 77470 w 142085"/>
              <a:gd name="connsiteY29" fmla="*/ 243840 h 264676"/>
              <a:gd name="connsiteX30" fmla="*/ 121920 w 142085"/>
              <a:gd name="connsiteY30" fmla="*/ 201930 h 264676"/>
              <a:gd name="connsiteX31" fmla="*/ 97790 w 142085"/>
              <a:gd name="connsiteY31" fmla="*/ 149860 h 264676"/>
              <a:gd name="connsiteX32" fmla="*/ 92710 w 142085"/>
              <a:gd name="connsiteY32" fmla="*/ 140970 h 264676"/>
              <a:gd name="connsiteX33" fmla="*/ 92710 w 142085"/>
              <a:gd name="connsiteY33" fmla="*/ 41910 h 264676"/>
              <a:gd name="connsiteX34" fmla="*/ 71120 w 142085"/>
              <a:gd name="connsiteY34" fmla="*/ 20320 h 264676"/>
              <a:gd name="connsiteX35" fmla="*/ 72390 w 142085"/>
              <a:gd name="connsiteY35" fmla="*/ 210820 h 264676"/>
              <a:gd name="connsiteX36" fmla="*/ 72390 w 142085"/>
              <a:gd name="connsiteY36" fmla="*/ 210820 h 264676"/>
              <a:gd name="connsiteX37" fmla="*/ 50800 w 142085"/>
              <a:gd name="connsiteY37" fmla="*/ 190500 h 264676"/>
              <a:gd name="connsiteX38" fmla="*/ 40640 w 142085"/>
              <a:gd name="connsiteY38" fmla="*/ 180340 h 264676"/>
              <a:gd name="connsiteX39" fmla="*/ 30480 w 142085"/>
              <a:gd name="connsiteY39" fmla="*/ 190500 h 264676"/>
              <a:gd name="connsiteX40" fmla="*/ 71120 w 142085"/>
              <a:gd name="connsiteY40" fmla="*/ 231140 h 264676"/>
              <a:gd name="connsiteX41" fmla="*/ 81280 w 142085"/>
              <a:gd name="connsiteY41" fmla="*/ 220980 h 264676"/>
              <a:gd name="connsiteX42" fmla="*/ 72390 w 142085"/>
              <a:gd name="connsiteY42" fmla="*/ 210820 h 2646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2085" h="264676">
                <a:moveTo>
                  <a:pt x="30480" y="134620"/>
                </a:moveTo>
                <a:lnTo>
                  <a:pt x="30480" y="40640"/>
                </a:lnTo>
                <a:cubicBezTo>
                  <a:pt x="30480" y="17780"/>
                  <a:pt x="48260" y="0"/>
                  <a:pt x="71120" y="0"/>
                </a:cubicBezTo>
                <a:cubicBezTo>
                  <a:pt x="90170" y="0"/>
                  <a:pt x="105410" y="12700"/>
                  <a:pt x="110490" y="30480"/>
                </a:cubicBezTo>
                <a:cubicBezTo>
                  <a:pt x="111760" y="30480"/>
                  <a:pt x="116840" y="30480"/>
                  <a:pt x="121920" y="30480"/>
                </a:cubicBezTo>
                <a:cubicBezTo>
                  <a:pt x="127000" y="30480"/>
                  <a:pt x="132080" y="35560"/>
                  <a:pt x="132080" y="40640"/>
                </a:cubicBezTo>
                <a:cubicBezTo>
                  <a:pt x="132080" y="45720"/>
                  <a:pt x="127000" y="50800"/>
                  <a:pt x="121920" y="50800"/>
                </a:cubicBezTo>
                <a:lnTo>
                  <a:pt x="111760" y="50800"/>
                </a:lnTo>
                <a:lnTo>
                  <a:pt x="111760" y="60960"/>
                </a:lnTo>
                <a:lnTo>
                  <a:pt x="121920" y="60960"/>
                </a:lnTo>
                <a:cubicBezTo>
                  <a:pt x="127000" y="60960"/>
                  <a:pt x="132080" y="66040"/>
                  <a:pt x="132080" y="71120"/>
                </a:cubicBezTo>
                <a:cubicBezTo>
                  <a:pt x="132080" y="76200"/>
                  <a:pt x="127000" y="81280"/>
                  <a:pt x="121920" y="81280"/>
                </a:cubicBezTo>
                <a:lnTo>
                  <a:pt x="111760" y="81280"/>
                </a:lnTo>
                <a:lnTo>
                  <a:pt x="111760" y="91440"/>
                </a:lnTo>
                <a:lnTo>
                  <a:pt x="121920" y="91440"/>
                </a:lnTo>
                <a:cubicBezTo>
                  <a:pt x="127000" y="91440"/>
                  <a:pt x="132080" y="96520"/>
                  <a:pt x="132080" y="101600"/>
                </a:cubicBezTo>
                <a:cubicBezTo>
                  <a:pt x="132080" y="106680"/>
                  <a:pt x="127000" y="111760"/>
                  <a:pt x="121920" y="111760"/>
                </a:cubicBezTo>
                <a:lnTo>
                  <a:pt x="111760" y="111760"/>
                </a:lnTo>
                <a:lnTo>
                  <a:pt x="111760" y="134620"/>
                </a:lnTo>
                <a:cubicBezTo>
                  <a:pt x="133350" y="149860"/>
                  <a:pt x="146050" y="176530"/>
                  <a:pt x="140970" y="204470"/>
                </a:cubicBezTo>
                <a:cubicBezTo>
                  <a:pt x="135890" y="234950"/>
                  <a:pt x="110490" y="260350"/>
                  <a:pt x="80010" y="264160"/>
                </a:cubicBezTo>
                <a:cubicBezTo>
                  <a:pt x="36830" y="269240"/>
                  <a:pt x="0" y="236220"/>
                  <a:pt x="0" y="193040"/>
                </a:cubicBezTo>
                <a:cubicBezTo>
                  <a:pt x="0" y="170180"/>
                  <a:pt x="10160" y="149860"/>
                  <a:pt x="27940" y="135890"/>
                </a:cubicBezTo>
                <a:lnTo>
                  <a:pt x="30480" y="134620"/>
                </a:lnTo>
                <a:close/>
                <a:moveTo>
                  <a:pt x="71120" y="20320"/>
                </a:moveTo>
                <a:cubicBezTo>
                  <a:pt x="59690" y="20320"/>
                  <a:pt x="50800" y="29210"/>
                  <a:pt x="50800" y="40640"/>
                </a:cubicBezTo>
                <a:lnTo>
                  <a:pt x="50800" y="139700"/>
                </a:lnTo>
                <a:cubicBezTo>
                  <a:pt x="50800" y="143510"/>
                  <a:pt x="48260" y="146050"/>
                  <a:pt x="45720" y="148590"/>
                </a:cubicBezTo>
                <a:cubicBezTo>
                  <a:pt x="30480" y="157480"/>
                  <a:pt x="20320" y="173990"/>
                  <a:pt x="20320" y="193040"/>
                </a:cubicBezTo>
                <a:cubicBezTo>
                  <a:pt x="20320" y="223520"/>
                  <a:pt x="46990" y="246380"/>
                  <a:pt x="77470" y="243840"/>
                </a:cubicBezTo>
                <a:cubicBezTo>
                  <a:pt x="99060" y="241300"/>
                  <a:pt x="118110" y="223520"/>
                  <a:pt x="121920" y="201930"/>
                </a:cubicBezTo>
                <a:cubicBezTo>
                  <a:pt x="125730" y="180340"/>
                  <a:pt x="115570" y="160020"/>
                  <a:pt x="97790" y="149860"/>
                </a:cubicBezTo>
                <a:cubicBezTo>
                  <a:pt x="95250" y="148590"/>
                  <a:pt x="92710" y="144780"/>
                  <a:pt x="92710" y="140970"/>
                </a:cubicBezTo>
                <a:lnTo>
                  <a:pt x="92710" y="41910"/>
                </a:lnTo>
                <a:cubicBezTo>
                  <a:pt x="91440" y="29210"/>
                  <a:pt x="82550" y="20320"/>
                  <a:pt x="71120" y="20320"/>
                </a:cubicBezTo>
                <a:close/>
                <a:moveTo>
                  <a:pt x="72390" y="210820"/>
                </a:moveTo>
                <a:lnTo>
                  <a:pt x="72390" y="210820"/>
                </a:lnTo>
                <a:cubicBezTo>
                  <a:pt x="59690" y="210820"/>
                  <a:pt x="50800" y="201930"/>
                  <a:pt x="50800" y="190500"/>
                </a:cubicBezTo>
                <a:cubicBezTo>
                  <a:pt x="50800" y="185420"/>
                  <a:pt x="45720" y="180340"/>
                  <a:pt x="40640" y="180340"/>
                </a:cubicBezTo>
                <a:cubicBezTo>
                  <a:pt x="35560" y="180340"/>
                  <a:pt x="30480" y="185420"/>
                  <a:pt x="30480" y="190500"/>
                </a:cubicBezTo>
                <a:cubicBezTo>
                  <a:pt x="30480" y="213360"/>
                  <a:pt x="48260" y="231140"/>
                  <a:pt x="71120" y="231140"/>
                </a:cubicBezTo>
                <a:cubicBezTo>
                  <a:pt x="76200" y="231140"/>
                  <a:pt x="81280" y="226060"/>
                  <a:pt x="81280" y="220980"/>
                </a:cubicBezTo>
                <a:cubicBezTo>
                  <a:pt x="81280" y="215900"/>
                  <a:pt x="77470" y="212090"/>
                  <a:pt x="72390" y="2108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796" name="Рисунок 4">
            <a:extLst>
              <a:ext uri="{FF2B5EF4-FFF2-40B4-BE49-F238E27FC236}">
                <a16:creationId xmlns:a16="http://schemas.microsoft.com/office/drawing/2014/main" id="{FEACF558-4E3E-CEB3-DE1C-05F3D71E320E}"/>
              </a:ext>
            </a:extLst>
          </p:cNvPr>
          <p:cNvGrpSpPr/>
          <p:nvPr/>
        </p:nvGrpSpPr>
        <p:grpSpPr>
          <a:xfrm>
            <a:off x="7795304" y="2623926"/>
            <a:ext cx="257174" cy="238456"/>
            <a:chOff x="7953692" y="1135531"/>
            <a:chExt cx="257174" cy="238456"/>
          </a:xfrm>
          <a:solidFill>
            <a:schemeClr val="tx1"/>
          </a:solidFill>
        </p:grpSpPr>
        <p:sp>
          <p:nvSpPr>
            <p:cNvPr id="797" name="Полилиния: фигура 187">
              <a:extLst>
                <a:ext uri="{FF2B5EF4-FFF2-40B4-BE49-F238E27FC236}">
                  <a16:creationId xmlns:a16="http://schemas.microsoft.com/office/drawing/2014/main" id="{6768685E-803B-E53D-4074-3F863656AAF5}"/>
                </a:ext>
              </a:extLst>
            </p:cNvPr>
            <p:cNvSpPr/>
            <p:nvPr/>
          </p:nvSpPr>
          <p:spPr>
            <a:xfrm>
              <a:off x="8081644" y="1135531"/>
              <a:ext cx="98742" cy="72555"/>
            </a:xfrm>
            <a:custGeom>
              <a:avLst/>
              <a:gdLst>
                <a:gd name="connsiteX0" fmla="*/ 47625 w 98742"/>
                <a:gd name="connsiteY0" fmla="*/ 7468 h 72555"/>
                <a:gd name="connsiteX1" fmla="*/ 5715 w 98742"/>
                <a:gd name="connsiteY1" fmla="*/ 8738 h 72555"/>
                <a:gd name="connsiteX2" fmla="*/ 1905 w 98742"/>
                <a:gd name="connsiteY2" fmla="*/ 12548 h 72555"/>
                <a:gd name="connsiteX3" fmla="*/ 1905 w 98742"/>
                <a:gd name="connsiteY3" fmla="*/ 20168 h 72555"/>
                <a:gd name="connsiteX4" fmla="*/ 9525 w 98742"/>
                <a:gd name="connsiteY4" fmla="*/ 27788 h 72555"/>
                <a:gd name="connsiteX5" fmla="*/ 17145 w 98742"/>
                <a:gd name="connsiteY5" fmla="*/ 27788 h 72555"/>
                <a:gd name="connsiteX6" fmla="*/ 20955 w 98742"/>
                <a:gd name="connsiteY6" fmla="*/ 23978 h 72555"/>
                <a:gd name="connsiteX7" fmla="*/ 22225 w 98742"/>
                <a:gd name="connsiteY7" fmla="*/ 22708 h 72555"/>
                <a:gd name="connsiteX8" fmla="*/ 36195 w 98742"/>
                <a:gd name="connsiteY8" fmla="*/ 23978 h 72555"/>
                <a:gd name="connsiteX9" fmla="*/ 81915 w 98742"/>
                <a:gd name="connsiteY9" fmla="*/ 69698 h 72555"/>
                <a:gd name="connsiteX10" fmla="*/ 95885 w 98742"/>
                <a:gd name="connsiteY10" fmla="*/ 69698 h 72555"/>
                <a:gd name="connsiteX11" fmla="*/ 95885 w 98742"/>
                <a:gd name="connsiteY11" fmla="*/ 55728 h 72555"/>
                <a:gd name="connsiteX12" fmla="*/ 50165 w 98742"/>
                <a:gd name="connsiteY12" fmla="*/ 10008 h 72555"/>
                <a:gd name="connsiteX13" fmla="*/ 47625 w 98742"/>
                <a:gd name="connsiteY13" fmla="*/ 7468 h 725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8742" h="72555">
                  <a:moveTo>
                    <a:pt x="47625" y="7468"/>
                  </a:moveTo>
                  <a:cubicBezTo>
                    <a:pt x="36195" y="-2692"/>
                    <a:pt x="17145" y="-2692"/>
                    <a:pt x="5715" y="8738"/>
                  </a:cubicBezTo>
                  <a:lnTo>
                    <a:pt x="1905" y="12548"/>
                  </a:lnTo>
                  <a:cubicBezTo>
                    <a:pt x="-635" y="15088"/>
                    <a:pt x="-635" y="17628"/>
                    <a:pt x="1905" y="20168"/>
                  </a:cubicBezTo>
                  <a:lnTo>
                    <a:pt x="9525" y="27788"/>
                  </a:lnTo>
                  <a:cubicBezTo>
                    <a:pt x="12065" y="30328"/>
                    <a:pt x="14605" y="30328"/>
                    <a:pt x="17145" y="27788"/>
                  </a:cubicBezTo>
                  <a:lnTo>
                    <a:pt x="20955" y="23978"/>
                  </a:lnTo>
                  <a:lnTo>
                    <a:pt x="22225" y="22708"/>
                  </a:lnTo>
                  <a:cubicBezTo>
                    <a:pt x="26035" y="20168"/>
                    <a:pt x="32385" y="20168"/>
                    <a:pt x="36195" y="23978"/>
                  </a:cubicBezTo>
                  <a:lnTo>
                    <a:pt x="81915" y="69698"/>
                  </a:lnTo>
                  <a:cubicBezTo>
                    <a:pt x="85725" y="73508"/>
                    <a:pt x="92075" y="73508"/>
                    <a:pt x="95885" y="69698"/>
                  </a:cubicBezTo>
                  <a:cubicBezTo>
                    <a:pt x="99695" y="65888"/>
                    <a:pt x="99695" y="59538"/>
                    <a:pt x="95885" y="55728"/>
                  </a:cubicBezTo>
                  <a:lnTo>
                    <a:pt x="50165" y="10008"/>
                  </a:lnTo>
                  <a:lnTo>
                    <a:pt x="47625" y="746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98" name="Полилиния: фигура 188">
              <a:extLst>
                <a:ext uri="{FF2B5EF4-FFF2-40B4-BE49-F238E27FC236}">
                  <a16:creationId xmlns:a16="http://schemas.microsoft.com/office/drawing/2014/main" id="{7CF1F888-A6F4-452A-5E0E-482CB27401CF}"/>
                </a:ext>
              </a:extLst>
            </p:cNvPr>
            <p:cNvSpPr/>
            <p:nvPr/>
          </p:nvSpPr>
          <p:spPr>
            <a:xfrm>
              <a:off x="7953692" y="1139341"/>
              <a:ext cx="188595" cy="118275"/>
            </a:xfrm>
            <a:custGeom>
              <a:avLst/>
              <a:gdLst>
                <a:gd name="connsiteX0" fmla="*/ 65088 w 188595"/>
                <a:gd name="connsiteY0" fmla="*/ 8738 h 118275"/>
                <a:gd name="connsiteX1" fmla="*/ 106998 w 188595"/>
                <a:gd name="connsiteY1" fmla="*/ 7468 h 118275"/>
                <a:gd name="connsiteX2" fmla="*/ 108267 w 188595"/>
                <a:gd name="connsiteY2" fmla="*/ 8738 h 118275"/>
                <a:gd name="connsiteX3" fmla="*/ 185738 w 188595"/>
                <a:gd name="connsiteY3" fmla="*/ 86208 h 118275"/>
                <a:gd name="connsiteX4" fmla="*/ 185738 w 188595"/>
                <a:gd name="connsiteY4" fmla="*/ 100178 h 118275"/>
                <a:gd name="connsiteX5" fmla="*/ 171767 w 188595"/>
                <a:gd name="connsiteY5" fmla="*/ 100178 h 118275"/>
                <a:gd name="connsiteX6" fmla="*/ 115888 w 188595"/>
                <a:gd name="connsiteY6" fmla="*/ 44298 h 118275"/>
                <a:gd name="connsiteX7" fmla="*/ 46038 w 188595"/>
                <a:gd name="connsiteY7" fmla="*/ 115418 h 118275"/>
                <a:gd name="connsiteX8" fmla="*/ 32067 w 188595"/>
                <a:gd name="connsiteY8" fmla="*/ 115418 h 118275"/>
                <a:gd name="connsiteX9" fmla="*/ 2857 w 188595"/>
                <a:gd name="connsiteY9" fmla="*/ 86208 h 118275"/>
                <a:gd name="connsiteX10" fmla="*/ 2857 w 188595"/>
                <a:gd name="connsiteY10" fmla="*/ 72238 h 118275"/>
                <a:gd name="connsiteX11" fmla="*/ 65088 w 188595"/>
                <a:gd name="connsiteY11" fmla="*/ 8738 h 118275"/>
                <a:gd name="connsiteX12" fmla="*/ 80327 w 188595"/>
                <a:gd name="connsiteY12" fmla="*/ 22708 h 118275"/>
                <a:gd name="connsiteX13" fmla="*/ 94298 w 188595"/>
                <a:gd name="connsiteY13" fmla="*/ 23978 h 118275"/>
                <a:gd name="connsiteX14" fmla="*/ 101917 w 188595"/>
                <a:gd name="connsiteY14" fmla="*/ 31598 h 118275"/>
                <a:gd name="connsiteX15" fmla="*/ 38417 w 188595"/>
                <a:gd name="connsiteY15" fmla="*/ 95098 h 118275"/>
                <a:gd name="connsiteX16" fmla="*/ 24448 w 188595"/>
                <a:gd name="connsiteY16" fmla="*/ 81128 h 118275"/>
                <a:gd name="connsiteX17" fmla="*/ 80327 w 188595"/>
                <a:gd name="connsiteY17" fmla="*/ 22708 h 118275"/>
                <a:gd name="connsiteX18" fmla="*/ 80327 w 188595"/>
                <a:gd name="connsiteY18" fmla="*/ 22708 h 11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8595" h="118275">
                  <a:moveTo>
                    <a:pt x="65088" y="8738"/>
                  </a:moveTo>
                  <a:cubicBezTo>
                    <a:pt x="76517" y="-2692"/>
                    <a:pt x="94298" y="-2692"/>
                    <a:pt x="106998" y="7468"/>
                  </a:cubicBezTo>
                  <a:lnTo>
                    <a:pt x="108267" y="8738"/>
                  </a:lnTo>
                  <a:lnTo>
                    <a:pt x="185738" y="86208"/>
                  </a:lnTo>
                  <a:cubicBezTo>
                    <a:pt x="189548" y="90018"/>
                    <a:pt x="189548" y="96368"/>
                    <a:pt x="185738" y="100178"/>
                  </a:cubicBezTo>
                  <a:cubicBezTo>
                    <a:pt x="181927" y="103988"/>
                    <a:pt x="175577" y="103988"/>
                    <a:pt x="171767" y="100178"/>
                  </a:cubicBezTo>
                  <a:lnTo>
                    <a:pt x="115888" y="44298"/>
                  </a:lnTo>
                  <a:lnTo>
                    <a:pt x="46038" y="115418"/>
                  </a:lnTo>
                  <a:cubicBezTo>
                    <a:pt x="42227" y="119228"/>
                    <a:pt x="35877" y="119228"/>
                    <a:pt x="32067" y="115418"/>
                  </a:cubicBezTo>
                  <a:lnTo>
                    <a:pt x="2857" y="86208"/>
                  </a:lnTo>
                  <a:cubicBezTo>
                    <a:pt x="-952" y="82398"/>
                    <a:pt x="-952" y="76048"/>
                    <a:pt x="2857" y="72238"/>
                  </a:cubicBezTo>
                  <a:lnTo>
                    <a:pt x="65088" y="8738"/>
                  </a:lnTo>
                  <a:close/>
                  <a:moveTo>
                    <a:pt x="80327" y="22708"/>
                  </a:moveTo>
                  <a:cubicBezTo>
                    <a:pt x="84138" y="20168"/>
                    <a:pt x="90488" y="20168"/>
                    <a:pt x="94298" y="23978"/>
                  </a:cubicBezTo>
                  <a:lnTo>
                    <a:pt x="101917" y="31598"/>
                  </a:lnTo>
                  <a:lnTo>
                    <a:pt x="38417" y="95098"/>
                  </a:lnTo>
                  <a:lnTo>
                    <a:pt x="24448" y="81128"/>
                  </a:lnTo>
                  <a:lnTo>
                    <a:pt x="80327" y="22708"/>
                  </a:lnTo>
                  <a:lnTo>
                    <a:pt x="80327" y="2270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99" name="Полилиния: фигура 189">
              <a:extLst>
                <a:ext uri="{FF2B5EF4-FFF2-40B4-BE49-F238E27FC236}">
                  <a16:creationId xmlns:a16="http://schemas.microsoft.com/office/drawing/2014/main" id="{06B4E0BE-CD98-F1CA-49AA-E77604375EDB}"/>
                </a:ext>
              </a:extLst>
            </p:cNvPr>
            <p:cNvSpPr/>
            <p:nvPr/>
          </p:nvSpPr>
          <p:spPr>
            <a:xfrm>
              <a:off x="8021002" y="1251902"/>
              <a:ext cx="189864" cy="118275"/>
            </a:xfrm>
            <a:custGeom>
              <a:avLst/>
              <a:gdLst>
                <a:gd name="connsiteX0" fmla="*/ 72707 w 189864"/>
                <a:gd name="connsiteY0" fmla="*/ 72708 h 118275"/>
                <a:gd name="connsiteX1" fmla="*/ 143828 w 189864"/>
                <a:gd name="connsiteY1" fmla="*/ 2858 h 118275"/>
                <a:gd name="connsiteX2" fmla="*/ 157798 w 189864"/>
                <a:gd name="connsiteY2" fmla="*/ 2858 h 118275"/>
                <a:gd name="connsiteX3" fmla="*/ 187007 w 189864"/>
                <a:gd name="connsiteY3" fmla="*/ 32067 h 118275"/>
                <a:gd name="connsiteX4" fmla="*/ 187007 w 189864"/>
                <a:gd name="connsiteY4" fmla="*/ 46037 h 118275"/>
                <a:gd name="connsiteX5" fmla="*/ 123507 w 189864"/>
                <a:gd name="connsiteY5" fmla="*/ 109537 h 118275"/>
                <a:gd name="connsiteX6" fmla="*/ 81598 w 189864"/>
                <a:gd name="connsiteY6" fmla="*/ 110808 h 118275"/>
                <a:gd name="connsiteX7" fmla="*/ 80328 w 189864"/>
                <a:gd name="connsiteY7" fmla="*/ 109537 h 118275"/>
                <a:gd name="connsiteX8" fmla="*/ 2857 w 189864"/>
                <a:gd name="connsiteY8" fmla="*/ 32067 h 118275"/>
                <a:gd name="connsiteX9" fmla="*/ 2857 w 189864"/>
                <a:gd name="connsiteY9" fmla="*/ 18097 h 118275"/>
                <a:gd name="connsiteX10" fmla="*/ 16828 w 189864"/>
                <a:gd name="connsiteY10" fmla="*/ 18097 h 118275"/>
                <a:gd name="connsiteX11" fmla="*/ 72707 w 189864"/>
                <a:gd name="connsiteY11" fmla="*/ 72708 h 118275"/>
                <a:gd name="connsiteX12" fmla="*/ 87948 w 189864"/>
                <a:gd name="connsiteY12" fmla="*/ 86678 h 118275"/>
                <a:gd name="connsiteX13" fmla="*/ 95567 w 189864"/>
                <a:gd name="connsiteY13" fmla="*/ 94297 h 118275"/>
                <a:gd name="connsiteX14" fmla="*/ 109538 w 189864"/>
                <a:gd name="connsiteY14" fmla="*/ 95567 h 118275"/>
                <a:gd name="connsiteX15" fmla="*/ 110807 w 189864"/>
                <a:gd name="connsiteY15" fmla="*/ 94297 h 118275"/>
                <a:gd name="connsiteX16" fmla="*/ 166688 w 189864"/>
                <a:gd name="connsiteY16" fmla="*/ 38417 h 118275"/>
                <a:gd name="connsiteX17" fmla="*/ 152717 w 189864"/>
                <a:gd name="connsiteY17" fmla="*/ 24447 h 118275"/>
                <a:gd name="connsiteX18" fmla="*/ 87948 w 189864"/>
                <a:gd name="connsiteY18" fmla="*/ 86678 h 118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89864" h="118275">
                  <a:moveTo>
                    <a:pt x="72707" y="72708"/>
                  </a:moveTo>
                  <a:lnTo>
                    <a:pt x="143828" y="2858"/>
                  </a:lnTo>
                  <a:cubicBezTo>
                    <a:pt x="147638" y="-953"/>
                    <a:pt x="153988" y="-953"/>
                    <a:pt x="157798" y="2858"/>
                  </a:cubicBezTo>
                  <a:lnTo>
                    <a:pt x="187007" y="32067"/>
                  </a:lnTo>
                  <a:cubicBezTo>
                    <a:pt x="190817" y="35878"/>
                    <a:pt x="190817" y="42228"/>
                    <a:pt x="187007" y="46037"/>
                  </a:cubicBezTo>
                  <a:lnTo>
                    <a:pt x="123507" y="109537"/>
                  </a:lnTo>
                  <a:cubicBezTo>
                    <a:pt x="112078" y="120967"/>
                    <a:pt x="94298" y="120967"/>
                    <a:pt x="81598" y="110808"/>
                  </a:cubicBezTo>
                  <a:lnTo>
                    <a:pt x="80328" y="109537"/>
                  </a:lnTo>
                  <a:lnTo>
                    <a:pt x="2857" y="32067"/>
                  </a:lnTo>
                  <a:cubicBezTo>
                    <a:pt x="-952" y="28258"/>
                    <a:pt x="-952" y="21908"/>
                    <a:pt x="2857" y="18097"/>
                  </a:cubicBezTo>
                  <a:cubicBezTo>
                    <a:pt x="6667" y="14287"/>
                    <a:pt x="13017" y="14287"/>
                    <a:pt x="16828" y="18097"/>
                  </a:cubicBezTo>
                  <a:lnTo>
                    <a:pt x="72707" y="72708"/>
                  </a:lnTo>
                  <a:close/>
                  <a:moveTo>
                    <a:pt x="87948" y="86678"/>
                  </a:moveTo>
                  <a:lnTo>
                    <a:pt x="95567" y="94297"/>
                  </a:lnTo>
                  <a:cubicBezTo>
                    <a:pt x="99378" y="98108"/>
                    <a:pt x="104457" y="98108"/>
                    <a:pt x="109538" y="95567"/>
                  </a:cubicBezTo>
                  <a:lnTo>
                    <a:pt x="110807" y="94297"/>
                  </a:lnTo>
                  <a:lnTo>
                    <a:pt x="166688" y="38417"/>
                  </a:lnTo>
                  <a:lnTo>
                    <a:pt x="152717" y="24447"/>
                  </a:lnTo>
                  <a:lnTo>
                    <a:pt x="87948" y="8667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00" name="Полилиния: фигура 190">
              <a:extLst>
                <a:ext uri="{FF2B5EF4-FFF2-40B4-BE49-F238E27FC236}">
                  <a16:creationId xmlns:a16="http://schemas.microsoft.com/office/drawing/2014/main" id="{BBE28C32-9B9D-6A71-5C7C-780C12AD3B75}"/>
                </a:ext>
              </a:extLst>
            </p:cNvPr>
            <p:cNvSpPr/>
            <p:nvPr/>
          </p:nvSpPr>
          <p:spPr>
            <a:xfrm>
              <a:off x="7985442" y="1301574"/>
              <a:ext cx="97472" cy="72414"/>
            </a:xfrm>
            <a:custGeom>
              <a:avLst/>
              <a:gdLst>
                <a:gd name="connsiteX0" fmla="*/ 15557 w 97472"/>
                <a:gd name="connsiteY0" fmla="*/ 2716 h 72414"/>
                <a:gd name="connsiteX1" fmla="*/ 61277 w 97472"/>
                <a:gd name="connsiteY1" fmla="*/ 48436 h 72414"/>
                <a:gd name="connsiteX2" fmla="*/ 75248 w 97472"/>
                <a:gd name="connsiteY2" fmla="*/ 49706 h 72414"/>
                <a:gd name="connsiteX3" fmla="*/ 76517 w 97472"/>
                <a:gd name="connsiteY3" fmla="*/ 48436 h 72414"/>
                <a:gd name="connsiteX4" fmla="*/ 80327 w 97472"/>
                <a:gd name="connsiteY4" fmla="*/ 44626 h 72414"/>
                <a:gd name="connsiteX5" fmla="*/ 87948 w 97472"/>
                <a:gd name="connsiteY5" fmla="*/ 44626 h 72414"/>
                <a:gd name="connsiteX6" fmla="*/ 95567 w 97472"/>
                <a:gd name="connsiteY6" fmla="*/ 52246 h 72414"/>
                <a:gd name="connsiteX7" fmla="*/ 95567 w 97472"/>
                <a:gd name="connsiteY7" fmla="*/ 59866 h 72414"/>
                <a:gd name="connsiteX8" fmla="*/ 91757 w 97472"/>
                <a:gd name="connsiteY8" fmla="*/ 63676 h 72414"/>
                <a:gd name="connsiteX9" fmla="*/ 49848 w 97472"/>
                <a:gd name="connsiteY9" fmla="*/ 64946 h 72414"/>
                <a:gd name="connsiteX10" fmla="*/ 48577 w 97472"/>
                <a:gd name="connsiteY10" fmla="*/ 63676 h 72414"/>
                <a:gd name="connsiteX11" fmla="*/ 2857 w 97472"/>
                <a:gd name="connsiteY11" fmla="*/ 17956 h 72414"/>
                <a:gd name="connsiteX12" fmla="*/ 2857 w 97472"/>
                <a:gd name="connsiteY12" fmla="*/ 3986 h 72414"/>
                <a:gd name="connsiteX13" fmla="*/ 15557 w 97472"/>
                <a:gd name="connsiteY13" fmla="*/ 2716 h 72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7472" h="72414">
                  <a:moveTo>
                    <a:pt x="15557" y="2716"/>
                  </a:moveTo>
                  <a:lnTo>
                    <a:pt x="61277" y="48436"/>
                  </a:lnTo>
                  <a:cubicBezTo>
                    <a:pt x="65088" y="52246"/>
                    <a:pt x="70167" y="52246"/>
                    <a:pt x="75248" y="49706"/>
                  </a:cubicBezTo>
                  <a:lnTo>
                    <a:pt x="76517" y="48436"/>
                  </a:lnTo>
                  <a:lnTo>
                    <a:pt x="80327" y="44626"/>
                  </a:lnTo>
                  <a:cubicBezTo>
                    <a:pt x="82867" y="42086"/>
                    <a:pt x="85407" y="42086"/>
                    <a:pt x="87948" y="44626"/>
                  </a:cubicBezTo>
                  <a:lnTo>
                    <a:pt x="95567" y="52246"/>
                  </a:lnTo>
                  <a:cubicBezTo>
                    <a:pt x="98107" y="54786"/>
                    <a:pt x="98107" y="57326"/>
                    <a:pt x="95567" y="59866"/>
                  </a:cubicBezTo>
                  <a:lnTo>
                    <a:pt x="91757" y="63676"/>
                  </a:lnTo>
                  <a:cubicBezTo>
                    <a:pt x="80327" y="75106"/>
                    <a:pt x="62548" y="75106"/>
                    <a:pt x="49848" y="64946"/>
                  </a:cubicBezTo>
                  <a:lnTo>
                    <a:pt x="48577" y="63676"/>
                  </a:lnTo>
                  <a:lnTo>
                    <a:pt x="2857" y="17956"/>
                  </a:lnTo>
                  <a:cubicBezTo>
                    <a:pt x="-952" y="14146"/>
                    <a:pt x="-952" y="7796"/>
                    <a:pt x="2857" y="3986"/>
                  </a:cubicBezTo>
                  <a:cubicBezTo>
                    <a:pt x="5398" y="-1094"/>
                    <a:pt x="11748" y="-1094"/>
                    <a:pt x="15557" y="2716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01" name="Полилиния: фигура 196">
            <a:extLst>
              <a:ext uri="{FF2B5EF4-FFF2-40B4-BE49-F238E27FC236}">
                <a16:creationId xmlns:a16="http://schemas.microsoft.com/office/drawing/2014/main" id="{C6B45BCE-67BA-CAA9-760A-0BE237F59DAF}"/>
              </a:ext>
            </a:extLst>
          </p:cNvPr>
          <p:cNvSpPr/>
          <p:nvPr/>
        </p:nvSpPr>
        <p:spPr>
          <a:xfrm>
            <a:off x="5006702" y="2633001"/>
            <a:ext cx="243839" cy="221913"/>
          </a:xfrm>
          <a:custGeom>
            <a:avLst/>
            <a:gdLst>
              <a:gd name="connsiteX0" fmla="*/ 55880 w 243839"/>
              <a:gd name="connsiteY0" fmla="*/ 9824 h 221913"/>
              <a:gd name="connsiteX1" fmla="*/ 139700 w 243839"/>
              <a:gd name="connsiteY1" fmla="*/ 934 h 221913"/>
              <a:gd name="connsiteX2" fmla="*/ 205740 w 243839"/>
              <a:gd name="connsiteY2" fmla="*/ 17444 h 221913"/>
              <a:gd name="connsiteX3" fmla="*/ 234950 w 243839"/>
              <a:gd name="connsiteY3" fmla="*/ 37764 h 221913"/>
              <a:gd name="connsiteX4" fmla="*/ 243840 w 243839"/>
              <a:gd name="connsiteY4" fmla="*/ 61894 h 221913"/>
              <a:gd name="connsiteX5" fmla="*/ 243840 w 243839"/>
              <a:gd name="connsiteY5" fmla="*/ 65704 h 221913"/>
              <a:gd name="connsiteX6" fmla="*/ 243840 w 243839"/>
              <a:gd name="connsiteY6" fmla="*/ 79674 h 221913"/>
              <a:gd name="connsiteX7" fmla="*/ 243840 w 243839"/>
              <a:gd name="connsiteY7" fmla="*/ 86024 h 221913"/>
              <a:gd name="connsiteX8" fmla="*/ 218440 w 243839"/>
              <a:gd name="connsiteY8" fmla="*/ 110154 h 221913"/>
              <a:gd name="connsiteX9" fmla="*/ 218440 w 243839"/>
              <a:gd name="connsiteY9" fmla="*/ 110154 h 221913"/>
              <a:gd name="connsiteX10" fmla="*/ 220980 w 243839"/>
              <a:gd name="connsiteY10" fmla="*/ 112694 h 221913"/>
              <a:gd name="connsiteX11" fmla="*/ 220980 w 243839"/>
              <a:gd name="connsiteY11" fmla="*/ 113964 h 221913"/>
              <a:gd name="connsiteX12" fmla="*/ 233680 w 243839"/>
              <a:gd name="connsiteY12" fmla="*/ 162224 h 221913"/>
              <a:gd name="connsiteX13" fmla="*/ 233680 w 243839"/>
              <a:gd name="connsiteY13" fmla="*/ 191434 h 221913"/>
              <a:gd name="connsiteX14" fmla="*/ 203200 w 243839"/>
              <a:gd name="connsiteY14" fmla="*/ 221914 h 221913"/>
              <a:gd name="connsiteX15" fmla="*/ 40640 w 243839"/>
              <a:gd name="connsiteY15" fmla="*/ 221914 h 221913"/>
              <a:gd name="connsiteX16" fmla="*/ 10160 w 243839"/>
              <a:gd name="connsiteY16" fmla="*/ 191434 h 221913"/>
              <a:gd name="connsiteX17" fmla="*/ 10160 w 243839"/>
              <a:gd name="connsiteY17" fmla="*/ 162224 h 221913"/>
              <a:gd name="connsiteX18" fmla="*/ 24130 w 243839"/>
              <a:gd name="connsiteY18" fmla="*/ 112694 h 221913"/>
              <a:gd name="connsiteX19" fmla="*/ 26670 w 243839"/>
              <a:gd name="connsiteY19" fmla="*/ 108884 h 221913"/>
              <a:gd name="connsiteX20" fmla="*/ 25400 w 243839"/>
              <a:gd name="connsiteY20" fmla="*/ 108884 h 221913"/>
              <a:gd name="connsiteX21" fmla="*/ 0 w 243839"/>
              <a:gd name="connsiteY21" fmla="*/ 84754 h 221913"/>
              <a:gd name="connsiteX22" fmla="*/ 0 w 243839"/>
              <a:gd name="connsiteY22" fmla="*/ 83484 h 221913"/>
              <a:gd name="connsiteX23" fmla="*/ 0 w 243839"/>
              <a:gd name="connsiteY23" fmla="*/ 70784 h 221913"/>
              <a:gd name="connsiteX24" fmla="*/ 0 w 243839"/>
              <a:gd name="connsiteY24" fmla="*/ 68244 h 221913"/>
              <a:gd name="connsiteX25" fmla="*/ 0 w 243839"/>
              <a:gd name="connsiteY25" fmla="*/ 64434 h 221913"/>
              <a:gd name="connsiteX26" fmla="*/ 13970 w 243839"/>
              <a:gd name="connsiteY26" fmla="*/ 33954 h 221913"/>
              <a:gd name="connsiteX27" fmla="*/ 48260 w 243839"/>
              <a:gd name="connsiteY27" fmla="*/ 14904 h 221913"/>
              <a:gd name="connsiteX28" fmla="*/ 52070 w 243839"/>
              <a:gd name="connsiteY28" fmla="*/ 13634 h 221913"/>
              <a:gd name="connsiteX29" fmla="*/ 55880 w 243839"/>
              <a:gd name="connsiteY29" fmla="*/ 9824 h 221913"/>
              <a:gd name="connsiteX30" fmla="*/ 189230 w 243839"/>
              <a:gd name="connsiteY30" fmla="*/ 107614 h 221913"/>
              <a:gd name="connsiteX31" fmla="*/ 191770 w 243839"/>
              <a:gd name="connsiteY31" fmla="*/ 107614 h 221913"/>
              <a:gd name="connsiteX32" fmla="*/ 193040 w 243839"/>
              <a:gd name="connsiteY32" fmla="*/ 110154 h 221913"/>
              <a:gd name="connsiteX33" fmla="*/ 201930 w 243839"/>
              <a:gd name="connsiteY33" fmla="*/ 121584 h 221913"/>
              <a:gd name="connsiteX34" fmla="*/ 212090 w 243839"/>
              <a:gd name="connsiteY34" fmla="*/ 159684 h 221913"/>
              <a:gd name="connsiteX35" fmla="*/ 212090 w 243839"/>
              <a:gd name="connsiteY35" fmla="*/ 188894 h 221913"/>
              <a:gd name="connsiteX36" fmla="*/ 201930 w 243839"/>
              <a:gd name="connsiteY36" fmla="*/ 199054 h 221913"/>
              <a:gd name="connsiteX37" fmla="*/ 39370 w 243839"/>
              <a:gd name="connsiteY37" fmla="*/ 199054 h 221913"/>
              <a:gd name="connsiteX38" fmla="*/ 29210 w 243839"/>
              <a:gd name="connsiteY38" fmla="*/ 188894 h 221913"/>
              <a:gd name="connsiteX39" fmla="*/ 29210 w 243839"/>
              <a:gd name="connsiteY39" fmla="*/ 159684 h 221913"/>
              <a:gd name="connsiteX40" fmla="*/ 40640 w 243839"/>
              <a:gd name="connsiteY40" fmla="*/ 121584 h 221913"/>
              <a:gd name="connsiteX41" fmla="*/ 48260 w 243839"/>
              <a:gd name="connsiteY41" fmla="*/ 108884 h 221913"/>
              <a:gd name="connsiteX42" fmla="*/ 49530 w 243839"/>
              <a:gd name="connsiteY42" fmla="*/ 106344 h 221913"/>
              <a:gd name="connsiteX43" fmla="*/ 54610 w 243839"/>
              <a:gd name="connsiteY43" fmla="*/ 106344 h 221913"/>
              <a:gd name="connsiteX44" fmla="*/ 55880 w 243839"/>
              <a:gd name="connsiteY44" fmla="*/ 106344 h 221913"/>
              <a:gd name="connsiteX45" fmla="*/ 80010 w 243839"/>
              <a:gd name="connsiteY45" fmla="*/ 80944 h 221913"/>
              <a:gd name="connsiteX46" fmla="*/ 80010 w 243839"/>
              <a:gd name="connsiteY46" fmla="*/ 64434 h 221913"/>
              <a:gd name="connsiteX47" fmla="*/ 83820 w 243839"/>
              <a:gd name="connsiteY47" fmla="*/ 63164 h 221913"/>
              <a:gd name="connsiteX48" fmla="*/ 86360 w 243839"/>
              <a:gd name="connsiteY48" fmla="*/ 63164 h 221913"/>
              <a:gd name="connsiteX49" fmla="*/ 139700 w 243839"/>
              <a:gd name="connsiteY49" fmla="*/ 60624 h 221913"/>
              <a:gd name="connsiteX50" fmla="*/ 146050 w 243839"/>
              <a:gd name="connsiteY50" fmla="*/ 61894 h 221913"/>
              <a:gd name="connsiteX51" fmla="*/ 162560 w 243839"/>
              <a:gd name="connsiteY51" fmla="*/ 64434 h 221913"/>
              <a:gd name="connsiteX52" fmla="*/ 162560 w 243839"/>
              <a:gd name="connsiteY52" fmla="*/ 72054 h 221913"/>
              <a:gd name="connsiteX53" fmla="*/ 162560 w 243839"/>
              <a:gd name="connsiteY53" fmla="*/ 78404 h 221913"/>
              <a:gd name="connsiteX54" fmla="*/ 162560 w 243839"/>
              <a:gd name="connsiteY54" fmla="*/ 83484 h 221913"/>
              <a:gd name="connsiteX55" fmla="*/ 186690 w 243839"/>
              <a:gd name="connsiteY55" fmla="*/ 107614 h 221913"/>
              <a:gd name="connsiteX56" fmla="*/ 189230 w 243839"/>
              <a:gd name="connsiteY56" fmla="*/ 107614 h 221913"/>
              <a:gd name="connsiteX57" fmla="*/ 53340 w 243839"/>
              <a:gd name="connsiteY57" fmla="*/ 31414 h 221913"/>
              <a:gd name="connsiteX58" fmla="*/ 57150 w 243839"/>
              <a:gd name="connsiteY58" fmla="*/ 30144 h 221913"/>
              <a:gd name="connsiteX59" fmla="*/ 138430 w 243839"/>
              <a:gd name="connsiteY59" fmla="*/ 19984 h 221913"/>
              <a:gd name="connsiteX60" fmla="*/ 196850 w 243839"/>
              <a:gd name="connsiteY60" fmla="*/ 33954 h 221913"/>
              <a:gd name="connsiteX61" fmla="*/ 218440 w 243839"/>
              <a:gd name="connsiteY61" fmla="*/ 49194 h 221913"/>
              <a:gd name="connsiteX62" fmla="*/ 222250 w 243839"/>
              <a:gd name="connsiteY62" fmla="*/ 59354 h 221913"/>
              <a:gd name="connsiteX63" fmla="*/ 222250 w 243839"/>
              <a:gd name="connsiteY63" fmla="*/ 64434 h 221913"/>
              <a:gd name="connsiteX64" fmla="*/ 222250 w 243839"/>
              <a:gd name="connsiteY64" fmla="*/ 78404 h 221913"/>
              <a:gd name="connsiteX65" fmla="*/ 222250 w 243839"/>
              <a:gd name="connsiteY65" fmla="*/ 80944 h 221913"/>
              <a:gd name="connsiteX66" fmla="*/ 217170 w 243839"/>
              <a:gd name="connsiteY66" fmla="*/ 86024 h 221913"/>
              <a:gd name="connsiteX67" fmla="*/ 190500 w 243839"/>
              <a:gd name="connsiteY67" fmla="*/ 86024 h 221913"/>
              <a:gd name="connsiteX68" fmla="*/ 186690 w 243839"/>
              <a:gd name="connsiteY68" fmla="*/ 86024 h 221913"/>
              <a:gd name="connsiteX69" fmla="*/ 181610 w 243839"/>
              <a:gd name="connsiteY69" fmla="*/ 80944 h 221913"/>
              <a:gd name="connsiteX70" fmla="*/ 181610 w 243839"/>
              <a:gd name="connsiteY70" fmla="*/ 75864 h 221913"/>
              <a:gd name="connsiteX71" fmla="*/ 181610 w 243839"/>
              <a:gd name="connsiteY71" fmla="*/ 73324 h 221913"/>
              <a:gd name="connsiteX72" fmla="*/ 181610 w 243839"/>
              <a:gd name="connsiteY72" fmla="*/ 59354 h 221913"/>
              <a:gd name="connsiteX73" fmla="*/ 173990 w 243839"/>
              <a:gd name="connsiteY73" fmla="*/ 46654 h 221913"/>
              <a:gd name="connsiteX74" fmla="*/ 140970 w 243839"/>
              <a:gd name="connsiteY74" fmla="*/ 40304 h 221913"/>
              <a:gd name="connsiteX75" fmla="*/ 81280 w 243839"/>
              <a:gd name="connsiteY75" fmla="*/ 42844 h 221913"/>
              <a:gd name="connsiteX76" fmla="*/ 77470 w 243839"/>
              <a:gd name="connsiteY76" fmla="*/ 44114 h 221913"/>
              <a:gd name="connsiteX77" fmla="*/ 69850 w 243839"/>
              <a:gd name="connsiteY77" fmla="*/ 46654 h 221913"/>
              <a:gd name="connsiteX78" fmla="*/ 68580 w 243839"/>
              <a:gd name="connsiteY78" fmla="*/ 46654 h 221913"/>
              <a:gd name="connsiteX79" fmla="*/ 60960 w 243839"/>
              <a:gd name="connsiteY79" fmla="*/ 59354 h 221913"/>
              <a:gd name="connsiteX80" fmla="*/ 60960 w 243839"/>
              <a:gd name="connsiteY80" fmla="*/ 69514 h 221913"/>
              <a:gd name="connsiteX81" fmla="*/ 60960 w 243839"/>
              <a:gd name="connsiteY81" fmla="*/ 80944 h 221913"/>
              <a:gd name="connsiteX82" fmla="*/ 55880 w 243839"/>
              <a:gd name="connsiteY82" fmla="*/ 86024 h 221913"/>
              <a:gd name="connsiteX83" fmla="*/ 34290 w 243839"/>
              <a:gd name="connsiteY83" fmla="*/ 86024 h 221913"/>
              <a:gd name="connsiteX84" fmla="*/ 26670 w 243839"/>
              <a:gd name="connsiteY84" fmla="*/ 86024 h 221913"/>
              <a:gd name="connsiteX85" fmla="*/ 21590 w 243839"/>
              <a:gd name="connsiteY85" fmla="*/ 80944 h 221913"/>
              <a:gd name="connsiteX86" fmla="*/ 21590 w 243839"/>
              <a:gd name="connsiteY86" fmla="*/ 74594 h 221913"/>
              <a:gd name="connsiteX87" fmla="*/ 21590 w 243839"/>
              <a:gd name="connsiteY87" fmla="*/ 70784 h 221913"/>
              <a:gd name="connsiteX88" fmla="*/ 21590 w 243839"/>
              <a:gd name="connsiteY88" fmla="*/ 63164 h 221913"/>
              <a:gd name="connsiteX89" fmla="*/ 21590 w 243839"/>
              <a:gd name="connsiteY89" fmla="*/ 59354 h 221913"/>
              <a:gd name="connsiteX90" fmla="*/ 27940 w 243839"/>
              <a:gd name="connsiteY90" fmla="*/ 44114 h 221913"/>
              <a:gd name="connsiteX91" fmla="*/ 53340 w 243839"/>
              <a:gd name="connsiteY91" fmla="*/ 31414 h 221913"/>
              <a:gd name="connsiteX92" fmla="*/ 161290 w 243839"/>
              <a:gd name="connsiteY92" fmla="*/ 138094 h 221913"/>
              <a:gd name="connsiteX93" fmla="*/ 120650 w 243839"/>
              <a:gd name="connsiteY93" fmla="*/ 97454 h 221913"/>
              <a:gd name="connsiteX94" fmla="*/ 80010 w 243839"/>
              <a:gd name="connsiteY94" fmla="*/ 138094 h 221913"/>
              <a:gd name="connsiteX95" fmla="*/ 120650 w 243839"/>
              <a:gd name="connsiteY95" fmla="*/ 178734 h 221913"/>
              <a:gd name="connsiteX96" fmla="*/ 161290 w 243839"/>
              <a:gd name="connsiteY96" fmla="*/ 138094 h 221913"/>
              <a:gd name="connsiteX97" fmla="*/ 100330 w 243839"/>
              <a:gd name="connsiteY97" fmla="*/ 138094 h 221913"/>
              <a:gd name="connsiteX98" fmla="*/ 120650 w 243839"/>
              <a:gd name="connsiteY98" fmla="*/ 117774 h 221913"/>
              <a:gd name="connsiteX99" fmla="*/ 140970 w 243839"/>
              <a:gd name="connsiteY99" fmla="*/ 138094 h 221913"/>
              <a:gd name="connsiteX100" fmla="*/ 120650 w 243839"/>
              <a:gd name="connsiteY100" fmla="*/ 158414 h 221913"/>
              <a:gd name="connsiteX101" fmla="*/ 100330 w 243839"/>
              <a:gd name="connsiteY101" fmla="*/ 138094 h 2219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43839" h="221913">
                <a:moveTo>
                  <a:pt x="55880" y="9824"/>
                </a:moveTo>
                <a:cubicBezTo>
                  <a:pt x="82550" y="934"/>
                  <a:pt x="111760" y="-1606"/>
                  <a:pt x="139700" y="934"/>
                </a:cubicBezTo>
                <a:cubicBezTo>
                  <a:pt x="163830" y="2204"/>
                  <a:pt x="185420" y="8554"/>
                  <a:pt x="205740" y="17444"/>
                </a:cubicBezTo>
                <a:cubicBezTo>
                  <a:pt x="218440" y="22524"/>
                  <a:pt x="227330" y="28874"/>
                  <a:pt x="234950" y="37764"/>
                </a:cubicBezTo>
                <a:cubicBezTo>
                  <a:pt x="241300" y="44114"/>
                  <a:pt x="243840" y="53004"/>
                  <a:pt x="243840" y="61894"/>
                </a:cubicBezTo>
                <a:lnTo>
                  <a:pt x="243840" y="65704"/>
                </a:lnTo>
                <a:lnTo>
                  <a:pt x="243840" y="79674"/>
                </a:lnTo>
                <a:lnTo>
                  <a:pt x="243840" y="86024"/>
                </a:lnTo>
                <a:cubicBezTo>
                  <a:pt x="242570" y="99994"/>
                  <a:pt x="232410" y="110154"/>
                  <a:pt x="218440" y="110154"/>
                </a:cubicBezTo>
                <a:lnTo>
                  <a:pt x="218440" y="110154"/>
                </a:lnTo>
                <a:lnTo>
                  <a:pt x="220980" y="112694"/>
                </a:lnTo>
                <a:lnTo>
                  <a:pt x="220980" y="113964"/>
                </a:lnTo>
                <a:cubicBezTo>
                  <a:pt x="228600" y="127934"/>
                  <a:pt x="233680" y="145714"/>
                  <a:pt x="233680" y="162224"/>
                </a:cubicBezTo>
                <a:lnTo>
                  <a:pt x="233680" y="191434"/>
                </a:lnTo>
                <a:cubicBezTo>
                  <a:pt x="233680" y="207944"/>
                  <a:pt x="219710" y="221914"/>
                  <a:pt x="203200" y="221914"/>
                </a:cubicBezTo>
                <a:lnTo>
                  <a:pt x="40640" y="221914"/>
                </a:lnTo>
                <a:cubicBezTo>
                  <a:pt x="24130" y="221914"/>
                  <a:pt x="10160" y="207944"/>
                  <a:pt x="10160" y="191434"/>
                </a:cubicBezTo>
                <a:lnTo>
                  <a:pt x="10160" y="162224"/>
                </a:lnTo>
                <a:cubicBezTo>
                  <a:pt x="10160" y="144444"/>
                  <a:pt x="15240" y="127934"/>
                  <a:pt x="24130" y="112694"/>
                </a:cubicBezTo>
                <a:lnTo>
                  <a:pt x="26670" y="108884"/>
                </a:lnTo>
                <a:lnTo>
                  <a:pt x="25400" y="108884"/>
                </a:lnTo>
                <a:cubicBezTo>
                  <a:pt x="10160" y="108884"/>
                  <a:pt x="0" y="98724"/>
                  <a:pt x="0" y="84754"/>
                </a:cubicBezTo>
                <a:lnTo>
                  <a:pt x="0" y="83484"/>
                </a:lnTo>
                <a:lnTo>
                  <a:pt x="0" y="70784"/>
                </a:lnTo>
                <a:cubicBezTo>
                  <a:pt x="0" y="69514"/>
                  <a:pt x="0" y="69514"/>
                  <a:pt x="0" y="68244"/>
                </a:cubicBezTo>
                <a:lnTo>
                  <a:pt x="0" y="64434"/>
                </a:lnTo>
                <a:cubicBezTo>
                  <a:pt x="0" y="51734"/>
                  <a:pt x="3810" y="41574"/>
                  <a:pt x="13970" y="33954"/>
                </a:cubicBezTo>
                <a:cubicBezTo>
                  <a:pt x="22860" y="25064"/>
                  <a:pt x="34290" y="19984"/>
                  <a:pt x="48260" y="14904"/>
                </a:cubicBezTo>
                <a:lnTo>
                  <a:pt x="52070" y="13634"/>
                </a:lnTo>
                <a:lnTo>
                  <a:pt x="55880" y="9824"/>
                </a:lnTo>
                <a:close/>
                <a:moveTo>
                  <a:pt x="189230" y="107614"/>
                </a:moveTo>
                <a:lnTo>
                  <a:pt x="191770" y="107614"/>
                </a:lnTo>
                <a:cubicBezTo>
                  <a:pt x="191770" y="108884"/>
                  <a:pt x="193040" y="110154"/>
                  <a:pt x="193040" y="110154"/>
                </a:cubicBezTo>
                <a:lnTo>
                  <a:pt x="201930" y="121584"/>
                </a:lnTo>
                <a:cubicBezTo>
                  <a:pt x="208280" y="131744"/>
                  <a:pt x="212090" y="145714"/>
                  <a:pt x="212090" y="159684"/>
                </a:cubicBezTo>
                <a:lnTo>
                  <a:pt x="212090" y="188894"/>
                </a:lnTo>
                <a:cubicBezTo>
                  <a:pt x="212090" y="193974"/>
                  <a:pt x="207010" y="199054"/>
                  <a:pt x="201930" y="199054"/>
                </a:cubicBezTo>
                <a:lnTo>
                  <a:pt x="39370" y="199054"/>
                </a:lnTo>
                <a:cubicBezTo>
                  <a:pt x="34290" y="199054"/>
                  <a:pt x="29210" y="193974"/>
                  <a:pt x="29210" y="188894"/>
                </a:cubicBezTo>
                <a:lnTo>
                  <a:pt x="29210" y="159684"/>
                </a:lnTo>
                <a:cubicBezTo>
                  <a:pt x="29210" y="145714"/>
                  <a:pt x="33020" y="133014"/>
                  <a:pt x="40640" y="121584"/>
                </a:cubicBezTo>
                <a:lnTo>
                  <a:pt x="48260" y="108884"/>
                </a:lnTo>
                <a:cubicBezTo>
                  <a:pt x="48260" y="107614"/>
                  <a:pt x="49530" y="107614"/>
                  <a:pt x="49530" y="106344"/>
                </a:cubicBezTo>
                <a:lnTo>
                  <a:pt x="54610" y="106344"/>
                </a:lnTo>
                <a:lnTo>
                  <a:pt x="55880" y="106344"/>
                </a:lnTo>
                <a:cubicBezTo>
                  <a:pt x="69850" y="105074"/>
                  <a:pt x="80010" y="94914"/>
                  <a:pt x="80010" y="80944"/>
                </a:cubicBezTo>
                <a:lnTo>
                  <a:pt x="80010" y="64434"/>
                </a:lnTo>
                <a:lnTo>
                  <a:pt x="83820" y="63164"/>
                </a:lnTo>
                <a:cubicBezTo>
                  <a:pt x="85090" y="63164"/>
                  <a:pt x="85090" y="63164"/>
                  <a:pt x="86360" y="63164"/>
                </a:cubicBezTo>
                <a:cubicBezTo>
                  <a:pt x="101600" y="59354"/>
                  <a:pt x="121920" y="59354"/>
                  <a:pt x="139700" y="60624"/>
                </a:cubicBezTo>
                <a:lnTo>
                  <a:pt x="146050" y="61894"/>
                </a:lnTo>
                <a:cubicBezTo>
                  <a:pt x="152400" y="63164"/>
                  <a:pt x="158750" y="63164"/>
                  <a:pt x="162560" y="64434"/>
                </a:cubicBezTo>
                <a:lnTo>
                  <a:pt x="162560" y="72054"/>
                </a:lnTo>
                <a:lnTo>
                  <a:pt x="162560" y="78404"/>
                </a:lnTo>
                <a:lnTo>
                  <a:pt x="162560" y="83484"/>
                </a:lnTo>
                <a:cubicBezTo>
                  <a:pt x="163830" y="97454"/>
                  <a:pt x="172720" y="106344"/>
                  <a:pt x="186690" y="107614"/>
                </a:cubicBezTo>
                <a:lnTo>
                  <a:pt x="189230" y="107614"/>
                </a:lnTo>
                <a:close/>
                <a:moveTo>
                  <a:pt x="53340" y="31414"/>
                </a:moveTo>
                <a:lnTo>
                  <a:pt x="57150" y="30144"/>
                </a:lnTo>
                <a:cubicBezTo>
                  <a:pt x="83820" y="21254"/>
                  <a:pt x="110490" y="17444"/>
                  <a:pt x="138430" y="19984"/>
                </a:cubicBezTo>
                <a:cubicBezTo>
                  <a:pt x="160020" y="21254"/>
                  <a:pt x="179070" y="26334"/>
                  <a:pt x="196850" y="33954"/>
                </a:cubicBezTo>
                <a:cubicBezTo>
                  <a:pt x="207010" y="39034"/>
                  <a:pt x="213360" y="42844"/>
                  <a:pt x="218440" y="49194"/>
                </a:cubicBezTo>
                <a:cubicBezTo>
                  <a:pt x="220980" y="51734"/>
                  <a:pt x="222250" y="55544"/>
                  <a:pt x="222250" y="59354"/>
                </a:cubicBezTo>
                <a:lnTo>
                  <a:pt x="222250" y="64434"/>
                </a:lnTo>
                <a:lnTo>
                  <a:pt x="222250" y="78404"/>
                </a:lnTo>
                <a:lnTo>
                  <a:pt x="222250" y="80944"/>
                </a:lnTo>
                <a:cubicBezTo>
                  <a:pt x="222250" y="84754"/>
                  <a:pt x="220980" y="86024"/>
                  <a:pt x="217170" y="86024"/>
                </a:cubicBezTo>
                <a:lnTo>
                  <a:pt x="190500" y="86024"/>
                </a:lnTo>
                <a:lnTo>
                  <a:pt x="186690" y="86024"/>
                </a:lnTo>
                <a:cubicBezTo>
                  <a:pt x="182880" y="86024"/>
                  <a:pt x="181610" y="84754"/>
                  <a:pt x="181610" y="80944"/>
                </a:cubicBezTo>
                <a:lnTo>
                  <a:pt x="181610" y="75864"/>
                </a:lnTo>
                <a:cubicBezTo>
                  <a:pt x="181610" y="74594"/>
                  <a:pt x="181610" y="73324"/>
                  <a:pt x="181610" y="73324"/>
                </a:cubicBezTo>
                <a:lnTo>
                  <a:pt x="181610" y="59354"/>
                </a:lnTo>
                <a:cubicBezTo>
                  <a:pt x="181610" y="53004"/>
                  <a:pt x="179070" y="49194"/>
                  <a:pt x="173990" y="46654"/>
                </a:cubicBezTo>
                <a:cubicBezTo>
                  <a:pt x="165100" y="42844"/>
                  <a:pt x="154940" y="41574"/>
                  <a:pt x="140970" y="40304"/>
                </a:cubicBezTo>
                <a:cubicBezTo>
                  <a:pt x="121920" y="37764"/>
                  <a:pt x="97790" y="39034"/>
                  <a:pt x="81280" y="42844"/>
                </a:cubicBezTo>
                <a:cubicBezTo>
                  <a:pt x="80010" y="42844"/>
                  <a:pt x="78740" y="44114"/>
                  <a:pt x="77470" y="44114"/>
                </a:cubicBezTo>
                <a:lnTo>
                  <a:pt x="69850" y="46654"/>
                </a:lnTo>
                <a:lnTo>
                  <a:pt x="68580" y="46654"/>
                </a:lnTo>
                <a:cubicBezTo>
                  <a:pt x="63500" y="49194"/>
                  <a:pt x="60960" y="53004"/>
                  <a:pt x="60960" y="59354"/>
                </a:cubicBezTo>
                <a:lnTo>
                  <a:pt x="60960" y="69514"/>
                </a:lnTo>
                <a:lnTo>
                  <a:pt x="60960" y="80944"/>
                </a:lnTo>
                <a:cubicBezTo>
                  <a:pt x="60960" y="84754"/>
                  <a:pt x="59690" y="86024"/>
                  <a:pt x="55880" y="86024"/>
                </a:cubicBezTo>
                <a:lnTo>
                  <a:pt x="34290" y="86024"/>
                </a:lnTo>
                <a:lnTo>
                  <a:pt x="26670" y="86024"/>
                </a:lnTo>
                <a:cubicBezTo>
                  <a:pt x="22860" y="86024"/>
                  <a:pt x="21590" y="84754"/>
                  <a:pt x="21590" y="80944"/>
                </a:cubicBezTo>
                <a:lnTo>
                  <a:pt x="21590" y="74594"/>
                </a:lnTo>
                <a:lnTo>
                  <a:pt x="21590" y="70784"/>
                </a:lnTo>
                <a:cubicBezTo>
                  <a:pt x="21590" y="68244"/>
                  <a:pt x="21590" y="65704"/>
                  <a:pt x="21590" y="63164"/>
                </a:cubicBezTo>
                <a:lnTo>
                  <a:pt x="21590" y="59354"/>
                </a:lnTo>
                <a:cubicBezTo>
                  <a:pt x="21590" y="54274"/>
                  <a:pt x="22860" y="49194"/>
                  <a:pt x="27940" y="44114"/>
                </a:cubicBezTo>
                <a:cubicBezTo>
                  <a:pt x="33020" y="40304"/>
                  <a:pt x="41910" y="36494"/>
                  <a:pt x="53340" y="31414"/>
                </a:cubicBezTo>
                <a:close/>
                <a:moveTo>
                  <a:pt x="161290" y="138094"/>
                </a:moveTo>
                <a:cubicBezTo>
                  <a:pt x="161290" y="115234"/>
                  <a:pt x="143510" y="97454"/>
                  <a:pt x="120650" y="97454"/>
                </a:cubicBezTo>
                <a:cubicBezTo>
                  <a:pt x="97790" y="97454"/>
                  <a:pt x="80010" y="115234"/>
                  <a:pt x="80010" y="138094"/>
                </a:cubicBezTo>
                <a:cubicBezTo>
                  <a:pt x="80010" y="160954"/>
                  <a:pt x="97790" y="178734"/>
                  <a:pt x="120650" y="178734"/>
                </a:cubicBezTo>
                <a:cubicBezTo>
                  <a:pt x="143510" y="178734"/>
                  <a:pt x="161290" y="160954"/>
                  <a:pt x="161290" y="138094"/>
                </a:cubicBezTo>
                <a:close/>
                <a:moveTo>
                  <a:pt x="100330" y="138094"/>
                </a:moveTo>
                <a:cubicBezTo>
                  <a:pt x="100330" y="126664"/>
                  <a:pt x="109220" y="117774"/>
                  <a:pt x="120650" y="117774"/>
                </a:cubicBezTo>
                <a:cubicBezTo>
                  <a:pt x="132080" y="117774"/>
                  <a:pt x="140970" y="126664"/>
                  <a:pt x="140970" y="138094"/>
                </a:cubicBezTo>
                <a:cubicBezTo>
                  <a:pt x="140970" y="149524"/>
                  <a:pt x="132080" y="158414"/>
                  <a:pt x="120650" y="158414"/>
                </a:cubicBezTo>
                <a:cubicBezTo>
                  <a:pt x="109220" y="158414"/>
                  <a:pt x="100330" y="149524"/>
                  <a:pt x="100330" y="138094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02" name="Полилиния: фигура 199">
            <a:extLst>
              <a:ext uri="{FF2B5EF4-FFF2-40B4-BE49-F238E27FC236}">
                <a16:creationId xmlns:a16="http://schemas.microsoft.com/office/drawing/2014/main" id="{6F7DDD71-F430-EDA1-86B8-1254D50386BA}"/>
              </a:ext>
            </a:extLst>
          </p:cNvPr>
          <p:cNvSpPr/>
          <p:nvPr/>
        </p:nvSpPr>
        <p:spPr>
          <a:xfrm>
            <a:off x="528681" y="2626243"/>
            <a:ext cx="238760" cy="235021"/>
          </a:xfrm>
          <a:custGeom>
            <a:avLst/>
            <a:gdLst>
              <a:gd name="connsiteX0" fmla="*/ 127000 w 238760"/>
              <a:gd name="connsiteY0" fmla="*/ 3881 h 235021"/>
              <a:gd name="connsiteX1" fmla="*/ 116840 w 238760"/>
              <a:gd name="connsiteY1" fmla="*/ 8961 h 235021"/>
              <a:gd name="connsiteX2" fmla="*/ 101600 w 238760"/>
              <a:gd name="connsiteY2" fmla="*/ 40711 h 235021"/>
              <a:gd name="connsiteX3" fmla="*/ 82550 w 238760"/>
              <a:gd name="connsiteY3" fmla="*/ 68651 h 235021"/>
              <a:gd name="connsiteX4" fmla="*/ 82550 w 238760"/>
              <a:gd name="connsiteY4" fmla="*/ 80081 h 235021"/>
              <a:gd name="connsiteX5" fmla="*/ 101600 w 238760"/>
              <a:gd name="connsiteY5" fmla="*/ 108021 h 235021"/>
              <a:gd name="connsiteX6" fmla="*/ 111760 w 238760"/>
              <a:gd name="connsiteY6" fmla="*/ 135961 h 235021"/>
              <a:gd name="connsiteX7" fmla="*/ 88900 w 238760"/>
              <a:gd name="connsiteY7" fmla="*/ 172791 h 235021"/>
              <a:gd name="connsiteX8" fmla="*/ 45720 w 238760"/>
              <a:gd name="connsiteY8" fmla="*/ 143581 h 235021"/>
              <a:gd name="connsiteX9" fmla="*/ 20320 w 238760"/>
              <a:gd name="connsiteY9" fmla="*/ 151201 h 235021"/>
              <a:gd name="connsiteX10" fmla="*/ 20320 w 238760"/>
              <a:gd name="connsiteY10" fmla="*/ 47061 h 235021"/>
              <a:gd name="connsiteX11" fmla="*/ 10160 w 238760"/>
              <a:gd name="connsiteY11" fmla="*/ 36901 h 235021"/>
              <a:gd name="connsiteX12" fmla="*/ 0 w 238760"/>
              <a:gd name="connsiteY12" fmla="*/ 47061 h 235021"/>
              <a:gd name="connsiteX13" fmla="*/ 0 w 238760"/>
              <a:gd name="connsiteY13" fmla="*/ 189301 h 235021"/>
              <a:gd name="connsiteX14" fmla="*/ 45720 w 238760"/>
              <a:gd name="connsiteY14" fmla="*/ 235021 h 235021"/>
              <a:gd name="connsiteX15" fmla="*/ 76200 w 238760"/>
              <a:gd name="connsiteY15" fmla="*/ 223591 h 235021"/>
              <a:gd name="connsiteX16" fmla="*/ 78740 w 238760"/>
              <a:gd name="connsiteY16" fmla="*/ 222321 h 235021"/>
              <a:gd name="connsiteX17" fmla="*/ 97790 w 238760"/>
              <a:gd name="connsiteY17" fmla="*/ 198191 h 235021"/>
              <a:gd name="connsiteX18" fmla="*/ 129540 w 238760"/>
              <a:gd name="connsiteY18" fmla="*/ 147391 h 235021"/>
              <a:gd name="connsiteX19" fmla="*/ 160020 w 238760"/>
              <a:gd name="connsiteY19" fmla="*/ 143581 h 235021"/>
              <a:gd name="connsiteX20" fmla="*/ 194310 w 238760"/>
              <a:gd name="connsiteY20" fmla="*/ 146121 h 235021"/>
              <a:gd name="connsiteX21" fmla="*/ 204470 w 238760"/>
              <a:gd name="connsiteY21" fmla="*/ 141041 h 235021"/>
              <a:gd name="connsiteX22" fmla="*/ 219710 w 238760"/>
              <a:gd name="connsiteY22" fmla="*/ 109291 h 235021"/>
              <a:gd name="connsiteX23" fmla="*/ 238760 w 238760"/>
              <a:gd name="connsiteY23" fmla="*/ 81351 h 235021"/>
              <a:gd name="connsiteX24" fmla="*/ 238760 w 238760"/>
              <a:gd name="connsiteY24" fmla="*/ 69921 h 235021"/>
              <a:gd name="connsiteX25" fmla="*/ 219710 w 238760"/>
              <a:gd name="connsiteY25" fmla="*/ 41981 h 235021"/>
              <a:gd name="connsiteX26" fmla="*/ 204470 w 238760"/>
              <a:gd name="connsiteY26" fmla="*/ 11501 h 235021"/>
              <a:gd name="connsiteX27" fmla="*/ 194310 w 238760"/>
              <a:gd name="connsiteY27" fmla="*/ 6421 h 235021"/>
              <a:gd name="connsiteX28" fmla="*/ 160020 w 238760"/>
              <a:gd name="connsiteY28" fmla="*/ 8961 h 235021"/>
              <a:gd name="connsiteX29" fmla="*/ 127000 w 238760"/>
              <a:gd name="connsiteY29" fmla="*/ 3881 h 235021"/>
              <a:gd name="connsiteX30" fmla="*/ 128270 w 238760"/>
              <a:gd name="connsiteY30" fmla="*/ 26741 h 235021"/>
              <a:gd name="connsiteX31" fmla="*/ 123190 w 238760"/>
              <a:gd name="connsiteY31" fmla="*/ 38171 h 235021"/>
              <a:gd name="connsiteX32" fmla="*/ 123190 w 238760"/>
              <a:gd name="connsiteY32" fmla="*/ 38171 h 235021"/>
              <a:gd name="connsiteX33" fmla="*/ 124460 w 238760"/>
              <a:gd name="connsiteY33" fmla="*/ 39441 h 235021"/>
              <a:gd name="connsiteX34" fmla="*/ 129540 w 238760"/>
              <a:gd name="connsiteY34" fmla="*/ 48331 h 235021"/>
              <a:gd name="connsiteX35" fmla="*/ 124460 w 238760"/>
              <a:gd name="connsiteY35" fmla="*/ 57221 h 235021"/>
              <a:gd name="connsiteX36" fmla="*/ 114300 w 238760"/>
              <a:gd name="connsiteY36" fmla="*/ 57221 h 235021"/>
              <a:gd name="connsiteX37" fmla="*/ 114300 w 238760"/>
              <a:gd name="connsiteY37" fmla="*/ 57221 h 235021"/>
              <a:gd name="connsiteX38" fmla="*/ 111760 w 238760"/>
              <a:gd name="connsiteY38" fmla="*/ 57221 h 235021"/>
              <a:gd name="connsiteX39" fmla="*/ 111760 w 238760"/>
              <a:gd name="connsiteY39" fmla="*/ 57221 h 235021"/>
              <a:gd name="connsiteX40" fmla="*/ 104140 w 238760"/>
              <a:gd name="connsiteY40" fmla="*/ 67381 h 235021"/>
              <a:gd name="connsiteX41" fmla="*/ 104140 w 238760"/>
              <a:gd name="connsiteY41" fmla="*/ 78811 h 235021"/>
              <a:gd name="connsiteX42" fmla="*/ 110490 w 238760"/>
              <a:gd name="connsiteY42" fmla="*/ 88971 h 235021"/>
              <a:gd name="connsiteX43" fmla="*/ 110490 w 238760"/>
              <a:gd name="connsiteY43" fmla="*/ 88971 h 235021"/>
              <a:gd name="connsiteX44" fmla="*/ 113030 w 238760"/>
              <a:gd name="connsiteY44" fmla="*/ 88971 h 235021"/>
              <a:gd name="connsiteX45" fmla="*/ 114300 w 238760"/>
              <a:gd name="connsiteY45" fmla="*/ 88971 h 235021"/>
              <a:gd name="connsiteX46" fmla="*/ 123190 w 238760"/>
              <a:gd name="connsiteY46" fmla="*/ 88971 h 235021"/>
              <a:gd name="connsiteX47" fmla="*/ 128270 w 238760"/>
              <a:gd name="connsiteY47" fmla="*/ 97861 h 235021"/>
              <a:gd name="connsiteX48" fmla="*/ 123190 w 238760"/>
              <a:gd name="connsiteY48" fmla="*/ 106751 h 235021"/>
              <a:gd name="connsiteX49" fmla="*/ 123190 w 238760"/>
              <a:gd name="connsiteY49" fmla="*/ 108021 h 235021"/>
              <a:gd name="connsiteX50" fmla="*/ 121920 w 238760"/>
              <a:gd name="connsiteY50" fmla="*/ 110561 h 235021"/>
              <a:gd name="connsiteX51" fmla="*/ 121920 w 238760"/>
              <a:gd name="connsiteY51" fmla="*/ 110561 h 235021"/>
              <a:gd name="connsiteX52" fmla="*/ 127000 w 238760"/>
              <a:gd name="connsiteY52" fmla="*/ 120721 h 235021"/>
              <a:gd name="connsiteX53" fmla="*/ 137160 w 238760"/>
              <a:gd name="connsiteY53" fmla="*/ 125801 h 235021"/>
              <a:gd name="connsiteX54" fmla="*/ 149860 w 238760"/>
              <a:gd name="connsiteY54" fmla="*/ 124531 h 235021"/>
              <a:gd name="connsiteX55" fmla="*/ 149860 w 238760"/>
              <a:gd name="connsiteY55" fmla="*/ 124531 h 235021"/>
              <a:gd name="connsiteX56" fmla="*/ 151130 w 238760"/>
              <a:gd name="connsiteY56" fmla="*/ 121991 h 235021"/>
              <a:gd name="connsiteX57" fmla="*/ 151130 w 238760"/>
              <a:gd name="connsiteY57" fmla="*/ 121991 h 235021"/>
              <a:gd name="connsiteX58" fmla="*/ 156210 w 238760"/>
              <a:gd name="connsiteY58" fmla="*/ 113101 h 235021"/>
              <a:gd name="connsiteX59" fmla="*/ 166370 w 238760"/>
              <a:gd name="connsiteY59" fmla="*/ 113101 h 235021"/>
              <a:gd name="connsiteX60" fmla="*/ 171450 w 238760"/>
              <a:gd name="connsiteY60" fmla="*/ 121991 h 235021"/>
              <a:gd name="connsiteX61" fmla="*/ 172720 w 238760"/>
              <a:gd name="connsiteY61" fmla="*/ 123261 h 235021"/>
              <a:gd name="connsiteX62" fmla="*/ 172720 w 238760"/>
              <a:gd name="connsiteY62" fmla="*/ 123261 h 235021"/>
              <a:gd name="connsiteX63" fmla="*/ 185420 w 238760"/>
              <a:gd name="connsiteY63" fmla="*/ 125801 h 235021"/>
              <a:gd name="connsiteX64" fmla="*/ 195580 w 238760"/>
              <a:gd name="connsiteY64" fmla="*/ 120721 h 235021"/>
              <a:gd name="connsiteX65" fmla="*/ 200660 w 238760"/>
              <a:gd name="connsiteY65" fmla="*/ 109291 h 235021"/>
              <a:gd name="connsiteX66" fmla="*/ 200660 w 238760"/>
              <a:gd name="connsiteY66" fmla="*/ 109291 h 235021"/>
              <a:gd name="connsiteX67" fmla="*/ 199390 w 238760"/>
              <a:gd name="connsiteY67" fmla="*/ 108021 h 235021"/>
              <a:gd name="connsiteX68" fmla="*/ 194310 w 238760"/>
              <a:gd name="connsiteY68" fmla="*/ 99131 h 235021"/>
              <a:gd name="connsiteX69" fmla="*/ 199390 w 238760"/>
              <a:gd name="connsiteY69" fmla="*/ 90241 h 235021"/>
              <a:gd name="connsiteX70" fmla="*/ 209550 w 238760"/>
              <a:gd name="connsiteY70" fmla="*/ 90241 h 235021"/>
              <a:gd name="connsiteX71" fmla="*/ 209550 w 238760"/>
              <a:gd name="connsiteY71" fmla="*/ 90241 h 235021"/>
              <a:gd name="connsiteX72" fmla="*/ 212090 w 238760"/>
              <a:gd name="connsiteY72" fmla="*/ 90241 h 235021"/>
              <a:gd name="connsiteX73" fmla="*/ 212090 w 238760"/>
              <a:gd name="connsiteY73" fmla="*/ 90241 h 235021"/>
              <a:gd name="connsiteX74" fmla="*/ 219710 w 238760"/>
              <a:gd name="connsiteY74" fmla="*/ 80081 h 235021"/>
              <a:gd name="connsiteX75" fmla="*/ 219710 w 238760"/>
              <a:gd name="connsiteY75" fmla="*/ 68651 h 235021"/>
              <a:gd name="connsiteX76" fmla="*/ 213360 w 238760"/>
              <a:gd name="connsiteY76" fmla="*/ 58491 h 235021"/>
              <a:gd name="connsiteX77" fmla="*/ 213360 w 238760"/>
              <a:gd name="connsiteY77" fmla="*/ 58491 h 235021"/>
              <a:gd name="connsiteX78" fmla="*/ 210820 w 238760"/>
              <a:gd name="connsiteY78" fmla="*/ 58491 h 235021"/>
              <a:gd name="connsiteX79" fmla="*/ 209550 w 238760"/>
              <a:gd name="connsiteY79" fmla="*/ 58491 h 235021"/>
              <a:gd name="connsiteX80" fmla="*/ 200660 w 238760"/>
              <a:gd name="connsiteY80" fmla="*/ 58491 h 235021"/>
              <a:gd name="connsiteX81" fmla="*/ 195580 w 238760"/>
              <a:gd name="connsiteY81" fmla="*/ 49601 h 235021"/>
              <a:gd name="connsiteX82" fmla="*/ 200660 w 238760"/>
              <a:gd name="connsiteY82" fmla="*/ 41981 h 235021"/>
              <a:gd name="connsiteX83" fmla="*/ 200660 w 238760"/>
              <a:gd name="connsiteY83" fmla="*/ 40711 h 235021"/>
              <a:gd name="connsiteX84" fmla="*/ 201930 w 238760"/>
              <a:gd name="connsiteY84" fmla="*/ 38171 h 235021"/>
              <a:gd name="connsiteX85" fmla="*/ 201930 w 238760"/>
              <a:gd name="connsiteY85" fmla="*/ 38171 h 235021"/>
              <a:gd name="connsiteX86" fmla="*/ 196850 w 238760"/>
              <a:gd name="connsiteY86" fmla="*/ 28011 h 235021"/>
              <a:gd name="connsiteX87" fmla="*/ 186690 w 238760"/>
              <a:gd name="connsiteY87" fmla="*/ 22931 h 235021"/>
              <a:gd name="connsiteX88" fmla="*/ 173990 w 238760"/>
              <a:gd name="connsiteY88" fmla="*/ 24201 h 235021"/>
              <a:gd name="connsiteX89" fmla="*/ 173990 w 238760"/>
              <a:gd name="connsiteY89" fmla="*/ 24201 h 235021"/>
              <a:gd name="connsiteX90" fmla="*/ 172720 w 238760"/>
              <a:gd name="connsiteY90" fmla="*/ 26741 h 235021"/>
              <a:gd name="connsiteX91" fmla="*/ 172720 w 238760"/>
              <a:gd name="connsiteY91" fmla="*/ 26741 h 235021"/>
              <a:gd name="connsiteX92" fmla="*/ 167640 w 238760"/>
              <a:gd name="connsiteY92" fmla="*/ 35631 h 235021"/>
              <a:gd name="connsiteX93" fmla="*/ 157480 w 238760"/>
              <a:gd name="connsiteY93" fmla="*/ 35631 h 235021"/>
              <a:gd name="connsiteX94" fmla="*/ 151130 w 238760"/>
              <a:gd name="connsiteY94" fmla="*/ 24201 h 235021"/>
              <a:gd name="connsiteX95" fmla="*/ 149860 w 238760"/>
              <a:gd name="connsiteY95" fmla="*/ 22931 h 235021"/>
              <a:gd name="connsiteX96" fmla="*/ 149860 w 238760"/>
              <a:gd name="connsiteY96" fmla="*/ 22931 h 235021"/>
              <a:gd name="connsiteX97" fmla="*/ 137160 w 238760"/>
              <a:gd name="connsiteY97" fmla="*/ 20391 h 235021"/>
              <a:gd name="connsiteX98" fmla="*/ 128270 w 238760"/>
              <a:gd name="connsiteY98" fmla="*/ 26741 h 235021"/>
              <a:gd name="connsiteX99" fmla="*/ 46990 w 238760"/>
              <a:gd name="connsiteY99" fmla="*/ 213431 h 235021"/>
              <a:gd name="connsiteX100" fmla="*/ 21590 w 238760"/>
              <a:gd name="connsiteY100" fmla="*/ 188031 h 235021"/>
              <a:gd name="connsiteX101" fmla="*/ 46990 w 238760"/>
              <a:gd name="connsiteY101" fmla="*/ 162631 h 235021"/>
              <a:gd name="connsiteX102" fmla="*/ 72390 w 238760"/>
              <a:gd name="connsiteY102" fmla="*/ 188031 h 235021"/>
              <a:gd name="connsiteX103" fmla="*/ 46990 w 238760"/>
              <a:gd name="connsiteY103" fmla="*/ 213431 h 23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</a:cxnLst>
            <a:rect l="l" t="t" r="r" b="b"/>
            <a:pathLst>
              <a:path w="238760" h="235021">
                <a:moveTo>
                  <a:pt x="127000" y="3881"/>
                </a:moveTo>
                <a:lnTo>
                  <a:pt x="116840" y="8961"/>
                </a:lnTo>
                <a:cubicBezTo>
                  <a:pt x="105410" y="15311"/>
                  <a:pt x="100330" y="28011"/>
                  <a:pt x="101600" y="40711"/>
                </a:cubicBezTo>
                <a:cubicBezTo>
                  <a:pt x="90170" y="45791"/>
                  <a:pt x="82550" y="55951"/>
                  <a:pt x="82550" y="68651"/>
                </a:cubicBezTo>
                <a:lnTo>
                  <a:pt x="82550" y="80081"/>
                </a:lnTo>
                <a:cubicBezTo>
                  <a:pt x="82550" y="92781"/>
                  <a:pt x="90170" y="104211"/>
                  <a:pt x="101600" y="108021"/>
                </a:cubicBezTo>
                <a:cubicBezTo>
                  <a:pt x="100330" y="118181"/>
                  <a:pt x="104140" y="128341"/>
                  <a:pt x="111760" y="135961"/>
                </a:cubicBezTo>
                <a:lnTo>
                  <a:pt x="88900" y="172791"/>
                </a:lnTo>
                <a:cubicBezTo>
                  <a:pt x="82550" y="155011"/>
                  <a:pt x="66040" y="143581"/>
                  <a:pt x="45720" y="143581"/>
                </a:cubicBezTo>
                <a:cubicBezTo>
                  <a:pt x="36830" y="143581"/>
                  <a:pt x="27940" y="146121"/>
                  <a:pt x="20320" y="151201"/>
                </a:cubicBezTo>
                <a:lnTo>
                  <a:pt x="20320" y="47061"/>
                </a:lnTo>
                <a:cubicBezTo>
                  <a:pt x="20320" y="41981"/>
                  <a:pt x="15240" y="36901"/>
                  <a:pt x="10160" y="36901"/>
                </a:cubicBezTo>
                <a:cubicBezTo>
                  <a:pt x="5080" y="36901"/>
                  <a:pt x="0" y="41981"/>
                  <a:pt x="0" y="47061"/>
                </a:cubicBezTo>
                <a:lnTo>
                  <a:pt x="0" y="189301"/>
                </a:lnTo>
                <a:cubicBezTo>
                  <a:pt x="0" y="214701"/>
                  <a:pt x="20320" y="235021"/>
                  <a:pt x="45720" y="235021"/>
                </a:cubicBezTo>
                <a:cubicBezTo>
                  <a:pt x="57150" y="235021"/>
                  <a:pt x="67310" y="231211"/>
                  <a:pt x="76200" y="223591"/>
                </a:cubicBezTo>
                <a:cubicBezTo>
                  <a:pt x="77470" y="223591"/>
                  <a:pt x="77470" y="222321"/>
                  <a:pt x="78740" y="222321"/>
                </a:cubicBezTo>
                <a:cubicBezTo>
                  <a:pt x="86360" y="214701"/>
                  <a:pt x="92710" y="207081"/>
                  <a:pt x="97790" y="198191"/>
                </a:cubicBezTo>
                <a:lnTo>
                  <a:pt x="129540" y="147391"/>
                </a:lnTo>
                <a:cubicBezTo>
                  <a:pt x="139700" y="151201"/>
                  <a:pt x="151130" y="149931"/>
                  <a:pt x="160020" y="143581"/>
                </a:cubicBezTo>
                <a:cubicBezTo>
                  <a:pt x="168910" y="151201"/>
                  <a:pt x="182880" y="153741"/>
                  <a:pt x="194310" y="146121"/>
                </a:cubicBezTo>
                <a:lnTo>
                  <a:pt x="204470" y="141041"/>
                </a:lnTo>
                <a:cubicBezTo>
                  <a:pt x="215900" y="134691"/>
                  <a:pt x="220980" y="121991"/>
                  <a:pt x="219710" y="109291"/>
                </a:cubicBezTo>
                <a:cubicBezTo>
                  <a:pt x="231140" y="105481"/>
                  <a:pt x="238760" y="94051"/>
                  <a:pt x="238760" y="81351"/>
                </a:cubicBezTo>
                <a:lnTo>
                  <a:pt x="238760" y="69921"/>
                </a:lnTo>
                <a:cubicBezTo>
                  <a:pt x="238760" y="57221"/>
                  <a:pt x="231140" y="45791"/>
                  <a:pt x="219710" y="41981"/>
                </a:cubicBezTo>
                <a:cubicBezTo>
                  <a:pt x="220980" y="30551"/>
                  <a:pt x="215900" y="17851"/>
                  <a:pt x="204470" y="11501"/>
                </a:cubicBezTo>
                <a:lnTo>
                  <a:pt x="194310" y="6421"/>
                </a:lnTo>
                <a:cubicBezTo>
                  <a:pt x="182880" y="71"/>
                  <a:pt x="170180" y="1341"/>
                  <a:pt x="160020" y="8961"/>
                </a:cubicBezTo>
                <a:cubicBezTo>
                  <a:pt x="152400" y="-1199"/>
                  <a:pt x="138430" y="-2469"/>
                  <a:pt x="127000" y="3881"/>
                </a:cubicBezTo>
                <a:close/>
                <a:moveTo>
                  <a:pt x="128270" y="26741"/>
                </a:moveTo>
                <a:cubicBezTo>
                  <a:pt x="124460" y="29281"/>
                  <a:pt x="121920" y="34361"/>
                  <a:pt x="123190" y="38171"/>
                </a:cubicBezTo>
                <a:lnTo>
                  <a:pt x="123190" y="38171"/>
                </a:lnTo>
                <a:cubicBezTo>
                  <a:pt x="123190" y="38171"/>
                  <a:pt x="123190" y="39441"/>
                  <a:pt x="124460" y="39441"/>
                </a:cubicBezTo>
                <a:lnTo>
                  <a:pt x="129540" y="48331"/>
                </a:lnTo>
                <a:cubicBezTo>
                  <a:pt x="132080" y="52141"/>
                  <a:pt x="128270" y="57221"/>
                  <a:pt x="124460" y="57221"/>
                </a:cubicBezTo>
                <a:lnTo>
                  <a:pt x="114300" y="57221"/>
                </a:lnTo>
                <a:cubicBezTo>
                  <a:pt x="114300" y="57221"/>
                  <a:pt x="114300" y="57221"/>
                  <a:pt x="114300" y="57221"/>
                </a:cubicBezTo>
                <a:cubicBezTo>
                  <a:pt x="113030" y="57221"/>
                  <a:pt x="113030" y="57221"/>
                  <a:pt x="111760" y="57221"/>
                </a:cubicBezTo>
                <a:lnTo>
                  <a:pt x="111760" y="57221"/>
                </a:lnTo>
                <a:cubicBezTo>
                  <a:pt x="107950" y="58491"/>
                  <a:pt x="104140" y="62301"/>
                  <a:pt x="104140" y="67381"/>
                </a:cubicBezTo>
                <a:lnTo>
                  <a:pt x="104140" y="78811"/>
                </a:lnTo>
                <a:cubicBezTo>
                  <a:pt x="104140" y="82621"/>
                  <a:pt x="106680" y="86431"/>
                  <a:pt x="110490" y="88971"/>
                </a:cubicBezTo>
                <a:lnTo>
                  <a:pt x="110490" y="88971"/>
                </a:lnTo>
                <a:cubicBezTo>
                  <a:pt x="111760" y="88971"/>
                  <a:pt x="111760" y="88971"/>
                  <a:pt x="113030" y="88971"/>
                </a:cubicBezTo>
                <a:cubicBezTo>
                  <a:pt x="113030" y="88971"/>
                  <a:pt x="114300" y="88971"/>
                  <a:pt x="114300" y="88971"/>
                </a:cubicBezTo>
                <a:lnTo>
                  <a:pt x="123190" y="88971"/>
                </a:lnTo>
                <a:cubicBezTo>
                  <a:pt x="128270" y="88971"/>
                  <a:pt x="130810" y="94051"/>
                  <a:pt x="128270" y="97861"/>
                </a:cubicBezTo>
                <a:lnTo>
                  <a:pt x="123190" y="106751"/>
                </a:lnTo>
                <a:cubicBezTo>
                  <a:pt x="123190" y="106751"/>
                  <a:pt x="123190" y="106751"/>
                  <a:pt x="123190" y="108021"/>
                </a:cubicBezTo>
                <a:cubicBezTo>
                  <a:pt x="123190" y="109291"/>
                  <a:pt x="121920" y="109291"/>
                  <a:pt x="121920" y="110561"/>
                </a:cubicBezTo>
                <a:lnTo>
                  <a:pt x="121920" y="110561"/>
                </a:lnTo>
                <a:cubicBezTo>
                  <a:pt x="120650" y="114371"/>
                  <a:pt x="123190" y="119451"/>
                  <a:pt x="127000" y="120721"/>
                </a:cubicBezTo>
                <a:lnTo>
                  <a:pt x="137160" y="125801"/>
                </a:lnTo>
                <a:cubicBezTo>
                  <a:pt x="140970" y="128341"/>
                  <a:pt x="146050" y="127071"/>
                  <a:pt x="149860" y="124531"/>
                </a:cubicBezTo>
                <a:lnTo>
                  <a:pt x="149860" y="124531"/>
                </a:lnTo>
                <a:cubicBezTo>
                  <a:pt x="149860" y="124531"/>
                  <a:pt x="151130" y="123261"/>
                  <a:pt x="151130" y="121991"/>
                </a:cubicBezTo>
                <a:cubicBezTo>
                  <a:pt x="151130" y="121991"/>
                  <a:pt x="151130" y="121991"/>
                  <a:pt x="151130" y="121991"/>
                </a:cubicBezTo>
                <a:lnTo>
                  <a:pt x="156210" y="113101"/>
                </a:lnTo>
                <a:cubicBezTo>
                  <a:pt x="158750" y="109291"/>
                  <a:pt x="163830" y="109291"/>
                  <a:pt x="166370" y="113101"/>
                </a:cubicBezTo>
                <a:lnTo>
                  <a:pt x="171450" y="121991"/>
                </a:lnTo>
                <a:cubicBezTo>
                  <a:pt x="171450" y="121991"/>
                  <a:pt x="172720" y="123261"/>
                  <a:pt x="172720" y="123261"/>
                </a:cubicBezTo>
                <a:lnTo>
                  <a:pt x="172720" y="123261"/>
                </a:lnTo>
                <a:cubicBezTo>
                  <a:pt x="175260" y="127071"/>
                  <a:pt x="181610" y="128341"/>
                  <a:pt x="185420" y="125801"/>
                </a:cubicBezTo>
                <a:lnTo>
                  <a:pt x="195580" y="120721"/>
                </a:lnTo>
                <a:cubicBezTo>
                  <a:pt x="199390" y="118181"/>
                  <a:pt x="201930" y="113101"/>
                  <a:pt x="200660" y="109291"/>
                </a:cubicBezTo>
                <a:lnTo>
                  <a:pt x="200660" y="109291"/>
                </a:lnTo>
                <a:cubicBezTo>
                  <a:pt x="200660" y="109291"/>
                  <a:pt x="200660" y="108021"/>
                  <a:pt x="199390" y="108021"/>
                </a:cubicBezTo>
                <a:lnTo>
                  <a:pt x="194310" y="99131"/>
                </a:lnTo>
                <a:cubicBezTo>
                  <a:pt x="191770" y="95321"/>
                  <a:pt x="195580" y="90241"/>
                  <a:pt x="199390" y="90241"/>
                </a:cubicBezTo>
                <a:lnTo>
                  <a:pt x="209550" y="90241"/>
                </a:lnTo>
                <a:cubicBezTo>
                  <a:pt x="209550" y="90241"/>
                  <a:pt x="209550" y="90241"/>
                  <a:pt x="209550" y="90241"/>
                </a:cubicBezTo>
                <a:cubicBezTo>
                  <a:pt x="210820" y="90241"/>
                  <a:pt x="210820" y="90241"/>
                  <a:pt x="212090" y="90241"/>
                </a:cubicBezTo>
                <a:lnTo>
                  <a:pt x="212090" y="90241"/>
                </a:lnTo>
                <a:cubicBezTo>
                  <a:pt x="215900" y="88971"/>
                  <a:pt x="219710" y="85161"/>
                  <a:pt x="219710" y="80081"/>
                </a:cubicBezTo>
                <a:lnTo>
                  <a:pt x="219710" y="68651"/>
                </a:lnTo>
                <a:cubicBezTo>
                  <a:pt x="219710" y="63571"/>
                  <a:pt x="217170" y="61031"/>
                  <a:pt x="213360" y="58491"/>
                </a:cubicBezTo>
                <a:lnTo>
                  <a:pt x="213360" y="58491"/>
                </a:lnTo>
                <a:cubicBezTo>
                  <a:pt x="212090" y="58491"/>
                  <a:pt x="212090" y="58491"/>
                  <a:pt x="210820" y="58491"/>
                </a:cubicBezTo>
                <a:cubicBezTo>
                  <a:pt x="210820" y="58491"/>
                  <a:pt x="210820" y="58491"/>
                  <a:pt x="209550" y="58491"/>
                </a:cubicBezTo>
                <a:lnTo>
                  <a:pt x="200660" y="58491"/>
                </a:lnTo>
                <a:cubicBezTo>
                  <a:pt x="195580" y="58491"/>
                  <a:pt x="193040" y="53411"/>
                  <a:pt x="195580" y="49601"/>
                </a:cubicBezTo>
                <a:lnTo>
                  <a:pt x="200660" y="41981"/>
                </a:lnTo>
                <a:cubicBezTo>
                  <a:pt x="200660" y="41981"/>
                  <a:pt x="200660" y="41981"/>
                  <a:pt x="200660" y="40711"/>
                </a:cubicBezTo>
                <a:cubicBezTo>
                  <a:pt x="200660" y="39441"/>
                  <a:pt x="201930" y="39441"/>
                  <a:pt x="201930" y="38171"/>
                </a:cubicBezTo>
                <a:lnTo>
                  <a:pt x="201930" y="38171"/>
                </a:lnTo>
                <a:cubicBezTo>
                  <a:pt x="203200" y="34361"/>
                  <a:pt x="200660" y="29281"/>
                  <a:pt x="196850" y="28011"/>
                </a:cubicBezTo>
                <a:lnTo>
                  <a:pt x="186690" y="22931"/>
                </a:lnTo>
                <a:cubicBezTo>
                  <a:pt x="182880" y="20391"/>
                  <a:pt x="177800" y="21661"/>
                  <a:pt x="173990" y="24201"/>
                </a:cubicBezTo>
                <a:lnTo>
                  <a:pt x="173990" y="24201"/>
                </a:lnTo>
                <a:cubicBezTo>
                  <a:pt x="173990" y="24201"/>
                  <a:pt x="172720" y="25471"/>
                  <a:pt x="172720" y="26741"/>
                </a:cubicBezTo>
                <a:cubicBezTo>
                  <a:pt x="172720" y="26741"/>
                  <a:pt x="172720" y="26741"/>
                  <a:pt x="172720" y="26741"/>
                </a:cubicBezTo>
                <a:lnTo>
                  <a:pt x="167640" y="35631"/>
                </a:lnTo>
                <a:cubicBezTo>
                  <a:pt x="165100" y="39441"/>
                  <a:pt x="160020" y="39441"/>
                  <a:pt x="157480" y="35631"/>
                </a:cubicBezTo>
                <a:lnTo>
                  <a:pt x="151130" y="24201"/>
                </a:lnTo>
                <a:cubicBezTo>
                  <a:pt x="151130" y="24201"/>
                  <a:pt x="149860" y="22931"/>
                  <a:pt x="149860" y="22931"/>
                </a:cubicBezTo>
                <a:lnTo>
                  <a:pt x="149860" y="22931"/>
                </a:lnTo>
                <a:cubicBezTo>
                  <a:pt x="147320" y="19121"/>
                  <a:pt x="140970" y="17851"/>
                  <a:pt x="137160" y="20391"/>
                </a:cubicBezTo>
                <a:lnTo>
                  <a:pt x="128270" y="26741"/>
                </a:lnTo>
                <a:close/>
                <a:moveTo>
                  <a:pt x="46990" y="213431"/>
                </a:moveTo>
                <a:cubicBezTo>
                  <a:pt x="33020" y="213431"/>
                  <a:pt x="21590" y="202001"/>
                  <a:pt x="21590" y="188031"/>
                </a:cubicBezTo>
                <a:cubicBezTo>
                  <a:pt x="21590" y="174061"/>
                  <a:pt x="33020" y="162631"/>
                  <a:pt x="46990" y="162631"/>
                </a:cubicBezTo>
                <a:cubicBezTo>
                  <a:pt x="60960" y="162631"/>
                  <a:pt x="72390" y="174061"/>
                  <a:pt x="72390" y="188031"/>
                </a:cubicBezTo>
                <a:cubicBezTo>
                  <a:pt x="72390" y="202001"/>
                  <a:pt x="60960" y="213431"/>
                  <a:pt x="46990" y="213431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03" name="Полилиния: фигура 203">
            <a:extLst>
              <a:ext uri="{FF2B5EF4-FFF2-40B4-BE49-F238E27FC236}">
                <a16:creationId xmlns:a16="http://schemas.microsoft.com/office/drawing/2014/main" id="{9C33ACD9-20F2-E6B4-26D9-CA5F10227131}"/>
              </a:ext>
            </a:extLst>
          </p:cNvPr>
          <p:cNvSpPr/>
          <p:nvPr/>
        </p:nvSpPr>
        <p:spPr>
          <a:xfrm>
            <a:off x="5592171" y="5365036"/>
            <a:ext cx="182880" cy="243840"/>
          </a:xfrm>
          <a:custGeom>
            <a:avLst/>
            <a:gdLst>
              <a:gd name="connsiteX0" fmla="*/ 162560 w 182880"/>
              <a:gd name="connsiteY0" fmla="*/ 152400 h 243840"/>
              <a:gd name="connsiteX1" fmla="*/ 91440 w 182880"/>
              <a:gd name="connsiteY1" fmla="*/ 223520 h 243840"/>
              <a:gd name="connsiteX2" fmla="*/ 20320 w 182880"/>
              <a:gd name="connsiteY2" fmla="*/ 152400 h 243840"/>
              <a:gd name="connsiteX3" fmla="*/ 91440 w 182880"/>
              <a:gd name="connsiteY3" fmla="*/ 22860 h 243840"/>
              <a:gd name="connsiteX4" fmla="*/ 162560 w 182880"/>
              <a:gd name="connsiteY4" fmla="*/ 152400 h 243840"/>
              <a:gd name="connsiteX5" fmla="*/ 182880 w 182880"/>
              <a:gd name="connsiteY5" fmla="*/ 152400 h 243840"/>
              <a:gd name="connsiteX6" fmla="*/ 91440 w 182880"/>
              <a:gd name="connsiteY6" fmla="*/ 243840 h 243840"/>
              <a:gd name="connsiteX7" fmla="*/ 0 w 182880"/>
              <a:gd name="connsiteY7" fmla="*/ 152400 h 243840"/>
              <a:gd name="connsiteX8" fmla="*/ 81280 w 182880"/>
              <a:gd name="connsiteY8" fmla="*/ 3810 h 243840"/>
              <a:gd name="connsiteX9" fmla="*/ 100330 w 182880"/>
              <a:gd name="connsiteY9" fmla="*/ 3810 h 243840"/>
              <a:gd name="connsiteX10" fmla="*/ 182880 w 182880"/>
              <a:gd name="connsiteY10" fmla="*/ 152400 h 243840"/>
              <a:gd name="connsiteX11" fmla="*/ 147320 w 182880"/>
              <a:gd name="connsiteY11" fmla="*/ 152400 h 243840"/>
              <a:gd name="connsiteX12" fmla="*/ 137160 w 182880"/>
              <a:gd name="connsiteY12" fmla="*/ 142240 h 243840"/>
              <a:gd name="connsiteX13" fmla="*/ 127000 w 182880"/>
              <a:gd name="connsiteY13" fmla="*/ 152400 h 243840"/>
              <a:gd name="connsiteX14" fmla="*/ 119380 w 182880"/>
              <a:gd name="connsiteY14" fmla="*/ 175260 h 243840"/>
              <a:gd name="connsiteX15" fmla="*/ 91440 w 182880"/>
              <a:gd name="connsiteY15" fmla="*/ 187960 h 243840"/>
              <a:gd name="connsiteX16" fmla="*/ 81280 w 182880"/>
              <a:gd name="connsiteY16" fmla="*/ 198120 h 243840"/>
              <a:gd name="connsiteX17" fmla="*/ 91440 w 182880"/>
              <a:gd name="connsiteY17" fmla="*/ 208280 h 243840"/>
              <a:gd name="connsiteX18" fmla="*/ 135890 w 182880"/>
              <a:gd name="connsiteY18" fmla="*/ 186690 h 243840"/>
              <a:gd name="connsiteX19" fmla="*/ 147320 w 182880"/>
              <a:gd name="connsiteY19" fmla="*/ 1524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82880" h="243840">
                <a:moveTo>
                  <a:pt x="162560" y="152400"/>
                </a:moveTo>
                <a:cubicBezTo>
                  <a:pt x="162560" y="195580"/>
                  <a:pt x="132080" y="223520"/>
                  <a:pt x="91440" y="223520"/>
                </a:cubicBezTo>
                <a:cubicBezTo>
                  <a:pt x="50800" y="223520"/>
                  <a:pt x="20320" y="196850"/>
                  <a:pt x="20320" y="152400"/>
                </a:cubicBezTo>
                <a:cubicBezTo>
                  <a:pt x="20320" y="113030"/>
                  <a:pt x="41910" y="68580"/>
                  <a:pt x="91440" y="22860"/>
                </a:cubicBezTo>
                <a:cubicBezTo>
                  <a:pt x="140970" y="68580"/>
                  <a:pt x="162560" y="113030"/>
                  <a:pt x="162560" y="152400"/>
                </a:cubicBezTo>
                <a:close/>
                <a:moveTo>
                  <a:pt x="182880" y="152400"/>
                </a:moveTo>
                <a:cubicBezTo>
                  <a:pt x="182880" y="208280"/>
                  <a:pt x="142240" y="243840"/>
                  <a:pt x="91440" y="243840"/>
                </a:cubicBezTo>
                <a:cubicBezTo>
                  <a:pt x="40640" y="243840"/>
                  <a:pt x="0" y="208280"/>
                  <a:pt x="0" y="152400"/>
                </a:cubicBezTo>
                <a:cubicBezTo>
                  <a:pt x="0" y="104140"/>
                  <a:pt x="26670" y="53340"/>
                  <a:pt x="81280" y="3810"/>
                </a:cubicBezTo>
                <a:cubicBezTo>
                  <a:pt x="86360" y="-1270"/>
                  <a:pt x="95250" y="-1270"/>
                  <a:pt x="100330" y="3810"/>
                </a:cubicBezTo>
                <a:cubicBezTo>
                  <a:pt x="156210" y="53340"/>
                  <a:pt x="182880" y="104140"/>
                  <a:pt x="182880" y="152400"/>
                </a:cubicBezTo>
                <a:close/>
                <a:moveTo>
                  <a:pt x="147320" y="152400"/>
                </a:moveTo>
                <a:cubicBezTo>
                  <a:pt x="147320" y="147320"/>
                  <a:pt x="142240" y="142240"/>
                  <a:pt x="137160" y="142240"/>
                </a:cubicBezTo>
                <a:cubicBezTo>
                  <a:pt x="132080" y="142240"/>
                  <a:pt x="127000" y="147320"/>
                  <a:pt x="127000" y="152400"/>
                </a:cubicBezTo>
                <a:cubicBezTo>
                  <a:pt x="127000" y="157480"/>
                  <a:pt x="124460" y="167640"/>
                  <a:pt x="119380" y="175260"/>
                </a:cubicBezTo>
                <a:cubicBezTo>
                  <a:pt x="114300" y="182880"/>
                  <a:pt x="105410" y="187960"/>
                  <a:pt x="91440" y="187960"/>
                </a:cubicBezTo>
                <a:cubicBezTo>
                  <a:pt x="86360" y="187960"/>
                  <a:pt x="81280" y="193040"/>
                  <a:pt x="81280" y="198120"/>
                </a:cubicBezTo>
                <a:cubicBezTo>
                  <a:pt x="81280" y="203200"/>
                  <a:pt x="86360" y="208280"/>
                  <a:pt x="91440" y="208280"/>
                </a:cubicBezTo>
                <a:cubicBezTo>
                  <a:pt x="113030" y="208280"/>
                  <a:pt x="127000" y="199390"/>
                  <a:pt x="135890" y="186690"/>
                </a:cubicBezTo>
                <a:cubicBezTo>
                  <a:pt x="144780" y="175260"/>
                  <a:pt x="147320" y="161290"/>
                  <a:pt x="147320" y="1524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04" name="Полилиния: фигура 205">
            <a:extLst>
              <a:ext uri="{FF2B5EF4-FFF2-40B4-BE49-F238E27FC236}">
                <a16:creationId xmlns:a16="http://schemas.microsoft.com/office/drawing/2014/main" id="{580D554B-8E67-D504-2BC6-0B88C53AB827}"/>
              </a:ext>
            </a:extLst>
          </p:cNvPr>
          <p:cNvSpPr/>
          <p:nvPr/>
        </p:nvSpPr>
        <p:spPr>
          <a:xfrm>
            <a:off x="5044053" y="5356189"/>
            <a:ext cx="158976" cy="261534"/>
          </a:xfrm>
          <a:custGeom>
            <a:avLst/>
            <a:gdLst>
              <a:gd name="connsiteX0" fmla="*/ 94728 w 158976"/>
              <a:gd name="connsiteY0" fmla="*/ 44407 h 261534"/>
              <a:gd name="connsiteX1" fmla="*/ 28688 w 158976"/>
              <a:gd name="connsiteY1" fmla="*/ 139657 h 261534"/>
              <a:gd name="connsiteX2" fmla="*/ 64248 w 158976"/>
              <a:gd name="connsiteY2" fmla="*/ 139657 h 261534"/>
              <a:gd name="connsiteX3" fmla="*/ 75678 w 158976"/>
              <a:gd name="connsiteY3" fmla="*/ 152357 h 261534"/>
              <a:gd name="connsiteX4" fmla="*/ 66788 w 158976"/>
              <a:gd name="connsiteY4" fmla="*/ 214588 h 261534"/>
              <a:gd name="connsiteX5" fmla="*/ 132828 w 158976"/>
              <a:gd name="connsiteY5" fmla="*/ 119338 h 261534"/>
              <a:gd name="connsiteX6" fmla="*/ 97268 w 158976"/>
              <a:gd name="connsiteY6" fmla="*/ 119338 h 261534"/>
              <a:gd name="connsiteX7" fmla="*/ 85838 w 158976"/>
              <a:gd name="connsiteY7" fmla="*/ 106638 h 261534"/>
              <a:gd name="connsiteX8" fmla="*/ 94728 w 158976"/>
              <a:gd name="connsiteY8" fmla="*/ 44407 h 261534"/>
              <a:gd name="connsiteX9" fmla="*/ 97268 w 158976"/>
              <a:gd name="connsiteY9" fmla="*/ 5038 h 261534"/>
              <a:gd name="connsiteX10" fmla="*/ 118858 w 158976"/>
              <a:gd name="connsiteY10" fmla="*/ 13927 h 261534"/>
              <a:gd name="connsiteX11" fmla="*/ 106158 w 158976"/>
              <a:gd name="connsiteY11" fmla="*/ 100288 h 261534"/>
              <a:gd name="connsiteX12" fmla="*/ 148068 w 158976"/>
              <a:gd name="connsiteY12" fmla="*/ 100288 h 261534"/>
              <a:gd name="connsiteX13" fmla="*/ 156958 w 158976"/>
              <a:gd name="connsiteY13" fmla="*/ 118068 h 261534"/>
              <a:gd name="connsiteX14" fmla="*/ 61708 w 158976"/>
              <a:gd name="connsiteY14" fmla="*/ 256498 h 261534"/>
              <a:gd name="connsiteX15" fmla="*/ 40118 w 158976"/>
              <a:gd name="connsiteY15" fmla="*/ 247607 h 261534"/>
              <a:gd name="connsiteX16" fmla="*/ 52818 w 158976"/>
              <a:gd name="connsiteY16" fmla="*/ 161248 h 261534"/>
              <a:gd name="connsiteX17" fmla="*/ 10908 w 158976"/>
              <a:gd name="connsiteY17" fmla="*/ 161248 h 261534"/>
              <a:gd name="connsiteX18" fmla="*/ 2018 w 158976"/>
              <a:gd name="connsiteY18" fmla="*/ 143468 h 261534"/>
              <a:gd name="connsiteX19" fmla="*/ 97268 w 158976"/>
              <a:gd name="connsiteY19" fmla="*/ 5038 h 26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58976" h="261534">
                <a:moveTo>
                  <a:pt x="94728" y="44407"/>
                </a:moveTo>
                <a:lnTo>
                  <a:pt x="28688" y="139657"/>
                </a:lnTo>
                <a:lnTo>
                  <a:pt x="64248" y="139657"/>
                </a:lnTo>
                <a:cubicBezTo>
                  <a:pt x="70598" y="139657"/>
                  <a:pt x="75678" y="146007"/>
                  <a:pt x="75678" y="152357"/>
                </a:cubicBezTo>
                <a:lnTo>
                  <a:pt x="66788" y="214588"/>
                </a:lnTo>
                <a:lnTo>
                  <a:pt x="132828" y="119338"/>
                </a:lnTo>
                <a:lnTo>
                  <a:pt x="97268" y="119338"/>
                </a:lnTo>
                <a:cubicBezTo>
                  <a:pt x="90918" y="119338"/>
                  <a:pt x="85838" y="112988"/>
                  <a:pt x="85838" y="106638"/>
                </a:cubicBezTo>
                <a:lnTo>
                  <a:pt x="94728" y="44407"/>
                </a:lnTo>
                <a:close/>
                <a:moveTo>
                  <a:pt x="97268" y="5038"/>
                </a:moveTo>
                <a:cubicBezTo>
                  <a:pt x="104888" y="-5123"/>
                  <a:pt x="121398" y="1227"/>
                  <a:pt x="118858" y="13927"/>
                </a:cubicBezTo>
                <a:lnTo>
                  <a:pt x="106158" y="100288"/>
                </a:lnTo>
                <a:lnTo>
                  <a:pt x="148068" y="100288"/>
                </a:lnTo>
                <a:cubicBezTo>
                  <a:pt x="156958" y="100288"/>
                  <a:pt x="162038" y="110448"/>
                  <a:pt x="156958" y="118068"/>
                </a:cubicBezTo>
                <a:lnTo>
                  <a:pt x="61708" y="256498"/>
                </a:lnTo>
                <a:cubicBezTo>
                  <a:pt x="54088" y="266657"/>
                  <a:pt x="37578" y="260307"/>
                  <a:pt x="40118" y="247607"/>
                </a:cubicBezTo>
                <a:lnTo>
                  <a:pt x="52818" y="161248"/>
                </a:lnTo>
                <a:lnTo>
                  <a:pt x="10908" y="161248"/>
                </a:lnTo>
                <a:cubicBezTo>
                  <a:pt x="2018" y="161248"/>
                  <a:pt x="-3062" y="151088"/>
                  <a:pt x="2018" y="143468"/>
                </a:cubicBezTo>
                <a:lnTo>
                  <a:pt x="97268" y="5038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05" name="Полилиния: фигура 208">
            <a:extLst>
              <a:ext uri="{FF2B5EF4-FFF2-40B4-BE49-F238E27FC236}">
                <a16:creationId xmlns:a16="http://schemas.microsoft.com/office/drawing/2014/main" id="{14A65579-D9DF-1511-D4E7-0DDC607E49D9}"/>
              </a:ext>
            </a:extLst>
          </p:cNvPr>
          <p:cNvSpPr/>
          <p:nvPr/>
        </p:nvSpPr>
        <p:spPr>
          <a:xfrm>
            <a:off x="8918302" y="5365037"/>
            <a:ext cx="243840" cy="243840"/>
          </a:xfrm>
          <a:custGeom>
            <a:avLst/>
            <a:gdLst>
              <a:gd name="connsiteX0" fmla="*/ 30480 w 243840"/>
              <a:gd name="connsiteY0" fmla="*/ 20320 h 243840"/>
              <a:gd name="connsiteX1" fmla="*/ 213360 w 243840"/>
              <a:gd name="connsiteY1" fmla="*/ 20320 h 243840"/>
              <a:gd name="connsiteX2" fmla="*/ 223520 w 243840"/>
              <a:gd name="connsiteY2" fmla="*/ 30480 h 243840"/>
              <a:gd name="connsiteX3" fmla="*/ 223520 w 243840"/>
              <a:gd name="connsiteY3" fmla="*/ 213360 h 243840"/>
              <a:gd name="connsiteX4" fmla="*/ 213360 w 243840"/>
              <a:gd name="connsiteY4" fmla="*/ 223520 h 243840"/>
              <a:gd name="connsiteX5" fmla="*/ 30480 w 243840"/>
              <a:gd name="connsiteY5" fmla="*/ 223520 h 243840"/>
              <a:gd name="connsiteX6" fmla="*/ 20320 w 243840"/>
              <a:gd name="connsiteY6" fmla="*/ 213360 h 243840"/>
              <a:gd name="connsiteX7" fmla="*/ 20320 w 243840"/>
              <a:gd name="connsiteY7" fmla="*/ 30480 h 243840"/>
              <a:gd name="connsiteX8" fmla="*/ 30480 w 243840"/>
              <a:gd name="connsiteY8" fmla="*/ 20320 h 243840"/>
              <a:gd name="connsiteX9" fmla="*/ 0 w 243840"/>
              <a:gd name="connsiteY9" fmla="*/ 30480 h 243840"/>
              <a:gd name="connsiteX10" fmla="*/ 30480 w 243840"/>
              <a:gd name="connsiteY10" fmla="*/ 0 h 243840"/>
              <a:gd name="connsiteX11" fmla="*/ 213360 w 243840"/>
              <a:gd name="connsiteY11" fmla="*/ 0 h 243840"/>
              <a:gd name="connsiteX12" fmla="*/ 243840 w 243840"/>
              <a:gd name="connsiteY12" fmla="*/ 30480 h 243840"/>
              <a:gd name="connsiteX13" fmla="*/ 243840 w 243840"/>
              <a:gd name="connsiteY13" fmla="*/ 213360 h 243840"/>
              <a:gd name="connsiteX14" fmla="*/ 213360 w 243840"/>
              <a:gd name="connsiteY14" fmla="*/ 243840 h 243840"/>
              <a:gd name="connsiteX15" fmla="*/ 30480 w 243840"/>
              <a:gd name="connsiteY15" fmla="*/ 243840 h 243840"/>
              <a:gd name="connsiteX16" fmla="*/ 0 w 243840"/>
              <a:gd name="connsiteY16" fmla="*/ 213360 h 243840"/>
              <a:gd name="connsiteX17" fmla="*/ 0 w 243840"/>
              <a:gd name="connsiteY17" fmla="*/ 30480 h 243840"/>
              <a:gd name="connsiteX18" fmla="*/ 82550 w 243840"/>
              <a:gd name="connsiteY18" fmla="*/ 60960 h 243840"/>
              <a:gd name="connsiteX19" fmla="*/ 71120 w 243840"/>
              <a:gd name="connsiteY19" fmla="*/ 72390 h 243840"/>
              <a:gd name="connsiteX20" fmla="*/ 71120 w 243840"/>
              <a:gd name="connsiteY20" fmla="*/ 172720 h 243840"/>
              <a:gd name="connsiteX21" fmla="*/ 81280 w 243840"/>
              <a:gd name="connsiteY21" fmla="*/ 182880 h 243840"/>
              <a:gd name="connsiteX22" fmla="*/ 91440 w 243840"/>
              <a:gd name="connsiteY22" fmla="*/ 172720 h 243840"/>
              <a:gd name="connsiteX23" fmla="*/ 91440 w 243840"/>
              <a:gd name="connsiteY23" fmla="*/ 142240 h 243840"/>
              <a:gd name="connsiteX24" fmla="*/ 132080 w 243840"/>
              <a:gd name="connsiteY24" fmla="*/ 142240 h 243840"/>
              <a:gd name="connsiteX25" fmla="*/ 172720 w 243840"/>
              <a:gd name="connsiteY25" fmla="*/ 101600 h 243840"/>
              <a:gd name="connsiteX26" fmla="*/ 132080 w 243840"/>
              <a:gd name="connsiteY26" fmla="*/ 60960 h 243840"/>
              <a:gd name="connsiteX27" fmla="*/ 82550 w 243840"/>
              <a:gd name="connsiteY27" fmla="*/ 60960 h 243840"/>
              <a:gd name="connsiteX28" fmla="*/ 132080 w 243840"/>
              <a:gd name="connsiteY28" fmla="*/ 121920 h 243840"/>
              <a:gd name="connsiteX29" fmla="*/ 91440 w 243840"/>
              <a:gd name="connsiteY29" fmla="*/ 121920 h 243840"/>
              <a:gd name="connsiteX30" fmla="*/ 91440 w 243840"/>
              <a:gd name="connsiteY30" fmla="*/ 81280 h 243840"/>
              <a:gd name="connsiteX31" fmla="*/ 132080 w 243840"/>
              <a:gd name="connsiteY31" fmla="*/ 81280 h 243840"/>
              <a:gd name="connsiteX32" fmla="*/ 152400 w 243840"/>
              <a:gd name="connsiteY32" fmla="*/ 101600 h 243840"/>
              <a:gd name="connsiteX33" fmla="*/ 132080 w 243840"/>
              <a:gd name="connsiteY33" fmla="*/ 12192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43840" h="243840">
                <a:moveTo>
                  <a:pt x="30480" y="20320"/>
                </a:moveTo>
                <a:lnTo>
                  <a:pt x="213360" y="20320"/>
                </a:lnTo>
                <a:cubicBezTo>
                  <a:pt x="218440" y="20320"/>
                  <a:pt x="223520" y="25400"/>
                  <a:pt x="223520" y="30480"/>
                </a:cubicBezTo>
                <a:lnTo>
                  <a:pt x="223520" y="213360"/>
                </a:lnTo>
                <a:cubicBezTo>
                  <a:pt x="223520" y="218440"/>
                  <a:pt x="218440" y="223520"/>
                  <a:pt x="213360" y="223520"/>
                </a:cubicBezTo>
                <a:lnTo>
                  <a:pt x="30480" y="223520"/>
                </a:lnTo>
                <a:cubicBezTo>
                  <a:pt x="25400" y="223520"/>
                  <a:pt x="20320" y="218440"/>
                  <a:pt x="20320" y="213360"/>
                </a:cubicBezTo>
                <a:lnTo>
                  <a:pt x="20320" y="30480"/>
                </a:lnTo>
                <a:cubicBezTo>
                  <a:pt x="20320" y="24130"/>
                  <a:pt x="25400" y="20320"/>
                  <a:pt x="30480" y="20320"/>
                </a:cubicBezTo>
                <a:close/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213360" y="0"/>
                </a:lnTo>
                <a:cubicBezTo>
                  <a:pt x="229870" y="0"/>
                  <a:pt x="243840" y="13970"/>
                  <a:pt x="243840" y="30480"/>
                </a:cubicBezTo>
                <a:lnTo>
                  <a:pt x="243840" y="213360"/>
                </a:lnTo>
                <a:cubicBezTo>
                  <a:pt x="243840" y="229870"/>
                  <a:pt x="229870" y="243840"/>
                  <a:pt x="213360" y="243840"/>
                </a:cubicBezTo>
                <a:lnTo>
                  <a:pt x="30480" y="243840"/>
                </a:lnTo>
                <a:cubicBezTo>
                  <a:pt x="13970" y="243840"/>
                  <a:pt x="0" y="229870"/>
                  <a:pt x="0" y="213360"/>
                </a:cubicBezTo>
                <a:lnTo>
                  <a:pt x="0" y="30480"/>
                </a:lnTo>
                <a:close/>
                <a:moveTo>
                  <a:pt x="82550" y="60960"/>
                </a:moveTo>
                <a:cubicBezTo>
                  <a:pt x="76200" y="60960"/>
                  <a:pt x="71120" y="66040"/>
                  <a:pt x="71120" y="72390"/>
                </a:cubicBezTo>
                <a:lnTo>
                  <a:pt x="71120" y="172720"/>
                </a:lnTo>
                <a:cubicBezTo>
                  <a:pt x="71120" y="177800"/>
                  <a:pt x="76200" y="182880"/>
                  <a:pt x="81280" y="182880"/>
                </a:cubicBezTo>
                <a:cubicBezTo>
                  <a:pt x="86360" y="182880"/>
                  <a:pt x="91440" y="177800"/>
                  <a:pt x="91440" y="172720"/>
                </a:cubicBezTo>
                <a:lnTo>
                  <a:pt x="91440" y="142240"/>
                </a:lnTo>
                <a:lnTo>
                  <a:pt x="132080" y="142240"/>
                </a:lnTo>
                <a:cubicBezTo>
                  <a:pt x="154940" y="142240"/>
                  <a:pt x="172720" y="124460"/>
                  <a:pt x="172720" y="101600"/>
                </a:cubicBezTo>
                <a:cubicBezTo>
                  <a:pt x="172720" y="78740"/>
                  <a:pt x="154940" y="60960"/>
                  <a:pt x="132080" y="60960"/>
                </a:cubicBezTo>
                <a:lnTo>
                  <a:pt x="82550" y="60960"/>
                </a:lnTo>
                <a:close/>
                <a:moveTo>
                  <a:pt x="132080" y="121920"/>
                </a:moveTo>
                <a:lnTo>
                  <a:pt x="91440" y="121920"/>
                </a:lnTo>
                <a:lnTo>
                  <a:pt x="91440" y="81280"/>
                </a:lnTo>
                <a:lnTo>
                  <a:pt x="132080" y="81280"/>
                </a:lnTo>
                <a:cubicBezTo>
                  <a:pt x="143510" y="81280"/>
                  <a:pt x="152400" y="90170"/>
                  <a:pt x="152400" y="101600"/>
                </a:cubicBezTo>
                <a:cubicBezTo>
                  <a:pt x="152400" y="113030"/>
                  <a:pt x="143510" y="121920"/>
                  <a:pt x="132080" y="1219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06" name="Полилиния: фигура 211">
            <a:extLst>
              <a:ext uri="{FF2B5EF4-FFF2-40B4-BE49-F238E27FC236}">
                <a16:creationId xmlns:a16="http://schemas.microsoft.com/office/drawing/2014/main" id="{C6E2FFBB-8C20-2755-F1A9-04E659CB5360}"/>
              </a:ext>
            </a:extLst>
          </p:cNvPr>
          <p:cNvSpPr/>
          <p:nvPr/>
        </p:nvSpPr>
        <p:spPr>
          <a:xfrm>
            <a:off x="3315062" y="5354877"/>
            <a:ext cx="262890" cy="264159"/>
          </a:xfrm>
          <a:custGeom>
            <a:avLst/>
            <a:gdLst>
              <a:gd name="connsiteX0" fmla="*/ 0 w 262890"/>
              <a:gd name="connsiteY0" fmla="*/ 20320 h 264159"/>
              <a:gd name="connsiteX1" fmla="*/ 20320 w 262890"/>
              <a:gd name="connsiteY1" fmla="*/ 0 h 264159"/>
              <a:gd name="connsiteX2" fmla="*/ 71120 w 262890"/>
              <a:gd name="connsiteY2" fmla="*/ 0 h 264159"/>
              <a:gd name="connsiteX3" fmla="*/ 81280 w 262890"/>
              <a:gd name="connsiteY3" fmla="*/ 10160 h 264159"/>
              <a:gd name="connsiteX4" fmla="*/ 71120 w 262890"/>
              <a:gd name="connsiteY4" fmla="*/ 20320 h 264159"/>
              <a:gd name="connsiteX5" fmla="*/ 20320 w 262890"/>
              <a:gd name="connsiteY5" fmla="*/ 20320 h 264159"/>
              <a:gd name="connsiteX6" fmla="*/ 20320 w 262890"/>
              <a:gd name="connsiteY6" fmla="*/ 71120 h 264159"/>
              <a:gd name="connsiteX7" fmla="*/ 10160 w 262890"/>
              <a:gd name="connsiteY7" fmla="*/ 81280 h 264159"/>
              <a:gd name="connsiteX8" fmla="*/ 0 w 262890"/>
              <a:gd name="connsiteY8" fmla="*/ 71120 h 264159"/>
              <a:gd name="connsiteX9" fmla="*/ 0 w 262890"/>
              <a:gd name="connsiteY9" fmla="*/ 20320 h 264159"/>
              <a:gd name="connsiteX10" fmla="*/ 0 w 262890"/>
              <a:gd name="connsiteY10" fmla="*/ 243840 h 264159"/>
              <a:gd name="connsiteX11" fmla="*/ 20320 w 262890"/>
              <a:gd name="connsiteY11" fmla="*/ 264160 h 264159"/>
              <a:gd name="connsiteX12" fmla="*/ 71120 w 262890"/>
              <a:gd name="connsiteY12" fmla="*/ 264160 h 264159"/>
              <a:gd name="connsiteX13" fmla="*/ 81280 w 262890"/>
              <a:gd name="connsiteY13" fmla="*/ 254000 h 264159"/>
              <a:gd name="connsiteX14" fmla="*/ 71120 w 262890"/>
              <a:gd name="connsiteY14" fmla="*/ 243840 h 264159"/>
              <a:gd name="connsiteX15" fmla="*/ 20320 w 262890"/>
              <a:gd name="connsiteY15" fmla="*/ 243840 h 264159"/>
              <a:gd name="connsiteX16" fmla="*/ 20320 w 262890"/>
              <a:gd name="connsiteY16" fmla="*/ 193040 h 264159"/>
              <a:gd name="connsiteX17" fmla="*/ 10160 w 262890"/>
              <a:gd name="connsiteY17" fmla="*/ 182880 h 264159"/>
              <a:gd name="connsiteX18" fmla="*/ 0 w 262890"/>
              <a:gd name="connsiteY18" fmla="*/ 193040 h 264159"/>
              <a:gd name="connsiteX19" fmla="*/ 0 w 262890"/>
              <a:gd name="connsiteY19" fmla="*/ 243840 h 264159"/>
              <a:gd name="connsiteX20" fmla="*/ 242570 w 262890"/>
              <a:gd name="connsiteY20" fmla="*/ 0 h 264159"/>
              <a:gd name="connsiteX21" fmla="*/ 262890 w 262890"/>
              <a:gd name="connsiteY21" fmla="*/ 20320 h 264159"/>
              <a:gd name="connsiteX22" fmla="*/ 262890 w 262890"/>
              <a:gd name="connsiteY22" fmla="*/ 71120 h 264159"/>
              <a:gd name="connsiteX23" fmla="*/ 252730 w 262890"/>
              <a:gd name="connsiteY23" fmla="*/ 81280 h 264159"/>
              <a:gd name="connsiteX24" fmla="*/ 242570 w 262890"/>
              <a:gd name="connsiteY24" fmla="*/ 71120 h 264159"/>
              <a:gd name="connsiteX25" fmla="*/ 242570 w 262890"/>
              <a:gd name="connsiteY25" fmla="*/ 20320 h 264159"/>
              <a:gd name="connsiteX26" fmla="*/ 191770 w 262890"/>
              <a:gd name="connsiteY26" fmla="*/ 20320 h 264159"/>
              <a:gd name="connsiteX27" fmla="*/ 181610 w 262890"/>
              <a:gd name="connsiteY27" fmla="*/ 10160 h 264159"/>
              <a:gd name="connsiteX28" fmla="*/ 191770 w 262890"/>
              <a:gd name="connsiteY28" fmla="*/ 0 h 264159"/>
              <a:gd name="connsiteX29" fmla="*/ 242570 w 262890"/>
              <a:gd name="connsiteY29" fmla="*/ 0 h 264159"/>
              <a:gd name="connsiteX30" fmla="*/ 262890 w 262890"/>
              <a:gd name="connsiteY30" fmla="*/ 243840 h 264159"/>
              <a:gd name="connsiteX31" fmla="*/ 242570 w 262890"/>
              <a:gd name="connsiteY31" fmla="*/ 264160 h 264159"/>
              <a:gd name="connsiteX32" fmla="*/ 191770 w 262890"/>
              <a:gd name="connsiteY32" fmla="*/ 264160 h 264159"/>
              <a:gd name="connsiteX33" fmla="*/ 181610 w 262890"/>
              <a:gd name="connsiteY33" fmla="*/ 254000 h 264159"/>
              <a:gd name="connsiteX34" fmla="*/ 191770 w 262890"/>
              <a:gd name="connsiteY34" fmla="*/ 243840 h 264159"/>
              <a:gd name="connsiteX35" fmla="*/ 242570 w 262890"/>
              <a:gd name="connsiteY35" fmla="*/ 243840 h 264159"/>
              <a:gd name="connsiteX36" fmla="*/ 242570 w 262890"/>
              <a:gd name="connsiteY36" fmla="*/ 193040 h 264159"/>
              <a:gd name="connsiteX37" fmla="*/ 252730 w 262890"/>
              <a:gd name="connsiteY37" fmla="*/ 182880 h 264159"/>
              <a:gd name="connsiteX38" fmla="*/ 262890 w 262890"/>
              <a:gd name="connsiteY38" fmla="*/ 193040 h 264159"/>
              <a:gd name="connsiteX39" fmla="*/ 262890 w 262890"/>
              <a:gd name="connsiteY39" fmla="*/ 243840 h 264159"/>
              <a:gd name="connsiteX40" fmla="*/ 130810 w 262890"/>
              <a:gd name="connsiteY40" fmla="*/ 60960 h 264159"/>
              <a:gd name="connsiteX41" fmla="*/ 69850 w 262890"/>
              <a:gd name="connsiteY41" fmla="*/ 121920 h 264159"/>
              <a:gd name="connsiteX42" fmla="*/ 69850 w 262890"/>
              <a:gd name="connsiteY42" fmla="*/ 142240 h 264159"/>
              <a:gd name="connsiteX43" fmla="*/ 130810 w 262890"/>
              <a:gd name="connsiteY43" fmla="*/ 203200 h 264159"/>
              <a:gd name="connsiteX44" fmla="*/ 191770 w 262890"/>
              <a:gd name="connsiteY44" fmla="*/ 142240 h 264159"/>
              <a:gd name="connsiteX45" fmla="*/ 191770 w 262890"/>
              <a:gd name="connsiteY45" fmla="*/ 121920 h 264159"/>
              <a:gd name="connsiteX46" fmla="*/ 130810 w 262890"/>
              <a:gd name="connsiteY46" fmla="*/ 60960 h 264159"/>
              <a:gd name="connsiteX47" fmla="*/ 90170 w 262890"/>
              <a:gd name="connsiteY47" fmla="*/ 121920 h 264159"/>
              <a:gd name="connsiteX48" fmla="*/ 130810 w 262890"/>
              <a:gd name="connsiteY48" fmla="*/ 81280 h 264159"/>
              <a:gd name="connsiteX49" fmla="*/ 171450 w 262890"/>
              <a:gd name="connsiteY49" fmla="*/ 121920 h 264159"/>
              <a:gd name="connsiteX50" fmla="*/ 171450 w 262890"/>
              <a:gd name="connsiteY50" fmla="*/ 142240 h 264159"/>
              <a:gd name="connsiteX51" fmla="*/ 130810 w 262890"/>
              <a:gd name="connsiteY51" fmla="*/ 182880 h 264159"/>
              <a:gd name="connsiteX52" fmla="*/ 90170 w 262890"/>
              <a:gd name="connsiteY52" fmla="*/ 142240 h 264159"/>
              <a:gd name="connsiteX53" fmla="*/ 90170 w 262890"/>
              <a:gd name="connsiteY53" fmla="*/ 1219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62890" h="264159">
                <a:moveTo>
                  <a:pt x="0" y="20320"/>
                </a:moveTo>
                <a:cubicBezTo>
                  <a:pt x="0" y="8890"/>
                  <a:pt x="8890" y="0"/>
                  <a:pt x="20320" y="0"/>
                </a:cubicBezTo>
                <a:lnTo>
                  <a:pt x="71120" y="0"/>
                </a:lnTo>
                <a:cubicBezTo>
                  <a:pt x="76200" y="0"/>
                  <a:pt x="81280" y="5080"/>
                  <a:pt x="81280" y="10160"/>
                </a:cubicBezTo>
                <a:cubicBezTo>
                  <a:pt x="81280" y="15240"/>
                  <a:pt x="76200" y="20320"/>
                  <a:pt x="71120" y="20320"/>
                </a:cubicBezTo>
                <a:lnTo>
                  <a:pt x="20320" y="20320"/>
                </a:lnTo>
                <a:lnTo>
                  <a:pt x="20320" y="71120"/>
                </a:lnTo>
                <a:cubicBezTo>
                  <a:pt x="20320" y="76200"/>
                  <a:pt x="15240" y="81280"/>
                  <a:pt x="10160" y="81280"/>
                </a:cubicBezTo>
                <a:cubicBezTo>
                  <a:pt x="5080" y="81280"/>
                  <a:pt x="0" y="76200"/>
                  <a:pt x="0" y="71120"/>
                </a:cubicBezTo>
                <a:lnTo>
                  <a:pt x="0" y="20320"/>
                </a:lnTo>
                <a:close/>
                <a:moveTo>
                  <a:pt x="0" y="243840"/>
                </a:move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lose/>
                <a:moveTo>
                  <a:pt x="242570" y="0"/>
                </a:moveTo>
                <a:cubicBezTo>
                  <a:pt x="254000" y="0"/>
                  <a:pt x="262890" y="8890"/>
                  <a:pt x="262890" y="20320"/>
                </a:cubicBezTo>
                <a:lnTo>
                  <a:pt x="262890" y="71120"/>
                </a:lnTo>
                <a:cubicBezTo>
                  <a:pt x="262890" y="76200"/>
                  <a:pt x="257810" y="81280"/>
                  <a:pt x="252730" y="81280"/>
                </a:cubicBezTo>
                <a:cubicBezTo>
                  <a:pt x="247650" y="81280"/>
                  <a:pt x="242570" y="76200"/>
                  <a:pt x="242570" y="71120"/>
                </a:cubicBezTo>
                <a:lnTo>
                  <a:pt x="242570" y="20320"/>
                </a:lnTo>
                <a:lnTo>
                  <a:pt x="191770" y="20320"/>
                </a:lnTo>
                <a:cubicBezTo>
                  <a:pt x="186690" y="20320"/>
                  <a:pt x="181610" y="15240"/>
                  <a:pt x="181610" y="10160"/>
                </a:cubicBezTo>
                <a:cubicBezTo>
                  <a:pt x="181610" y="5080"/>
                  <a:pt x="186690" y="0"/>
                  <a:pt x="191770" y="0"/>
                </a:cubicBezTo>
                <a:lnTo>
                  <a:pt x="242570" y="0"/>
                </a:lnTo>
                <a:close/>
                <a:moveTo>
                  <a:pt x="262890" y="243840"/>
                </a:moveTo>
                <a:cubicBezTo>
                  <a:pt x="262890" y="255270"/>
                  <a:pt x="254000" y="264160"/>
                  <a:pt x="242570" y="264160"/>
                </a:cubicBezTo>
                <a:lnTo>
                  <a:pt x="191770" y="264160"/>
                </a:lnTo>
                <a:cubicBezTo>
                  <a:pt x="186690" y="264160"/>
                  <a:pt x="181610" y="259080"/>
                  <a:pt x="181610" y="254000"/>
                </a:cubicBezTo>
                <a:cubicBezTo>
                  <a:pt x="181610" y="248920"/>
                  <a:pt x="186690" y="243840"/>
                  <a:pt x="191770" y="243840"/>
                </a:cubicBezTo>
                <a:lnTo>
                  <a:pt x="242570" y="243840"/>
                </a:lnTo>
                <a:lnTo>
                  <a:pt x="242570" y="193040"/>
                </a:lnTo>
                <a:cubicBezTo>
                  <a:pt x="242570" y="187960"/>
                  <a:pt x="247650" y="182880"/>
                  <a:pt x="252730" y="182880"/>
                </a:cubicBezTo>
                <a:cubicBezTo>
                  <a:pt x="257810" y="182880"/>
                  <a:pt x="262890" y="187960"/>
                  <a:pt x="262890" y="193040"/>
                </a:cubicBezTo>
                <a:lnTo>
                  <a:pt x="262890" y="243840"/>
                </a:lnTo>
                <a:close/>
                <a:moveTo>
                  <a:pt x="130810" y="60960"/>
                </a:moveTo>
                <a:cubicBezTo>
                  <a:pt x="97790" y="60960"/>
                  <a:pt x="69850" y="87630"/>
                  <a:pt x="69850" y="121920"/>
                </a:cubicBezTo>
                <a:lnTo>
                  <a:pt x="69850" y="142240"/>
                </a:lnTo>
                <a:cubicBezTo>
                  <a:pt x="69850" y="175260"/>
                  <a:pt x="96520" y="203200"/>
                  <a:pt x="130810" y="203200"/>
                </a:cubicBezTo>
                <a:cubicBezTo>
                  <a:pt x="163830" y="203200"/>
                  <a:pt x="191770" y="176530"/>
                  <a:pt x="191770" y="142240"/>
                </a:cubicBezTo>
                <a:lnTo>
                  <a:pt x="191770" y="121920"/>
                </a:lnTo>
                <a:cubicBezTo>
                  <a:pt x="191770" y="87630"/>
                  <a:pt x="165100" y="60960"/>
                  <a:pt x="130810" y="60960"/>
                </a:cubicBezTo>
                <a:close/>
                <a:moveTo>
                  <a:pt x="90170" y="121920"/>
                </a:moveTo>
                <a:cubicBezTo>
                  <a:pt x="90170" y="99060"/>
                  <a:pt x="107950" y="81280"/>
                  <a:pt x="130810" y="81280"/>
                </a:cubicBezTo>
                <a:cubicBezTo>
                  <a:pt x="153670" y="81280"/>
                  <a:pt x="171450" y="99060"/>
                  <a:pt x="171450" y="121920"/>
                </a:cubicBezTo>
                <a:lnTo>
                  <a:pt x="171450" y="142240"/>
                </a:lnTo>
                <a:cubicBezTo>
                  <a:pt x="171450" y="165100"/>
                  <a:pt x="153670" y="182880"/>
                  <a:pt x="130810" y="182880"/>
                </a:cubicBezTo>
                <a:cubicBezTo>
                  <a:pt x="107950" y="182880"/>
                  <a:pt x="90170" y="165100"/>
                  <a:pt x="90170" y="142240"/>
                </a:cubicBezTo>
                <a:lnTo>
                  <a:pt x="90170" y="1219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07" name="Полилиния: фигура 219">
            <a:extLst>
              <a:ext uri="{FF2B5EF4-FFF2-40B4-BE49-F238E27FC236}">
                <a16:creationId xmlns:a16="http://schemas.microsoft.com/office/drawing/2014/main" id="{2A60ACE7-C254-D1DC-927F-AF77C133E161}"/>
              </a:ext>
            </a:extLst>
          </p:cNvPr>
          <p:cNvSpPr/>
          <p:nvPr/>
        </p:nvSpPr>
        <p:spPr>
          <a:xfrm>
            <a:off x="3894182" y="5375196"/>
            <a:ext cx="223520" cy="223520"/>
          </a:xfrm>
          <a:custGeom>
            <a:avLst/>
            <a:gdLst>
              <a:gd name="connsiteX0" fmla="*/ 0 w 223520"/>
              <a:gd name="connsiteY0" fmla="*/ 20320 h 223520"/>
              <a:gd name="connsiteX1" fmla="*/ 20320 w 223520"/>
              <a:gd name="connsiteY1" fmla="*/ 0 h 223520"/>
              <a:gd name="connsiteX2" fmla="*/ 55880 w 223520"/>
              <a:gd name="connsiteY2" fmla="*/ 0 h 223520"/>
              <a:gd name="connsiteX3" fmla="*/ 60960 w 223520"/>
              <a:gd name="connsiteY3" fmla="*/ 5080 h 223520"/>
              <a:gd name="connsiteX4" fmla="*/ 60960 w 223520"/>
              <a:gd name="connsiteY4" fmla="*/ 60960 h 223520"/>
              <a:gd name="connsiteX5" fmla="*/ 5080 w 223520"/>
              <a:gd name="connsiteY5" fmla="*/ 60960 h 223520"/>
              <a:gd name="connsiteX6" fmla="*/ 0 w 223520"/>
              <a:gd name="connsiteY6" fmla="*/ 55880 h 223520"/>
              <a:gd name="connsiteX7" fmla="*/ 0 w 223520"/>
              <a:gd name="connsiteY7" fmla="*/ 20320 h 223520"/>
              <a:gd name="connsiteX8" fmla="*/ 162560 w 223520"/>
              <a:gd name="connsiteY8" fmla="*/ 60960 h 223520"/>
              <a:gd name="connsiteX9" fmla="*/ 60960 w 223520"/>
              <a:gd name="connsiteY9" fmla="*/ 60960 h 223520"/>
              <a:gd name="connsiteX10" fmla="*/ 60960 w 223520"/>
              <a:gd name="connsiteY10" fmla="*/ 96520 h 223520"/>
              <a:gd name="connsiteX11" fmla="*/ 35560 w 223520"/>
              <a:gd name="connsiteY11" fmla="*/ 96520 h 223520"/>
              <a:gd name="connsiteX12" fmla="*/ 30480 w 223520"/>
              <a:gd name="connsiteY12" fmla="*/ 101600 h 223520"/>
              <a:gd name="connsiteX13" fmla="*/ 30480 w 223520"/>
              <a:gd name="connsiteY13" fmla="*/ 121920 h 223520"/>
              <a:gd name="connsiteX14" fmla="*/ 35560 w 223520"/>
              <a:gd name="connsiteY14" fmla="*/ 127000 h 223520"/>
              <a:gd name="connsiteX15" fmla="*/ 60960 w 223520"/>
              <a:gd name="connsiteY15" fmla="*/ 127000 h 223520"/>
              <a:gd name="connsiteX16" fmla="*/ 60960 w 223520"/>
              <a:gd name="connsiteY16" fmla="*/ 162560 h 223520"/>
              <a:gd name="connsiteX17" fmla="*/ 5080 w 223520"/>
              <a:gd name="connsiteY17" fmla="*/ 162560 h 223520"/>
              <a:gd name="connsiteX18" fmla="*/ 0 w 223520"/>
              <a:gd name="connsiteY18" fmla="*/ 167640 h 223520"/>
              <a:gd name="connsiteX19" fmla="*/ 0 w 223520"/>
              <a:gd name="connsiteY19" fmla="*/ 203200 h 223520"/>
              <a:gd name="connsiteX20" fmla="*/ 20320 w 223520"/>
              <a:gd name="connsiteY20" fmla="*/ 223520 h 223520"/>
              <a:gd name="connsiteX21" fmla="*/ 55880 w 223520"/>
              <a:gd name="connsiteY21" fmla="*/ 223520 h 223520"/>
              <a:gd name="connsiteX22" fmla="*/ 60960 w 223520"/>
              <a:gd name="connsiteY22" fmla="*/ 218440 h 223520"/>
              <a:gd name="connsiteX23" fmla="*/ 60960 w 223520"/>
              <a:gd name="connsiteY23" fmla="*/ 162560 h 223520"/>
              <a:gd name="connsiteX24" fmla="*/ 162560 w 223520"/>
              <a:gd name="connsiteY24" fmla="*/ 162560 h 223520"/>
              <a:gd name="connsiteX25" fmla="*/ 162560 w 223520"/>
              <a:gd name="connsiteY25" fmla="*/ 218440 h 223520"/>
              <a:gd name="connsiteX26" fmla="*/ 167640 w 223520"/>
              <a:gd name="connsiteY26" fmla="*/ 223520 h 223520"/>
              <a:gd name="connsiteX27" fmla="*/ 203200 w 223520"/>
              <a:gd name="connsiteY27" fmla="*/ 223520 h 223520"/>
              <a:gd name="connsiteX28" fmla="*/ 223520 w 223520"/>
              <a:gd name="connsiteY28" fmla="*/ 203200 h 223520"/>
              <a:gd name="connsiteX29" fmla="*/ 223520 w 223520"/>
              <a:gd name="connsiteY29" fmla="*/ 167640 h 223520"/>
              <a:gd name="connsiteX30" fmla="*/ 218440 w 223520"/>
              <a:gd name="connsiteY30" fmla="*/ 162560 h 223520"/>
              <a:gd name="connsiteX31" fmla="*/ 162560 w 223520"/>
              <a:gd name="connsiteY31" fmla="*/ 162560 h 223520"/>
              <a:gd name="connsiteX32" fmla="*/ 162560 w 223520"/>
              <a:gd name="connsiteY32" fmla="*/ 60960 h 223520"/>
              <a:gd name="connsiteX33" fmla="*/ 162560 w 223520"/>
              <a:gd name="connsiteY33" fmla="*/ 60960 h 223520"/>
              <a:gd name="connsiteX34" fmla="*/ 218440 w 223520"/>
              <a:gd name="connsiteY34" fmla="*/ 60960 h 223520"/>
              <a:gd name="connsiteX35" fmla="*/ 223520 w 223520"/>
              <a:gd name="connsiteY35" fmla="*/ 55880 h 223520"/>
              <a:gd name="connsiteX36" fmla="*/ 223520 w 223520"/>
              <a:gd name="connsiteY36" fmla="*/ 20320 h 223520"/>
              <a:gd name="connsiteX37" fmla="*/ 203200 w 223520"/>
              <a:gd name="connsiteY37" fmla="*/ 0 h 223520"/>
              <a:gd name="connsiteX38" fmla="*/ 167640 w 223520"/>
              <a:gd name="connsiteY38" fmla="*/ 0 h 223520"/>
              <a:gd name="connsiteX39" fmla="*/ 162560 w 223520"/>
              <a:gd name="connsiteY39" fmla="*/ 5080 h 223520"/>
              <a:gd name="connsiteX40" fmla="*/ 162560 w 223520"/>
              <a:gd name="connsiteY40" fmla="*/ 60960 h 223520"/>
              <a:gd name="connsiteX41" fmla="*/ 60960 w 223520"/>
              <a:gd name="connsiteY41" fmla="*/ 127000 h 223520"/>
              <a:gd name="connsiteX42" fmla="*/ 121920 w 223520"/>
              <a:gd name="connsiteY42" fmla="*/ 127000 h 223520"/>
              <a:gd name="connsiteX43" fmla="*/ 127000 w 223520"/>
              <a:gd name="connsiteY43" fmla="*/ 121920 h 223520"/>
              <a:gd name="connsiteX44" fmla="*/ 127000 w 223520"/>
              <a:gd name="connsiteY44" fmla="*/ 101600 h 223520"/>
              <a:gd name="connsiteX45" fmla="*/ 121920 w 223520"/>
              <a:gd name="connsiteY45" fmla="*/ 96520 h 223520"/>
              <a:gd name="connsiteX46" fmla="*/ 60960 w 223520"/>
              <a:gd name="connsiteY46" fmla="*/ 96520 h 223520"/>
              <a:gd name="connsiteX47" fmla="*/ 60960 w 223520"/>
              <a:gd name="connsiteY47" fmla="*/ 127000 h 223520"/>
              <a:gd name="connsiteX48" fmla="*/ 101600 w 223520"/>
              <a:gd name="connsiteY48" fmla="*/ 0 h 223520"/>
              <a:gd name="connsiteX49" fmla="*/ 96520 w 223520"/>
              <a:gd name="connsiteY49" fmla="*/ 5080 h 223520"/>
              <a:gd name="connsiteX50" fmla="*/ 96520 w 223520"/>
              <a:gd name="connsiteY50" fmla="*/ 25400 h 223520"/>
              <a:gd name="connsiteX51" fmla="*/ 101600 w 223520"/>
              <a:gd name="connsiteY51" fmla="*/ 30480 h 223520"/>
              <a:gd name="connsiteX52" fmla="*/ 121920 w 223520"/>
              <a:gd name="connsiteY52" fmla="*/ 30480 h 223520"/>
              <a:gd name="connsiteX53" fmla="*/ 127000 w 223520"/>
              <a:gd name="connsiteY53" fmla="*/ 25400 h 223520"/>
              <a:gd name="connsiteX54" fmla="*/ 127000 w 223520"/>
              <a:gd name="connsiteY54" fmla="*/ 5080 h 223520"/>
              <a:gd name="connsiteX55" fmla="*/ 121920 w 223520"/>
              <a:gd name="connsiteY55" fmla="*/ 0 h 223520"/>
              <a:gd name="connsiteX56" fmla="*/ 101600 w 223520"/>
              <a:gd name="connsiteY56" fmla="*/ 0 h 223520"/>
              <a:gd name="connsiteX57" fmla="*/ 193040 w 223520"/>
              <a:gd name="connsiteY57" fmla="*/ 101600 h 223520"/>
              <a:gd name="connsiteX58" fmla="*/ 198120 w 223520"/>
              <a:gd name="connsiteY58" fmla="*/ 96520 h 223520"/>
              <a:gd name="connsiteX59" fmla="*/ 218440 w 223520"/>
              <a:gd name="connsiteY59" fmla="*/ 96520 h 223520"/>
              <a:gd name="connsiteX60" fmla="*/ 223520 w 223520"/>
              <a:gd name="connsiteY60" fmla="*/ 101600 h 223520"/>
              <a:gd name="connsiteX61" fmla="*/ 223520 w 223520"/>
              <a:gd name="connsiteY61" fmla="*/ 121920 h 223520"/>
              <a:gd name="connsiteX62" fmla="*/ 218440 w 223520"/>
              <a:gd name="connsiteY62" fmla="*/ 127000 h 223520"/>
              <a:gd name="connsiteX63" fmla="*/ 198120 w 223520"/>
              <a:gd name="connsiteY63" fmla="*/ 127000 h 223520"/>
              <a:gd name="connsiteX64" fmla="*/ 193040 w 223520"/>
              <a:gd name="connsiteY64" fmla="*/ 121920 h 223520"/>
              <a:gd name="connsiteX65" fmla="*/ 193040 w 223520"/>
              <a:gd name="connsiteY65" fmla="*/ 101600 h 223520"/>
              <a:gd name="connsiteX66" fmla="*/ 101600 w 223520"/>
              <a:gd name="connsiteY66" fmla="*/ 193040 h 223520"/>
              <a:gd name="connsiteX67" fmla="*/ 96520 w 223520"/>
              <a:gd name="connsiteY67" fmla="*/ 198120 h 223520"/>
              <a:gd name="connsiteX68" fmla="*/ 96520 w 223520"/>
              <a:gd name="connsiteY68" fmla="*/ 218440 h 223520"/>
              <a:gd name="connsiteX69" fmla="*/ 101600 w 223520"/>
              <a:gd name="connsiteY69" fmla="*/ 223520 h 223520"/>
              <a:gd name="connsiteX70" fmla="*/ 121920 w 223520"/>
              <a:gd name="connsiteY70" fmla="*/ 223520 h 223520"/>
              <a:gd name="connsiteX71" fmla="*/ 127000 w 223520"/>
              <a:gd name="connsiteY71" fmla="*/ 218440 h 223520"/>
              <a:gd name="connsiteX72" fmla="*/ 127000 w 223520"/>
              <a:gd name="connsiteY72" fmla="*/ 198120 h 223520"/>
              <a:gd name="connsiteX73" fmla="*/ 121920 w 223520"/>
              <a:gd name="connsiteY73" fmla="*/ 193040 h 223520"/>
              <a:gd name="connsiteX74" fmla="*/ 101600 w 223520"/>
              <a:gd name="connsiteY74" fmla="*/ 19304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</a:cxnLst>
            <a:rect l="l" t="t" r="r" b="b"/>
            <a:pathLst>
              <a:path w="223520" h="223520">
                <a:moveTo>
                  <a:pt x="0" y="20320"/>
                </a:moveTo>
                <a:cubicBezTo>
                  <a:pt x="0" y="8890"/>
                  <a:pt x="8890" y="0"/>
                  <a:pt x="20320" y="0"/>
                </a:cubicBezTo>
                <a:lnTo>
                  <a:pt x="55880" y="0"/>
                </a:lnTo>
                <a:cubicBezTo>
                  <a:pt x="58420" y="0"/>
                  <a:pt x="60960" y="2540"/>
                  <a:pt x="60960" y="5080"/>
                </a:cubicBezTo>
                <a:lnTo>
                  <a:pt x="60960" y="60960"/>
                </a:lnTo>
                <a:lnTo>
                  <a:pt x="5080" y="60960"/>
                </a:lnTo>
                <a:cubicBezTo>
                  <a:pt x="2540" y="60960"/>
                  <a:pt x="0" y="58420"/>
                  <a:pt x="0" y="55880"/>
                </a:cubicBezTo>
                <a:lnTo>
                  <a:pt x="0" y="20320"/>
                </a:lnTo>
                <a:close/>
                <a:moveTo>
                  <a:pt x="162560" y="60960"/>
                </a:moveTo>
                <a:lnTo>
                  <a:pt x="60960" y="60960"/>
                </a:lnTo>
                <a:lnTo>
                  <a:pt x="60960" y="96520"/>
                </a:lnTo>
                <a:lnTo>
                  <a:pt x="35560" y="96520"/>
                </a:lnTo>
                <a:cubicBezTo>
                  <a:pt x="33020" y="96520"/>
                  <a:pt x="30480" y="99060"/>
                  <a:pt x="30480" y="101600"/>
                </a:cubicBezTo>
                <a:lnTo>
                  <a:pt x="30480" y="121920"/>
                </a:lnTo>
                <a:cubicBezTo>
                  <a:pt x="30480" y="124460"/>
                  <a:pt x="33020" y="127000"/>
                  <a:pt x="35560" y="127000"/>
                </a:cubicBezTo>
                <a:lnTo>
                  <a:pt x="60960" y="127000"/>
                </a:lnTo>
                <a:lnTo>
                  <a:pt x="60960" y="162560"/>
                </a:lnTo>
                <a:lnTo>
                  <a:pt x="5080" y="162560"/>
                </a:lnTo>
                <a:cubicBezTo>
                  <a:pt x="2540" y="162560"/>
                  <a:pt x="0" y="165100"/>
                  <a:pt x="0" y="167640"/>
                </a:cubicBezTo>
                <a:lnTo>
                  <a:pt x="0" y="203200"/>
                </a:lnTo>
                <a:cubicBezTo>
                  <a:pt x="0" y="214630"/>
                  <a:pt x="8890" y="223520"/>
                  <a:pt x="20320" y="223520"/>
                </a:cubicBezTo>
                <a:lnTo>
                  <a:pt x="55880" y="223520"/>
                </a:lnTo>
                <a:cubicBezTo>
                  <a:pt x="58420" y="223520"/>
                  <a:pt x="60960" y="220980"/>
                  <a:pt x="60960" y="218440"/>
                </a:cubicBezTo>
                <a:lnTo>
                  <a:pt x="60960" y="162560"/>
                </a:lnTo>
                <a:lnTo>
                  <a:pt x="162560" y="162560"/>
                </a:lnTo>
                <a:lnTo>
                  <a:pt x="162560" y="218440"/>
                </a:lnTo>
                <a:cubicBezTo>
                  <a:pt x="162560" y="220980"/>
                  <a:pt x="165100" y="223520"/>
                  <a:pt x="167640" y="223520"/>
                </a:cubicBezTo>
                <a:lnTo>
                  <a:pt x="203200" y="223520"/>
                </a:lnTo>
                <a:cubicBezTo>
                  <a:pt x="214630" y="223520"/>
                  <a:pt x="223520" y="214630"/>
                  <a:pt x="223520" y="203200"/>
                </a:cubicBezTo>
                <a:lnTo>
                  <a:pt x="223520" y="167640"/>
                </a:lnTo>
                <a:cubicBezTo>
                  <a:pt x="223520" y="165100"/>
                  <a:pt x="220980" y="162560"/>
                  <a:pt x="218440" y="162560"/>
                </a:cubicBezTo>
                <a:lnTo>
                  <a:pt x="162560" y="162560"/>
                </a:lnTo>
                <a:lnTo>
                  <a:pt x="162560" y="60960"/>
                </a:lnTo>
                <a:close/>
                <a:moveTo>
                  <a:pt x="162560" y="60960"/>
                </a:moveTo>
                <a:lnTo>
                  <a:pt x="218440" y="60960"/>
                </a:lnTo>
                <a:cubicBezTo>
                  <a:pt x="220980" y="60960"/>
                  <a:pt x="223520" y="58420"/>
                  <a:pt x="223520" y="55880"/>
                </a:cubicBezTo>
                <a:lnTo>
                  <a:pt x="223520" y="20320"/>
                </a:lnTo>
                <a:cubicBezTo>
                  <a:pt x="223520" y="8890"/>
                  <a:pt x="214630" y="0"/>
                  <a:pt x="203200" y="0"/>
                </a:cubicBezTo>
                <a:lnTo>
                  <a:pt x="167640" y="0"/>
                </a:lnTo>
                <a:cubicBezTo>
                  <a:pt x="165100" y="0"/>
                  <a:pt x="162560" y="2540"/>
                  <a:pt x="162560" y="5080"/>
                </a:cubicBezTo>
                <a:lnTo>
                  <a:pt x="162560" y="60960"/>
                </a:lnTo>
                <a:close/>
                <a:moveTo>
                  <a:pt x="60960" y="127000"/>
                </a:moveTo>
                <a:lnTo>
                  <a:pt x="121920" y="127000"/>
                </a:lnTo>
                <a:cubicBezTo>
                  <a:pt x="124460" y="127000"/>
                  <a:pt x="127000" y="124460"/>
                  <a:pt x="127000" y="121920"/>
                </a:cubicBezTo>
                <a:lnTo>
                  <a:pt x="127000" y="101600"/>
                </a:lnTo>
                <a:cubicBezTo>
                  <a:pt x="127000" y="99060"/>
                  <a:pt x="124460" y="96520"/>
                  <a:pt x="121920" y="96520"/>
                </a:cubicBezTo>
                <a:lnTo>
                  <a:pt x="60960" y="96520"/>
                </a:lnTo>
                <a:lnTo>
                  <a:pt x="60960" y="127000"/>
                </a:lnTo>
                <a:close/>
                <a:moveTo>
                  <a:pt x="101600" y="0"/>
                </a:moveTo>
                <a:cubicBezTo>
                  <a:pt x="99060" y="0"/>
                  <a:pt x="96520" y="2540"/>
                  <a:pt x="96520" y="5080"/>
                </a:cubicBezTo>
                <a:lnTo>
                  <a:pt x="96520" y="25400"/>
                </a:lnTo>
                <a:cubicBezTo>
                  <a:pt x="96520" y="27940"/>
                  <a:pt x="99060" y="30480"/>
                  <a:pt x="101600" y="30480"/>
                </a:cubicBezTo>
                <a:lnTo>
                  <a:pt x="121920" y="30480"/>
                </a:lnTo>
                <a:cubicBezTo>
                  <a:pt x="124460" y="30480"/>
                  <a:pt x="127000" y="27940"/>
                  <a:pt x="127000" y="25400"/>
                </a:cubicBezTo>
                <a:lnTo>
                  <a:pt x="127000" y="5080"/>
                </a:lnTo>
                <a:cubicBezTo>
                  <a:pt x="127000" y="2540"/>
                  <a:pt x="124460" y="0"/>
                  <a:pt x="121920" y="0"/>
                </a:cubicBezTo>
                <a:lnTo>
                  <a:pt x="101600" y="0"/>
                </a:lnTo>
                <a:close/>
                <a:moveTo>
                  <a:pt x="193040" y="101600"/>
                </a:moveTo>
                <a:cubicBezTo>
                  <a:pt x="193040" y="99060"/>
                  <a:pt x="195580" y="96520"/>
                  <a:pt x="198120" y="96520"/>
                </a:cubicBezTo>
                <a:lnTo>
                  <a:pt x="218440" y="96520"/>
                </a:lnTo>
                <a:cubicBezTo>
                  <a:pt x="220980" y="96520"/>
                  <a:pt x="223520" y="99060"/>
                  <a:pt x="223520" y="101600"/>
                </a:cubicBezTo>
                <a:lnTo>
                  <a:pt x="223520" y="121920"/>
                </a:lnTo>
                <a:cubicBezTo>
                  <a:pt x="223520" y="124460"/>
                  <a:pt x="220980" y="127000"/>
                  <a:pt x="218440" y="127000"/>
                </a:cubicBezTo>
                <a:lnTo>
                  <a:pt x="198120" y="127000"/>
                </a:lnTo>
                <a:cubicBezTo>
                  <a:pt x="195580" y="127000"/>
                  <a:pt x="193040" y="124460"/>
                  <a:pt x="193040" y="121920"/>
                </a:cubicBezTo>
                <a:lnTo>
                  <a:pt x="193040" y="101600"/>
                </a:lnTo>
                <a:close/>
                <a:moveTo>
                  <a:pt x="101600" y="193040"/>
                </a:moveTo>
                <a:cubicBezTo>
                  <a:pt x="99060" y="193040"/>
                  <a:pt x="96520" y="195580"/>
                  <a:pt x="96520" y="198120"/>
                </a:cubicBezTo>
                <a:lnTo>
                  <a:pt x="96520" y="218440"/>
                </a:lnTo>
                <a:cubicBezTo>
                  <a:pt x="96520" y="220980"/>
                  <a:pt x="99060" y="223520"/>
                  <a:pt x="101600" y="223520"/>
                </a:cubicBezTo>
                <a:lnTo>
                  <a:pt x="121920" y="223520"/>
                </a:lnTo>
                <a:cubicBezTo>
                  <a:pt x="124460" y="223520"/>
                  <a:pt x="127000" y="220980"/>
                  <a:pt x="127000" y="218440"/>
                </a:cubicBezTo>
                <a:lnTo>
                  <a:pt x="127000" y="198120"/>
                </a:lnTo>
                <a:cubicBezTo>
                  <a:pt x="127000" y="195580"/>
                  <a:pt x="124460" y="193040"/>
                  <a:pt x="121920" y="193040"/>
                </a:cubicBezTo>
                <a:lnTo>
                  <a:pt x="101600" y="1930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08" name="Полилиния: фигура 223">
            <a:extLst>
              <a:ext uri="{FF2B5EF4-FFF2-40B4-BE49-F238E27FC236}">
                <a16:creationId xmlns:a16="http://schemas.microsoft.com/office/drawing/2014/main" id="{BCEFB5AA-A5B8-FC18-B5C5-70D31CC5C0C4}"/>
              </a:ext>
            </a:extLst>
          </p:cNvPr>
          <p:cNvSpPr/>
          <p:nvPr/>
        </p:nvSpPr>
        <p:spPr>
          <a:xfrm>
            <a:off x="2754991" y="5354877"/>
            <a:ext cx="264160" cy="264159"/>
          </a:xfrm>
          <a:custGeom>
            <a:avLst/>
            <a:gdLst>
              <a:gd name="connsiteX0" fmla="*/ 132080 w 264160"/>
              <a:gd name="connsiteY0" fmla="*/ 243840 h 264159"/>
              <a:gd name="connsiteX1" fmla="*/ 243840 w 264160"/>
              <a:gd name="connsiteY1" fmla="*/ 132080 h 264159"/>
              <a:gd name="connsiteX2" fmla="*/ 132080 w 264160"/>
              <a:gd name="connsiteY2" fmla="*/ 20320 h 264159"/>
              <a:gd name="connsiteX3" fmla="*/ 20320 w 264160"/>
              <a:gd name="connsiteY3" fmla="*/ 132080 h 264159"/>
              <a:gd name="connsiteX4" fmla="*/ 132080 w 264160"/>
              <a:gd name="connsiteY4" fmla="*/ 243840 h 264159"/>
              <a:gd name="connsiteX5" fmla="*/ 132080 w 264160"/>
              <a:gd name="connsiteY5" fmla="*/ 264160 h 264159"/>
              <a:gd name="connsiteX6" fmla="*/ 264160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132080 w 264160"/>
              <a:gd name="connsiteY9" fmla="*/ 264160 h 264159"/>
              <a:gd name="connsiteX10" fmla="*/ 101600 w 264160"/>
              <a:gd name="connsiteY10" fmla="*/ 81280 h 264159"/>
              <a:gd name="connsiteX11" fmla="*/ 111760 w 264160"/>
              <a:gd name="connsiteY11" fmla="*/ 91440 h 264159"/>
              <a:gd name="connsiteX12" fmla="*/ 111760 w 264160"/>
              <a:gd name="connsiteY12" fmla="*/ 172720 h 264159"/>
              <a:gd name="connsiteX13" fmla="*/ 101600 w 264160"/>
              <a:gd name="connsiteY13" fmla="*/ 182880 h 264159"/>
              <a:gd name="connsiteX14" fmla="*/ 91440 w 264160"/>
              <a:gd name="connsiteY14" fmla="*/ 172720 h 264159"/>
              <a:gd name="connsiteX15" fmla="*/ 91440 w 264160"/>
              <a:gd name="connsiteY15" fmla="*/ 91440 h 264159"/>
              <a:gd name="connsiteX16" fmla="*/ 101600 w 264160"/>
              <a:gd name="connsiteY16" fmla="*/ 81280 h 264159"/>
              <a:gd name="connsiteX17" fmla="*/ 172720 w 264160"/>
              <a:gd name="connsiteY17" fmla="*/ 91440 h 264159"/>
              <a:gd name="connsiteX18" fmla="*/ 162560 w 264160"/>
              <a:gd name="connsiteY18" fmla="*/ 81280 h 264159"/>
              <a:gd name="connsiteX19" fmla="*/ 152400 w 264160"/>
              <a:gd name="connsiteY19" fmla="*/ 91440 h 264159"/>
              <a:gd name="connsiteX20" fmla="*/ 152400 w 264160"/>
              <a:gd name="connsiteY20" fmla="*/ 172720 h 264159"/>
              <a:gd name="connsiteX21" fmla="*/ 162560 w 264160"/>
              <a:gd name="connsiteY21" fmla="*/ 182880 h 264159"/>
              <a:gd name="connsiteX22" fmla="*/ 172720 w 264160"/>
              <a:gd name="connsiteY22" fmla="*/ 172720 h 264159"/>
              <a:gd name="connsiteX23" fmla="*/ 172720 w 264160"/>
              <a:gd name="connsiteY23" fmla="*/ 9144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64160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3040"/>
                  <a:pt x="6985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969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4470"/>
                  <a:pt x="59690" y="264160"/>
                  <a:pt x="132080" y="264160"/>
                </a:cubicBezTo>
                <a:close/>
                <a:moveTo>
                  <a:pt x="101600" y="81280"/>
                </a:moveTo>
                <a:cubicBezTo>
                  <a:pt x="106680" y="81280"/>
                  <a:pt x="111760" y="86360"/>
                  <a:pt x="111760" y="91440"/>
                </a:cubicBezTo>
                <a:lnTo>
                  <a:pt x="111760" y="172720"/>
                </a:lnTo>
                <a:cubicBezTo>
                  <a:pt x="111760" y="177800"/>
                  <a:pt x="106680" y="182880"/>
                  <a:pt x="101600" y="182880"/>
                </a:cubicBezTo>
                <a:cubicBezTo>
                  <a:pt x="96520" y="182880"/>
                  <a:pt x="91440" y="177800"/>
                  <a:pt x="91440" y="172720"/>
                </a:cubicBezTo>
                <a:lnTo>
                  <a:pt x="91440" y="91440"/>
                </a:lnTo>
                <a:cubicBezTo>
                  <a:pt x="91440" y="85090"/>
                  <a:pt x="96520" y="81280"/>
                  <a:pt x="101600" y="81280"/>
                </a:cubicBezTo>
                <a:close/>
                <a:moveTo>
                  <a:pt x="172720" y="91440"/>
                </a:moveTo>
                <a:cubicBezTo>
                  <a:pt x="172720" y="86360"/>
                  <a:pt x="167640" y="81280"/>
                  <a:pt x="162560" y="81280"/>
                </a:cubicBezTo>
                <a:cubicBezTo>
                  <a:pt x="157480" y="81280"/>
                  <a:pt x="152400" y="86360"/>
                  <a:pt x="152400" y="91440"/>
                </a:cubicBezTo>
                <a:lnTo>
                  <a:pt x="152400" y="172720"/>
                </a:lnTo>
                <a:cubicBezTo>
                  <a:pt x="152400" y="177800"/>
                  <a:pt x="157480" y="182880"/>
                  <a:pt x="162560" y="182880"/>
                </a:cubicBezTo>
                <a:cubicBezTo>
                  <a:pt x="167640" y="182880"/>
                  <a:pt x="172720" y="177800"/>
                  <a:pt x="172720" y="172720"/>
                </a:cubicBezTo>
                <a:lnTo>
                  <a:pt x="172720" y="914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09" name="Полилиния: фигура 225">
            <a:extLst>
              <a:ext uri="{FF2B5EF4-FFF2-40B4-BE49-F238E27FC236}">
                <a16:creationId xmlns:a16="http://schemas.microsoft.com/office/drawing/2014/main" id="{0E537BFA-78F2-24F7-F935-7C31CE54D175}"/>
              </a:ext>
            </a:extLst>
          </p:cNvPr>
          <p:cNvSpPr/>
          <p:nvPr/>
        </p:nvSpPr>
        <p:spPr>
          <a:xfrm>
            <a:off x="4433932" y="5349796"/>
            <a:ext cx="262889" cy="273050"/>
          </a:xfrm>
          <a:custGeom>
            <a:avLst/>
            <a:gdLst>
              <a:gd name="connsiteX0" fmla="*/ 171450 w 262889"/>
              <a:gd name="connsiteY0" fmla="*/ 0 h 273050"/>
              <a:gd name="connsiteX1" fmla="*/ 181610 w 262889"/>
              <a:gd name="connsiteY1" fmla="*/ 10160 h 273050"/>
              <a:gd name="connsiteX2" fmla="*/ 181610 w 262889"/>
              <a:gd name="connsiteY2" fmla="*/ 20320 h 273050"/>
              <a:gd name="connsiteX3" fmla="*/ 191770 w 262889"/>
              <a:gd name="connsiteY3" fmla="*/ 20320 h 273050"/>
              <a:gd name="connsiteX4" fmla="*/ 201930 w 262889"/>
              <a:gd name="connsiteY4" fmla="*/ 30480 h 273050"/>
              <a:gd name="connsiteX5" fmla="*/ 191770 w 262889"/>
              <a:gd name="connsiteY5" fmla="*/ 40640 h 273050"/>
              <a:gd name="connsiteX6" fmla="*/ 181610 w 262889"/>
              <a:gd name="connsiteY6" fmla="*/ 40640 h 273050"/>
              <a:gd name="connsiteX7" fmla="*/ 181610 w 262889"/>
              <a:gd name="connsiteY7" fmla="*/ 50800 h 273050"/>
              <a:gd name="connsiteX8" fmla="*/ 171450 w 262889"/>
              <a:gd name="connsiteY8" fmla="*/ 60960 h 273050"/>
              <a:gd name="connsiteX9" fmla="*/ 161290 w 262889"/>
              <a:gd name="connsiteY9" fmla="*/ 50800 h 273050"/>
              <a:gd name="connsiteX10" fmla="*/ 161290 w 262889"/>
              <a:gd name="connsiteY10" fmla="*/ 40640 h 273050"/>
              <a:gd name="connsiteX11" fmla="*/ 151130 w 262889"/>
              <a:gd name="connsiteY11" fmla="*/ 40640 h 273050"/>
              <a:gd name="connsiteX12" fmla="*/ 140970 w 262889"/>
              <a:gd name="connsiteY12" fmla="*/ 30480 h 273050"/>
              <a:gd name="connsiteX13" fmla="*/ 151130 w 262889"/>
              <a:gd name="connsiteY13" fmla="*/ 20320 h 273050"/>
              <a:gd name="connsiteX14" fmla="*/ 161290 w 262889"/>
              <a:gd name="connsiteY14" fmla="*/ 20320 h 273050"/>
              <a:gd name="connsiteX15" fmla="*/ 161290 w 262889"/>
              <a:gd name="connsiteY15" fmla="*/ 10160 h 273050"/>
              <a:gd name="connsiteX16" fmla="*/ 171450 w 262889"/>
              <a:gd name="connsiteY16" fmla="*/ 0 h 273050"/>
              <a:gd name="connsiteX17" fmla="*/ 232410 w 262889"/>
              <a:gd name="connsiteY17" fmla="*/ 81280 h 273050"/>
              <a:gd name="connsiteX18" fmla="*/ 242570 w 262889"/>
              <a:gd name="connsiteY18" fmla="*/ 91440 h 273050"/>
              <a:gd name="connsiteX19" fmla="*/ 242570 w 262889"/>
              <a:gd name="connsiteY19" fmla="*/ 101600 h 273050"/>
              <a:gd name="connsiteX20" fmla="*/ 252730 w 262889"/>
              <a:gd name="connsiteY20" fmla="*/ 101600 h 273050"/>
              <a:gd name="connsiteX21" fmla="*/ 262890 w 262889"/>
              <a:gd name="connsiteY21" fmla="*/ 111760 h 273050"/>
              <a:gd name="connsiteX22" fmla="*/ 252730 w 262889"/>
              <a:gd name="connsiteY22" fmla="*/ 121920 h 273050"/>
              <a:gd name="connsiteX23" fmla="*/ 242570 w 262889"/>
              <a:gd name="connsiteY23" fmla="*/ 121920 h 273050"/>
              <a:gd name="connsiteX24" fmla="*/ 242570 w 262889"/>
              <a:gd name="connsiteY24" fmla="*/ 132080 h 273050"/>
              <a:gd name="connsiteX25" fmla="*/ 232410 w 262889"/>
              <a:gd name="connsiteY25" fmla="*/ 142240 h 273050"/>
              <a:gd name="connsiteX26" fmla="*/ 222250 w 262889"/>
              <a:gd name="connsiteY26" fmla="*/ 132080 h 273050"/>
              <a:gd name="connsiteX27" fmla="*/ 222250 w 262889"/>
              <a:gd name="connsiteY27" fmla="*/ 121920 h 273050"/>
              <a:gd name="connsiteX28" fmla="*/ 212090 w 262889"/>
              <a:gd name="connsiteY28" fmla="*/ 121920 h 273050"/>
              <a:gd name="connsiteX29" fmla="*/ 201930 w 262889"/>
              <a:gd name="connsiteY29" fmla="*/ 111760 h 273050"/>
              <a:gd name="connsiteX30" fmla="*/ 212090 w 262889"/>
              <a:gd name="connsiteY30" fmla="*/ 101600 h 273050"/>
              <a:gd name="connsiteX31" fmla="*/ 222250 w 262889"/>
              <a:gd name="connsiteY31" fmla="*/ 101600 h 273050"/>
              <a:gd name="connsiteX32" fmla="*/ 222250 w 262889"/>
              <a:gd name="connsiteY32" fmla="*/ 91440 h 273050"/>
              <a:gd name="connsiteX33" fmla="*/ 232410 w 262889"/>
              <a:gd name="connsiteY33" fmla="*/ 81280 h 273050"/>
              <a:gd name="connsiteX34" fmla="*/ 95250 w 262889"/>
              <a:gd name="connsiteY34" fmla="*/ 50800 h 273050"/>
              <a:gd name="connsiteX35" fmla="*/ 81280 w 262889"/>
              <a:gd name="connsiteY35" fmla="*/ 36830 h 273050"/>
              <a:gd name="connsiteX36" fmla="*/ 0 w 262889"/>
              <a:gd name="connsiteY36" fmla="*/ 151130 h 273050"/>
              <a:gd name="connsiteX37" fmla="*/ 121920 w 262889"/>
              <a:gd name="connsiteY37" fmla="*/ 273050 h 273050"/>
              <a:gd name="connsiteX38" fmla="*/ 236220 w 262889"/>
              <a:gd name="connsiteY38" fmla="*/ 191770 h 273050"/>
              <a:gd name="connsiteX39" fmla="*/ 222250 w 262889"/>
              <a:gd name="connsiteY39" fmla="*/ 177800 h 273050"/>
              <a:gd name="connsiteX40" fmla="*/ 191770 w 262889"/>
              <a:gd name="connsiteY40" fmla="*/ 182880 h 273050"/>
              <a:gd name="connsiteX41" fmla="*/ 90170 w 262889"/>
              <a:gd name="connsiteY41" fmla="*/ 81280 h 273050"/>
              <a:gd name="connsiteX42" fmla="*/ 95250 w 262889"/>
              <a:gd name="connsiteY42" fmla="*/ 50800 h 273050"/>
              <a:gd name="connsiteX43" fmla="*/ 20320 w 262889"/>
              <a:gd name="connsiteY43" fmla="*/ 152400 h 273050"/>
              <a:gd name="connsiteX44" fmla="*/ 72390 w 262889"/>
              <a:gd name="connsiteY44" fmla="*/ 63500 h 273050"/>
              <a:gd name="connsiteX45" fmla="*/ 71120 w 262889"/>
              <a:gd name="connsiteY45" fmla="*/ 81280 h 273050"/>
              <a:gd name="connsiteX46" fmla="*/ 193040 w 262889"/>
              <a:gd name="connsiteY46" fmla="*/ 203200 h 273050"/>
              <a:gd name="connsiteX47" fmla="*/ 210820 w 262889"/>
              <a:gd name="connsiteY47" fmla="*/ 201930 h 273050"/>
              <a:gd name="connsiteX48" fmla="*/ 121920 w 262889"/>
              <a:gd name="connsiteY48" fmla="*/ 254000 h 273050"/>
              <a:gd name="connsiteX49" fmla="*/ 20320 w 262889"/>
              <a:gd name="connsiteY49" fmla="*/ 152400 h 273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62889" h="273050">
                <a:moveTo>
                  <a:pt x="171450" y="0"/>
                </a:moveTo>
                <a:cubicBezTo>
                  <a:pt x="176530" y="0"/>
                  <a:pt x="181610" y="5080"/>
                  <a:pt x="181610" y="10160"/>
                </a:cubicBezTo>
                <a:lnTo>
                  <a:pt x="181610" y="20320"/>
                </a:lnTo>
                <a:lnTo>
                  <a:pt x="191770" y="20320"/>
                </a:lnTo>
                <a:cubicBezTo>
                  <a:pt x="196850" y="20320"/>
                  <a:pt x="201930" y="25400"/>
                  <a:pt x="201930" y="30480"/>
                </a:cubicBezTo>
                <a:cubicBezTo>
                  <a:pt x="201930" y="35560"/>
                  <a:pt x="196850" y="40640"/>
                  <a:pt x="191770" y="40640"/>
                </a:cubicBezTo>
                <a:lnTo>
                  <a:pt x="181610" y="40640"/>
                </a:lnTo>
                <a:lnTo>
                  <a:pt x="181610" y="50800"/>
                </a:lnTo>
                <a:cubicBezTo>
                  <a:pt x="181610" y="55880"/>
                  <a:pt x="176530" y="60960"/>
                  <a:pt x="171450" y="60960"/>
                </a:cubicBezTo>
                <a:cubicBezTo>
                  <a:pt x="166370" y="60960"/>
                  <a:pt x="161290" y="55880"/>
                  <a:pt x="161290" y="50800"/>
                </a:cubicBezTo>
                <a:lnTo>
                  <a:pt x="161290" y="40640"/>
                </a:lnTo>
                <a:lnTo>
                  <a:pt x="151130" y="40640"/>
                </a:lnTo>
                <a:cubicBezTo>
                  <a:pt x="146050" y="40640"/>
                  <a:pt x="140970" y="35560"/>
                  <a:pt x="140970" y="30480"/>
                </a:cubicBezTo>
                <a:cubicBezTo>
                  <a:pt x="140970" y="25400"/>
                  <a:pt x="146050" y="20320"/>
                  <a:pt x="151130" y="20320"/>
                </a:cubicBezTo>
                <a:lnTo>
                  <a:pt x="161290" y="20320"/>
                </a:lnTo>
                <a:lnTo>
                  <a:pt x="161290" y="10160"/>
                </a:lnTo>
                <a:cubicBezTo>
                  <a:pt x="161290" y="3810"/>
                  <a:pt x="166370" y="0"/>
                  <a:pt x="171450" y="0"/>
                </a:cubicBezTo>
                <a:close/>
                <a:moveTo>
                  <a:pt x="232410" y="81280"/>
                </a:moveTo>
                <a:cubicBezTo>
                  <a:pt x="237490" y="81280"/>
                  <a:pt x="242570" y="86360"/>
                  <a:pt x="242570" y="91440"/>
                </a:cubicBezTo>
                <a:lnTo>
                  <a:pt x="242570" y="101600"/>
                </a:lnTo>
                <a:lnTo>
                  <a:pt x="252730" y="101600"/>
                </a:lnTo>
                <a:cubicBezTo>
                  <a:pt x="257810" y="101600"/>
                  <a:pt x="262890" y="106680"/>
                  <a:pt x="262890" y="111760"/>
                </a:cubicBezTo>
                <a:cubicBezTo>
                  <a:pt x="262890" y="116840"/>
                  <a:pt x="257810" y="121920"/>
                  <a:pt x="252730" y="121920"/>
                </a:cubicBezTo>
                <a:lnTo>
                  <a:pt x="242570" y="121920"/>
                </a:lnTo>
                <a:lnTo>
                  <a:pt x="242570" y="132080"/>
                </a:lnTo>
                <a:cubicBezTo>
                  <a:pt x="242570" y="137160"/>
                  <a:pt x="237490" y="142240"/>
                  <a:pt x="232410" y="142240"/>
                </a:cubicBezTo>
                <a:cubicBezTo>
                  <a:pt x="227330" y="142240"/>
                  <a:pt x="222250" y="137160"/>
                  <a:pt x="222250" y="132080"/>
                </a:cubicBezTo>
                <a:lnTo>
                  <a:pt x="222250" y="121920"/>
                </a:lnTo>
                <a:lnTo>
                  <a:pt x="212090" y="121920"/>
                </a:lnTo>
                <a:cubicBezTo>
                  <a:pt x="207010" y="121920"/>
                  <a:pt x="201930" y="116840"/>
                  <a:pt x="201930" y="111760"/>
                </a:cubicBezTo>
                <a:cubicBezTo>
                  <a:pt x="201930" y="106680"/>
                  <a:pt x="207010" y="101600"/>
                  <a:pt x="212090" y="101600"/>
                </a:cubicBezTo>
                <a:lnTo>
                  <a:pt x="222250" y="101600"/>
                </a:lnTo>
                <a:lnTo>
                  <a:pt x="222250" y="91440"/>
                </a:lnTo>
                <a:cubicBezTo>
                  <a:pt x="222250" y="85090"/>
                  <a:pt x="227330" y="81280"/>
                  <a:pt x="232410" y="81280"/>
                </a:cubicBezTo>
                <a:close/>
                <a:moveTo>
                  <a:pt x="95250" y="50800"/>
                </a:moveTo>
                <a:cubicBezTo>
                  <a:pt x="97790" y="41910"/>
                  <a:pt x="90170" y="34290"/>
                  <a:pt x="81280" y="36830"/>
                </a:cubicBezTo>
                <a:cubicBezTo>
                  <a:pt x="34290" y="53340"/>
                  <a:pt x="0" y="99060"/>
                  <a:pt x="0" y="151130"/>
                </a:cubicBezTo>
                <a:cubicBezTo>
                  <a:pt x="0" y="218440"/>
                  <a:pt x="54610" y="273050"/>
                  <a:pt x="121920" y="273050"/>
                </a:cubicBezTo>
                <a:cubicBezTo>
                  <a:pt x="175260" y="273050"/>
                  <a:pt x="219710" y="238760"/>
                  <a:pt x="236220" y="191770"/>
                </a:cubicBezTo>
                <a:cubicBezTo>
                  <a:pt x="238760" y="182880"/>
                  <a:pt x="231140" y="175260"/>
                  <a:pt x="222250" y="177800"/>
                </a:cubicBezTo>
                <a:cubicBezTo>
                  <a:pt x="213360" y="180340"/>
                  <a:pt x="203200" y="182880"/>
                  <a:pt x="191770" y="182880"/>
                </a:cubicBezTo>
                <a:cubicBezTo>
                  <a:pt x="135890" y="182880"/>
                  <a:pt x="90170" y="137160"/>
                  <a:pt x="90170" y="81280"/>
                </a:cubicBezTo>
                <a:cubicBezTo>
                  <a:pt x="90170" y="71120"/>
                  <a:pt x="92710" y="60960"/>
                  <a:pt x="95250" y="50800"/>
                </a:cubicBezTo>
                <a:close/>
                <a:moveTo>
                  <a:pt x="20320" y="152400"/>
                </a:moveTo>
                <a:cubicBezTo>
                  <a:pt x="20320" y="114300"/>
                  <a:pt x="40640" y="81280"/>
                  <a:pt x="72390" y="63500"/>
                </a:cubicBezTo>
                <a:cubicBezTo>
                  <a:pt x="71120" y="69850"/>
                  <a:pt x="71120" y="74930"/>
                  <a:pt x="71120" y="81280"/>
                </a:cubicBezTo>
                <a:cubicBezTo>
                  <a:pt x="71120" y="148590"/>
                  <a:pt x="125730" y="203200"/>
                  <a:pt x="193040" y="203200"/>
                </a:cubicBezTo>
                <a:cubicBezTo>
                  <a:pt x="199390" y="203200"/>
                  <a:pt x="204470" y="203200"/>
                  <a:pt x="210820" y="201930"/>
                </a:cubicBezTo>
                <a:cubicBezTo>
                  <a:pt x="193040" y="232410"/>
                  <a:pt x="160020" y="254000"/>
                  <a:pt x="121920" y="254000"/>
                </a:cubicBezTo>
                <a:cubicBezTo>
                  <a:pt x="64770" y="254000"/>
                  <a:pt x="20320" y="208280"/>
                  <a:pt x="20320" y="1524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0" name="Полилиния: фигура 231">
            <a:extLst>
              <a:ext uri="{FF2B5EF4-FFF2-40B4-BE49-F238E27FC236}">
                <a16:creationId xmlns:a16="http://schemas.microsoft.com/office/drawing/2014/main" id="{7A7D050D-FBFA-D2CD-F710-FE5FA1B95854}"/>
              </a:ext>
            </a:extLst>
          </p:cNvPr>
          <p:cNvSpPr/>
          <p:nvPr/>
        </p:nvSpPr>
        <p:spPr>
          <a:xfrm>
            <a:off x="10057492" y="5375196"/>
            <a:ext cx="203200" cy="223520"/>
          </a:xfrm>
          <a:custGeom>
            <a:avLst/>
            <a:gdLst>
              <a:gd name="connsiteX0" fmla="*/ 20320 w 203200"/>
              <a:gd name="connsiteY0" fmla="*/ 182880 h 223520"/>
              <a:gd name="connsiteX1" fmla="*/ 20320 w 203200"/>
              <a:gd name="connsiteY1" fmla="*/ 20320 h 223520"/>
              <a:gd name="connsiteX2" fmla="*/ 182880 w 203200"/>
              <a:gd name="connsiteY2" fmla="*/ 20320 h 223520"/>
              <a:gd name="connsiteX3" fmla="*/ 182880 w 203200"/>
              <a:gd name="connsiteY3" fmla="*/ 182880 h 223520"/>
              <a:gd name="connsiteX4" fmla="*/ 20320 w 203200"/>
              <a:gd name="connsiteY4" fmla="*/ 182880 h 223520"/>
              <a:gd name="connsiteX5" fmla="*/ 0 w 203200"/>
              <a:gd name="connsiteY5" fmla="*/ 10160 h 223520"/>
              <a:gd name="connsiteX6" fmla="*/ 10160 w 203200"/>
              <a:gd name="connsiteY6" fmla="*/ 0 h 223520"/>
              <a:gd name="connsiteX7" fmla="*/ 193039 w 203200"/>
              <a:gd name="connsiteY7" fmla="*/ 0 h 223520"/>
              <a:gd name="connsiteX8" fmla="*/ 203200 w 203200"/>
              <a:gd name="connsiteY8" fmla="*/ 10160 h 223520"/>
              <a:gd name="connsiteX9" fmla="*/ 203200 w 203200"/>
              <a:gd name="connsiteY9" fmla="*/ 193040 h 223520"/>
              <a:gd name="connsiteX10" fmla="*/ 193039 w 203200"/>
              <a:gd name="connsiteY10" fmla="*/ 203200 h 223520"/>
              <a:gd name="connsiteX11" fmla="*/ 182880 w 203200"/>
              <a:gd name="connsiteY11" fmla="*/ 203200 h 223520"/>
              <a:gd name="connsiteX12" fmla="*/ 182880 w 203200"/>
              <a:gd name="connsiteY12" fmla="*/ 213360 h 223520"/>
              <a:gd name="connsiteX13" fmla="*/ 172720 w 203200"/>
              <a:gd name="connsiteY13" fmla="*/ 223520 h 223520"/>
              <a:gd name="connsiteX14" fmla="*/ 162560 w 203200"/>
              <a:gd name="connsiteY14" fmla="*/ 213360 h 223520"/>
              <a:gd name="connsiteX15" fmla="*/ 162560 w 203200"/>
              <a:gd name="connsiteY15" fmla="*/ 203200 h 223520"/>
              <a:gd name="connsiteX16" fmla="*/ 40639 w 203200"/>
              <a:gd name="connsiteY16" fmla="*/ 203200 h 223520"/>
              <a:gd name="connsiteX17" fmla="*/ 40639 w 203200"/>
              <a:gd name="connsiteY17" fmla="*/ 213360 h 223520"/>
              <a:gd name="connsiteX18" fmla="*/ 30480 w 203200"/>
              <a:gd name="connsiteY18" fmla="*/ 223520 h 223520"/>
              <a:gd name="connsiteX19" fmla="*/ 20320 w 203200"/>
              <a:gd name="connsiteY19" fmla="*/ 213360 h 223520"/>
              <a:gd name="connsiteX20" fmla="*/ 20320 w 203200"/>
              <a:gd name="connsiteY20" fmla="*/ 203200 h 223520"/>
              <a:gd name="connsiteX21" fmla="*/ 10160 w 203200"/>
              <a:gd name="connsiteY21" fmla="*/ 203200 h 223520"/>
              <a:gd name="connsiteX22" fmla="*/ 0 w 203200"/>
              <a:gd name="connsiteY22" fmla="*/ 193040 h 223520"/>
              <a:gd name="connsiteX23" fmla="*/ 0 w 203200"/>
              <a:gd name="connsiteY23" fmla="*/ 10160 h 223520"/>
              <a:gd name="connsiteX24" fmla="*/ 121920 w 203200"/>
              <a:gd name="connsiteY24" fmla="*/ 101600 h 223520"/>
              <a:gd name="connsiteX25" fmla="*/ 101600 w 203200"/>
              <a:gd name="connsiteY25" fmla="*/ 121920 h 223520"/>
              <a:gd name="connsiteX26" fmla="*/ 81280 w 203200"/>
              <a:gd name="connsiteY26" fmla="*/ 101600 h 223520"/>
              <a:gd name="connsiteX27" fmla="*/ 101600 w 203200"/>
              <a:gd name="connsiteY27" fmla="*/ 81280 h 223520"/>
              <a:gd name="connsiteX28" fmla="*/ 121920 w 203200"/>
              <a:gd name="connsiteY28" fmla="*/ 101600 h 223520"/>
              <a:gd name="connsiteX29" fmla="*/ 142239 w 203200"/>
              <a:gd name="connsiteY29" fmla="*/ 101600 h 223520"/>
              <a:gd name="connsiteX30" fmla="*/ 101600 w 203200"/>
              <a:gd name="connsiteY30" fmla="*/ 142240 h 223520"/>
              <a:gd name="connsiteX31" fmla="*/ 60960 w 203200"/>
              <a:gd name="connsiteY31" fmla="*/ 101600 h 223520"/>
              <a:gd name="connsiteX32" fmla="*/ 101600 w 203200"/>
              <a:gd name="connsiteY32" fmla="*/ 60960 h 223520"/>
              <a:gd name="connsiteX33" fmla="*/ 142239 w 203200"/>
              <a:gd name="connsiteY33" fmla="*/ 1016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03200" h="223520">
                <a:moveTo>
                  <a:pt x="20320" y="182880"/>
                </a:moveTo>
                <a:lnTo>
                  <a:pt x="20320" y="20320"/>
                </a:lnTo>
                <a:lnTo>
                  <a:pt x="182880" y="20320"/>
                </a:lnTo>
                <a:lnTo>
                  <a:pt x="182880" y="182880"/>
                </a:lnTo>
                <a:lnTo>
                  <a:pt x="20320" y="182880"/>
                </a:ln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93039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193040"/>
                </a:lnTo>
                <a:cubicBezTo>
                  <a:pt x="203200" y="198120"/>
                  <a:pt x="198120" y="203200"/>
                  <a:pt x="193039" y="203200"/>
                </a:cubicBezTo>
                <a:lnTo>
                  <a:pt x="182880" y="203200"/>
                </a:lnTo>
                <a:lnTo>
                  <a:pt x="182880" y="213360"/>
                </a:lnTo>
                <a:cubicBezTo>
                  <a:pt x="182880" y="218440"/>
                  <a:pt x="177800" y="223520"/>
                  <a:pt x="172720" y="223520"/>
                </a:cubicBezTo>
                <a:cubicBezTo>
                  <a:pt x="167639" y="223520"/>
                  <a:pt x="162560" y="218440"/>
                  <a:pt x="162560" y="213360"/>
                </a:cubicBezTo>
                <a:lnTo>
                  <a:pt x="162560" y="203200"/>
                </a:lnTo>
                <a:lnTo>
                  <a:pt x="40639" y="203200"/>
                </a:lnTo>
                <a:lnTo>
                  <a:pt x="40639" y="213360"/>
                </a:lnTo>
                <a:cubicBezTo>
                  <a:pt x="40639" y="218440"/>
                  <a:pt x="35560" y="223520"/>
                  <a:pt x="30480" y="223520"/>
                </a:cubicBezTo>
                <a:cubicBezTo>
                  <a:pt x="25400" y="223520"/>
                  <a:pt x="20320" y="218440"/>
                  <a:pt x="20320" y="213360"/>
                </a:cubicBezTo>
                <a:lnTo>
                  <a:pt x="20320" y="203200"/>
                </a:lnTo>
                <a:lnTo>
                  <a:pt x="10160" y="203200"/>
                </a:lnTo>
                <a:cubicBezTo>
                  <a:pt x="5080" y="203200"/>
                  <a:pt x="0" y="198120"/>
                  <a:pt x="0" y="193040"/>
                </a:cubicBezTo>
                <a:lnTo>
                  <a:pt x="0" y="10160"/>
                </a:lnTo>
                <a:close/>
                <a:moveTo>
                  <a:pt x="121920" y="101600"/>
                </a:moveTo>
                <a:cubicBezTo>
                  <a:pt x="121920" y="113030"/>
                  <a:pt x="113030" y="121920"/>
                  <a:pt x="101600" y="121920"/>
                </a:cubicBezTo>
                <a:cubicBezTo>
                  <a:pt x="90170" y="121920"/>
                  <a:pt x="81280" y="113030"/>
                  <a:pt x="81280" y="101600"/>
                </a:cubicBezTo>
                <a:cubicBezTo>
                  <a:pt x="81280" y="90170"/>
                  <a:pt x="90170" y="81280"/>
                  <a:pt x="101600" y="81280"/>
                </a:cubicBezTo>
                <a:cubicBezTo>
                  <a:pt x="113030" y="81280"/>
                  <a:pt x="121920" y="90170"/>
                  <a:pt x="121920" y="101600"/>
                </a:cubicBezTo>
                <a:close/>
                <a:moveTo>
                  <a:pt x="142239" y="101600"/>
                </a:moveTo>
                <a:cubicBezTo>
                  <a:pt x="142239" y="124460"/>
                  <a:pt x="124460" y="142240"/>
                  <a:pt x="101600" y="142240"/>
                </a:cubicBezTo>
                <a:cubicBezTo>
                  <a:pt x="78739" y="142240"/>
                  <a:pt x="60960" y="124460"/>
                  <a:pt x="60960" y="101600"/>
                </a:cubicBezTo>
                <a:cubicBezTo>
                  <a:pt x="60960" y="78740"/>
                  <a:pt x="78739" y="60960"/>
                  <a:pt x="101600" y="60960"/>
                </a:cubicBezTo>
                <a:cubicBezTo>
                  <a:pt x="124460" y="60960"/>
                  <a:pt x="142239" y="78740"/>
                  <a:pt x="142239" y="1016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1" name="Полилиния: фигура 235">
            <a:extLst>
              <a:ext uri="{FF2B5EF4-FFF2-40B4-BE49-F238E27FC236}">
                <a16:creationId xmlns:a16="http://schemas.microsoft.com/office/drawing/2014/main" id="{BB996937-78AE-1138-94A2-2D2E48F389E5}"/>
              </a:ext>
            </a:extLst>
          </p:cNvPr>
          <p:cNvSpPr/>
          <p:nvPr/>
        </p:nvSpPr>
        <p:spPr>
          <a:xfrm>
            <a:off x="2174601" y="5370116"/>
            <a:ext cx="302260" cy="232410"/>
          </a:xfrm>
          <a:custGeom>
            <a:avLst/>
            <a:gdLst>
              <a:gd name="connsiteX0" fmla="*/ 223520 w 302260"/>
              <a:gd name="connsiteY0" fmla="*/ 10160 h 232410"/>
              <a:gd name="connsiteX1" fmla="*/ 213360 w 302260"/>
              <a:gd name="connsiteY1" fmla="*/ 0 h 232410"/>
              <a:gd name="connsiteX2" fmla="*/ 203200 w 302260"/>
              <a:gd name="connsiteY2" fmla="*/ 10160 h 232410"/>
              <a:gd name="connsiteX3" fmla="*/ 203200 w 302260"/>
              <a:gd name="connsiteY3" fmla="*/ 16510 h 232410"/>
              <a:gd name="connsiteX4" fmla="*/ 187960 w 302260"/>
              <a:gd name="connsiteY4" fmla="*/ 35560 h 232410"/>
              <a:gd name="connsiteX5" fmla="*/ 172720 w 302260"/>
              <a:gd name="connsiteY5" fmla="*/ 39370 h 232410"/>
              <a:gd name="connsiteX6" fmla="*/ 143510 w 302260"/>
              <a:gd name="connsiteY6" fmla="*/ 69850 h 232410"/>
              <a:gd name="connsiteX7" fmla="*/ 81280 w 302260"/>
              <a:gd name="connsiteY7" fmla="*/ 69850 h 232410"/>
              <a:gd name="connsiteX8" fmla="*/ 0 w 302260"/>
              <a:gd name="connsiteY8" fmla="*/ 151130 h 232410"/>
              <a:gd name="connsiteX9" fmla="*/ 0 w 302260"/>
              <a:gd name="connsiteY9" fmla="*/ 154940 h 232410"/>
              <a:gd name="connsiteX10" fmla="*/ 77470 w 302260"/>
              <a:gd name="connsiteY10" fmla="*/ 232410 h 232410"/>
              <a:gd name="connsiteX11" fmla="*/ 142240 w 302260"/>
              <a:gd name="connsiteY11" fmla="*/ 191770 h 232410"/>
              <a:gd name="connsiteX12" fmla="*/ 142240 w 302260"/>
              <a:gd name="connsiteY12" fmla="*/ 191770 h 232410"/>
              <a:gd name="connsiteX13" fmla="*/ 160020 w 302260"/>
              <a:gd name="connsiteY13" fmla="*/ 191770 h 232410"/>
              <a:gd name="connsiteX14" fmla="*/ 160020 w 302260"/>
              <a:gd name="connsiteY14" fmla="*/ 191770 h 232410"/>
              <a:gd name="connsiteX15" fmla="*/ 224790 w 302260"/>
              <a:gd name="connsiteY15" fmla="*/ 232410 h 232410"/>
              <a:gd name="connsiteX16" fmla="*/ 302260 w 302260"/>
              <a:gd name="connsiteY16" fmla="*/ 154940 h 232410"/>
              <a:gd name="connsiteX17" fmla="*/ 302260 w 302260"/>
              <a:gd name="connsiteY17" fmla="*/ 151130 h 232410"/>
              <a:gd name="connsiteX18" fmla="*/ 220980 w 302260"/>
              <a:gd name="connsiteY18" fmla="*/ 69850 h 232410"/>
              <a:gd name="connsiteX19" fmla="*/ 162560 w 302260"/>
              <a:gd name="connsiteY19" fmla="*/ 69850 h 232410"/>
              <a:gd name="connsiteX20" fmla="*/ 176530 w 302260"/>
              <a:gd name="connsiteY20" fmla="*/ 58420 h 232410"/>
              <a:gd name="connsiteX21" fmla="*/ 191770 w 302260"/>
              <a:gd name="connsiteY21" fmla="*/ 54610 h 232410"/>
              <a:gd name="connsiteX22" fmla="*/ 222250 w 302260"/>
              <a:gd name="connsiteY22" fmla="*/ 15240 h 232410"/>
              <a:gd name="connsiteX23" fmla="*/ 222250 w 302260"/>
              <a:gd name="connsiteY23" fmla="*/ 10160 h 232410"/>
              <a:gd name="connsiteX24" fmla="*/ 152400 w 302260"/>
              <a:gd name="connsiteY24" fmla="*/ 91440 h 232410"/>
              <a:gd name="connsiteX25" fmla="*/ 81280 w 302260"/>
              <a:gd name="connsiteY25" fmla="*/ 91440 h 232410"/>
              <a:gd name="connsiteX26" fmla="*/ 20320 w 302260"/>
              <a:gd name="connsiteY26" fmla="*/ 152400 h 232410"/>
              <a:gd name="connsiteX27" fmla="*/ 20320 w 302260"/>
              <a:gd name="connsiteY27" fmla="*/ 156210 h 232410"/>
              <a:gd name="connsiteX28" fmla="*/ 77470 w 302260"/>
              <a:gd name="connsiteY28" fmla="*/ 213360 h 232410"/>
              <a:gd name="connsiteX29" fmla="*/ 124460 w 302260"/>
              <a:gd name="connsiteY29" fmla="*/ 184150 h 232410"/>
              <a:gd name="connsiteX30" fmla="*/ 125730 w 302260"/>
              <a:gd name="connsiteY30" fmla="*/ 181610 h 232410"/>
              <a:gd name="connsiteX31" fmla="*/ 139700 w 302260"/>
              <a:gd name="connsiteY31" fmla="*/ 172720 h 232410"/>
              <a:gd name="connsiteX32" fmla="*/ 162560 w 302260"/>
              <a:gd name="connsiteY32" fmla="*/ 172720 h 232410"/>
              <a:gd name="connsiteX33" fmla="*/ 176530 w 302260"/>
              <a:gd name="connsiteY33" fmla="*/ 181610 h 232410"/>
              <a:gd name="connsiteX34" fmla="*/ 177800 w 302260"/>
              <a:gd name="connsiteY34" fmla="*/ 184150 h 232410"/>
              <a:gd name="connsiteX35" fmla="*/ 224790 w 302260"/>
              <a:gd name="connsiteY35" fmla="*/ 213360 h 232410"/>
              <a:gd name="connsiteX36" fmla="*/ 281940 w 302260"/>
              <a:gd name="connsiteY36" fmla="*/ 156210 h 232410"/>
              <a:gd name="connsiteX37" fmla="*/ 281940 w 302260"/>
              <a:gd name="connsiteY37" fmla="*/ 152400 h 232410"/>
              <a:gd name="connsiteX38" fmla="*/ 220980 w 302260"/>
              <a:gd name="connsiteY38" fmla="*/ 91440 h 232410"/>
              <a:gd name="connsiteX39" fmla="*/ 152400 w 302260"/>
              <a:gd name="connsiteY39" fmla="*/ 91440 h 232410"/>
              <a:gd name="connsiteX40" fmla="*/ 76200 w 302260"/>
              <a:gd name="connsiteY40" fmla="*/ 121920 h 232410"/>
              <a:gd name="connsiteX41" fmla="*/ 86360 w 302260"/>
              <a:gd name="connsiteY41" fmla="*/ 132080 h 232410"/>
              <a:gd name="connsiteX42" fmla="*/ 86360 w 302260"/>
              <a:gd name="connsiteY42" fmla="*/ 142240 h 232410"/>
              <a:gd name="connsiteX43" fmla="*/ 96520 w 302260"/>
              <a:gd name="connsiteY43" fmla="*/ 142240 h 232410"/>
              <a:gd name="connsiteX44" fmla="*/ 106680 w 302260"/>
              <a:gd name="connsiteY44" fmla="*/ 152400 h 232410"/>
              <a:gd name="connsiteX45" fmla="*/ 96520 w 302260"/>
              <a:gd name="connsiteY45" fmla="*/ 162560 h 232410"/>
              <a:gd name="connsiteX46" fmla="*/ 86360 w 302260"/>
              <a:gd name="connsiteY46" fmla="*/ 162560 h 232410"/>
              <a:gd name="connsiteX47" fmla="*/ 86360 w 302260"/>
              <a:gd name="connsiteY47" fmla="*/ 172720 h 232410"/>
              <a:gd name="connsiteX48" fmla="*/ 76200 w 302260"/>
              <a:gd name="connsiteY48" fmla="*/ 182880 h 232410"/>
              <a:gd name="connsiteX49" fmla="*/ 66040 w 302260"/>
              <a:gd name="connsiteY49" fmla="*/ 172720 h 232410"/>
              <a:gd name="connsiteX50" fmla="*/ 66040 w 302260"/>
              <a:gd name="connsiteY50" fmla="*/ 162560 h 232410"/>
              <a:gd name="connsiteX51" fmla="*/ 55880 w 302260"/>
              <a:gd name="connsiteY51" fmla="*/ 162560 h 232410"/>
              <a:gd name="connsiteX52" fmla="*/ 45720 w 302260"/>
              <a:gd name="connsiteY52" fmla="*/ 152400 h 232410"/>
              <a:gd name="connsiteX53" fmla="*/ 55880 w 302260"/>
              <a:gd name="connsiteY53" fmla="*/ 142240 h 232410"/>
              <a:gd name="connsiteX54" fmla="*/ 66040 w 302260"/>
              <a:gd name="connsiteY54" fmla="*/ 142240 h 232410"/>
              <a:gd name="connsiteX55" fmla="*/ 66040 w 302260"/>
              <a:gd name="connsiteY55" fmla="*/ 132080 h 232410"/>
              <a:gd name="connsiteX56" fmla="*/ 76200 w 302260"/>
              <a:gd name="connsiteY56" fmla="*/ 121920 h 232410"/>
              <a:gd name="connsiteX57" fmla="*/ 203200 w 302260"/>
              <a:gd name="connsiteY57" fmla="*/ 152400 h 232410"/>
              <a:gd name="connsiteX58" fmla="*/ 193040 w 302260"/>
              <a:gd name="connsiteY58" fmla="*/ 162560 h 232410"/>
              <a:gd name="connsiteX59" fmla="*/ 182880 w 302260"/>
              <a:gd name="connsiteY59" fmla="*/ 152400 h 232410"/>
              <a:gd name="connsiteX60" fmla="*/ 193040 w 302260"/>
              <a:gd name="connsiteY60" fmla="*/ 142240 h 232410"/>
              <a:gd name="connsiteX61" fmla="*/ 203200 w 302260"/>
              <a:gd name="connsiteY61" fmla="*/ 152400 h 232410"/>
              <a:gd name="connsiteX62" fmla="*/ 223520 w 302260"/>
              <a:gd name="connsiteY62" fmla="*/ 137160 h 232410"/>
              <a:gd name="connsiteX63" fmla="*/ 233680 w 302260"/>
              <a:gd name="connsiteY63" fmla="*/ 127000 h 232410"/>
              <a:gd name="connsiteX64" fmla="*/ 223520 w 302260"/>
              <a:gd name="connsiteY64" fmla="*/ 116840 h 232410"/>
              <a:gd name="connsiteX65" fmla="*/ 213360 w 302260"/>
              <a:gd name="connsiteY65" fmla="*/ 127000 h 232410"/>
              <a:gd name="connsiteX66" fmla="*/ 223520 w 302260"/>
              <a:gd name="connsiteY66" fmla="*/ 137160 h 232410"/>
              <a:gd name="connsiteX67" fmla="*/ 233680 w 302260"/>
              <a:gd name="connsiteY67" fmla="*/ 177800 h 232410"/>
              <a:gd name="connsiteX68" fmla="*/ 223520 w 302260"/>
              <a:gd name="connsiteY68" fmla="*/ 187960 h 232410"/>
              <a:gd name="connsiteX69" fmla="*/ 213360 w 302260"/>
              <a:gd name="connsiteY69" fmla="*/ 177800 h 232410"/>
              <a:gd name="connsiteX70" fmla="*/ 223520 w 302260"/>
              <a:gd name="connsiteY70" fmla="*/ 167640 h 232410"/>
              <a:gd name="connsiteX71" fmla="*/ 233680 w 302260"/>
              <a:gd name="connsiteY71" fmla="*/ 177800 h 232410"/>
              <a:gd name="connsiteX72" fmla="*/ 254000 w 302260"/>
              <a:gd name="connsiteY72" fmla="*/ 162560 h 232410"/>
              <a:gd name="connsiteX73" fmla="*/ 264160 w 302260"/>
              <a:gd name="connsiteY73" fmla="*/ 152400 h 232410"/>
              <a:gd name="connsiteX74" fmla="*/ 254000 w 302260"/>
              <a:gd name="connsiteY74" fmla="*/ 142240 h 232410"/>
              <a:gd name="connsiteX75" fmla="*/ 243840 w 302260"/>
              <a:gd name="connsiteY75" fmla="*/ 152400 h 232410"/>
              <a:gd name="connsiteX76" fmla="*/ 254000 w 302260"/>
              <a:gd name="connsiteY76" fmla="*/ 162560 h 2324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</a:cxnLst>
            <a:rect l="l" t="t" r="r" b="b"/>
            <a:pathLst>
              <a:path w="302260" h="232410">
                <a:moveTo>
                  <a:pt x="223520" y="10160"/>
                </a:moveTo>
                <a:cubicBezTo>
                  <a:pt x="223520" y="5080"/>
                  <a:pt x="218440" y="0"/>
                  <a:pt x="213360" y="0"/>
                </a:cubicBezTo>
                <a:cubicBezTo>
                  <a:pt x="208280" y="0"/>
                  <a:pt x="203200" y="5080"/>
                  <a:pt x="203200" y="10160"/>
                </a:cubicBezTo>
                <a:lnTo>
                  <a:pt x="203200" y="16510"/>
                </a:lnTo>
                <a:cubicBezTo>
                  <a:pt x="203200" y="25400"/>
                  <a:pt x="196850" y="34290"/>
                  <a:pt x="187960" y="35560"/>
                </a:cubicBezTo>
                <a:lnTo>
                  <a:pt x="172720" y="39370"/>
                </a:lnTo>
                <a:cubicBezTo>
                  <a:pt x="157480" y="43180"/>
                  <a:pt x="146050" y="55880"/>
                  <a:pt x="143510" y="69850"/>
                </a:cubicBezTo>
                <a:lnTo>
                  <a:pt x="81280" y="69850"/>
                </a:lnTo>
                <a:cubicBezTo>
                  <a:pt x="36830" y="69850"/>
                  <a:pt x="0" y="106680"/>
                  <a:pt x="0" y="151130"/>
                </a:cubicBezTo>
                <a:lnTo>
                  <a:pt x="0" y="154940"/>
                </a:lnTo>
                <a:cubicBezTo>
                  <a:pt x="0" y="198120"/>
                  <a:pt x="34290" y="232410"/>
                  <a:pt x="77470" y="232410"/>
                </a:cubicBezTo>
                <a:cubicBezTo>
                  <a:pt x="105410" y="232410"/>
                  <a:pt x="130810" y="217170"/>
                  <a:pt x="142240" y="191770"/>
                </a:cubicBezTo>
                <a:lnTo>
                  <a:pt x="142240" y="191770"/>
                </a:lnTo>
                <a:lnTo>
                  <a:pt x="160020" y="191770"/>
                </a:lnTo>
                <a:lnTo>
                  <a:pt x="160020" y="191770"/>
                </a:lnTo>
                <a:cubicBezTo>
                  <a:pt x="172720" y="215900"/>
                  <a:pt x="198120" y="232410"/>
                  <a:pt x="224790" y="232410"/>
                </a:cubicBezTo>
                <a:cubicBezTo>
                  <a:pt x="267970" y="232410"/>
                  <a:pt x="302260" y="198120"/>
                  <a:pt x="302260" y="154940"/>
                </a:cubicBezTo>
                <a:lnTo>
                  <a:pt x="302260" y="151130"/>
                </a:lnTo>
                <a:cubicBezTo>
                  <a:pt x="302260" y="106680"/>
                  <a:pt x="265430" y="69850"/>
                  <a:pt x="220980" y="69850"/>
                </a:cubicBezTo>
                <a:lnTo>
                  <a:pt x="162560" y="69850"/>
                </a:lnTo>
                <a:cubicBezTo>
                  <a:pt x="165100" y="64770"/>
                  <a:pt x="170180" y="59690"/>
                  <a:pt x="176530" y="58420"/>
                </a:cubicBezTo>
                <a:lnTo>
                  <a:pt x="191770" y="54610"/>
                </a:lnTo>
                <a:cubicBezTo>
                  <a:pt x="209550" y="49530"/>
                  <a:pt x="222250" y="34290"/>
                  <a:pt x="222250" y="15240"/>
                </a:cubicBezTo>
                <a:lnTo>
                  <a:pt x="222250" y="10160"/>
                </a:lnTo>
                <a:close/>
                <a:moveTo>
                  <a:pt x="152400" y="91440"/>
                </a:moveTo>
                <a:lnTo>
                  <a:pt x="81280" y="91440"/>
                </a:lnTo>
                <a:cubicBezTo>
                  <a:pt x="48260" y="91440"/>
                  <a:pt x="20320" y="118110"/>
                  <a:pt x="20320" y="152400"/>
                </a:cubicBezTo>
                <a:lnTo>
                  <a:pt x="20320" y="156210"/>
                </a:lnTo>
                <a:cubicBezTo>
                  <a:pt x="20320" y="187960"/>
                  <a:pt x="45720" y="213360"/>
                  <a:pt x="77470" y="213360"/>
                </a:cubicBezTo>
                <a:cubicBezTo>
                  <a:pt x="97790" y="213360"/>
                  <a:pt x="115570" y="201930"/>
                  <a:pt x="124460" y="184150"/>
                </a:cubicBezTo>
                <a:lnTo>
                  <a:pt x="125730" y="181610"/>
                </a:lnTo>
                <a:cubicBezTo>
                  <a:pt x="128270" y="176530"/>
                  <a:pt x="133350" y="172720"/>
                  <a:pt x="139700" y="172720"/>
                </a:cubicBezTo>
                <a:lnTo>
                  <a:pt x="162560" y="172720"/>
                </a:lnTo>
                <a:cubicBezTo>
                  <a:pt x="168910" y="172720"/>
                  <a:pt x="173990" y="176530"/>
                  <a:pt x="176530" y="181610"/>
                </a:cubicBezTo>
                <a:lnTo>
                  <a:pt x="177800" y="184150"/>
                </a:lnTo>
                <a:cubicBezTo>
                  <a:pt x="186690" y="201930"/>
                  <a:pt x="204470" y="213360"/>
                  <a:pt x="224790" y="213360"/>
                </a:cubicBezTo>
                <a:cubicBezTo>
                  <a:pt x="256540" y="213360"/>
                  <a:pt x="281940" y="187960"/>
                  <a:pt x="281940" y="156210"/>
                </a:cubicBezTo>
                <a:lnTo>
                  <a:pt x="281940" y="152400"/>
                </a:lnTo>
                <a:cubicBezTo>
                  <a:pt x="281940" y="119380"/>
                  <a:pt x="255270" y="91440"/>
                  <a:pt x="220980" y="91440"/>
                </a:cubicBezTo>
                <a:lnTo>
                  <a:pt x="152400" y="91440"/>
                </a:lnTo>
                <a:close/>
                <a:moveTo>
                  <a:pt x="76200" y="121920"/>
                </a:moveTo>
                <a:cubicBezTo>
                  <a:pt x="81280" y="121920"/>
                  <a:pt x="86360" y="127000"/>
                  <a:pt x="86360" y="132080"/>
                </a:cubicBezTo>
                <a:lnTo>
                  <a:pt x="86360" y="142240"/>
                </a:lnTo>
                <a:lnTo>
                  <a:pt x="96520" y="142240"/>
                </a:lnTo>
                <a:cubicBezTo>
                  <a:pt x="101600" y="142240"/>
                  <a:pt x="106680" y="147320"/>
                  <a:pt x="106680" y="152400"/>
                </a:cubicBezTo>
                <a:cubicBezTo>
                  <a:pt x="106680" y="157480"/>
                  <a:pt x="101600" y="162560"/>
                  <a:pt x="96520" y="162560"/>
                </a:cubicBezTo>
                <a:lnTo>
                  <a:pt x="86360" y="162560"/>
                </a:lnTo>
                <a:lnTo>
                  <a:pt x="86360" y="172720"/>
                </a:lnTo>
                <a:cubicBezTo>
                  <a:pt x="86360" y="177800"/>
                  <a:pt x="81280" y="182880"/>
                  <a:pt x="76200" y="182880"/>
                </a:cubicBezTo>
                <a:cubicBezTo>
                  <a:pt x="71120" y="182880"/>
                  <a:pt x="66040" y="177800"/>
                  <a:pt x="66040" y="172720"/>
                </a:cubicBezTo>
                <a:lnTo>
                  <a:pt x="66040" y="162560"/>
                </a:lnTo>
                <a:lnTo>
                  <a:pt x="55880" y="162560"/>
                </a:lnTo>
                <a:cubicBezTo>
                  <a:pt x="50800" y="162560"/>
                  <a:pt x="45720" y="157480"/>
                  <a:pt x="45720" y="152400"/>
                </a:cubicBezTo>
                <a:cubicBezTo>
                  <a:pt x="45720" y="147320"/>
                  <a:pt x="50800" y="142240"/>
                  <a:pt x="55880" y="142240"/>
                </a:cubicBezTo>
                <a:lnTo>
                  <a:pt x="66040" y="142240"/>
                </a:lnTo>
                <a:lnTo>
                  <a:pt x="66040" y="132080"/>
                </a:lnTo>
                <a:cubicBezTo>
                  <a:pt x="67310" y="125730"/>
                  <a:pt x="71120" y="121920"/>
                  <a:pt x="76200" y="121920"/>
                </a:cubicBezTo>
                <a:close/>
                <a:moveTo>
                  <a:pt x="203200" y="152400"/>
                </a:moveTo>
                <a:cubicBezTo>
                  <a:pt x="203200" y="157480"/>
                  <a:pt x="198120" y="162560"/>
                  <a:pt x="193040" y="162560"/>
                </a:cubicBezTo>
                <a:cubicBezTo>
                  <a:pt x="187960" y="162560"/>
                  <a:pt x="182880" y="157480"/>
                  <a:pt x="182880" y="152400"/>
                </a:cubicBezTo>
                <a:cubicBezTo>
                  <a:pt x="182880" y="147320"/>
                  <a:pt x="187960" y="142240"/>
                  <a:pt x="193040" y="142240"/>
                </a:cubicBezTo>
                <a:cubicBezTo>
                  <a:pt x="199390" y="142240"/>
                  <a:pt x="203200" y="146050"/>
                  <a:pt x="203200" y="152400"/>
                </a:cubicBezTo>
                <a:close/>
                <a:moveTo>
                  <a:pt x="223520" y="137160"/>
                </a:moveTo>
                <a:cubicBezTo>
                  <a:pt x="228600" y="137160"/>
                  <a:pt x="233680" y="132080"/>
                  <a:pt x="233680" y="127000"/>
                </a:cubicBezTo>
                <a:cubicBezTo>
                  <a:pt x="233680" y="121920"/>
                  <a:pt x="228600" y="116840"/>
                  <a:pt x="223520" y="116840"/>
                </a:cubicBezTo>
                <a:cubicBezTo>
                  <a:pt x="218440" y="116840"/>
                  <a:pt x="213360" y="121920"/>
                  <a:pt x="213360" y="127000"/>
                </a:cubicBezTo>
                <a:cubicBezTo>
                  <a:pt x="213360" y="132080"/>
                  <a:pt x="218440" y="137160"/>
                  <a:pt x="223520" y="137160"/>
                </a:cubicBezTo>
                <a:close/>
                <a:moveTo>
                  <a:pt x="233680" y="177800"/>
                </a:moveTo>
                <a:cubicBezTo>
                  <a:pt x="233680" y="182880"/>
                  <a:pt x="228600" y="187960"/>
                  <a:pt x="223520" y="187960"/>
                </a:cubicBezTo>
                <a:cubicBezTo>
                  <a:pt x="218440" y="187960"/>
                  <a:pt x="213360" y="182880"/>
                  <a:pt x="213360" y="177800"/>
                </a:cubicBezTo>
                <a:cubicBezTo>
                  <a:pt x="213360" y="172720"/>
                  <a:pt x="218440" y="167640"/>
                  <a:pt x="223520" y="167640"/>
                </a:cubicBezTo>
                <a:cubicBezTo>
                  <a:pt x="229870" y="167640"/>
                  <a:pt x="233680" y="171450"/>
                  <a:pt x="233680" y="177800"/>
                </a:cubicBezTo>
                <a:close/>
                <a:moveTo>
                  <a:pt x="254000" y="162560"/>
                </a:moveTo>
                <a:cubicBezTo>
                  <a:pt x="259080" y="162560"/>
                  <a:pt x="264160" y="157480"/>
                  <a:pt x="264160" y="152400"/>
                </a:cubicBezTo>
                <a:cubicBezTo>
                  <a:pt x="264160" y="147320"/>
                  <a:pt x="259080" y="142240"/>
                  <a:pt x="254000" y="142240"/>
                </a:cubicBezTo>
                <a:cubicBezTo>
                  <a:pt x="248920" y="142240"/>
                  <a:pt x="243840" y="147320"/>
                  <a:pt x="243840" y="152400"/>
                </a:cubicBezTo>
                <a:cubicBezTo>
                  <a:pt x="243840" y="157480"/>
                  <a:pt x="248920" y="162560"/>
                  <a:pt x="254000" y="1625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2" name="Полилиния: фигура 238">
            <a:extLst>
              <a:ext uri="{FF2B5EF4-FFF2-40B4-BE49-F238E27FC236}">
                <a16:creationId xmlns:a16="http://schemas.microsoft.com/office/drawing/2014/main" id="{71044B9A-4DC9-83BE-FF57-28109A51CF3B}"/>
              </a:ext>
            </a:extLst>
          </p:cNvPr>
          <p:cNvSpPr/>
          <p:nvPr/>
        </p:nvSpPr>
        <p:spPr>
          <a:xfrm>
            <a:off x="1646282" y="5385357"/>
            <a:ext cx="243839" cy="203200"/>
          </a:xfrm>
          <a:custGeom>
            <a:avLst/>
            <a:gdLst>
              <a:gd name="connsiteX0" fmla="*/ 71120 w 243839"/>
              <a:gd name="connsiteY0" fmla="*/ 30480 h 203200"/>
              <a:gd name="connsiteX1" fmla="*/ 81280 w 243839"/>
              <a:gd name="connsiteY1" fmla="*/ 20320 h 203200"/>
              <a:gd name="connsiteX2" fmla="*/ 162560 w 243839"/>
              <a:gd name="connsiteY2" fmla="*/ 20320 h 203200"/>
              <a:gd name="connsiteX3" fmla="*/ 172720 w 243839"/>
              <a:gd name="connsiteY3" fmla="*/ 30480 h 203200"/>
              <a:gd name="connsiteX4" fmla="*/ 172720 w 243839"/>
              <a:gd name="connsiteY4" fmla="*/ 39370 h 203200"/>
              <a:gd name="connsiteX5" fmla="*/ 184150 w 243839"/>
              <a:gd name="connsiteY5" fmla="*/ 50800 h 203200"/>
              <a:gd name="connsiteX6" fmla="*/ 213360 w 243839"/>
              <a:gd name="connsiteY6" fmla="*/ 50800 h 203200"/>
              <a:gd name="connsiteX7" fmla="*/ 223520 w 243839"/>
              <a:gd name="connsiteY7" fmla="*/ 60960 h 203200"/>
              <a:gd name="connsiteX8" fmla="*/ 223520 w 243839"/>
              <a:gd name="connsiteY8" fmla="*/ 172720 h 203200"/>
              <a:gd name="connsiteX9" fmla="*/ 213360 w 243839"/>
              <a:gd name="connsiteY9" fmla="*/ 182880 h 203200"/>
              <a:gd name="connsiteX10" fmla="*/ 30480 w 243839"/>
              <a:gd name="connsiteY10" fmla="*/ 182880 h 203200"/>
              <a:gd name="connsiteX11" fmla="*/ 20320 w 243839"/>
              <a:gd name="connsiteY11" fmla="*/ 172720 h 203200"/>
              <a:gd name="connsiteX12" fmla="*/ 20320 w 243839"/>
              <a:gd name="connsiteY12" fmla="*/ 60960 h 203200"/>
              <a:gd name="connsiteX13" fmla="*/ 30480 w 243839"/>
              <a:gd name="connsiteY13" fmla="*/ 50800 h 203200"/>
              <a:gd name="connsiteX14" fmla="*/ 59690 w 243839"/>
              <a:gd name="connsiteY14" fmla="*/ 50800 h 203200"/>
              <a:gd name="connsiteX15" fmla="*/ 71120 w 243839"/>
              <a:gd name="connsiteY15" fmla="*/ 39370 h 203200"/>
              <a:gd name="connsiteX16" fmla="*/ 71120 w 243839"/>
              <a:gd name="connsiteY16" fmla="*/ 30480 h 203200"/>
              <a:gd name="connsiteX17" fmla="*/ 81280 w 243839"/>
              <a:gd name="connsiteY17" fmla="*/ 0 h 203200"/>
              <a:gd name="connsiteX18" fmla="*/ 50800 w 243839"/>
              <a:gd name="connsiteY18" fmla="*/ 30480 h 203200"/>
              <a:gd name="connsiteX19" fmla="*/ 30480 w 243839"/>
              <a:gd name="connsiteY19" fmla="*/ 30480 h 203200"/>
              <a:gd name="connsiteX20" fmla="*/ 0 w 243839"/>
              <a:gd name="connsiteY20" fmla="*/ 60960 h 203200"/>
              <a:gd name="connsiteX21" fmla="*/ 0 w 243839"/>
              <a:gd name="connsiteY21" fmla="*/ 172720 h 203200"/>
              <a:gd name="connsiteX22" fmla="*/ 30480 w 243839"/>
              <a:gd name="connsiteY22" fmla="*/ 203200 h 203200"/>
              <a:gd name="connsiteX23" fmla="*/ 213360 w 243839"/>
              <a:gd name="connsiteY23" fmla="*/ 203200 h 203200"/>
              <a:gd name="connsiteX24" fmla="*/ 243840 w 243839"/>
              <a:gd name="connsiteY24" fmla="*/ 172720 h 203200"/>
              <a:gd name="connsiteX25" fmla="*/ 243840 w 243839"/>
              <a:gd name="connsiteY25" fmla="*/ 60960 h 203200"/>
              <a:gd name="connsiteX26" fmla="*/ 213360 w 243839"/>
              <a:gd name="connsiteY26" fmla="*/ 30480 h 203200"/>
              <a:gd name="connsiteX27" fmla="*/ 193040 w 243839"/>
              <a:gd name="connsiteY27" fmla="*/ 30480 h 203200"/>
              <a:gd name="connsiteX28" fmla="*/ 162560 w 243839"/>
              <a:gd name="connsiteY28" fmla="*/ 0 h 203200"/>
              <a:gd name="connsiteX29" fmla="*/ 81280 w 243839"/>
              <a:gd name="connsiteY29" fmla="*/ 0 h 203200"/>
              <a:gd name="connsiteX30" fmla="*/ 152400 w 243839"/>
              <a:gd name="connsiteY30" fmla="*/ 111760 h 203200"/>
              <a:gd name="connsiteX31" fmla="*/ 121920 w 243839"/>
              <a:gd name="connsiteY31" fmla="*/ 142240 h 203200"/>
              <a:gd name="connsiteX32" fmla="*/ 91440 w 243839"/>
              <a:gd name="connsiteY32" fmla="*/ 111760 h 203200"/>
              <a:gd name="connsiteX33" fmla="*/ 121920 w 243839"/>
              <a:gd name="connsiteY33" fmla="*/ 81280 h 203200"/>
              <a:gd name="connsiteX34" fmla="*/ 152400 w 243839"/>
              <a:gd name="connsiteY34" fmla="*/ 111760 h 203200"/>
              <a:gd name="connsiteX35" fmla="*/ 172720 w 243839"/>
              <a:gd name="connsiteY35" fmla="*/ 111760 h 203200"/>
              <a:gd name="connsiteX36" fmla="*/ 121920 w 243839"/>
              <a:gd name="connsiteY36" fmla="*/ 162560 h 203200"/>
              <a:gd name="connsiteX37" fmla="*/ 71120 w 243839"/>
              <a:gd name="connsiteY37" fmla="*/ 111760 h 203200"/>
              <a:gd name="connsiteX38" fmla="*/ 121920 w 243839"/>
              <a:gd name="connsiteY38" fmla="*/ 60960 h 203200"/>
              <a:gd name="connsiteX39" fmla="*/ 172720 w 243839"/>
              <a:gd name="connsiteY39" fmla="*/ 11176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43839" h="203200">
                <a:moveTo>
                  <a:pt x="71120" y="30480"/>
                </a:moveTo>
                <a:cubicBezTo>
                  <a:pt x="71120" y="25400"/>
                  <a:pt x="76200" y="20320"/>
                  <a:pt x="81280" y="20320"/>
                </a:cubicBezTo>
                <a:lnTo>
                  <a:pt x="162560" y="20320"/>
                </a:lnTo>
                <a:cubicBezTo>
                  <a:pt x="167640" y="20320"/>
                  <a:pt x="172720" y="25400"/>
                  <a:pt x="172720" y="30480"/>
                </a:cubicBezTo>
                <a:lnTo>
                  <a:pt x="172720" y="39370"/>
                </a:lnTo>
                <a:cubicBezTo>
                  <a:pt x="172720" y="45720"/>
                  <a:pt x="177800" y="50800"/>
                  <a:pt x="184150" y="50800"/>
                </a:cubicBezTo>
                <a:lnTo>
                  <a:pt x="213360" y="50800"/>
                </a:lnTo>
                <a:cubicBezTo>
                  <a:pt x="218440" y="50800"/>
                  <a:pt x="223520" y="55880"/>
                  <a:pt x="223520" y="60960"/>
                </a:cubicBezTo>
                <a:lnTo>
                  <a:pt x="223520" y="172720"/>
                </a:lnTo>
                <a:cubicBezTo>
                  <a:pt x="223520" y="177800"/>
                  <a:pt x="218440" y="182880"/>
                  <a:pt x="213360" y="182880"/>
                </a:cubicBezTo>
                <a:lnTo>
                  <a:pt x="30480" y="182880"/>
                </a:lnTo>
                <a:cubicBezTo>
                  <a:pt x="25400" y="182880"/>
                  <a:pt x="20320" y="177800"/>
                  <a:pt x="20320" y="172720"/>
                </a:cubicBezTo>
                <a:lnTo>
                  <a:pt x="20320" y="60960"/>
                </a:lnTo>
                <a:cubicBezTo>
                  <a:pt x="20320" y="55880"/>
                  <a:pt x="25400" y="50800"/>
                  <a:pt x="30480" y="50800"/>
                </a:cubicBezTo>
                <a:lnTo>
                  <a:pt x="59690" y="50800"/>
                </a:lnTo>
                <a:cubicBezTo>
                  <a:pt x="66040" y="50800"/>
                  <a:pt x="71120" y="45720"/>
                  <a:pt x="71120" y="39370"/>
                </a:cubicBezTo>
                <a:lnTo>
                  <a:pt x="71120" y="30480"/>
                </a:lnTo>
                <a:close/>
                <a:moveTo>
                  <a:pt x="81280" y="0"/>
                </a:moveTo>
                <a:cubicBezTo>
                  <a:pt x="64770" y="0"/>
                  <a:pt x="50800" y="13970"/>
                  <a:pt x="50800" y="30480"/>
                </a:cubicBezTo>
                <a:lnTo>
                  <a:pt x="30480" y="30480"/>
                </a:lnTo>
                <a:cubicBezTo>
                  <a:pt x="13970" y="30480"/>
                  <a:pt x="0" y="44450"/>
                  <a:pt x="0" y="60960"/>
                </a:cubicBezTo>
                <a:lnTo>
                  <a:pt x="0" y="172720"/>
                </a:lnTo>
                <a:cubicBezTo>
                  <a:pt x="0" y="189230"/>
                  <a:pt x="13970" y="203200"/>
                  <a:pt x="30480" y="203200"/>
                </a:cubicBezTo>
                <a:lnTo>
                  <a:pt x="213360" y="203200"/>
                </a:lnTo>
                <a:cubicBezTo>
                  <a:pt x="229870" y="203200"/>
                  <a:pt x="243840" y="189230"/>
                  <a:pt x="243840" y="172720"/>
                </a:cubicBezTo>
                <a:lnTo>
                  <a:pt x="243840" y="60960"/>
                </a:lnTo>
                <a:cubicBezTo>
                  <a:pt x="243840" y="44450"/>
                  <a:pt x="229870" y="30480"/>
                  <a:pt x="213360" y="30480"/>
                </a:cubicBezTo>
                <a:lnTo>
                  <a:pt x="193040" y="30480"/>
                </a:lnTo>
                <a:cubicBezTo>
                  <a:pt x="193040" y="13970"/>
                  <a:pt x="179070" y="0"/>
                  <a:pt x="162560" y="0"/>
                </a:cubicBezTo>
                <a:lnTo>
                  <a:pt x="81280" y="0"/>
                </a:lnTo>
                <a:close/>
                <a:moveTo>
                  <a:pt x="152400" y="111760"/>
                </a:moveTo>
                <a:cubicBezTo>
                  <a:pt x="152400" y="128270"/>
                  <a:pt x="138430" y="142240"/>
                  <a:pt x="121920" y="142240"/>
                </a:cubicBezTo>
                <a:cubicBezTo>
                  <a:pt x="105410" y="142240"/>
                  <a:pt x="91440" y="128270"/>
                  <a:pt x="91440" y="111760"/>
                </a:cubicBezTo>
                <a:cubicBezTo>
                  <a:pt x="91440" y="95250"/>
                  <a:pt x="105410" y="81280"/>
                  <a:pt x="121920" y="81280"/>
                </a:cubicBezTo>
                <a:cubicBezTo>
                  <a:pt x="138430" y="81280"/>
                  <a:pt x="152400" y="93980"/>
                  <a:pt x="152400" y="111760"/>
                </a:cubicBezTo>
                <a:close/>
                <a:moveTo>
                  <a:pt x="172720" y="111760"/>
                </a:moveTo>
                <a:cubicBezTo>
                  <a:pt x="172720" y="139700"/>
                  <a:pt x="149860" y="162560"/>
                  <a:pt x="121920" y="162560"/>
                </a:cubicBezTo>
                <a:cubicBezTo>
                  <a:pt x="93980" y="162560"/>
                  <a:pt x="71120" y="139700"/>
                  <a:pt x="71120" y="111760"/>
                </a:cubicBezTo>
                <a:cubicBezTo>
                  <a:pt x="71120" y="83820"/>
                  <a:pt x="93980" y="60960"/>
                  <a:pt x="121920" y="60960"/>
                </a:cubicBezTo>
                <a:cubicBezTo>
                  <a:pt x="149860" y="60960"/>
                  <a:pt x="172720" y="83820"/>
                  <a:pt x="172720" y="1117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3" name="Полилиния: фигура 240">
            <a:extLst>
              <a:ext uri="{FF2B5EF4-FFF2-40B4-BE49-F238E27FC236}">
                <a16:creationId xmlns:a16="http://schemas.microsoft.com/office/drawing/2014/main" id="{D8C23654-FB0E-5835-FB3A-A31A817D50E9}"/>
              </a:ext>
            </a:extLst>
          </p:cNvPr>
          <p:cNvSpPr/>
          <p:nvPr/>
        </p:nvSpPr>
        <p:spPr>
          <a:xfrm>
            <a:off x="9457220" y="5410757"/>
            <a:ext cx="284872" cy="152400"/>
          </a:xfrm>
          <a:custGeom>
            <a:avLst/>
            <a:gdLst>
              <a:gd name="connsiteX0" fmla="*/ 21151 w 284872"/>
              <a:gd name="connsiteY0" fmla="*/ 118110 h 152400"/>
              <a:gd name="connsiteX1" fmla="*/ 57981 w 284872"/>
              <a:gd name="connsiteY1" fmla="*/ 26670 h 152400"/>
              <a:gd name="connsiteX2" fmla="*/ 66872 w 284872"/>
              <a:gd name="connsiteY2" fmla="*/ 20320 h 152400"/>
              <a:gd name="connsiteX3" fmla="*/ 218001 w 284872"/>
              <a:gd name="connsiteY3" fmla="*/ 20320 h 152400"/>
              <a:gd name="connsiteX4" fmla="*/ 226891 w 284872"/>
              <a:gd name="connsiteY4" fmla="*/ 26670 h 152400"/>
              <a:gd name="connsiteX5" fmla="*/ 244672 w 284872"/>
              <a:gd name="connsiteY5" fmla="*/ 19050 h 152400"/>
              <a:gd name="connsiteX6" fmla="*/ 226891 w 284872"/>
              <a:gd name="connsiteY6" fmla="*/ 26670 h 152400"/>
              <a:gd name="connsiteX7" fmla="*/ 263722 w 284872"/>
              <a:gd name="connsiteY7" fmla="*/ 118110 h 152400"/>
              <a:gd name="connsiteX8" fmla="*/ 254831 w 284872"/>
              <a:gd name="connsiteY8" fmla="*/ 132080 h 152400"/>
              <a:gd name="connsiteX9" fmla="*/ 30041 w 284872"/>
              <a:gd name="connsiteY9" fmla="*/ 132080 h 152400"/>
              <a:gd name="connsiteX10" fmla="*/ 21151 w 284872"/>
              <a:gd name="connsiteY10" fmla="*/ 118110 h 152400"/>
              <a:gd name="connsiteX11" fmla="*/ 2101 w 284872"/>
              <a:gd name="connsiteY11" fmla="*/ 110490 h 152400"/>
              <a:gd name="connsiteX12" fmla="*/ 38931 w 284872"/>
              <a:gd name="connsiteY12" fmla="*/ 19050 h 152400"/>
              <a:gd name="connsiteX13" fmla="*/ 66872 w 284872"/>
              <a:gd name="connsiteY13" fmla="*/ 0 h 152400"/>
              <a:gd name="connsiteX14" fmla="*/ 218001 w 284872"/>
              <a:gd name="connsiteY14" fmla="*/ 0 h 152400"/>
              <a:gd name="connsiteX15" fmla="*/ 245941 w 284872"/>
              <a:gd name="connsiteY15" fmla="*/ 19050 h 152400"/>
              <a:gd name="connsiteX16" fmla="*/ 282772 w 284872"/>
              <a:gd name="connsiteY16" fmla="*/ 110490 h 152400"/>
              <a:gd name="connsiteX17" fmla="*/ 254831 w 284872"/>
              <a:gd name="connsiteY17" fmla="*/ 152400 h 152400"/>
              <a:gd name="connsiteX18" fmla="*/ 30041 w 284872"/>
              <a:gd name="connsiteY18" fmla="*/ 152400 h 152400"/>
              <a:gd name="connsiteX19" fmla="*/ 2101 w 284872"/>
              <a:gd name="connsiteY19" fmla="*/ 110490 h 152400"/>
              <a:gd name="connsiteX20" fmla="*/ 102431 w 284872"/>
              <a:gd name="connsiteY20" fmla="*/ 55880 h 152400"/>
              <a:gd name="connsiteX21" fmla="*/ 112591 w 284872"/>
              <a:gd name="connsiteY21" fmla="*/ 45720 h 152400"/>
              <a:gd name="connsiteX22" fmla="*/ 143072 w 284872"/>
              <a:gd name="connsiteY22" fmla="*/ 45720 h 152400"/>
              <a:gd name="connsiteX23" fmla="*/ 173551 w 284872"/>
              <a:gd name="connsiteY23" fmla="*/ 45720 h 152400"/>
              <a:gd name="connsiteX24" fmla="*/ 183711 w 284872"/>
              <a:gd name="connsiteY24" fmla="*/ 55880 h 152400"/>
              <a:gd name="connsiteX25" fmla="*/ 173551 w 284872"/>
              <a:gd name="connsiteY25" fmla="*/ 66040 h 152400"/>
              <a:gd name="connsiteX26" fmla="*/ 153231 w 284872"/>
              <a:gd name="connsiteY26" fmla="*/ 66040 h 152400"/>
              <a:gd name="connsiteX27" fmla="*/ 153231 w 284872"/>
              <a:gd name="connsiteY27" fmla="*/ 96520 h 152400"/>
              <a:gd name="connsiteX28" fmla="*/ 143072 w 284872"/>
              <a:gd name="connsiteY28" fmla="*/ 106680 h 152400"/>
              <a:gd name="connsiteX29" fmla="*/ 132911 w 284872"/>
              <a:gd name="connsiteY29" fmla="*/ 96520 h 152400"/>
              <a:gd name="connsiteX30" fmla="*/ 132911 w 284872"/>
              <a:gd name="connsiteY30" fmla="*/ 66040 h 152400"/>
              <a:gd name="connsiteX31" fmla="*/ 112591 w 284872"/>
              <a:gd name="connsiteY31" fmla="*/ 66040 h 152400"/>
              <a:gd name="connsiteX32" fmla="*/ 102431 w 284872"/>
              <a:gd name="connsiteY32" fmla="*/ 55880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84872" h="152400">
                <a:moveTo>
                  <a:pt x="21151" y="118110"/>
                </a:moveTo>
                <a:lnTo>
                  <a:pt x="57981" y="26670"/>
                </a:lnTo>
                <a:cubicBezTo>
                  <a:pt x="59251" y="22860"/>
                  <a:pt x="63061" y="20320"/>
                  <a:pt x="66872" y="20320"/>
                </a:cubicBezTo>
                <a:lnTo>
                  <a:pt x="218001" y="20320"/>
                </a:lnTo>
                <a:cubicBezTo>
                  <a:pt x="221811" y="20320"/>
                  <a:pt x="225622" y="22860"/>
                  <a:pt x="226891" y="26670"/>
                </a:cubicBezTo>
                <a:lnTo>
                  <a:pt x="244672" y="19050"/>
                </a:lnTo>
                <a:lnTo>
                  <a:pt x="226891" y="26670"/>
                </a:lnTo>
                <a:lnTo>
                  <a:pt x="263722" y="118110"/>
                </a:lnTo>
                <a:cubicBezTo>
                  <a:pt x="266261" y="124460"/>
                  <a:pt x="261181" y="132080"/>
                  <a:pt x="254831" y="132080"/>
                </a:cubicBezTo>
                <a:lnTo>
                  <a:pt x="30041" y="132080"/>
                </a:lnTo>
                <a:cubicBezTo>
                  <a:pt x="23691" y="132080"/>
                  <a:pt x="18611" y="124460"/>
                  <a:pt x="21151" y="118110"/>
                </a:cubicBezTo>
                <a:close/>
                <a:moveTo>
                  <a:pt x="2101" y="110490"/>
                </a:moveTo>
                <a:lnTo>
                  <a:pt x="38931" y="19050"/>
                </a:lnTo>
                <a:cubicBezTo>
                  <a:pt x="44011" y="7620"/>
                  <a:pt x="54172" y="0"/>
                  <a:pt x="66872" y="0"/>
                </a:cubicBezTo>
                <a:lnTo>
                  <a:pt x="218001" y="0"/>
                </a:lnTo>
                <a:cubicBezTo>
                  <a:pt x="230701" y="0"/>
                  <a:pt x="242131" y="7620"/>
                  <a:pt x="245941" y="19050"/>
                </a:cubicBezTo>
                <a:lnTo>
                  <a:pt x="282772" y="110490"/>
                </a:lnTo>
                <a:cubicBezTo>
                  <a:pt x="290391" y="130810"/>
                  <a:pt x="276422" y="152400"/>
                  <a:pt x="254831" y="152400"/>
                </a:cubicBezTo>
                <a:lnTo>
                  <a:pt x="30041" y="152400"/>
                </a:lnTo>
                <a:cubicBezTo>
                  <a:pt x="8451" y="152400"/>
                  <a:pt x="-5519" y="130810"/>
                  <a:pt x="2101" y="110490"/>
                </a:cubicBezTo>
                <a:close/>
                <a:moveTo>
                  <a:pt x="102431" y="55880"/>
                </a:moveTo>
                <a:cubicBezTo>
                  <a:pt x="102431" y="50800"/>
                  <a:pt x="107511" y="45720"/>
                  <a:pt x="112591" y="45720"/>
                </a:cubicBezTo>
                <a:lnTo>
                  <a:pt x="143072" y="45720"/>
                </a:lnTo>
                <a:lnTo>
                  <a:pt x="173551" y="45720"/>
                </a:lnTo>
                <a:cubicBezTo>
                  <a:pt x="178631" y="45720"/>
                  <a:pt x="183711" y="50800"/>
                  <a:pt x="183711" y="55880"/>
                </a:cubicBezTo>
                <a:cubicBezTo>
                  <a:pt x="183711" y="60960"/>
                  <a:pt x="178631" y="66040"/>
                  <a:pt x="173551" y="66040"/>
                </a:cubicBezTo>
                <a:lnTo>
                  <a:pt x="153231" y="66040"/>
                </a:lnTo>
                <a:lnTo>
                  <a:pt x="153231" y="96520"/>
                </a:lnTo>
                <a:cubicBezTo>
                  <a:pt x="153231" y="101600"/>
                  <a:pt x="148151" y="106680"/>
                  <a:pt x="143072" y="106680"/>
                </a:cubicBezTo>
                <a:cubicBezTo>
                  <a:pt x="137991" y="106680"/>
                  <a:pt x="132911" y="101600"/>
                  <a:pt x="132911" y="96520"/>
                </a:cubicBezTo>
                <a:lnTo>
                  <a:pt x="132911" y="66040"/>
                </a:lnTo>
                <a:lnTo>
                  <a:pt x="112591" y="66040"/>
                </a:lnTo>
                <a:cubicBezTo>
                  <a:pt x="106241" y="66040"/>
                  <a:pt x="102431" y="60960"/>
                  <a:pt x="102431" y="558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4" name="Полилиния: фигура 243">
            <a:extLst>
              <a:ext uri="{FF2B5EF4-FFF2-40B4-BE49-F238E27FC236}">
                <a16:creationId xmlns:a16="http://schemas.microsoft.com/office/drawing/2014/main" id="{B740DB04-9E01-952B-D467-20782A7B23A5}"/>
              </a:ext>
            </a:extLst>
          </p:cNvPr>
          <p:cNvSpPr/>
          <p:nvPr/>
        </p:nvSpPr>
        <p:spPr>
          <a:xfrm>
            <a:off x="6121762" y="5375196"/>
            <a:ext cx="243840" cy="223520"/>
          </a:xfrm>
          <a:custGeom>
            <a:avLst/>
            <a:gdLst>
              <a:gd name="connsiteX0" fmla="*/ 60960 w 243840"/>
              <a:gd name="connsiteY0" fmla="*/ 0 h 223520"/>
              <a:gd name="connsiteX1" fmla="*/ 71120 w 243840"/>
              <a:gd name="connsiteY1" fmla="*/ 10160 h 223520"/>
              <a:gd name="connsiteX2" fmla="*/ 71120 w 243840"/>
              <a:gd name="connsiteY2" fmla="*/ 20320 h 223520"/>
              <a:gd name="connsiteX3" fmla="*/ 172720 w 243840"/>
              <a:gd name="connsiteY3" fmla="*/ 20320 h 223520"/>
              <a:gd name="connsiteX4" fmla="*/ 172720 w 243840"/>
              <a:gd name="connsiteY4" fmla="*/ 10160 h 223520"/>
              <a:gd name="connsiteX5" fmla="*/ 182880 w 243840"/>
              <a:gd name="connsiteY5" fmla="*/ 0 h 223520"/>
              <a:gd name="connsiteX6" fmla="*/ 193040 w 243840"/>
              <a:gd name="connsiteY6" fmla="*/ 10160 h 223520"/>
              <a:gd name="connsiteX7" fmla="*/ 193040 w 243840"/>
              <a:gd name="connsiteY7" fmla="*/ 20320 h 223520"/>
              <a:gd name="connsiteX8" fmla="*/ 223520 w 243840"/>
              <a:gd name="connsiteY8" fmla="*/ 20320 h 223520"/>
              <a:gd name="connsiteX9" fmla="*/ 243840 w 243840"/>
              <a:gd name="connsiteY9" fmla="*/ 40640 h 223520"/>
              <a:gd name="connsiteX10" fmla="*/ 243840 w 243840"/>
              <a:gd name="connsiteY10" fmla="*/ 91440 h 223520"/>
              <a:gd name="connsiteX11" fmla="*/ 243840 w 243840"/>
              <a:gd name="connsiteY11" fmla="*/ 203200 h 223520"/>
              <a:gd name="connsiteX12" fmla="*/ 223520 w 243840"/>
              <a:gd name="connsiteY12" fmla="*/ 223520 h 223520"/>
              <a:gd name="connsiteX13" fmla="*/ 20320 w 243840"/>
              <a:gd name="connsiteY13" fmla="*/ 223520 h 223520"/>
              <a:gd name="connsiteX14" fmla="*/ 0 w 243840"/>
              <a:gd name="connsiteY14" fmla="*/ 203200 h 223520"/>
              <a:gd name="connsiteX15" fmla="*/ 0 w 243840"/>
              <a:gd name="connsiteY15" fmla="*/ 91440 h 223520"/>
              <a:gd name="connsiteX16" fmla="*/ 0 w 243840"/>
              <a:gd name="connsiteY16" fmla="*/ 40640 h 223520"/>
              <a:gd name="connsiteX17" fmla="*/ 20320 w 243840"/>
              <a:gd name="connsiteY17" fmla="*/ 20320 h 223520"/>
              <a:gd name="connsiteX18" fmla="*/ 50800 w 243840"/>
              <a:gd name="connsiteY18" fmla="*/ 20320 h 223520"/>
              <a:gd name="connsiteX19" fmla="*/ 50800 w 243840"/>
              <a:gd name="connsiteY19" fmla="*/ 10160 h 223520"/>
              <a:gd name="connsiteX20" fmla="*/ 60960 w 243840"/>
              <a:gd name="connsiteY20" fmla="*/ 0 h 223520"/>
              <a:gd name="connsiteX21" fmla="*/ 172720 w 243840"/>
              <a:gd name="connsiteY21" fmla="*/ 40640 h 223520"/>
              <a:gd name="connsiteX22" fmla="*/ 172720 w 243840"/>
              <a:gd name="connsiteY22" fmla="*/ 50800 h 223520"/>
              <a:gd name="connsiteX23" fmla="*/ 182880 w 243840"/>
              <a:gd name="connsiteY23" fmla="*/ 60960 h 223520"/>
              <a:gd name="connsiteX24" fmla="*/ 193040 w 243840"/>
              <a:gd name="connsiteY24" fmla="*/ 50800 h 223520"/>
              <a:gd name="connsiteX25" fmla="*/ 193040 w 243840"/>
              <a:gd name="connsiteY25" fmla="*/ 40640 h 223520"/>
              <a:gd name="connsiteX26" fmla="*/ 223520 w 243840"/>
              <a:gd name="connsiteY26" fmla="*/ 40640 h 223520"/>
              <a:gd name="connsiteX27" fmla="*/ 223520 w 243840"/>
              <a:gd name="connsiteY27" fmla="*/ 81280 h 223520"/>
              <a:gd name="connsiteX28" fmla="*/ 20320 w 243840"/>
              <a:gd name="connsiteY28" fmla="*/ 81280 h 223520"/>
              <a:gd name="connsiteX29" fmla="*/ 20320 w 243840"/>
              <a:gd name="connsiteY29" fmla="*/ 40640 h 223520"/>
              <a:gd name="connsiteX30" fmla="*/ 50800 w 243840"/>
              <a:gd name="connsiteY30" fmla="*/ 40640 h 223520"/>
              <a:gd name="connsiteX31" fmla="*/ 50800 w 243840"/>
              <a:gd name="connsiteY31" fmla="*/ 50800 h 223520"/>
              <a:gd name="connsiteX32" fmla="*/ 60960 w 243840"/>
              <a:gd name="connsiteY32" fmla="*/ 60960 h 223520"/>
              <a:gd name="connsiteX33" fmla="*/ 71120 w 243840"/>
              <a:gd name="connsiteY33" fmla="*/ 50800 h 223520"/>
              <a:gd name="connsiteX34" fmla="*/ 71120 w 243840"/>
              <a:gd name="connsiteY34" fmla="*/ 40640 h 223520"/>
              <a:gd name="connsiteX35" fmla="*/ 172720 w 243840"/>
              <a:gd name="connsiteY35" fmla="*/ 40640 h 223520"/>
              <a:gd name="connsiteX36" fmla="*/ 223520 w 243840"/>
              <a:gd name="connsiteY36" fmla="*/ 101600 h 223520"/>
              <a:gd name="connsiteX37" fmla="*/ 223520 w 243840"/>
              <a:gd name="connsiteY37" fmla="*/ 203200 h 223520"/>
              <a:gd name="connsiteX38" fmla="*/ 20320 w 243840"/>
              <a:gd name="connsiteY38" fmla="*/ 203200 h 223520"/>
              <a:gd name="connsiteX39" fmla="*/ 20320 w 243840"/>
              <a:gd name="connsiteY39" fmla="*/ 101600 h 223520"/>
              <a:gd name="connsiteX40" fmla="*/ 223520 w 243840"/>
              <a:gd name="connsiteY40" fmla="*/ 1016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3840" h="223520">
                <a:moveTo>
                  <a:pt x="60960" y="0"/>
                </a:moveTo>
                <a:cubicBezTo>
                  <a:pt x="66040" y="0"/>
                  <a:pt x="71120" y="5080"/>
                  <a:pt x="71120" y="10160"/>
                </a:cubicBezTo>
                <a:lnTo>
                  <a:pt x="71120" y="20320"/>
                </a:lnTo>
                <a:lnTo>
                  <a:pt x="172720" y="20320"/>
                </a:lnTo>
                <a:lnTo>
                  <a:pt x="172720" y="10160"/>
                </a:lnTo>
                <a:cubicBezTo>
                  <a:pt x="172720" y="5080"/>
                  <a:pt x="177800" y="0"/>
                  <a:pt x="182880" y="0"/>
                </a:cubicBezTo>
                <a:cubicBezTo>
                  <a:pt x="187960" y="0"/>
                  <a:pt x="193040" y="5080"/>
                  <a:pt x="193040" y="10160"/>
                </a:cubicBezTo>
                <a:lnTo>
                  <a:pt x="193040" y="20320"/>
                </a:lnTo>
                <a:lnTo>
                  <a:pt x="223520" y="20320"/>
                </a:lnTo>
                <a:cubicBezTo>
                  <a:pt x="234950" y="20320"/>
                  <a:pt x="243840" y="29210"/>
                  <a:pt x="243840" y="40640"/>
                </a:cubicBezTo>
                <a:lnTo>
                  <a:pt x="243840" y="91440"/>
                </a:lnTo>
                <a:lnTo>
                  <a:pt x="243840" y="203200"/>
                </a:lnTo>
                <a:cubicBezTo>
                  <a:pt x="243840" y="214630"/>
                  <a:pt x="234950" y="223520"/>
                  <a:pt x="223520" y="223520"/>
                </a:cubicBezTo>
                <a:lnTo>
                  <a:pt x="20320" y="223520"/>
                </a:lnTo>
                <a:cubicBezTo>
                  <a:pt x="8890" y="223520"/>
                  <a:pt x="0" y="214630"/>
                  <a:pt x="0" y="203200"/>
                </a:cubicBezTo>
                <a:lnTo>
                  <a:pt x="0" y="91440"/>
                </a:lnTo>
                <a:lnTo>
                  <a:pt x="0" y="40640"/>
                </a:lnTo>
                <a:cubicBezTo>
                  <a:pt x="0" y="29210"/>
                  <a:pt x="8890" y="20320"/>
                  <a:pt x="20320" y="20320"/>
                </a:cubicBezTo>
                <a:lnTo>
                  <a:pt x="50800" y="20320"/>
                </a:lnTo>
                <a:lnTo>
                  <a:pt x="50800" y="10160"/>
                </a:lnTo>
                <a:cubicBezTo>
                  <a:pt x="50800" y="3810"/>
                  <a:pt x="54610" y="0"/>
                  <a:pt x="60960" y="0"/>
                </a:cubicBezTo>
                <a:close/>
                <a:moveTo>
                  <a:pt x="172720" y="40640"/>
                </a:moveTo>
                <a:lnTo>
                  <a:pt x="172720" y="50800"/>
                </a:lnTo>
                <a:cubicBezTo>
                  <a:pt x="172720" y="55880"/>
                  <a:pt x="177800" y="60960"/>
                  <a:pt x="182880" y="60960"/>
                </a:cubicBezTo>
                <a:cubicBezTo>
                  <a:pt x="187960" y="60960"/>
                  <a:pt x="193040" y="55880"/>
                  <a:pt x="193040" y="50800"/>
                </a:cubicBezTo>
                <a:lnTo>
                  <a:pt x="193040" y="40640"/>
                </a:lnTo>
                <a:lnTo>
                  <a:pt x="223520" y="40640"/>
                </a:lnTo>
                <a:lnTo>
                  <a:pt x="223520" y="81280"/>
                </a:lnTo>
                <a:lnTo>
                  <a:pt x="20320" y="81280"/>
                </a:lnTo>
                <a:lnTo>
                  <a:pt x="20320" y="40640"/>
                </a:lnTo>
                <a:lnTo>
                  <a:pt x="50800" y="40640"/>
                </a:lnTo>
                <a:lnTo>
                  <a:pt x="50800" y="50800"/>
                </a:lnTo>
                <a:cubicBezTo>
                  <a:pt x="50800" y="55880"/>
                  <a:pt x="55880" y="60960"/>
                  <a:pt x="60960" y="60960"/>
                </a:cubicBezTo>
                <a:cubicBezTo>
                  <a:pt x="66040" y="60960"/>
                  <a:pt x="71120" y="55880"/>
                  <a:pt x="71120" y="50800"/>
                </a:cubicBezTo>
                <a:lnTo>
                  <a:pt x="71120" y="40640"/>
                </a:lnTo>
                <a:lnTo>
                  <a:pt x="172720" y="40640"/>
                </a:lnTo>
                <a:close/>
                <a:moveTo>
                  <a:pt x="223520" y="101600"/>
                </a:moveTo>
                <a:lnTo>
                  <a:pt x="223520" y="203200"/>
                </a:lnTo>
                <a:lnTo>
                  <a:pt x="20320" y="203200"/>
                </a:lnTo>
                <a:lnTo>
                  <a:pt x="20320" y="101600"/>
                </a:lnTo>
                <a:lnTo>
                  <a:pt x="223520" y="1016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5" name="Полилиния: фигура 246">
            <a:extLst>
              <a:ext uri="{FF2B5EF4-FFF2-40B4-BE49-F238E27FC236}">
                <a16:creationId xmlns:a16="http://schemas.microsoft.com/office/drawing/2014/main" id="{B9A7C855-000E-D29B-388F-C0BAF97D10C0}"/>
              </a:ext>
            </a:extLst>
          </p:cNvPr>
          <p:cNvSpPr/>
          <p:nvPr/>
        </p:nvSpPr>
        <p:spPr>
          <a:xfrm>
            <a:off x="7220947" y="5349935"/>
            <a:ext cx="284162" cy="274816"/>
          </a:xfrm>
          <a:custGeom>
            <a:avLst/>
            <a:gdLst>
              <a:gd name="connsiteX0" fmla="*/ 205105 w 284162"/>
              <a:gd name="connsiteY0" fmla="*/ 26531 h 274816"/>
              <a:gd name="connsiteX1" fmla="*/ 111125 w 284162"/>
              <a:gd name="connsiteY1" fmla="*/ 4942 h 274816"/>
              <a:gd name="connsiteX2" fmla="*/ 99695 w 284162"/>
              <a:gd name="connsiteY2" fmla="*/ 8751 h 274816"/>
              <a:gd name="connsiteX3" fmla="*/ 95884 w 284162"/>
              <a:gd name="connsiteY3" fmla="*/ 27801 h 274816"/>
              <a:gd name="connsiteX4" fmla="*/ 133984 w 284162"/>
              <a:gd name="connsiteY4" fmla="*/ 65901 h 274816"/>
              <a:gd name="connsiteX5" fmla="*/ 133984 w 284162"/>
              <a:gd name="connsiteY5" fmla="*/ 95111 h 274816"/>
              <a:gd name="connsiteX6" fmla="*/ 5715 w 284162"/>
              <a:gd name="connsiteY6" fmla="*/ 223381 h 274816"/>
              <a:gd name="connsiteX7" fmla="*/ 5715 w 284162"/>
              <a:gd name="connsiteY7" fmla="*/ 252592 h 274816"/>
              <a:gd name="connsiteX8" fmla="*/ 22225 w 284162"/>
              <a:gd name="connsiteY8" fmla="*/ 269101 h 274816"/>
              <a:gd name="connsiteX9" fmla="*/ 51434 w 284162"/>
              <a:gd name="connsiteY9" fmla="*/ 269101 h 274816"/>
              <a:gd name="connsiteX10" fmla="*/ 179705 w 284162"/>
              <a:gd name="connsiteY10" fmla="*/ 140831 h 274816"/>
              <a:gd name="connsiteX11" fmla="*/ 208915 w 284162"/>
              <a:gd name="connsiteY11" fmla="*/ 140831 h 274816"/>
              <a:gd name="connsiteX12" fmla="*/ 226695 w 284162"/>
              <a:gd name="connsiteY12" fmla="*/ 158611 h 274816"/>
              <a:gd name="connsiteX13" fmla="*/ 241934 w 284162"/>
              <a:gd name="connsiteY13" fmla="*/ 158611 h 274816"/>
              <a:gd name="connsiteX14" fmla="*/ 281305 w 284162"/>
              <a:gd name="connsiteY14" fmla="*/ 119242 h 274816"/>
              <a:gd name="connsiteX15" fmla="*/ 281305 w 284162"/>
              <a:gd name="connsiteY15" fmla="*/ 104001 h 274816"/>
              <a:gd name="connsiteX16" fmla="*/ 205105 w 284162"/>
              <a:gd name="connsiteY16" fmla="*/ 26531 h 274816"/>
              <a:gd name="connsiteX17" fmla="*/ 147955 w 284162"/>
              <a:gd name="connsiteY17" fmla="*/ 50661 h 274816"/>
              <a:gd name="connsiteX18" fmla="*/ 120015 w 284162"/>
              <a:gd name="connsiteY18" fmla="*/ 22722 h 274816"/>
              <a:gd name="connsiteX19" fmla="*/ 189865 w 284162"/>
              <a:gd name="connsiteY19" fmla="*/ 40501 h 274816"/>
              <a:gd name="connsiteX20" fmla="*/ 258445 w 284162"/>
              <a:gd name="connsiteY20" fmla="*/ 109081 h 274816"/>
              <a:gd name="connsiteX21" fmla="*/ 231775 w 284162"/>
              <a:gd name="connsiteY21" fmla="*/ 135751 h 274816"/>
              <a:gd name="connsiteX22" fmla="*/ 220345 w 284162"/>
              <a:gd name="connsiteY22" fmla="*/ 124322 h 274816"/>
              <a:gd name="connsiteX23" fmla="*/ 172084 w 284162"/>
              <a:gd name="connsiteY23" fmla="*/ 116701 h 274816"/>
              <a:gd name="connsiteX24" fmla="*/ 153034 w 284162"/>
              <a:gd name="connsiteY24" fmla="*/ 97651 h 274816"/>
              <a:gd name="connsiteX25" fmla="*/ 147955 w 284162"/>
              <a:gd name="connsiteY25" fmla="*/ 50661 h 274816"/>
              <a:gd name="connsiteX26" fmla="*/ 141605 w 284162"/>
              <a:gd name="connsiteY26" fmla="*/ 114161 h 274816"/>
              <a:gd name="connsiteX27" fmla="*/ 18415 w 284162"/>
              <a:gd name="connsiteY27" fmla="*/ 237351 h 274816"/>
              <a:gd name="connsiteX28" fmla="*/ 34925 w 284162"/>
              <a:gd name="connsiteY28" fmla="*/ 253861 h 274816"/>
              <a:gd name="connsiteX29" fmla="*/ 158115 w 284162"/>
              <a:gd name="connsiteY29" fmla="*/ 130672 h 274816"/>
              <a:gd name="connsiteX30" fmla="*/ 141605 w 284162"/>
              <a:gd name="connsiteY30" fmla="*/ 114161 h 2748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84162" h="274816">
                <a:moveTo>
                  <a:pt x="205105" y="26531"/>
                </a:moveTo>
                <a:cubicBezTo>
                  <a:pt x="180975" y="2401"/>
                  <a:pt x="144145" y="-6489"/>
                  <a:pt x="111125" y="4942"/>
                </a:cubicBezTo>
                <a:lnTo>
                  <a:pt x="99695" y="8751"/>
                </a:lnTo>
                <a:cubicBezTo>
                  <a:pt x="92075" y="11292"/>
                  <a:pt x="89534" y="21451"/>
                  <a:pt x="95884" y="27801"/>
                </a:cubicBezTo>
                <a:lnTo>
                  <a:pt x="133984" y="65901"/>
                </a:lnTo>
                <a:cubicBezTo>
                  <a:pt x="141605" y="73522"/>
                  <a:pt x="141605" y="86222"/>
                  <a:pt x="133984" y="95111"/>
                </a:cubicBezTo>
                <a:lnTo>
                  <a:pt x="5715" y="223381"/>
                </a:lnTo>
                <a:cubicBezTo>
                  <a:pt x="-1905" y="231001"/>
                  <a:pt x="-1905" y="243701"/>
                  <a:pt x="5715" y="252592"/>
                </a:cubicBezTo>
                <a:lnTo>
                  <a:pt x="22225" y="269101"/>
                </a:lnTo>
                <a:cubicBezTo>
                  <a:pt x="29845" y="276722"/>
                  <a:pt x="42545" y="276722"/>
                  <a:pt x="51434" y="269101"/>
                </a:cubicBezTo>
                <a:lnTo>
                  <a:pt x="179705" y="140831"/>
                </a:lnTo>
                <a:cubicBezTo>
                  <a:pt x="187325" y="133211"/>
                  <a:pt x="200025" y="133211"/>
                  <a:pt x="208915" y="140831"/>
                </a:cubicBezTo>
                <a:lnTo>
                  <a:pt x="226695" y="158611"/>
                </a:lnTo>
                <a:cubicBezTo>
                  <a:pt x="230505" y="162422"/>
                  <a:pt x="238125" y="162422"/>
                  <a:pt x="241934" y="158611"/>
                </a:cubicBezTo>
                <a:lnTo>
                  <a:pt x="281305" y="119242"/>
                </a:lnTo>
                <a:cubicBezTo>
                  <a:pt x="285115" y="115431"/>
                  <a:pt x="285115" y="107811"/>
                  <a:pt x="281305" y="104001"/>
                </a:cubicBezTo>
                <a:lnTo>
                  <a:pt x="205105" y="26531"/>
                </a:lnTo>
                <a:close/>
                <a:moveTo>
                  <a:pt x="147955" y="50661"/>
                </a:moveTo>
                <a:lnTo>
                  <a:pt x="120015" y="22722"/>
                </a:lnTo>
                <a:cubicBezTo>
                  <a:pt x="145415" y="15101"/>
                  <a:pt x="172084" y="22722"/>
                  <a:pt x="189865" y="40501"/>
                </a:cubicBezTo>
                <a:lnTo>
                  <a:pt x="258445" y="109081"/>
                </a:lnTo>
                <a:lnTo>
                  <a:pt x="231775" y="135751"/>
                </a:lnTo>
                <a:lnTo>
                  <a:pt x="220345" y="124322"/>
                </a:lnTo>
                <a:cubicBezTo>
                  <a:pt x="207645" y="111622"/>
                  <a:pt x="187325" y="109081"/>
                  <a:pt x="172084" y="116701"/>
                </a:cubicBezTo>
                <a:lnTo>
                  <a:pt x="153034" y="97651"/>
                </a:lnTo>
                <a:cubicBezTo>
                  <a:pt x="163195" y="83681"/>
                  <a:pt x="160655" y="63361"/>
                  <a:pt x="147955" y="50661"/>
                </a:cubicBezTo>
                <a:close/>
                <a:moveTo>
                  <a:pt x="141605" y="114161"/>
                </a:moveTo>
                <a:lnTo>
                  <a:pt x="18415" y="237351"/>
                </a:lnTo>
                <a:lnTo>
                  <a:pt x="34925" y="253861"/>
                </a:lnTo>
                <a:lnTo>
                  <a:pt x="158115" y="130672"/>
                </a:lnTo>
                <a:lnTo>
                  <a:pt x="141605" y="114161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6" name="Полилиния: фигура 249">
            <a:extLst>
              <a:ext uri="{FF2B5EF4-FFF2-40B4-BE49-F238E27FC236}">
                <a16:creationId xmlns:a16="http://schemas.microsoft.com/office/drawing/2014/main" id="{EC26ED25-A9AF-316E-F1EB-F049BFD44EFD}"/>
              </a:ext>
            </a:extLst>
          </p:cNvPr>
          <p:cNvSpPr/>
          <p:nvPr/>
        </p:nvSpPr>
        <p:spPr>
          <a:xfrm>
            <a:off x="8349342" y="5370116"/>
            <a:ext cx="264159" cy="232936"/>
          </a:xfrm>
          <a:custGeom>
            <a:avLst/>
            <a:gdLst>
              <a:gd name="connsiteX0" fmla="*/ 243839 w 264159"/>
              <a:gd name="connsiteY0" fmla="*/ 132080 h 232936"/>
              <a:gd name="connsiteX1" fmla="*/ 142239 w 264159"/>
              <a:gd name="connsiteY1" fmla="*/ 21590 h 232936"/>
              <a:gd name="connsiteX2" fmla="*/ 142239 w 264159"/>
              <a:gd name="connsiteY2" fmla="*/ 41910 h 232936"/>
              <a:gd name="connsiteX3" fmla="*/ 132080 w 264159"/>
              <a:gd name="connsiteY3" fmla="*/ 52070 h 232936"/>
              <a:gd name="connsiteX4" fmla="*/ 121920 w 264159"/>
              <a:gd name="connsiteY4" fmla="*/ 41910 h 232936"/>
              <a:gd name="connsiteX5" fmla="*/ 121920 w 264159"/>
              <a:gd name="connsiteY5" fmla="*/ 21590 h 232936"/>
              <a:gd name="connsiteX6" fmla="*/ 20320 w 264159"/>
              <a:gd name="connsiteY6" fmla="*/ 132080 h 232936"/>
              <a:gd name="connsiteX7" fmla="*/ 40639 w 264159"/>
              <a:gd name="connsiteY7" fmla="*/ 132080 h 232936"/>
              <a:gd name="connsiteX8" fmla="*/ 50800 w 264159"/>
              <a:gd name="connsiteY8" fmla="*/ 142240 h 232936"/>
              <a:gd name="connsiteX9" fmla="*/ 40639 w 264159"/>
              <a:gd name="connsiteY9" fmla="*/ 152400 h 232936"/>
              <a:gd name="connsiteX10" fmla="*/ 22860 w 264159"/>
              <a:gd name="connsiteY10" fmla="*/ 152400 h 232936"/>
              <a:gd name="connsiteX11" fmla="*/ 54610 w 264159"/>
              <a:gd name="connsiteY11" fmla="*/ 210820 h 232936"/>
              <a:gd name="connsiteX12" fmla="*/ 132080 w 264159"/>
              <a:gd name="connsiteY12" fmla="*/ 198120 h 232936"/>
              <a:gd name="connsiteX13" fmla="*/ 209550 w 264159"/>
              <a:gd name="connsiteY13" fmla="*/ 210820 h 232936"/>
              <a:gd name="connsiteX14" fmla="*/ 241300 w 264159"/>
              <a:gd name="connsiteY14" fmla="*/ 152400 h 232936"/>
              <a:gd name="connsiteX15" fmla="*/ 223520 w 264159"/>
              <a:gd name="connsiteY15" fmla="*/ 152400 h 232936"/>
              <a:gd name="connsiteX16" fmla="*/ 213360 w 264159"/>
              <a:gd name="connsiteY16" fmla="*/ 142240 h 232936"/>
              <a:gd name="connsiteX17" fmla="*/ 223520 w 264159"/>
              <a:gd name="connsiteY17" fmla="*/ 132080 h 232936"/>
              <a:gd name="connsiteX18" fmla="*/ 243839 w 264159"/>
              <a:gd name="connsiteY18" fmla="*/ 132080 h 232936"/>
              <a:gd name="connsiteX19" fmla="*/ 217170 w 264159"/>
              <a:gd name="connsiteY19" fmla="*/ 231140 h 232936"/>
              <a:gd name="connsiteX20" fmla="*/ 208280 w 264159"/>
              <a:gd name="connsiteY20" fmla="*/ 232410 h 232936"/>
              <a:gd name="connsiteX21" fmla="*/ 132080 w 264159"/>
              <a:gd name="connsiteY21" fmla="*/ 218440 h 232936"/>
              <a:gd name="connsiteX22" fmla="*/ 55880 w 264159"/>
              <a:gd name="connsiteY22" fmla="*/ 232410 h 232936"/>
              <a:gd name="connsiteX23" fmla="*/ 46989 w 264159"/>
              <a:gd name="connsiteY23" fmla="*/ 231140 h 232936"/>
              <a:gd name="connsiteX24" fmla="*/ 0 w 264159"/>
              <a:gd name="connsiteY24" fmla="*/ 132080 h 232936"/>
              <a:gd name="connsiteX25" fmla="*/ 132080 w 264159"/>
              <a:gd name="connsiteY25" fmla="*/ 0 h 232936"/>
              <a:gd name="connsiteX26" fmla="*/ 264160 w 264159"/>
              <a:gd name="connsiteY26" fmla="*/ 132080 h 232936"/>
              <a:gd name="connsiteX27" fmla="*/ 217170 w 264159"/>
              <a:gd name="connsiteY27" fmla="*/ 231140 h 232936"/>
              <a:gd name="connsiteX28" fmla="*/ 152400 w 264159"/>
              <a:gd name="connsiteY28" fmla="*/ 157480 h 232936"/>
              <a:gd name="connsiteX29" fmla="*/ 132080 w 264159"/>
              <a:gd name="connsiteY29" fmla="*/ 177800 h 232936"/>
              <a:gd name="connsiteX30" fmla="*/ 111760 w 264159"/>
              <a:gd name="connsiteY30" fmla="*/ 157480 h 232936"/>
              <a:gd name="connsiteX31" fmla="*/ 127000 w 264159"/>
              <a:gd name="connsiteY31" fmla="*/ 88900 h 232936"/>
              <a:gd name="connsiteX32" fmla="*/ 137160 w 264159"/>
              <a:gd name="connsiteY32" fmla="*/ 88900 h 232936"/>
              <a:gd name="connsiteX33" fmla="*/ 152400 w 264159"/>
              <a:gd name="connsiteY33" fmla="*/ 157480 h 2329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64159" h="232936">
                <a:moveTo>
                  <a:pt x="243839" y="132080"/>
                </a:moveTo>
                <a:cubicBezTo>
                  <a:pt x="243839" y="73660"/>
                  <a:pt x="199389" y="26670"/>
                  <a:pt x="142239" y="21590"/>
                </a:cubicBezTo>
                <a:lnTo>
                  <a:pt x="142239" y="41910"/>
                </a:lnTo>
                <a:cubicBezTo>
                  <a:pt x="142239" y="46990"/>
                  <a:pt x="137160" y="52070"/>
                  <a:pt x="132080" y="52070"/>
                </a:cubicBezTo>
                <a:cubicBezTo>
                  <a:pt x="127000" y="52070"/>
                  <a:pt x="121920" y="46990"/>
                  <a:pt x="121920" y="41910"/>
                </a:cubicBezTo>
                <a:lnTo>
                  <a:pt x="121920" y="21590"/>
                </a:lnTo>
                <a:cubicBezTo>
                  <a:pt x="64770" y="26670"/>
                  <a:pt x="20320" y="74930"/>
                  <a:pt x="20320" y="132080"/>
                </a:cubicBezTo>
                <a:lnTo>
                  <a:pt x="40639" y="132080"/>
                </a:lnTo>
                <a:cubicBezTo>
                  <a:pt x="45720" y="132080"/>
                  <a:pt x="50800" y="137160"/>
                  <a:pt x="50800" y="142240"/>
                </a:cubicBezTo>
                <a:cubicBezTo>
                  <a:pt x="50800" y="147320"/>
                  <a:pt x="45720" y="152400"/>
                  <a:pt x="40639" y="152400"/>
                </a:cubicBezTo>
                <a:lnTo>
                  <a:pt x="22860" y="152400"/>
                </a:lnTo>
                <a:cubicBezTo>
                  <a:pt x="27939" y="176530"/>
                  <a:pt x="39370" y="196850"/>
                  <a:pt x="54610" y="210820"/>
                </a:cubicBezTo>
                <a:cubicBezTo>
                  <a:pt x="78739" y="203200"/>
                  <a:pt x="102870" y="198120"/>
                  <a:pt x="132080" y="198120"/>
                </a:cubicBezTo>
                <a:cubicBezTo>
                  <a:pt x="161289" y="198120"/>
                  <a:pt x="185420" y="203200"/>
                  <a:pt x="209550" y="210820"/>
                </a:cubicBezTo>
                <a:cubicBezTo>
                  <a:pt x="224789" y="196850"/>
                  <a:pt x="237489" y="175260"/>
                  <a:pt x="241300" y="152400"/>
                </a:cubicBezTo>
                <a:lnTo>
                  <a:pt x="223520" y="152400"/>
                </a:lnTo>
                <a:cubicBezTo>
                  <a:pt x="218439" y="152400"/>
                  <a:pt x="213360" y="147320"/>
                  <a:pt x="213360" y="142240"/>
                </a:cubicBezTo>
                <a:cubicBezTo>
                  <a:pt x="213360" y="137160"/>
                  <a:pt x="218439" y="132080"/>
                  <a:pt x="223520" y="132080"/>
                </a:cubicBezTo>
                <a:lnTo>
                  <a:pt x="243839" y="132080"/>
                </a:lnTo>
                <a:close/>
                <a:moveTo>
                  <a:pt x="217170" y="231140"/>
                </a:moveTo>
                <a:cubicBezTo>
                  <a:pt x="214630" y="232410"/>
                  <a:pt x="210820" y="233680"/>
                  <a:pt x="208280" y="232410"/>
                </a:cubicBezTo>
                <a:cubicBezTo>
                  <a:pt x="184150" y="224790"/>
                  <a:pt x="160020" y="218440"/>
                  <a:pt x="132080" y="218440"/>
                </a:cubicBezTo>
                <a:cubicBezTo>
                  <a:pt x="104139" y="218440"/>
                  <a:pt x="80010" y="223520"/>
                  <a:pt x="55880" y="232410"/>
                </a:cubicBezTo>
                <a:cubicBezTo>
                  <a:pt x="53339" y="233680"/>
                  <a:pt x="49530" y="232410"/>
                  <a:pt x="46989" y="231140"/>
                </a:cubicBezTo>
                <a:cubicBezTo>
                  <a:pt x="19050" y="209550"/>
                  <a:pt x="0" y="171450"/>
                  <a:pt x="0" y="132080"/>
                </a:cubicBezTo>
                <a:cubicBezTo>
                  <a:pt x="0" y="59690"/>
                  <a:pt x="58420" y="0"/>
                  <a:pt x="132080" y="0"/>
                </a:cubicBezTo>
                <a:cubicBezTo>
                  <a:pt x="204470" y="0"/>
                  <a:pt x="264160" y="59690"/>
                  <a:pt x="264160" y="132080"/>
                </a:cubicBezTo>
                <a:cubicBezTo>
                  <a:pt x="264160" y="171450"/>
                  <a:pt x="245110" y="209550"/>
                  <a:pt x="217170" y="231140"/>
                </a:cubicBezTo>
                <a:close/>
                <a:moveTo>
                  <a:pt x="152400" y="157480"/>
                </a:moveTo>
                <a:cubicBezTo>
                  <a:pt x="152400" y="168910"/>
                  <a:pt x="143510" y="177800"/>
                  <a:pt x="132080" y="177800"/>
                </a:cubicBezTo>
                <a:cubicBezTo>
                  <a:pt x="120650" y="177800"/>
                  <a:pt x="111760" y="168910"/>
                  <a:pt x="111760" y="157480"/>
                </a:cubicBezTo>
                <a:cubicBezTo>
                  <a:pt x="111760" y="149860"/>
                  <a:pt x="120650" y="111760"/>
                  <a:pt x="127000" y="88900"/>
                </a:cubicBezTo>
                <a:cubicBezTo>
                  <a:pt x="128270" y="83820"/>
                  <a:pt x="135889" y="83820"/>
                  <a:pt x="137160" y="88900"/>
                </a:cubicBezTo>
                <a:cubicBezTo>
                  <a:pt x="142239" y="113030"/>
                  <a:pt x="152400" y="149860"/>
                  <a:pt x="152400" y="1574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7" name="Полилиния: фигура 253">
            <a:extLst>
              <a:ext uri="{FF2B5EF4-FFF2-40B4-BE49-F238E27FC236}">
                <a16:creationId xmlns:a16="http://schemas.microsoft.com/office/drawing/2014/main" id="{C22FA082-9039-8D10-FDCF-48ACE48CAB07}"/>
              </a:ext>
            </a:extLst>
          </p:cNvPr>
          <p:cNvSpPr/>
          <p:nvPr/>
        </p:nvSpPr>
        <p:spPr>
          <a:xfrm>
            <a:off x="11176362" y="5375196"/>
            <a:ext cx="203200" cy="223520"/>
          </a:xfrm>
          <a:custGeom>
            <a:avLst/>
            <a:gdLst>
              <a:gd name="connsiteX0" fmla="*/ 20320 w 203200"/>
              <a:gd name="connsiteY0" fmla="*/ 182880 h 223520"/>
              <a:gd name="connsiteX1" fmla="*/ 20320 w 203200"/>
              <a:gd name="connsiteY1" fmla="*/ 20320 h 223520"/>
              <a:gd name="connsiteX2" fmla="*/ 182880 w 203200"/>
              <a:gd name="connsiteY2" fmla="*/ 20320 h 223520"/>
              <a:gd name="connsiteX3" fmla="*/ 182880 w 203200"/>
              <a:gd name="connsiteY3" fmla="*/ 182880 h 223520"/>
              <a:gd name="connsiteX4" fmla="*/ 20320 w 203200"/>
              <a:gd name="connsiteY4" fmla="*/ 182880 h 223520"/>
              <a:gd name="connsiteX5" fmla="*/ 0 w 203200"/>
              <a:gd name="connsiteY5" fmla="*/ 10160 h 223520"/>
              <a:gd name="connsiteX6" fmla="*/ 10160 w 203200"/>
              <a:gd name="connsiteY6" fmla="*/ 0 h 223520"/>
              <a:gd name="connsiteX7" fmla="*/ 193040 w 203200"/>
              <a:gd name="connsiteY7" fmla="*/ 0 h 223520"/>
              <a:gd name="connsiteX8" fmla="*/ 203200 w 203200"/>
              <a:gd name="connsiteY8" fmla="*/ 10160 h 223520"/>
              <a:gd name="connsiteX9" fmla="*/ 203200 w 203200"/>
              <a:gd name="connsiteY9" fmla="*/ 193040 h 223520"/>
              <a:gd name="connsiteX10" fmla="*/ 193040 w 203200"/>
              <a:gd name="connsiteY10" fmla="*/ 203200 h 223520"/>
              <a:gd name="connsiteX11" fmla="*/ 182880 w 203200"/>
              <a:gd name="connsiteY11" fmla="*/ 203200 h 223520"/>
              <a:gd name="connsiteX12" fmla="*/ 182880 w 203200"/>
              <a:gd name="connsiteY12" fmla="*/ 213360 h 223520"/>
              <a:gd name="connsiteX13" fmla="*/ 172720 w 203200"/>
              <a:gd name="connsiteY13" fmla="*/ 223520 h 223520"/>
              <a:gd name="connsiteX14" fmla="*/ 162560 w 203200"/>
              <a:gd name="connsiteY14" fmla="*/ 213360 h 223520"/>
              <a:gd name="connsiteX15" fmla="*/ 162560 w 203200"/>
              <a:gd name="connsiteY15" fmla="*/ 203200 h 223520"/>
              <a:gd name="connsiteX16" fmla="*/ 40640 w 203200"/>
              <a:gd name="connsiteY16" fmla="*/ 203200 h 223520"/>
              <a:gd name="connsiteX17" fmla="*/ 40640 w 203200"/>
              <a:gd name="connsiteY17" fmla="*/ 213360 h 223520"/>
              <a:gd name="connsiteX18" fmla="*/ 30480 w 203200"/>
              <a:gd name="connsiteY18" fmla="*/ 223520 h 223520"/>
              <a:gd name="connsiteX19" fmla="*/ 20320 w 203200"/>
              <a:gd name="connsiteY19" fmla="*/ 213360 h 223520"/>
              <a:gd name="connsiteX20" fmla="*/ 20320 w 203200"/>
              <a:gd name="connsiteY20" fmla="*/ 203200 h 223520"/>
              <a:gd name="connsiteX21" fmla="*/ 10160 w 203200"/>
              <a:gd name="connsiteY21" fmla="*/ 203200 h 223520"/>
              <a:gd name="connsiteX22" fmla="*/ 0 w 203200"/>
              <a:gd name="connsiteY22" fmla="*/ 193040 h 223520"/>
              <a:gd name="connsiteX23" fmla="*/ 0 w 203200"/>
              <a:gd name="connsiteY23" fmla="*/ 10160 h 223520"/>
              <a:gd name="connsiteX24" fmla="*/ 78740 w 203200"/>
              <a:gd name="connsiteY24" fmla="*/ 63500 h 223520"/>
              <a:gd name="connsiteX25" fmla="*/ 64770 w 203200"/>
              <a:gd name="connsiteY25" fmla="*/ 63500 h 223520"/>
              <a:gd name="connsiteX26" fmla="*/ 64770 w 203200"/>
              <a:gd name="connsiteY26" fmla="*/ 77470 h 223520"/>
              <a:gd name="connsiteX27" fmla="*/ 87630 w 203200"/>
              <a:gd name="connsiteY27" fmla="*/ 100330 h 223520"/>
              <a:gd name="connsiteX28" fmla="*/ 64770 w 203200"/>
              <a:gd name="connsiteY28" fmla="*/ 123190 h 223520"/>
              <a:gd name="connsiteX29" fmla="*/ 64770 w 203200"/>
              <a:gd name="connsiteY29" fmla="*/ 137160 h 223520"/>
              <a:gd name="connsiteX30" fmla="*/ 78740 w 203200"/>
              <a:gd name="connsiteY30" fmla="*/ 137160 h 223520"/>
              <a:gd name="connsiteX31" fmla="*/ 101600 w 203200"/>
              <a:gd name="connsiteY31" fmla="*/ 114300 h 223520"/>
              <a:gd name="connsiteX32" fmla="*/ 124460 w 203200"/>
              <a:gd name="connsiteY32" fmla="*/ 137160 h 223520"/>
              <a:gd name="connsiteX33" fmla="*/ 138430 w 203200"/>
              <a:gd name="connsiteY33" fmla="*/ 137160 h 223520"/>
              <a:gd name="connsiteX34" fmla="*/ 138430 w 203200"/>
              <a:gd name="connsiteY34" fmla="*/ 123190 h 223520"/>
              <a:gd name="connsiteX35" fmla="*/ 115570 w 203200"/>
              <a:gd name="connsiteY35" fmla="*/ 100330 h 223520"/>
              <a:gd name="connsiteX36" fmla="*/ 138430 w 203200"/>
              <a:gd name="connsiteY36" fmla="*/ 77470 h 223520"/>
              <a:gd name="connsiteX37" fmla="*/ 138430 w 203200"/>
              <a:gd name="connsiteY37" fmla="*/ 63500 h 223520"/>
              <a:gd name="connsiteX38" fmla="*/ 124460 w 203200"/>
              <a:gd name="connsiteY38" fmla="*/ 63500 h 223520"/>
              <a:gd name="connsiteX39" fmla="*/ 101600 w 203200"/>
              <a:gd name="connsiteY39" fmla="*/ 86360 h 223520"/>
              <a:gd name="connsiteX40" fmla="*/ 78740 w 203200"/>
              <a:gd name="connsiteY40" fmla="*/ 635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03200" h="223520">
                <a:moveTo>
                  <a:pt x="20320" y="182880"/>
                </a:moveTo>
                <a:lnTo>
                  <a:pt x="20320" y="20320"/>
                </a:lnTo>
                <a:lnTo>
                  <a:pt x="182880" y="20320"/>
                </a:lnTo>
                <a:lnTo>
                  <a:pt x="182880" y="182880"/>
                </a:lnTo>
                <a:lnTo>
                  <a:pt x="20320" y="182880"/>
                </a:ln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93040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193040"/>
                </a:lnTo>
                <a:cubicBezTo>
                  <a:pt x="203200" y="198120"/>
                  <a:pt x="198120" y="203200"/>
                  <a:pt x="193040" y="203200"/>
                </a:cubicBezTo>
                <a:lnTo>
                  <a:pt x="182880" y="203200"/>
                </a:lnTo>
                <a:lnTo>
                  <a:pt x="182880" y="213360"/>
                </a:lnTo>
                <a:cubicBezTo>
                  <a:pt x="182880" y="218440"/>
                  <a:pt x="177800" y="223520"/>
                  <a:pt x="172720" y="223520"/>
                </a:cubicBezTo>
                <a:cubicBezTo>
                  <a:pt x="167640" y="223520"/>
                  <a:pt x="162560" y="218440"/>
                  <a:pt x="162560" y="213360"/>
                </a:cubicBezTo>
                <a:lnTo>
                  <a:pt x="162560" y="203200"/>
                </a:lnTo>
                <a:lnTo>
                  <a:pt x="40640" y="203200"/>
                </a:lnTo>
                <a:lnTo>
                  <a:pt x="40640" y="213360"/>
                </a:lnTo>
                <a:cubicBezTo>
                  <a:pt x="40640" y="218440"/>
                  <a:pt x="35560" y="223520"/>
                  <a:pt x="30480" y="223520"/>
                </a:cubicBezTo>
                <a:cubicBezTo>
                  <a:pt x="25400" y="223520"/>
                  <a:pt x="20320" y="218440"/>
                  <a:pt x="20320" y="213360"/>
                </a:cubicBezTo>
                <a:lnTo>
                  <a:pt x="20320" y="203200"/>
                </a:lnTo>
                <a:lnTo>
                  <a:pt x="10160" y="203200"/>
                </a:lnTo>
                <a:cubicBezTo>
                  <a:pt x="5080" y="203200"/>
                  <a:pt x="0" y="198120"/>
                  <a:pt x="0" y="193040"/>
                </a:cubicBezTo>
                <a:lnTo>
                  <a:pt x="0" y="10160"/>
                </a:lnTo>
                <a:close/>
                <a:moveTo>
                  <a:pt x="78740" y="63500"/>
                </a:moveTo>
                <a:cubicBezTo>
                  <a:pt x="74930" y="59690"/>
                  <a:pt x="68580" y="59690"/>
                  <a:pt x="64770" y="63500"/>
                </a:cubicBezTo>
                <a:cubicBezTo>
                  <a:pt x="60960" y="67310"/>
                  <a:pt x="60960" y="73660"/>
                  <a:pt x="64770" y="77470"/>
                </a:cubicBezTo>
                <a:lnTo>
                  <a:pt x="87630" y="100330"/>
                </a:lnTo>
                <a:lnTo>
                  <a:pt x="64770" y="123190"/>
                </a:lnTo>
                <a:cubicBezTo>
                  <a:pt x="60960" y="127000"/>
                  <a:pt x="60960" y="133350"/>
                  <a:pt x="64770" y="137160"/>
                </a:cubicBezTo>
                <a:cubicBezTo>
                  <a:pt x="68580" y="140970"/>
                  <a:pt x="74930" y="140970"/>
                  <a:pt x="78740" y="137160"/>
                </a:cubicBezTo>
                <a:lnTo>
                  <a:pt x="101600" y="114300"/>
                </a:lnTo>
                <a:lnTo>
                  <a:pt x="124460" y="137160"/>
                </a:lnTo>
                <a:cubicBezTo>
                  <a:pt x="128270" y="140970"/>
                  <a:pt x="134620" y="140970"/>
                  <a:pt x="138430" y="137160"/>
                </a:cubicBezTo>
                <a:cubicBezTo>
                  <a:pt x="142240" y="133350"/>
                  <a:pt x="142240" y="127000"/>
                  <a:pt x="138430" y="123190"/>
                </a:cubicBezTo>
                <a:lnTo>
                  <a:pt x="115570" y="100330"/>
                </a:lnTo>
                <a:lnTo>
                  <a:pt x="138430" y="77470"/>
                </a:lnTo>
                <a:cubicBezTo>
                  <a:pt x="142240" y="73660"/>
                  <a:pt x="142240" y="67310"/>
                  <a:pt x="138430" y="63500"/>
                </a:cubicBezTo>
                <a:cubicBezTo>
                  <a:pt x="134620" y="59690"/>
                  <a:pt x="128270" y="59690"/>
                  <a:pt x="124460" y="63500"/>
                </a:cubicBezTo>
                <a:lnTo>
                  <a:pt x="101600" y="86360"/>
                </a:lnTo>
                <a:lnTo>
                  <a:pt x="78740" y="635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8" name="Полилиния: фигура 256">
            <a:extLst>
              <a:ext uri="{FF2B5EF4-FFF2-40B4-BE49-F238E27FC236}">
                <a16:creationId xmlns:a16="http://schemas.microsoft.com/office/drawing/2014/main" id="{858A0159-7485-BB4B-EE65-C6FCBB5E5284}"/>
              </a:ext>
            </a:extLst>
          </p:cNvPr>
          <p:cNvSpPr/>
          <p:nvPr/>
        </p:nvSpPr>
        <p:spPr>
          <a:xfrm>
            <a:off x="10617562" y="5375196"/>
            <a:ext cx="203200" cy="223520"/>
          </a:xfrm>
          <a:custGeom>
            <a:avLst/>
            <a:gdLst>
              <a:gd name="connsiteX0" fmla="*/ 20320 w 203200"/>
              <a:gd name="connsiteY0" fmla="*/ 182880 h 223520"/>
              <a:gd name="connsiteX1" fmla="*/ 20320 w 203200"/>
              <a:gd name="connsiteY1" fmla="*/ 20320 h 223520"/>
              <a:gd name="connsiteX2" fmla="*/ 182880 w 203200"/>
              <a:gd name="connsiteY2" fmla="*/ 20320 h 223520"/>
              <a:gd name="connsiteX3" fmla="*/ 182880 w 203200"/>
              <a:gd name="connsiteY3" fmla="*/ 182880 h 223520"/>
              <a:gd name="connsiteX4" fmla="*/ 20320 w 203200"/>
              <a:gd name="connsiteY4" fmla="*/ 182880 h 223520"/>
              <a:gd name="connsiteX5" fmla="*/ 0 w 203200"/>
              <a:gd name="connsiteY5" fmla="*/ 10160 h 223520"/>
              <a:gd name="connsiteX6" fmla="*/ 10160 w 203200"/>
              <a:gd name="connsiteY6" fmla="*/ 0 h 223520"/>
              <a:gd name="connsiteX7" fmla="*/ 193040 w 203200"/>
              <a:gd name="connsiteY7" fmla="*/ 0 h 223520"/>
              <a:gd name="connsiteX8" fmla="*/ 203200 w 203200"/>
              <a:gd name="connsiteY8" fmla="*/ 10160 h 223520"/>
              <a:gd name="connsiteX9" fmla="*/ 203200 w 203200"/>
              <a:gd name="connsiteY9" fmla="*/ 193040 h 223520"/>
              <a:gd name="connsiteX10" fmla="*/ 193040 w 203200"/>
              <a:gd name="connsiteY10" fmla="*/ 203200 h 223520"/>
              <a:gd name="connsiteX11" fmla="*/ 182880 w 203200"/>
              <a:gd name="connsiteY11" fmla="*/ 203200 h 223520"/>
              <a:gd name="connsiteX12" fmla="*/ 182880 w 203200"/>
              <a:gd name="connsiteY12" fmla="*/ 213360 h 223520"/>
              <a:gd name="connsiteX13" fmla="*/ 172720 w 203200"/>
              <a:gd name="connsiteY13" fmla="*/ 223520 h 223520"/>
              <a:gd name="connsiteX14" fmla="*/ 162560 w 203200"/>
              <a:gd name="connsiteY14" fmla="*/ 213360 h 223520"/>
              <a:gd name="connsiteX15" fmla="*/ 162560 w 203200"/>
              <a:gd name="connsiteY15" fmla="*/ 203200 h 223520"/>
              <a:gd name="connsiteX16" fmla="*/ 40640 w 203200"/>
              <a:gd name="connsiteY16" fmla="*/ 203200 h 223520"/>
              <a:gd name="connsiteX17" fmla="*/ 40640 w 203200"/>
              <a:gd name="connsiteY17" fmla="*/ 213360 h 223520"/>
              <a:gd name="connsiteX18" fmla="*/ 30480 w 203200"/>
              <a:gd name="connsiteY18" fmla="*/ 223520 h 223520"/>
              <a:gd name="connsiteX19" fmla="*/ 20320 w 203200"/>
              <a:gd name="connsiteY19" fmla="*/ 213360 h 223520"/>
              <a:gd name="connsiteX20" fmla="*/ 20320 w 203200"/>
              <a:gd name="connsiteY20" fmla="*/ 203200 h 223520"/>
              <a:gd name="connsiteX21" fmla="*/ 10160 w 203200"/>
              <a:gd name="connsiteY21" fmla="*/ 203200 h 223520"/>
              <a:gd name="connsiteX22" fmla="*/ 0 w 203200"/>
              <a:gd name="connsiteY22" fmla="*/ 193040 h 223520"/>
              <a:gd name="connsiteX23" fmla="*/ 0 w 203200"/>
              <a:gd name="connsiteY23" fmla="*/ 10160 h 223520"/>
              <a:gd name="connsiteX24" fmla="*/ 158750 w 203200"/>
              <a:gd name="connsiteY24" fmla="*/ 87630 h 223520"/>
              <a:gd name="connsiteX25" fmla="*/ 158750 w 203200"/>
              <a:gd name="connsiteY25" fmla="*/ 73660 h 223520"/>
              <a:gd name="connsiteX26" fmla="*/ 144780 w 203200"/>
              <a:gd name="connsiteY26" fmla="*/ 73660 h 223520"/>
              <a:gd name="connsiteX27" fmla="*/ 111760 w 203200"/>
              <a:gd name="connsiteY27" fmla="*/ 106680 h 223520"/>
              <a:gd name="connsiteX28" fmla="*/ 88900 w 203200"/>
              <a:gd name="connsiteY28" fmla="*/ 83820 h 223520"/>
              <a:gd name="connsiteX29" fmla="*/ 73660 w 203200"/>
              <a:gd name="connsiteY29" fmla="*/ 83820 h 223520"/>
              <a:gd name="connsiteX30" fmla="*/ 44450 w 203200"/>
              <a:gd name="connsiteY30" fmla="*/ 113030 h 223520"/>
              <a:gd name="connsiteX31" fmla="*/ 44450 w 203200"/>
              <a:gd name="connsiteY31" fmla="*/ 127000 h 223520"/>
              <a:gd name="connsiteX32" fmla="*/ 58420 w 203200"/>
              <a:gd name="connsiteY32" fmla="*/ 127000 h 223520"/>
              <a:gd name="connsiteX33" fmla="*/ 81280 w 203200"/>
              <a:gd name="connsiteY33" fmla="*/ 104140 h 223520"/>
              <a:gd name="connsiteX34" fmla="*/ 104140 w 203200"/>
              <a:gd name="connsiteY34" fmla="*/ 127000 h 223520"/>
              <a:gd name="connsiteX35" fmla="*/ 119380 w 203200"/>
              <a:gd name="connsiteY35" fmla="*/ 127000 h 223520"/>
              <a:gd name="connsiteX36" fmla="*/ 158750 w 203200"/>
              <a:gd name="connsiteY36" fmla="*/ 8763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03200" h="223520">
                <a:moveTo>
                  <a:pt x="20320" y="182880"/>
                </a:moveTo>
                <a:lnTo>
                  <a:pt x="20320" y="20320"/>
                </a:lnTo>
                <a:lnTo>
                  <a:pt x="182880" y="20320"/>
                </a:lnTo>
                <a:lnTo>
                  <a:pt x="182880" y="182880"/>
                </a:lnTo>
                <a:lnTo>
                  <a:pt x="20320" y="182880"/>
                </a:lnTo>
                <a:close/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193040" y="0"/>
                </a:lnTo>
                <a:cubicBezTo>
                  <a:pt x="198120" y="0"/>
                  <a:pt x="203200" y="5080"/>
                  <a:pt x="203200" y="10160"/>
                </a:cubicBezTo>
                <a:lnTo>
                  <a:pt x="203200" y="193040"/>
                </a:lnTo>
                <a:cubicBezTo>
                  <a:pt x="203200" y="198120"/>
                  <a:pt x="198120" y="203200"/>
                  <a:pt x="193040" y="203200"/>
                </a:cubicBezTo>
                <a:lnTo>
                  <a:pt x="182880" y="203200"/>
                </a:lnTo>
                <a:lnTo>
                  <a:pt x="182880" y="213360"/>
                </a:lnTo>
                <a:cubicBezTo>
                  <a:pt x="182880" y="218440"/>
                  <a:pt x="177800" y="223520"/>
                  <a:pt x="172720" y="223520"/>
                </a:cubicBezTo>
                <a:cubicBezTo>
                  <a:pt x="167640" y="223520"/>
                  <a:pt x="162560" y="218440"/>
                  <a:pt x="162560" y="213360"/>
                </a:cubicBezTo>
                <a:lnTo>
                  <a:pt x="162560" y="203200"/>
                </a:lnTo>
                <a:lnTo>
                  <a:pt x="40640" y="203200"/>
                </a:lnTo>
                <a:lnTo>
                  <a:pt x="40640" y="213360"/>
                </a:lnTo>
                <a:cubicBezTo>
                  <a:pt x="40640" y="218440"/>
                  <a:pt x="35560" y="223520"/>
                  <a:pt x="30480" y="223520"/>
                </a:cubicBezTo>
                <a:cubicBezTo>
                  <a:pt x="25400" y="223520"/>
                  <a:pt x="20320" y="218440"/>
                  <a:pt x="20320" y="213360"/>
                </a:cubicBezTo>
                <a:lnTo>
                  <a:pt x="20320" y="203200"/>
                </a:lnTo>
                <a:lnTo>
                  <a:pt x="10160" y="203200"/>
                </a:lnTo>
                <a:cubicBezTo>
                  <a:pt x="5080" y="203200"/>
                  <a:pt x="0" y="198120"/>
                  <a:pt x="0" y="193040"/>
                </a:cubicBezTo>
                <a:lnTo>
                  <a:pt x="0" y="10160"/>
                </a:lnTo>
                <a:close/>
                <a:moveTo>
                  <a:pt x="158750" y="87630"/>
                </a:moveTo>
                <a:cubicBezTo>
                  <a:pt x="162560" y="83820"/>
                  <a:pt x="162560" y="77470"/>
                  <a:pt x="158750" y="73660"/>
                </a:cubicBezTo>
                <a:cubicBezTo>
                  <a:pt x="154940" y="69850"/>
                  <a:pt x="148590" y="69850"/>
                  <a:pt x="144780" y="73660"/>
                </a:cubicBezTo>
                <a:lnTo>
                  <a:pt x="111760" y="106680"/>
                </a:lnTo>
                <a:lnTo>
                  <a:pt x="88900" y="83820"/>
                </a:lnTo>
                <a:cubicBezTo>
                  <a:pt x="85090" y="80010"/>
                  <a:pt x="77470" y="80010"/>
                  <a:pt x="73660" y="83820"/>
                </a:cubicBezTo>
                <a:lnTo>
                  <a:pt x="44450" y="113030"/>
                </a:lnTo>
                <a:cubicBezTo>
                  <a:pt x="40640" y="116840"/>
                  <a:pt x="40640" y="123190"/>
                  <a:pt x="44450" y="127000"/>
                </a:cubicBezTo>
                <a:cubicBezTo>
                  <a:pt x="48260" y="130810"/>
                  <a:pt x="54610" y="130810"/>
                  <a:pt x="58420" y="127000"/>
                </a:cubicBezTo>
                <a:lnTo>
                  <a:pt x="81280" y="104140"/>
                </a:lnTo>
                <a:lnTo>
                  <a:pt x="104140" y="127000"/>
                </a:lnTo>
                <a:cubicBezTo>
                  <a:pt x="107950" y="130810"/>
                  <a:pt x="115570" y="130810"/>
                  <a:pt x="119380" y="127000"/>
                </a:cubicBezTo>
                <a:lnTo>
                  <a:pt x="158750" y="8763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19" name="Полилиния: фигура 259">
            <a:extLst>
              <a:ext uri="{FF2B5EF4-FFF2-40B4-BE49-F238E27FC236}">
                <a16:creationId xmlns:a16="http://schemas.microsoft.com/office/drawing/2014/main" id="{D23D8D5B-EA9A-3D2D-433F-2E3038BD4034}"/>
              </a:ext>
            </a:extLst>
          </p:cNvPr>
          <p:cNvSpPr/>
          <p:nvPr/>
        </p:nvSpPr>
        <p:spPr>
          <a:xfrm>
            <a:off x="6680562" y="5375196"/>
            <a:ext cx="243840" cy="223520"/>
          </a:xfrm>
          <a:custGeom>
            <a:avLst/>
            <a:gdLst>
              <a:gd name="connsiteX0" fmla="*/ 71120 w 243840"/>
              <a:gd name="connsiteY0" fmla="*/ 10160 h 223520"/>
              <a:gd name="connsiteX1" fmla="*/ 60960 w 243840"/>
              <a:gd name="connsiteY1" fmla="*/ 0 h 223520"/>
              <a:gd name="connsiteX2" fmla="*/ 50800 w 243840"/>
              <a:gd name="connsiteY2" fmla="*/ 10160 h 223520"/>
              <a:gd name="connsiteX3" fmla="*/ 50800 w 243840"/>
              <a:gd name="connsiteY3" fmla="*/ 20320 h 223520"/>
              <a:gd name="connsiteX4" fmla="*/ 20320 w 243840"/>
              <a:gd name="connsiteY4" fmla="*/ 20320 h 223520"/>
              <a:gd name="connsiteX5" fmla="*/ 0 w 243840"/>
              <a:gd name="connsiteY5" fmla="*/ 40640 h 223520"/>
              <a:gd name="connsiteX6" fmla="*/ 0 w 243840"/>
              <a:gd name="connsiteY6" fmla="*/ 91440 h 223520"/>
              <a:gd name="connsiteX7" fmla="*/ 0 w 243840"/>
              <a:gd name="connsiteY7" fmla="*/ 203200 h 223520"/>
              <a:gd name="connsiteX8" fmla="*/ 20320 w 243840"/>
              <a:gd name="connsiteY8" fmla="*/ 223520 h 223520"/>
              <a:gd name="connsiteX9" fmla="*/ 223520 w 243840"/>
              <a:gd name="connsiteY9" fmla="*/ 223520 h 223520"/>
              <a:gd name="connsiteX10" fmla="*/ 243840 w 243840"/>
              <a:gd name="connsiteY10" fmla="*/ 203200 h 223520"/>
              <a:gd name="connsiteX11" fmla="*/ 243840 w 243840"/>
              <a:gd name="connsiteY11" fmla="*/ 91440 h 223520"/>
              <a:gd name="connsiteX12" fmla="*/ 243840 w 243840"/>
              <a:gd name="connsiteY12" fmla="*/ 40640 h 223520"/>
              <a:gd name="connsiteX13" fmla="*/ 223520 w 243840"/>
              <a:gd name="connsiteY13" fmla="*/ 20320 h 223520"/>
              <a:gd name="connsiteX14" fmla="*/ 193040 w 243840"/>
              <a:gd name="connsiteY14" fmla="*/ 20320 h 223520"/>
              <a:gd name="connsiteX15" fmla="*/ 193040 w 243840"/>
              <a:gd name="connsiteY15" fmla="*/ 10160 h 223520"/>
              <a:gd name="connsiteX16" fmla="*/ 182880 w 243840"/>
              <a:gd name="connsiteY16" fmla="*/ 0 h 223520"/>
              <a:gd name="connsiteX17" fmla="*/ 172720 w 243840"/>
              <a:gd name="connsiteY17" fmla="*/ 10160 h 223520"/>
              <a:gd name="connsiteX18" fmla="*/ 172720 w 243840"/>
              <a:gd name="connsiteY18" fmla="*/ 20320 h 223520"/>
              <a:gd name="connsiteX19" fmla="*/ 71120 w 243840"/>
              <a:gd name="connsiteY19" fmla="*/ 20320 h 223520"/>
              <a:gd name="connsiteX20" fmla="*/ 71120 w 243840"/>
              <a:gd name="connsiteY20" fmla="*/ 10160 h 223520"/>
              <a:gd name="connsiteX21" fmla="*/ 172720 w 243840"/>
              <a:gd name="connsiteY21" fmla="*/ 50800 h 223520"/>
              <a:gd name="connsiteX22" fmla="*/ 172720 w 243840"/>
              <a:gd name="connsiteY22" fmla="*/ 40640 h 223520"/>
              <a:gd name="connsiteX23" fmla="*/ 71120 w 243840"/>
              <a:gd name="connsiteY23" fmla="*/ 40640 h 223520"/>
              <a:gd name="connsiteX24" fmla="*/ 71120 w 243840"/>
              <a:gd name="connsiteY24" fmla="*/ 50800 h 223520"/>
              <a:gd name="connsiteX25" fmla="*/ 60960 w 243840"/>
              <a:gd name="connsiteY25" fmla="*/ 60960 h 223520"/>
              <a:gd name="connsiteX26" fmla="*/ 50800 w 243840"/>
              <a:gd name="connsiteY26" fmla="*/ 50800 h 223520"/>
              <a:gd name="connsiteX27" fmla="*/ 50800 w 243840"/>
              <a:gd name="connsiteY27" fmla="*/ 40640 h 223520"/>
              <a:gd name="connsiteX28" fmla="*/ 20320 w 243840"/>
              <a:gd name="connsiteY28" fmla="*/ 40640 h 223520"/>
              <a:gd name="connsiteX29" fmla="*/ 20320 w 243840"/>
              <a:gd name="connsiteY29" fmla="*/ 81280 h 223520"/>
              <a:gd name="connsiteX30" fmla="*/ 223520 w 243840"/>
              <a:gd name="connsiteY30" fmla="*/ 81280 h 223520"/>
              <a:gd name="connsiteX31" fmla="*/ 223520 w 243840"/>
              <a:gd name="connsiteY31" fmla="*/ 40640 h 223520"/>
              <a:gd name="connsiteX32" fmla="*/ 193040 w 243840"/>
              <a:gd name="connsiteY32" fmla="*/ 40640 h 223520"/>
              <a:gd name="connsiteX33" fmla="*/ 193040 w 243840"/>
              <a:gd name="connsiteY33" fmla="*/ 50800 h 223520"/>
              <a:gd name="connsiteX34" fmla="*/ 182880 w 243840"/>
              <a:gd name="connsiteY34" fmla="*/ 60960 h 223520"/>
              <a:gd name="connsiteX35" fmla="*/ 172720 w 243840"/>
              <a:gd name="connsiteY35" fmla="*/ 50800 h 223520"/>
              <a:gd name="connsiteX36" fmla="*/ 223520 w 243840"/>
              <a:gd name="connsiteY36" fmla="*/ 203200 h 223520"/>
              <a:gd name="connsiteX37" fmla="*/ 223520 w 243840"/>
              <a:gd name="connsiteY37" fmla="*/ 101600 h 223520"/>
              <a:gd name="connsiteX38" fmla="*/ 20320 w 243840"/>
              <a:gd name="connsiteY38" fmla="*/ 101600 h 223520"/>
              <a:gd name="connsiteX39" fmla="*/ 20320 w 243840"/>
              <a:gd name="connsiteY39" fmla="*/ 203200 h 223520"/>
              <a:gd name="connsiteX40" fmla="*/ 223520 w 243840"/>
              <a:gd name="connsiteY40" fmla="*/ 203200 h 223520"/>
              <a:gd name="connsiteX41" fmla="*/ 165100 w 243840"/>
              <a:gd name="connsiteY41" fmla="*/ 133350 h 223520"/>
              <a:gd name="connsiteX42" fmla="*/ 165100 w 243840"/>
              <a:gd name="connsiteY42" fmla="*/ 119380 h 223520"/>
              <a:gd name="connsiteX43" fmla="*/ 151130 w 243840"/>
              <a:gd name="connsiteY43" fmla="*/ 119380 h 223520"/>
              <a:gd name="connsiteX44" fmla="*/ 113030 w 243840"/>
              <a:gd name="connsiteY44" fmla="*/ 157480 h 223520"/>
              <a:gd name="connsiteX45" fmla="*/ 95250 w 243840"/>
              <a:gd name="connsiteY45" fmla="*/ 139700 h 223520"/>
              <a:gd name="connsiteX46" fmla="*/ 81280 w 243840"/>
              <a:gd name="connsiteY46" fmla="*/ 139700 h 223520"/>
              <a:gd name="connsiteX47" fmla="*/ 81280 w 243840"/>
              <a:gd name="connsiteY47" fmla="*/ 153670 h 223520"/>
              <a:gd name="connsiteX48" fmla="*/ 105410 w 243840"/>
              <a:gd name="connsiteY48" fmla="*/ 177800 h 223520"/>
              <a:gd name="connsiteX49" fmla="*/ 120650 w 243840"/>
              <a:gd name="connsiteY49" fmla="*/ 177800 h 223520"/>
              <a:gd name="connsiteX50" fmla="*/ 165100 w 243840"/>
              <a:gd name="connsiteY50" fmla="*/ 13335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243840" h="223520">
                <a:moveTo>
                  <a:pt x="71120" y="10160"/>
                </a:moveTo>
                <a:cubicBezTo>
                  <a:pt x="71120" y="5080"/>
                  <a:pt x="66040" y="0"/>
                  <a:pt x="60960" y="0"/>
                </a:cubicBezTo>
                <a:cubicBezTo>
                  <a:pt x="55880" y="0"/>
                  <a:pt x="50800" y="5080"/>
                  <a:pt x="50800" y="10160"/>
                </a:cubicBezTo>
                <a:lnTo>
                  <a:pt x="50800" y="20320"/>
                </a:lnTo>
                <a:lnTo>
                  <a:pt x="20320" y="20320"/>
                </a:lnTo>
                <a:cubicBezTo>
                  <a:pt x="8890" y="20320"/>
                  <a:pt x="0" y="29210"/>
                  <a:pt x="0" y="40640"/>
                </a:cubicBezTo>
                <a:lnTo>
                  <a:pt x="0" y="91440"/>
                </a:lnTo>
                <a:lnTo>
                  <a:pt x="0" y="203200"/>
                </a:lnTo>
                <a:cubicBezTo>
                  <a:pt x="0" y="214630"/>
                  <a:pt x="8890" y="223520"/>
                  <a:pt x="20320" y="223520"/>
                </a:cubicBezTo>
                <a:lnTo>
                  <a:pt x="223520" y="223520"/>
                </a:lnTo>
                <a:cubicBezTo>
                  <a:pt x="234950" y="223520"/>
                  <a:pt x="243840" y="214630"/>
                  <a:pt x="243840" y="203200"/>
                </a:cubicBezTo>
                <a:lnTo>
                  <a:pt x="243840" y="91440"/>
                </a:lnTo>
                <a:lnTo>
                  <a:pt x="243840" y="40640"/>
                </a:lnTo>
                <a:cubicBezTo>
                  <a:pt x="243840" y="29210"/>
                  <a:pt x="234950" y="20320"/>
                  <a:pt x="223520" y="20320"/>
                </a:cubicBezTo>
                <a:lnTo>
                  <a:pt x="193040" y="20320"/>
                </a:lnTo>
                <a:lnTo>
                  <a:pt x="193040" y="10160"/>
                </a:lnTo>
                <a:cubicBezTo>
                  <a:pt x="193040" y="5080"/>
                  <a:pt x="187960" y="0"/>
                  <a:pt x="182880" y="0"/>
                </a:cubicBezTo>
                <a:cubicBezTo>
                  <a:pt x="177800" y="0"/>
                  <a:pt x="172720" y="5080"/>
                  <a:pt x="172720" y="10160"/>
                </a:cubicBezTo>
                <a:lnTo>
                  <a:pt x="172720" y="20320"/>
                </a:lnTo>
                <a:lnTo>
                  <a:pt x="71120" y="20320"/>
                </a:lnTo>
                <a:lnTo>
                  <a:pt x="71120" y="10160"/>
                </a:lnTo>
                <a:close/>
                <a:moveTo>
                  <a:pt x="172720" y="50800"/>
                </a:moveTo>
                <a:lnTo>
                  <a:pt x="172720" y="40640"/>
                </a:lnTo>
                <a:lnTo>
                  <a:pt x="71120" y="40640"/>
                </a:lnTo>
                <a:lnTo>
                  <a:pt x="71120" y="50800"/>
                </a:lnTo>
                <a:cubicBezTo>
                  <a:pt x="71120" y="55880"/>
                  <a:pt x="66040" y="60960"/>
                  <a:pt x="60960" y="60960"/>
                </a:cubicBezTo>
                <a:cubicBezTo>
                  <a:pt x="55880" y="60960"/>
                  <a:pt x="50800" y="55880"/>
                  <a:pt x="50800" y="50800"/>
                </a:cubicBezTo>
                <a:lnTo>
                  <a:pt x="50800" y="40640"/>
                </a:lnTo>
                <a:lnTo>
                  <a:pt x="20320" y="40640"/>
                </a:lnTo>
                <a:lnTo>
                  <a:pt x="20320" y="81280"/>
                </a:lnTo>
                <a:lnTo>
                  <a:pt x="223520" y="81280"/>
                </a:lnTo>
                <a:lnTo>
                  <a:pt x="223520" y="40640"/>
                </a:lnTo>
                <a:lnTo>
                  <a:pt x="193040" y="40640"/>
                </a:lnTo>
                <a:lnTo>
                  <a:pt x="193040" y="50800"/>
                </a:lnTo>
                <a:cubicBezTo>
                  <a:pt x="193040" y="55880"/>
                  <a:pt x="187960" y="60960"/>
                  <a:pt x="182880" y="60960"/>
                </a:cubicBezTo>
                <a:cubicBezTo>
                  <a:pt x="177800" y="60960"/>
                  <a:pt x="172720" y="55880"/>
                  <a:pt x="172720" y="50800"/>
                </a:cubicBezTo>
                <a:close/>
                <a:moveTo>
                  <a:pt x="223520" y="203200"/>
                </a:moveTo>
                <a:lnTo>
                  <a:pt x="223520" y="101600"/>
                </a:lnTo>
                <a:lnTo>
                  <a:pt x="20320" y="101600"/>
                </a:lnTo>
                <a:lnTo>
                  <a:pt x="20320" y="203200"/>
                </a:lnTo>
                <a:lnTo>
                  <a:pt x="223520" y="203200"/>
                </a:lnTo>
                <a:close/>
                <a:moveTo>
                  <a:pt x="165100" y="133350"/>
                </a:moveTo>
                <a:cubicBezTo>
                  <a:pt x="168910" y="129540"/>
                  <a:pt x="168910" y="123190"/>
                  <a:pt x="165100" y="119380"/>
                </a:cubicBezTo>
                <a:cubicBezTo>
                  <a:pt x="161290" y="115570"/>
                  <a:pt x="154940" y="115570"/>
                  <a:pt x="151130" y="119380"/>
                </a:cubicBezTo>
                <a:lnTo>
                  <a:pt x="113030" y="157480"/>
                </a:lnTo>
                <a:lnTo>
                  <a:pt x="95250" y="139700"/>
                </a:lnTo>
                <a:cubicBezTo>
                  <a:pt x="91440" y="135890"/>
                  <a:pt x="85090" y="135890"/>
                  <a:pt x="81280" y="139700"/>
                </a:cubicBezTo>
                <a:cubicBezTo>
                  <a:pt x="77470" y="143510"/>
                  <a:pt x="77470" y="149860"/>
                  <a:pt x="81280" y="153670"/>
                </a:cubicBezTo>
                <a:lnTo>
                  <a:pt x="105410" y="177800"/>
                </a:lnTo>
                <a:cubicBezTo>
                  <a:pt x="109220" y="181610"/>
                  <a:pt x="116840" y="181610"/>
                  <a:pt x="120650" y="177800"/>
                </a:cubicBezTo>
                <a:lnTo>
                  <a:pt x="165100" y="13335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20" name="Полилиния: фигура 262">
            <a:extLst>
              <a:ext uri="{FF2B5EF4-FFF2-40B4-BE49-F238E27FC236}">
                <a16:creationId xmlns:a16="http://schemas.microsoft.com/office/drawing/2014/main" id="{963C95A0-B5D2-976F-8525-8CAAC974D094}"/>
              </a:ext>
            </a:extLst>
          </p:cNvPr>
          <p:cNvSpPr/>
          <p:nvPr/>
        </p:nvSpPr>
        <p:spPr>
          <a:xfrm>
            <a:off x="7793399" y="5358687"/>
            <a:ext cx="256222" cy="256222"/>
          </a:xfrm>
          <a:custGeom>
            <a:avLst/>
            <a:gdLst>
              <a:gd name="connsiteX0" fmla="*/ 174943 w 256222"/>
              <a:gd name="connsiteY0" fmla="*/ 0 h 256222"/>
              <a:gd name="connsiteX1" fmla="*/ 185102 w 256222"/>
              <a:gd name="connsiteY1" fmla="*/ 10160 h 256222"/>
              <a:gd name="connsiteX2" fmla="*/ 185102 w 256222"/>
              <a:gd name="connsiteY2" fmla="*/ 30480 h 256222"/>
              <a:gd name="connsiteX3" fmla="*/ 174943 w 256222"/>
              <a:gd name="connsiteY3" fmla="*/ 40640 h 256222"/>
              <a:gd name="connsiteX4" fmla="*/ 164782 w 256222"/>
              <a:gd name="connsiteY4" fmla="*/ 30480 h 256222"/>
              <a:gd name="connsiteX5" fmla="*/ 164782 w 256222"/>
              <a:gd name="connsiteY5" fmla="*/ 10160 h 256222"/>
              <a:gd name="connsiteX6" fmla="*/ 174943 w 256222"/>
              <a:gd name="connsiteY6" fmla="*/ 0 h 256222"/>
              <a:gd name="connsiteX7" fmla="*/ 243522 w 256222"/>
              <a:gd name="connsiteY7" fmla="*/ 26670 h 256222"/>
              <a:gd name="connsiteX8" fmla="*/ 243522 w 256222"/>
              <a:gd name="connsiteY8" fmla="*/ 12700 h 256222"/>
              <a:gd name="connsiteX9" fmla="*/ 229552 w 256222"/>
              <a:gd name="connsiteY9" fmla="*/ 12700 h 256222"/>
              <a:gd name="connsiteX10" fmla="*/ 209232 w 256222"/>
              <a:gd name="connsiteY10" fmla="*/ 33020 h 256222"/>
              <a:gd name="connsiteX11" fmla="*/ 209232 w 256222"/>
              <a:gd name="connsiteY11" fmla="*/ 46990 h 256222"/>
              <a:gd name="connsiteX12" fmla="*/ 223202 w 256222"/>
              <a:gd name="connsiteY12" fmla="*/ 46990 h 256222"/>
              <a:gd name="connsiteX13" fmla="*/ 243522 w 256222"/>
              <a:gd name="connsiteY13" fmla="*/ 26670 h 256222"/>
              <a:gd name="connsiteX14" fmla="*/ 145732 w 256222"/>
              <a:gd name="connsiteY14" fmla="*/ 71120 h 256222"/>
              <a:gd name="connsiteX15" fmla="*/ 185102 w 256222"/>
              <a:gd name="connsiteY15" fmla="*/ 71120 h 256222"/>
              <a:gd name="connsiteX16" fmla="*/ 185102 w 256222"/>
              <a:gd name="connsiteY16" fmla="*/ 110490 h 256222"/>
              <a:gd name="connsiteX17" fmla="*/ 47943 w 256222"/>
              <a:gd name="connsiteY17" fmla="*/ 247650 h 256222"/>
              <a:gd name="connsiteX18" fmla="*/ 8572 w 256222"/>
              <a:gd name="connsiteY18" fmla="*/ 247650 h 256222"/>
              <a:gd name="connsiteX19" fmla="*/ 8572 w 256222"/>
              <a:gd name="connsiteY19" fmla="*/ 208280 h 256222"/>
              <a:gd name="connsiteX20" fmla="*/ 145732 w 256222"/>
              <a:gd name="connsiteY20" fmla="*/ 71120 h 256222"/>
              <a:gd name="connsiteX21" fmla="*/ 171132 w 256222"/>
              <a:gd name="connsiteY21" fmla="*/ 85090 h 256222"/>
              <a:gd name="connsiteX22" fmla="*/ 159702 w 256222"/>
              <a:gd name="connsiteY22" fmla="*/ 85090 h 256222"/>
              <a:gd name="connsiteX23" fmla="*/ 126682 w 256222"/>
              <a:gd name="connsiteY23" fmla="*/ 118110 h 256222"/>
              <a:gd name="connsiteX24" fmla="*/ 138112 w 256222"/>
              <a:gd name="connsiteY24" fmla="*/ 129540 h 256222"/>
              <a:gd name="connsiteX25" fmla="*/ 171132 w 256222"/>
              <a:gd name="connsiteY25" fmla="*/ 96520 h 256222"/>
              <a:gd name="connsiteX26" fmla="*/ 171132 w 256222"/>
              <a:gd name="connsiteY26" fmla="*/ 85090 h 256222"/>
              <a:gd name="connsiteX27" fmla="*/ 22543 w 256222"/>
              <a:gd name="connsiteY27" fmla="*/ 222250 h 256222"/>
              <a:gd name="connsiteX28" fmla="*/ 111443 w 256222"/>
              <a:gd name="connsiteY28" fmla="*/ 133350 h 256222"/>
              <a:gd name="connsiteX29" fmla="*/ 122872 w 256222"/>
              <a:gd name="connsiteY29" fmla="*/ 144780 h 256222"/>
              <a:gd name="connsiteX30" fmla="*/ 33972 w 256222"/>
              <a:gd name="connsiteY30" fmla="*/ 233680 h 256222"/>
              <a:gd name="connsiteX31" fmla="*/ 22543 w 256222"/>
              <a:gd name="connsiteY31" fmla="*/ 233680 h 256222"/>
              <a:gd name="connsiteX32" fmla="*/ 22543 w 256222"/>
              <a:gd name="connsiteY32" fmla="*/ 222250 h 256222"/>
              <a:gd name="connsiteX33" fmla="*/ 121602 w 256222"/>
              <a:gd name="connsiteY33" fmla="*/ 12700 h 256222"/>
              <a:gd name="connsiteX34" fmla="*/ 107632 w 256222"/>
              <a:gd name="connsiteY34" fmla="*/ 12700 h 256222"/>
              <a:gd name="connsiteX35" fmla="*/ 107632 w 256222"/>
              <a:gd name="connsiteY35" fmla="*/ 26670 h 256222"/>
              <a:gd name="connsiteX36" fmla="*/ 127952 w 256222"/>
              <a:gd name="connsiteY36" fmla="*/ 46990 h 256222"/>
              <a:gd name="connsiteX37" fmla="*/ 141922 w 256222"/>
              <a:gd name="connsiteY37" fmla="*/ 46990 h 256222"/>
              <a:gd name="connsiteX38" fmla="*/ 141922 w 256222"/>
              <a:gd name="connsiteY38" fmla="*/ 33020 h 256222"/>
              <a:gd name="connsiteX39" fmla="*/ 121602 w 256222"/>
              <a:gd name="connsiteY39" fmla="*/ 12700 h 256222"/>
              <a:gd name="connsiteX40" fmla="*/ 215582 w 256222"/>
              <a:gd name="connsiteY40" fmla="*/ 81280 h 256222"/>
              <a:gd name="connsiteX41" fmla="*/ 225743 w 256222"/>
              <a:gd name="connsiteY41" fmla="*/ 71120 h 256222"/>
              <a:gd name="connsiteX42" fmla="*/ 246062 w 256222"/>
              <a:gd name="connsiteY42" fmla="*/ 71120 h 256222"/>
              <a:gd name="connsiteX43" fmla="*/ 256222 w 256222"/>
              <a:gd name="connsiteY43" fmla="*/ 81280 h 256222"/>
              <a:gd name="connsiteX44" fmla="*/ 246062 w 256222"/>
              <a:gd name="connsiteY44" fmla="*/ 91440 h 256222"/>
              <a:gd name="connsiteX45" fmla="*/ 225743 w 256222"/>
              <a:gd name="connsiteY45" fmla="*/ 91440 h 256222"/>
              <a:gd name="connsiteX46" fmla="*/ 215582 w 256222"/>
              <a:gd name="connsiteY46" fmla="*/ 81280 h 256222"/>
              <a:gd name="connsiteX47" fmla="*/ 243522 w 256222"/>
              <a:gd name="connsiteY47" fmla="*/ 134620 h 256222"/>
              <a:gd name="connsiteX48" fmla="*/ 223202 w 256222"/>
              <a:gd name="connsiteY48" fmla="*/ 114300 h 256222"/>
              <a:gd name="connsiteX49" fmla="*/ 209232 w 256222"/>
              <a:gd name="connsiteY49" fmla="*/ 114300 h 256222"/>
              <a:gd name="connsiteX50" fmla="*/ 209232 w 256222"/>
              <a:gd name="connsiteY50" fmla="*/ 128270 h 256222"/>
              <a:gd name="connsiteX51" fmla="*/ 229552 w 256222"/>
              <a:gd name="connsiteY51" fmla="*/ 148590 h 256222"/>
              <a:gd name="connsiteX52" fmla="*/ 243522 w 256222"/>
              <a:gd name="connsiteY52" fmla="*/ 148590 h 256222"/>
              <a:gd name="connsiteX53" fmla="*/ 243522 w 256222"/>
              <a:gd name="connsiteY53" fmla="*/ 134620 h 2562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56222" h="256222">
                <a:moveTo>
                  <a:pt x="174943" y="0"/>
                </a:moveTo>
                <a:cubicBezTo>
                  <a:pt x="180022" y="0"/>
                  <a:pt x="185102" y="5080"/>
                  <a:pt x="185102" y="10160"/>
                </a:cubicBezTo>
                <a:lnTo>
                  <a:pt x="185102" y="30480"/>
                </a:lnTo>
                <a:cubicBezTo>
                  <a:pt x="185102" y="35560"/>
                  <a:pt x="180022" y="40640"/>
                  <a:pt x="174943" y="40640"/>
                </a:cubicBezTo>
                <a:cubicBezTo>
                  <a:pt x="169862" y="40640"/>
                  <a:pt x="164782" y="35560"/>
                  <a:pt x="164782" y="30480"/>
                </a:cubicBezTo>
                <a:lnTo>
                  <a:pt x="164782" y="10160"/>
                </a:lnTo>
                <a:cubicBezTo>
                  <a:pt x="164782" y="3810"/>
                  <a:pt x="169862" y="0"/>
                  <a:pt x="174943" y="0"/>
                </a:cubicBezTo>
                <a:close/>
                <a:moveTo>
                  <a:pt x="243522" y="26670"/>
                </a:moveTo>
                <a:cubicBezTo>
                  <a:pt x="247332" y="22860"/>
                  <a:pt x="247332" y="16510"/>
                  <a:pt x="243522" y="12700"/>
                </a:cubicBezTo>
                <a:cubicBezTo>
                  <a:pt x="239712" y="8890"/>
                  <a:pt x="233362" y="8890"/>
                  <a:pt x="229552" y="12700"/>
                </a:cubicBezTo>
                <a:lnTo>
                  <a:pt x="209232" y="33020"/>
                </a:lnTo>
                <a:cubicBezTo>
                  <a:pt x="205422" y="36830"/>
                  <a:pt x="205422" y="43180"/>
                  <a:pt x="209232" y="46990"/>
                </a:cubicBezTo>
                <a:cubicBezTo>
                  <a:pt x="213043" y="50800"/>
                  <a:pt x="219393" y="50800"/>
                  <a:pt x="223202" y="46990"/>
                </a:cubicBezTo>
                <a:lnTo>
                  <a:pt x="243522" y="26670"/>
                </a:lnTo>
                <a:close/>
                <a:moveTo>
                  <a:pt x="145732" y="71120"/>
                </a:moveTo>
                <a:cubicBezTo>
                  <a:pt x="157162" y="59690"/>
                  <a:pt x="174943" y="59690"/>
                  <a:pt x="185102" y="71120"/>
                </a:cubicBezTo>
                <a:cubicBezTo>
                  <a:pt x="196532" y="82550"/>
                  <a:pt x="196532" y="100330"/>
                  <a:pt x="185102" y="110490"/>
                </a:cubicBezTo>
                <a:lnTo>
                  <a:pt x="47943" y="247650"/>
                </a:lnTo>
                <a:cubicBezTo>
                  <a:pt x="36512" y="259080"/>
                  <a:pt x="18732" y="259080"/>
                  <a:pt x="8572" y="247650"/>
                </a:cubicBezTo>
                <a:cubicBezTo>
                  <a:pt x="-2857" y="236220"/>
                  <a:pt x="-2857" y="218440"/>
                  <a:pt x="8572" y="208280"/>
                </a:cubicBezTo>
                <a:lnTo>
                  <a:pt x="145732" y="71120"/>
                </a:lnTo>
                <a:close/>
                <a:moveTo>
                  <a:pt x="171132" y="85090"/>
                </a:moveTo>
                <a:cubicBezTo>
                  <a:pt x="168593" y="82550"/>
                  <a:pt x="163512" y="82550"/>
                  <a:pt x="159702" y="85090"/>
                </a:cubicBezTo>
                <a:lnTo>
                  <a:pt x="126682" y="118110"/>
                </a:lnTo>
                <a:lnTo>
                  <a:pt x="138112" y="129540"/>
                </a:lnTo>
                <a:lnTo>
                  <a:pt x="171132" y="96520"/>
                </a:lnTo>
                <a:cubicBezTo>
                  <a:pt x="173672" y="93980"/>
                  <a:pt x="173672" y="88900"/>
                  <a:pt x="171132" y="85090"/>
                </a:cubicBezTo>
                <a:close/>
                <a:moveTo>
                  <a:pt x="22543" y="222250"/>
                </a:moveTo>
                <a:lnTo>
                  <a:pt x="111443" y="133350"/>
                </a:lnTo>
                <a:lnTo>
                  <a:pt x="122872" y="144780"/>
                </a:lnTo>
                <a:lnTo>
                  <a:pt x="33972" y="233680"/>
                </a:lnTo>
                <a:cubicBezTo>
                  <a:pt x="31432" y="236220"/>
                  <a:pt x="26352" y="236220"/>
                  <a:pt x="22543" y="233680"/>
                </a:cubicBezTo>
                <a:cubicBezTo>
                  <a:pt x="20002" y="229870"/>
                  <a:pt x="20002" y="226060"/>
                  <a:pt x="22543" y="222250"/>
                </a:cubicBezTo>
                <a:close/>
                <a:moveTo>
                  <a:pt x="121602" y="12700"/>
                </a:moveTo>
                <a:cubicBezTo>
                  <a:pt x="117793" y="8890"/>
                  <a:pt x="111443" y="8890"/>
                  <a:pt x="107632" y="12700"/>
                </a:cubicBezTo>
                <a:cubicBezTo>
                  <a:pt x="103822" y="16510"/>
                  <a:pt x="103822" y="22860"/>
                  <a:pt x="107632" y="26670"/>
                </a:cubicBezTo>
                <a:lnTo>
                  <a:pt x="127952" y="46990"/>
                </a:lnTo>
                <a:cubicBezTo>
                  <a:pt x="131762" y="50800"/>
                  <a:pt x="138112" y="50800"/>
                  <a:pt x="141922" y="46990"/>
                </a:cubicBezTo>
                <a:cubicBezTo>
                  <a:pt x="145732" y="43180"/>
                  <a:pt x="145732" y="36830"/>
                  <a:pt x="141922" y="33020"/>
                </a:cubicBezTo>
                <a:lnTo>
                  <a:pt x="121602" y="12700"/>
                </a:lnTo>
                <a:close/>
                <a:moveTo>
                  <a:pt x="215582" y="81280"/>
                </a:moveTo>
                <a:cubicBezTo>
                  <a:pt x="215582" y="76200"/>
                  <a:pt x="220662" y="71120"/>
                  <a:pt x="225743" y="71120"/>
                </a:cubicBezTo>
                <a:lnTo>
                  <a:pt x="246062" y="71120"/>
                </a:lnTo>
                <a:cubicBezTo>
                  <a:pt x="251143" y="71120"/>
                  <a:pt x="256222" y="76200"/>
                  <a:pt x="256222" y="81280"/>
                </a:cubicBezTo>
                <a:cubicBezTo>
                  <a:pt x="256222" y="86360"/>
                  <a:pt x="251143" y="91440"/>
                  <a:pt x="246062" y="91440"/>
                </a:cubicBezTo>
                <a:lnTo>
                  <a:pt x="225743" y="91440"/>
                </a:lnTo>
                <a:cubicBezTo>
                  <a:pt x="220662" y="91440"/>
                  <a:pt x="215582" y="86360"/>
                  <a:pt x="215582" y="81280"/>
                </a:cubicBezTo>
                <a:close/>
                <a:moveTo>
                  <a:pt x="243522" y="134620"/>
                </a:moveTo>
                <a:lnTo>
                  <a:pt x="223202" y="114300"/>
                </a:lnTo>
                <a:cubicBezTo>
                  <a:pt x="219393" y="110490"/>
                  <a:pt x="213043" y="110490"/>
                  <a:pt x="209232" y="114300"/>
                </a:cubicBezTo>
                <a:cubicBezTo>
                  <a:pt x="205422" y="118110"/>
                  <a:pt x="205422" y="124460"/>
                  <a:pt x="209232" y="128270"/>
                </a:cubicBezTo>
                <a:lnTo>
                  <a:pt x="229552" y="148590"/>
                </a:lnTo>
                <a:cubicBezTo>
                  <a:pt x="233362" y="152400"/>
                  <a:pt x="239712" y="152400"/>
                  <a:pt x="243522" y="148590"/>
                </a:cubicBezTo>
                <a:cubicBezTo>
                  <a:pt x="247332" y="144780"/>
                  <a:pt x="247332" y="138430"/>
                  <a:pt x="243522" y="1346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821" name="Рисунок 2">
            <a:extLst>
              <a:ext uri="{FF2B5EF4-FFF2-40B4-BE49-F238E27FC236}">
                <a16:creationId xmlns:a16="http://schemas.microsoft.com/office/drawing/2014/main" id="{280E332E-6E6C-32B2-C406-440A24FFC1AB}"/>
              </a:ext>
            </a:extLst>
          </p:cNvPr>
          <p:cNvGrpSpPr/>
          <p:nvPr/>
        </p:nvGrpSpPr>
        <p:grpSpPr>
          <a:xfrm>
            <a:off x="2229212" y="2156413"/>
            <a:ext cx="200660" cy="242252"/>
            <a:chOff x="2387600" y="1125219"/>
            <a:chExt cx="200660" cy="242252"/>
          </a:xfrm>
          <a:solidFill>
            <a:schemeClr val="tx1"/>
          </a:solidFill>
        </p:grpSpPr>
        <p:sp>
          <p:nvSpPr>
            <p:cNvPr id="822" name="Полилиния: фигура 6">
              <a:extLst>
                <a:ext uri="{FF2B5EF4-FFF2-40B4-BE49-F238E27FC236}">
                  <a16:creationId xmlns:a16="http://schemas.microsoft.com/office/drawing/2014/main" id="{0EE0B3B6-C08E-1B95-CB29-CDCD479E6673}"/>
                </a:ext>
              </a:extLst>
            </p:cNvPr>
            <p:cNvSpPr/>
            <p:nvPr/>
          </p:nvSpPr>
          <p:spPr>
            <a:xfrm>
              <a:off x="2425700" y="1165860"/>
              <a:ext cx="121920" cy="20319"/>
            </a:xfrm>
            <a:custGeom>
              <a:avLst/>
              <a:gdLst>
                <a:gd name="connsiteX0" fmla="*/ 121920 w 121920"/>
                <a:gd name="connsiteY0" fmla="*/ 20320 h 20319"/>
                <a:gd name="connsiteX1" fmla="*/ 0 w 121920"/>
                <a:gd name="connsiteY1" fmla="*/ 20320 h 20319"/>
                <a:gd name="connsiteX2" fmla="*/ 0 w 121920"/>
                <a:gd name="connsiteY2" fmla="*/ 0 h 20319"/>
                <a:gd name="connsiteX3" fmla="*/ 121920 w 121920"/>
                <a:gd name="connsiteY3" fmla="*/ 0 h 20319"/>
                <a:gd name="connsiteX4" fmla="*/ 121920 w 1219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" h="20319">
                  <a:moveTo>
                    <a:pt x="121920" y="20320"/>
                  </a:moveTo>
                  <a:lnTo>
                    <a:pt x="0" y="20320"/>
                  </a:lnTo>
                  <a:lnTo>
                    <a:pt x="0" y="0"/>
                  </a:lnTo>
                  <a:lnTo>
                    <a:pt x="121920" y="0"/>
                  </a:lnTo>
                  <a:lnTo>
                    <a:pt x="1219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23" name="Полилиния: фигура 7">
              <a:extLst>
                <a:ext uri="{FF2B5EF4-FFF2-40B4-BE49-F238E27FC236}">
                  <a16:creationId xmlns:a16="http://schemas.microsoft.com/office/drawing/2014/main" id="{6C1A1912-5C8F-F509-2267-80CC284B6844}"/>
                </a:ext>
              </a:extLst>
            </p:cNvPr>
            <p:cNvSpPr/>
            <p:nvPr/>
          </p:nvSpPr>
          <p:spPr>
            <a:xfrm>
              <a:off x="2425700" y="1206500"/>
              <a:ext cx="121920" cy="20319"/>
            </a:xfrm>
            <a:custGeom>
              <a:avLst/>
              <a:gdLst>
                <a:gd name="connsiteX0" fmla="*/ 0 w 121920"/>
                <a:gd name="connsiteY0" fmla="*/ 20320 h 20319"/>
                <a:gd name="connsiteX1" fmla="*/ 121920 w 121920"/>
                <a:gd name="connsiteY1" fmla="*/ 20320 h 20319"/>
                <a:gd name="connsiteX2" fmla="*/ 121920 w 121920"/>
                <a:gd name="connsiteY2" fmla="*/ 0 h 20319"/>
                <a:gd name="connsiteX3" fmla="*/ 0 w 121920"/>
                <a:gd name="connsiteY3" fmla="*/ 0 h 20319"/>
                <a:gd name="connsiteX4" fmla="*/ 0 w 1219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1920" h="20319">
                  <a:moveTo>
                    <a:pt x="0" y="20320"/>
                  </a:moveTo>
                  <a:lnTo>
                    <a:pt x="121920" y="20320"/>
                  </a:lnTo>
                  <a:lnTo>
                    <a:pt x="121920" y="0"/>
                  </a:lnTo>
                  <a:lnTo>
                    <a:pt x="0" y="0"/>
                  </a:lnTo>
                  <a:lnTo>
                    <a:pt x="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24" name="Полилиния: фигура 9">
              <a:extLst>
                <a:ext uri="{FF2B5EF4-FFF2-40B4-BE49-F238E27FC236}">
                  <a16:creationId xmlns:a16="http://schemas.microsoft.com/office/drawing/2014/main" id="{A2CC245B-342C-1821-DE86-1BA52F6C186C}"/>
                </a:ext>
              </a:extLst>
            </p:cNvPr>
            <p:cNvSpPr/>
            <p:nvPr/>
          </p:nvSpPr>
          <p:spPr>
            <a:xfrm>
              <a:off x="2425700" y="1247139"/>
              <a:ext cx="81279" cy="20320"/>
            </a:xfrm>
            <a:custGeom>
              <a:avLst/>
              <a:gdLst>
                <a:gd name="connsiteX0" fmla="*/ 81280 w 81279"/>
                <a:gd name="connsiteY0" fmla="*/ 20320 h 20320"/>
                <a:gd name="connsiteX1" fmla="*/ 0 w 81279"/>
                <a:gd name="connsiteY1" fmla="*/ 20320 h 20320"/>
                <a:gd name="connsiteX2" fmla="*/ 0 w 81279"/>
                <a:gd name="connsiteY2" fmla="*/ 0 h 20320"/>
                <a:gd name="connsiteX3" fmla="*/ 81280 w 81279"/>
                <a:gd name="connsiteY3" fmla="*/ 0 h 20320"/>
                <a:gd name="connsiteX4" fmla="*/ 81280 w 81279"/>
                <a:gd name="connsiteY4" fmla="*/ 2032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1279" h="20320">
                  <a:moveTo>
                    <a:pt x="81280" y="20320"/>
                  </a:moveTo>
                  <a:lnTo>
                    <a:pt x="0" y="20320"/>
                  </a:lnTo>
                  <a:lnTo>
                    <a:pt x="0" y="0"/>
                  </a:lnTo>
                  <a:lnTo>
                    <a:pt x="81280" y="0"/>
                  </a:lnTo>
                  <a:lnTo>
                    <a:pt x="812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25" name="Полилиния: фигура 11">
              <a:extLst>
                <a:ext uri="{FF2B5EF4-FFF2-40B4-BE49-F238E27FC236}">
                  <a16:creationId xmlns:a16="http://schemas.microsoft.com/office/drawing/2014/main" id="{13E92356-5FC4-06F5-45EC-861010B25677}"/>
                </a:ext>
              </a:extLst>
            </p:cNvPr>
            <p:cNvSpPr/>
            <p:nvPr/>
          </p:nvSpPr>
          <p:spPr>
            <a:xfrm>
              <a:off x="2387600" y="1125219"/>
              <a:ext cx="200660" cy="242252"/>
            </a:xfrm>
            <a:custGeom>
              <a:avLst/>
              <a:gdLst>
                <a:gd name="connsiteX0" fmla="*/ 199390 w 200660"/>
                <a:gd name="connsiteY0" fmla="*/ 149860 h 242252"/>
                <a:gd name="connsiteX1" fmla="*/ 199390 w 200660"/>
                <a:gd name="connsiteY1" fmla="*/ 152400 h 242252"/>
                <a:gd name="connsiteX2" fmla="*/ 156210 w 200660"/>
                <a:gd name="connsiteY2" fmla="*/ 213360 h 242252"/>
                <a:gd name="connsiteX3" fmla="*/ 105410 w 200660"/>
                <a:gd name="connsiteY3" fmla="*/ 241300 h 242252"/>
                <a:gd name="connsiteX4" fmla="*/ 95250 w 200660"/>
                <a:gd name="connsiteY4" fmla="*/ 241300 h 242252"/>
                <a:gd name="connsiteX5" fmla="*/ 44450 w 200660"/>
                <a:gd name="connsiteY5" fmla="*/ 213360 h 242252"/>
                <a:gd name="connsiteX6" fmla="*/ 1270 w 200660"/>
                <a:gd name="connsiteY6" fmla="*/ 152400 h 242252"/>
                <a:gd name="connsiteX7" fmla="*/ 1270 w 200660"/>
                <a:gd name="connsiteY7" fmla="*/ 149860 h 242252"/>
                <a:gd name="connsiteX8" fmla="*/ 0 w 200660"/>
                <a:gd name="connsiteY8" fmla="*/ 133350 h 242252"/>
                <a:gd name="connsiteX9" fmla="*/ 0 w 200660"/>
                <a:gd name="connsiteY9" fmla="*/ 10160 h 242252"/>
                <a:gd name="connsiteX10" fmla="*/ 10160 w 200660"/>
                <a:gd name="connsiteY10" fmla="*/ 0 h 242252"/>
                <a:gd name="connsiteX11" fmla="*/ 190500 w 200660"/>
                <a:gd name="connsiteY11" fmla="*/ 0 h 242252"/>
                <a:gd name="connsiteX12" fmla="*/ 200660 w 200660"/>
                <a:gd name="connsiteY12" fmla="*/ 10160 h 242252"/>
                <a:gd name="connsiteX13" fmla="*/ 200660 w 200660"/>
                <a:gd name="connsiteY13" fmla="*/ 133350 h 242252"/>
                <a:gd name="connsiteX14" fmla="*/ 199390 w 200660"/>
                <a:gd name="connsiteY14" fmla="*/ 149860 h 242252"/>
                <a:gd name="connsiteX15" fmla="*/ 17780 w 200660"/>
                <a:gd name="connsiteY15" fmla="*/ 20320 h 242252"/>
                <a:gd name="connsiteX16" fmla="*/ 17780 w 200660"/>
                <a:gd name="connsiteY16" fmla="*/ 134620 h 242252"/>
                <a:gd name="connsiteX17" fmla="*/ 19050 w 200660"/>
                <a:gd name="connsiteY17" fmla="*/ 146050 h 242252"/>
                <a:gd name="connsiteX18" fmla="*/ 19050 w 200660"/>
                <a:gd name="connsiteY18" fmla="*/ 148590 h 242252"/>
                <a:gd name="connsiteX19" fmla="*/ 52070 w 200660"/>
                <a:gd name="connsiteY19" fmla="*/ 195580 h 242252"/>
                <a:gd name="connsiteX20" fmla="*/ 97790 w 200660"/>
                <a:gd name="connsiteY20" fmla="*/ 220980 h 242252"/>
                <a:gd name="connsiteX21" fmla="*/ 143510 w 200660"/>
                <a:gd name="connsiteY21" fmla="*/ 195580 h 242252"/>
                <a:gd name="connsiteX22" fmla="*/ 176530 w 200660"/>
                <a:gd name="connsiteY22" fmla="*/ 148590 h 242252"/>
                <a:gd name="connsiteX23" fmla="*/ 176530 w 200660"/>
                <a:gd name="connsiteY23" fmla="*/ 146050 h 242252"/>
                <a:gd name="connsiteX24" fmla="*/ 177800 w 200660"/>
                <a:gd name="connsiteY24" fmla="*/ 134620 h 242252"/>
                <a:gd name="connsiteX25" fmla="*/ 177800 w 200660"/>
                <a:gd name="connsiteY25" fmla="*/ 20320 h 242252"/>
                <a:gd name="connsiteX26" fmla="*/ 17780 w 200660"/>
                <a:gd name="connsiteY26" fmla="*/ 20320 h 242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00660" h="242252">
                  <a:moveTo>
                    <a:pt x="199390" y="149860"/>
                  </a:moveTo>
                  <a:lnTo>
                    <a:pt x="199390" y="152400"/>
                  </a:lnTo>
                  <a:cubicBezTo>
                    <a:pt x="194310" y="177800"/>
                    <a:pt x="177800" y="199390"/>
                    <a:pt x="156210" y="213360"/>
                  </a:cubicBezTo>
                  <a:lnTo>
                    <a:pt x="105410" y="241300"/>
                  </a:lnTo>
                  <a:cubicBezTo>
                    <a:pt x="102870" y="242570"/>
                    <a:pt x="99060" y="242570"/>
                    <a:pt x="95250" y="241300"/>
                  </a:cubicBezTo>
                  <a:lnTo>
                    <a:pt x="44450" y="213360"/>
                  </a:lnTo>
                  <a:cubicBezTo>
                    <a:pt x="21590" y="200660"/>
                    <a:pt x="6350" y="179070"/>
                    <a:pt x="1270" y="152400"/>
                  </a:cubicBezTo>
                  <a:lnTo>
                    <a:pt x="1270" y="149860"/>
                  </a:lnTo>
                  <a:cubicBezTo>
                    <a:pt x="0" y="144780"/>
                    <a:pt x="0" y="139700"/>
                    <a:pt x="0" y="133350"/>
                  </a:cubicBezTo>
                  <a:lnTo>
                    <a:pt x="0" y="10160"/>
                  </a:lnTo>
                  <a:cubicBezTo>
                    <a:pt x="0" y="5080"/>
                    <a:pt x="5080" y="0"/>
                    <a:pt x="10160" y="0"/>
                  </a:cubicBezTo>
                  <a:lnTo>
                    <a:pt x="190500" y="0"/>
                  </a:lnTo>
                  <a:cubicBezTo>
                    <a:pt x="195580" y="0"/>
                    <a:pt x="200660" y="5080"/>
                    <a:pt x="200660" y="10160"/>
                  </a:cubicBezTo>
                  <a:lnTo>
                    <a:pt x="200660" y="133350"/>
                  </a:lnTo>
                  <a:cubicBezTo>
                    <a:pt x="200660" y="139700"/>
                    <a:pt x="200660" y="144780"/>
                    <a:pt x="199390" y="149860"/>
                  </a:cubicBezTo>
                  <a:close/>
                  <a:moveTo>
                    <a:pt x="17780" y="20320"/>
                  </a:moveTo>
                  <a:lnTo>
                    <a:pt x="17780" y="134620"/>
                  </a:lnTo>
                  <a:cubicBezTo>
                    <a:pt x="17780" y="138430"/>
                    <a:pt x="17780" y="142240"/>
                    <a:pt x="19050" y="146050"/>
                  </a:cubicBezTo>
                  <a:lnTo>
                    <a:pt x="19050" y="148590"/>
                  </a:lnTo>
                  <a:cubicBezTo>
                    <a:pt x="22860" y="167640"/>
                    <a:pt x="35560" y="185420"/>
                    <a:pt x="52070" y="195580"/>
                  </a:cubicBezTo>
                  <a:lnTo>
                    <a:pt x="97790" y="220980"/>
                  </a:lnTo>
                  <a:lnTo>
                    <a:pt x="143510" y="195580"/>
                  </a:lnTo>
                  <a:cubicBezTo>
                    <a:pt x="161290" y="185420"/>
                    <a:pt x="172720" y="168910"/>
                    <a:pt x="176530" y="148590"/>
                  </a:cubicBezTo>
                  <a:lnTo>
                    <a:pt x="176530" y="146050"/>
                  </a:lnTo>
                  <a:cubicBezTo>
                    <a:pt x="177800" y="142240"/>
                    <a:pt x="177800" y="138430"/>
                    <a:pt x="177800" y="134620"/>
                  </a:cubicBezTo>
                  <a:lnTo>
                    <a:pt x="177800" y="20320"/>
                  </a:lnTo>
                  <a:lnTo>
                    <a:pt x="177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26" name="Полилиния: фигура 160">
            <a:extLst>
              <a:ext uri="{FF2B5EF4-FFF2-40B4-BE49-F238E27FC236}">
                <a16:creationId xmlns:a16="http://schemas.microsoft.com/office/drawing/2014/main" id="{DF56A947-17E5-3449-6A01-B417314A190B}"/>
              </a:ext>
            </a:extLst>
          </p:cNvPr>
          <p:cNvSpPr/>
          <p:nvPr/>
        </p:nvSpPr>
        <p:spPr>
          <a:xfrm>
            <a:off x="6140812" y="2191974"/>
            <a:ext cx="203200" cy="171450"/>
          </a:xfrm>
          <a:custGeom>
            <a:avLst/>
            <a:gdLst>
              <a:gd name="connsiteX0" fmla="*/ 110490 w 203200"/>
              <a:gd name="connsiteY0" fmla="*/ 3810 h 171450"/>
              <a:gd name="connsiteX1" fmla="*/ 92710 w 203200"/>
              <a:gd name="connsiteY1" fmla="*/ 3810 h 171450"/>
              <a:gd name="connsiteX2" fmla="*/ 59690 w 203200"/>
              <a:gd name="connsiteY2" fmla="*/ 44450 h 171450"/>
              <a:gd name="connsiteX3" fmla="*/ 19050 w 203200"/>
              <a:gd name="connsiteY3" fmla="*/ 3810 h 171450"/>
              <a:gd name="connsiteX4" fmla="*/ 0 w 203200"/>
              <a:gd name="connsiteY4" fmla="*/ 11430 h 171450"/>
              <a:gd name="connsiteX5" fmla="*/ 0 w 203200"/>
              <a:gd name="connsiteY5" fmla="*/ 119380 h 171450"/>
              <a:gd name="connsiteX6" fmla="*/ 11430 w 203200"/>
              <a:gd name="connsiteY6" fmla="*/ 130810 h 171450"/>
              <a:gd name="connsiteX7" fmla="*/ 191770 w 203200"/>
              <a:gd name="connsiteY7" fmla="*/ 130810 h 171450"/>
              <a:gd name="connsiteX8" fmla="*/ 203200 w 203200"/>
              <a:gd name="connsiteY8" fmla="*/ 119380 h 171450"/>
              <a:gd name="connsiteX9" fmla="*/ 203200 w 203200"/>
              <a:gd name="connsiteY9" fmla="*/ 11430 h 171450"/>
              <a:gd name="connsiteX10" fmla="*/ 184150 w 203200"/>
              <a:gd name="connsiteY10" fmla="*/ 3810 h 171450"/>
              <a:gd name="connsiteX11" fmla="*/ 143510 w 203200"/>
              <a:gd name="connsiteY11" fmla="*/ 44450 h 171450"/>
              <a:gd name="connsiteX12" fmla="*/ 110490 w 203200"/>
              <a:gd name="connsiteY12" fmla="*/ 3810 h 171450"/>
              <a:gd name="connsiteX13" fmla="*/ 20320 w 203200"/>
              <a:gd name="connsiteY13" fmla="*/ 110490 h 171450"/>
              <a:gd name="connsiteX14" fmla="*/ 20320 w 203200"/>
              <a:gd name="connsiteY14" fmla="*/ 33020 h 171450"/>
              <a:gd name="connsiteX15" fmla="*/ 53340 w 203200"/>
              <a:gd name="connsiteY15" fmla="*/ 66040 h 171450"/>
              <a:gd name="connsiteX16" fmla="*/ 69850 w 203200"/>
              <a:gd name="connsiteY16" fmla="*/ 64770 h 171450"/>
              <a:gd name="connsiteX17" fmla="*/ 101600 w 203200"/>
              <a:gd name="connsiteY17" fmla="*/ 25400 h 171450"/>
              <a:gd name="connsiteX18" fmla="*/ 133350 w 203200"/>
              <a:gd name="connsiteY18" fmla="*/ 64770 h 171450"/>
              <a:gd name="connsiteX19" fmla="*/ 149860 w 203200"/>
              <a:gd name="connsiteY19" fmla="*/ 66040 h 171450"/>
              <a:gd name="connsiteX20" fmla="*/ 182880 w 203200"/>
              <a:gd name="connsiteY20" fmla="*/ 33020 h 171450"/>
              <a:gd name="connsiteX21" fmla="*/ 182880 w 203200"/>
              <a:gd name="connsiteY21" fmla="*/ 110490 h 171450"/>
              <a:gd name="connsiteX22" fmla="*/ 20320 w 203200"/>
              <a:gd name="connsiteY22" fmla="*/ 110490 h 171450"/>
              <a:gd name="connsiteX23" fmla="*/ 10160 w 203200"/>
              <a:gd name="connsiteY23" fmla="*/ 151130 h 171450"/>
              <a:gd name="connsiteX24" fmla="*/ 0 w 203200"/>
              <a:gd name="connsiteY24" fmla="*/ 161290 h 171450"/>
              <a:gd name="connsiteX25" fmla="*/ 10160 w 203200"/>
              <a:gd name="connsiteY25" fmla="*/ 171450 h 171450"/>
              <a:gd name="connsiteX26" fmla="*/ 193040 w 203200"/>
              <a:gd name="connsiteY26" fmla="*/ 171450 h 171450"/>
              <a:gd name="connsiteX27" fmla="*/ 203200 w 203200"/>
              <a:gd name="connsiteY27" fmla="*/ 161290 h 171450"/>
              <a:gd name="connsiteX28" fmla="*/ 193040 w 203200"/>
              <a:gd name="connsiteY28" fmla="*/ 151130 h 171450"/>
              <a:gd name="connsiteX29" fmla="*/ 10160 w 203200"/>
              <a:gd name="connsiteY29" fmla="*/ 151130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03200" h="171450">
                <a:moveTo>
                  <a:pt x="110490" y="3810"/>
                </a:moveTo>
                <a:cubicBezTo>
                  <a:pt x="105410" y="-1270"/>
                  <a:pt x="97790" y="-1270"/>
                  <a:pt x="92710" y="3810"/>
                </a:cubicBezTo>
                <a:lnTo>
                  <a:pt x="59690" y="44450"/>
                </a:lnTo>
                <a:lnTo>
                  <a:pt x="19050" y="3810"/>
                </a:lnTo>
                <a:cubicBezTo>
                  <a:pt x="11430" y="-3810"/>
                  <a:pt x="0" y="1270"/>
                  <a:pt x="0" y="11430"/>
                </a:cubicBezTo>
                <a:lnTo>
                  <a:pt x="0" y="119380"/>
                </a:lnTo>
                <a:cubicBezTo>
                  <a:pt x="0" y="125730"/>
                  <a:pt x="5080" y="130810"/>
                  <a:pt x="11430" y="130810"/>
                </a:cubicBezTo>
                <a:lnTo>
                  <a:pt x="191770" y="130810"/>
                </a:lnTo>
                <a:cubicBezTo>
                  <a:pt x="198120" y="130810"/>
                  <a:pt x="203200" y="125730"/>
                  <a:pt x="203200" y="119380"/>
                </a:cubicBezTo>
                <a:lnTo>
                  <a:pt x="203200" y="11430"/>
                </a:lnTo>
                <a:cubicBezTo>
                  <a:pt x="203200" y="1270"/>
                  <a:pt x="191770" y="-3810"/>
                  <a:pt x="184150" y="3810"/>
                </a:cubicBezTo>
                <a:lnTo>
                  <a:pt x="143510" y="44450"/>
                </a:lnTo>
                <a:lnTo>
                  <a:pt x="110490" y="3810"/>
                </a:lnTo>
                <a:close/>
                <a:moveTo>
                  <a:pt x="20320" y="110490"/>
                </a:moveTo>
                <a:lnTo>
                  <a:pt x="20320" y="33020"/>
                </a:lnTo>
                <a:lnTo>
                  <a:pt x="53340" y="66040"/>
                </a:lnTo>
                <a:cubicBezTo>
                  <a:pt x="58420" y="71120"/>
                  <a:pt x="66040" y="69850"/>
                  <a:pt x="69850" y="64770"/>
                </a:cubicBezTo>
                <a:lnTo>
                  <a:pt x="101600" y="25400"/>
                </a:lnTo>
                <a:lnTo>
                  <a:pt x="133350" y="64770"/>
                </a:lnTo>
                <a:cubicBezTo>
                  <a:pt x="137160" y="69850"/>
                  <a:pt x="144780" y="69850"/>
                  <a:pt x="149860" y="66040"/>
                </a:cubicBezTo>
                <a:lnTo>
                  <a:pt x="182880" y="33020"/>
                </a:lnTo>
                <a:lnTo>
                  <a:pt x="182880" y="110490"/>
                </a:lnTo>
                <a:lnTo>
                  <a:pt x="20320" y="110490"/>
                </a:lnTo>
                <a:close/>
                <a:moveTo>
                  <a:pt x="10160" y="151130"/>
                </a:moveTo>
                <a:cubicBezTo>
                  <a:pt x="5080" y="151130"/>
                  <a:pt x="0" y="156210"/>
                  <a:pt x="0" y="161290"/>
                </a:cubicBezTo>
                <a:cubicBezTo>
                  <a:pt x="0" y="166370"/>
                  <a:pt x="5080" y="171450"/>
                  <a:pt x="10160" y="171450"/>
                </a:cubicBezTo>
                <a:lnTo>
                  <a:pt x="193040" y="171450"/>
                </a:lnTo>
                <a:cubicBezTo>
                  <a:pt x="198120" y="171450"/>
                  <a:pt x="203200" y="166370"/>
                  <a:pt x="203200" y="161290"/>
                </a:cubicBezTo>
                <a:cubicBezTo>
                  <a:pt x="203200" y="156210"/>
                  <a:pt x="198120" y="151130"/>
                  <a:pt x="193040" y="151130"/>
                </a:cubicBezTo>
                <a:lnTo>
                  <a:pt x="10160" y="15113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27" name="Полилиния: фигура 265">
            <a:extLst>
              <a:ext uri="{FF2B5EF4-FFF2-40B4-BE49-F238E27FC236}">
                <a16:creationId xmlns:a16="http://schemas.microsoft.com/office/drawing/2014/main" id="{92546AB1-78A3-ED90-5026-56EA93D1FC5A}"/>
              </a:ext>
            </a:extLst>
          </p:cNvPr>
          <p:cNvSpPr/>
          <p:nvPr/>
        </p:nvSpPr>
        <p:spPr>
          <a:xfrm>
            <a:off x="7796892" y="2155144"/>
            <a:ext cx="243839" cy="243839"/>
          </a:xfrm>
          <a:custGeom>
            <a:avLst/>
            <a:gdLst>
              <a:gd name="connsiteX0" fmla="*/ 210820 w 243839"/>
              <a:gd name="connsiteY0" fmla="*/ 171450 h 243839"/>
              <a:gd name="connsiteX1" fmla="*/ 223520 w 243839"/>
              <a:gd name="connsiteY1" fmla="*/ 121920 h 243839"/>
              <a:gd name="connsiteX2" fmla="*/ 210820 w 243839"/>
              <a:gd name="connsiteY2" fmla="*/ 72390 h 243839"/>
              <a:gd name="connsiteX3" fmla="*/ 165100 w 243839"/>
              <a:gd name="connsiteY3" fmla="*/ 93980 h 243839"/>
              <a:gd name="connsiteX4" fmla="*/ 165100 w 243839"/>
              <a:gd name="connsiteY4" fmla="*/ 149860 h 243839"/>
              <a:gd name="connsiteX5" fmla="*/ 210820 w 243839"/>
              <a:gd name="connsiteY5" fmla="*/ 171450 h 243839"/>
              <a:gd name="connsiteX6" fmla="*/ 201930 w 243839"/>
              <a:gd name="connsiteY6" fmla="*/ 184150 h 243839"/>
              <a:gd name="connsiteX7" fmla="*/ 161289 w 243839"/>
              <a:gd name="connsiteY7" fmla="*/ 165100 h 243839"/>
              <a:gd name="connsiteX8" fmla="*/ 142239 w 243839"/>
              <a:gd name="connsiteY8" fmla="*/ 220980 h 243839"/>
              <a:gd name="connsiteX9" fmla="*/ 201930 w 243839"/>
              <a:gd name="connsiteY9" fmla="*/ 184150 h 243839"/>
              <a:gd name="connsiteX10" fmla="*/ 149860 w 243839"/>
              <a:gd name="connsiteY10" fmla="*/ 147320 h 243839"/>
              <a:gd name="connsiteX11" fmla="*/ 149860 w 243839"/>
              <a:gd name="connsiteY11" fmla="*/ 97790 h 243839"/>
              <a:gd name="connsiteX12" fmla="*/ 95250 w 243839"/>
              <a:gd name="connsiteY12" fmla="*/ 97790 h 243839"/>
              <a:gd name="connsiteX13" fmla="*/ 95250 w 243839"/>
              <a:gd name="connsiteY13" fmla="*/ 147320 h 243839"/>
              <a:gd name="connsiteX14" fmla="*/ 149860 w 243839"/>
              <a:gd name="connsiteY14" fmla="*/ 147320 h 243839"/>
              <a:gd name="connsiteX15" fmla="*/ 147320 w 243839"/>
              <a:gd name="connsiteY15" fmla="*/ 162560 h 243839"/>
              <a:gd name="connsiteX16" fmla="*/ 97789 w 243839"/>
              <a:gd name="connsiteY16" fmla="*/ 162560 h 243839"/>
              <a:gd name="connsiteX17" fmla="*/ 120650 w 243839"/>
              <a:gd name="connsiteY17" fmla="*/ 224790 h 243839"/>
              <a:gd name="connsiteX18" fmla="*/ 123189 w 243839"/>
              <a:gd name="connsiteY18" fmla="*/ 224790 h 243839"/>
              <a:gd name="connsiteX19" fmla="*/ 125730 w 243839"/>
              <a:gd name="connsiteY19" fmla="*/ 224790 h 243839"/>
              <a:gd name="connsiteX20" fmla="*/ 147320 w 243839"/>
              <a:gd name="connsiteY20" fmla="*/ 162560 h 243839"/>
              <a:gd name="connsiteX21" fmla="*/ 80010 w 243839"/>
              <a:gd name="connsiteY21" fmla="*/ 151130 h 243839"/>
              <a:gd name="connsiteX22" fmla="*/ 80010 w 243839"/>
              <a:gd name="connsiteY22" fmla="*/ 95250 h 243839"/>
              <a:gd name="connsiteX23" fmla="*/ 34289 w 243839"/>
              <a:gd name="connsiteY23" fmla="*/ 73660 h 243839"/>
              <a:gd name="connsiteX24" fmla="*/ 21589 w 243839"/>
              <a:gd name="connsiteY24" fmla="*/ 123190 h 243839"/>
              <a:gd name="connsiteX25" fmla="*/ 34289 w 243839"/>
              <a:gd name="connsiteY25" fmla="*/ 172720 h 243839"/>
              <a:gd name="connsiteX26" fmla="*/ 80010 w 243839"/>
              <a:gd name="connsiteY26" fmla="*/ 151130 h 243839"/>
              <a:gd name="connsiteX27" fmla="*/ 41910 w 243839"/>
              <a:gd name="connsiteY27" fmla="*/ 184150 h 243839"/>
              <a:gd name="connsiteX28" fmla="*/ 82550 w 243839"/>
              <a:gd name="connsiteY28" fmla="*/ 165100 h 243839"/>
              <a:gd name="connsiteX29" fmla="*/ 101600 w 243839"/>
              <a:gd name="connsiteY29" fmla="*/ 220980 h 243839"/>
              <a:gd name="connsiteX30" fmla="*/ 41910 w 243839"/>
              <a:gd name="connsiteY30" fmla="*/ 184150 h 243839"/>
              <a:gd name="connsiteX31" fmla="*/ 143510 w 243839"/>
              <a:gd name="connsiteY31" fmla="*/ 22860 h 243839"/>
              <a:gd name="connsiteX32" fmla="*/ 201930 w 243839"/>
              <a:gd name="connsiteY32" fmla="*/ 59690 h 243839"/>
              <a:gd name="connsiteX33" fmla="*/ 161289 w 243839"/>
              <a:gd name="connsiteY33" fmla="*/ 78740 h 243839"/>
              <a:gd name="connsiteX34" fmla="*/ 143510 w 243839"/>
              <a:gd name="connsiteY34" fmla="*/ 22860 h 243839"/>
              <a:gd name="connsiteX35" fmla="*/ 124460 w 243839"/>
              <a:gd name="connsiteY35" fmla="*/ 21590 h 243839"/>
              <a:gd name="connsiteX36" fmla="*/ 147320 w 243839"/>
              <a:gd name="connsiteY36" fmla="*/ 83820 h 243839"/>
              <a:gd name="connsiteX37" fmla="*/ 96520 w 243839"/>
              <a:gd name="connsiteY37" fmla="*/ 83820 h 243839"/>
              <a:gd name="connsiteX38" fmla="*/ 119380 w 243839"/>
              <a:gd name="connsiteY38" fmla="*/ 21590 h 243839"/>
              <a:gd name="connsiteX39" fmla="*/ 121920 w 243839"/>
              <a:gd name="connsiteY39" fmla="*/ 21590 h 243839"/>
              <a:gd name="connsiteX40" fmla="*/ 124460 w 243839"/>
              <a:gd name="connsiteY40" fmla="*/ 21590 h 243839"/>
              <a:gd name="connsiteX41" fmla="*/ 101600 w 243839"/>
              <a:gd name="connsiteY41" fmla="*/ 22860 h 243839"/>
              <a:gd name="connsiteX42" fmla="*/ 82550 w 243839"/>
              <a:gd name="connsiteY42" fmla="*/ 78740 h 243839"/>
              <a:gd name="connsiteX43" fmla="*/ 41910 w 243839"/>
              <a:gd name="connsiteY43" fmla="*/ 59690 h 243839"/>
              <a:gd name="connsiteX44" fmla="*/ 101600 w 243839"/>
              <a:gd name="connsiteY44" fmla="*/ 22860 h 243839"/>
              <a:gd name="connsiteX45" fmla="*/ 121920 w 243839"/>
              <a:gd name="connsiteY45" fmla="*/ 243840 h 243839"/>
              <a:gd name="connsiteX46" fmla="*/ 243839 w 243839"/>
              <a:gd name="connsiteY46" fmla="*/ 121920 h 243839"/>
              <a:gd name="connsiteX47" fmla="*/ 121920 w 243839"/>
              <a:gd name="connsiteY47" fmla="*/ 0 h 243839"/>
              <a:gd name="connsiteX48" fmla="*/ 0 w 243839"/>
              <a:gd name="connsiteY48" fmla="*/ 121920 h 243839"/>
              <a:gd name="connsiteX49" fmla="*/ 121920 w 243839"/>
              <a:gd name="connsiteY49" fmla="*/ 24384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43839" h="243839">
                <a:moveTo>
                  <a:pt x="210820" y="171450"/>
                </a:moveTo>
                <a:cubicBezTo>
                  <a:pt x="218439" y="156210"/>
                  <a:pt x="223520" y="139700"/>
                  <a:pt x="223520" y="121920"/>
                </a:cubicBezTo>
                <a:cubicBezTo>
                  <a:pt x="223520" y="104140"/>
                  <a:pt x="218439" y="86360"/>
                  <a:pt x="210820" y="72390"/>
                </a:cubicBezTo>
                <a:cubicBezTo>
                  <a:pt x="195580" y="82550"/>
                  <a:pt x="180339" y="90170"/>
                  <a:pt x="165100" y="93980"/>
                </a:cubicBezTo>
                <a:cubicBezTo>
                  <a:pt x="167639" y="111760"/>
                  <a:pt x="167639" y="129540"/>
                  <a:pt x="165100" y="149860"/>
                </a:cubicBezTo>
                <a:cubicBezTo>
                  <a:pt x="182880" y="156210"/>
                  <a:pt x="199389" y="163830"/>
                  <a:pt x="210820" y="171450"/>
                </a:cubicBezTo>
                <a:close/>
                <a:moveTo>
                  <a:pt x="201930" y="184150"/>
                </a:moveTo>
                <a:cubicBezTo>
                  <a:pt x="191770" y="177800"/>
                  <a:pt x="177800" y="170180"/>
                  <a:pt x="161289" y="165100"/>
                </a:cubicBezTo>
                <a:cubicBezTo>
                  <a:pt x="157480" y="182880"/>
                  <a:pt x="151130" y="201930"/>
                  <a:pt x="142239" y="220980"/>
                </a:cubicBezTo>
                <a:cubicBezTo>
                  <a:pt x="166370" y="217170"/>
                  <a:pt x="187960" y="203200"/>
                  <a:pt x="201930" y="184150"/>
                </a:cubicBezTo>
                <a:close/>
                <a:moveTo>
                  <a:pt x="149860" y="147320"/>
                </a:moveTo>
                <a:cubicBezTo>
                  <a:pt x="152400" y="129540"/>
                  <a:pt x="152400" y="113030"/>
                  <a:pt x="149860" y="97790"/>
                </a:cubicBezTo>
                <a:cubicBezTo>
                  <a:pt x="130810" y="101600"/>
                  <a:pt x="111760" y="100330"/>
                  <a:pt x="95250" y="97790"/>
                </a:cubicBezTo>
                <a:cubicBezTo>
                  <a:pt x="93980" y="113030"/>
                  <a:pt x="92710" y="129540"/>
                  <a:pt x="95250" y="147320"/>
                </a:cubicBezTo>
                <a:cubicBezTo>
                  <a:pt x="114300" y="143510"/>
                  <a:pt x="132080" y="144780"/>
                  <a:pt x="149860" y="147320"/>
                </a:cubicBezTo>
                <a:close/>
                <a:moveTo>
                  <a:pt x="147320" y="162560"/>
                </a:moveTo>
                <a:cubicBezTo>
                  <a:pt x="132080" y="160020"/>
                  <a:pt x="115570" y="158750"/>
                  <a:pt x="97789" y="162560"/>
                </a:cubicBezTo>
                <a:cubicBezTo>
                  <a:pt x="101600" y="182880"/>
                  <a:pt x="109220" y="203200"/>
                  <a:pt x="120650" y="224790"/>
                </a:cubicBezTo>
                <a:cubicBezTo>
                  <a:pt x="120650" y="224790"/>
                  <a:pt x="121920" y="224790"/>
                  <a:pt x="123189" y="224790"/>
                </a:cubicBezTo>
                <a:cubicBezTo>
                  <a:pt x="124460" y="224790"/>
                  <a:pt x="124460" y="224790"/>
                  <a:pt x="125730" y="224790"/>
                </a:cubicBezTo>
                <a:cubicBezTo>
                  <a:pt x="135889" y="203200"/>
                  <a:pt x="143510" y="181610"/>
                  <a:pt x="147320" y="162560"/>
                </a:cubicBezTo>
                <a:close/>
                <a:moveTo>
                  <a:pt x="80010" y="151130"/>
                </a:moveTo>
                <a:cubicBezTo>
                  <a:pt x="77470" y="130810"/>
                  <a:pt x="77470" y="113030"/>
                  <a:pt x="80010" y="95250"/>
                </a:cubicBezTo>
                <a:cubicBezTo>
                  <a:pt x="60960" y="90170"/>
                  <a:pt x="45720" y="81280"/>
                  <a:pt x="34289" y="73660"/>
                </a:cubicBezTo>
                <a:cubicBezTo>
                  <a:pt x="26670" y="88900"/>
                  <a:pt x="21589" y="105410"/>
                  <a:pt x="21589" y="123190"/>
                </a:cubicBezTo>
                <a:cubicBezTo>
                  <a:pt x="21589" y="140970"/>
                  <a:pt x="26670" y="158750"/>
                  <a:pt x="34289" y="172720"/>
                </a:cubicBezTo>
                <a:cubicBezTo>
                  <a:pt x="49530" y="161290"/>
                  <a:pt x="64770" y="154940"/>
                  <a:pt x="80010" y="151130"/>
                </a:cubicBezTo>
                <a:close/>
                <a:moveTo>
                  <a:pt x="41910" y="184150"/>
                </a:moveTo>
                <a:cubicBezTo>
                  <a:pt x="55880" y="175260"/>
                  <a:pt x="68580" y="168910"/>
                  <a:pt x="82550" y="165100"/>
                </a:cubicBezTo>
                <a:cubicBezTo>
                  <a:pt x="86360" y="182880"/>
                  <a:pt x="92710" y="201930"/>
                  <a:pt x="101600" y="220980"/>
                </a:cubicBezTo>
                <a:cubicBezTo>
                  <a:pt x="77470" y="217170"/>
                  <a:pt x="57150" y="203200"/>
                  <a:pt x="41910" y="184150"/>
                </a:cubicBezTo>
                <a:close/>
                <a:moveTo>
                  <a:pt x="143510" y="22860"/>
                </a:moveTo>
                <a:cubicBezTo>
                  <a:pt x="167639" y="27940"/>
                  <a:pt x="187960" y="41910"/>
                  <a:pt x="201930" y="59690"/>
                </a:cubicBezTo>
                <a:cubicBezTo>
                  <a:pt x="187960" y="68580"/>
                  <a:pt x="175260" y="74930"/>
                  <a:pt x="161289" y="78740"/>
                </a:cubicBezTo>
                <a:cubicBezTo>
                  <a:pt x="157480" y="57150"/>
                  <a:pt x="151130" y="38100"/>
                  <a:pt x="143510" y="22860"/>
                </a:cubicBezTo>
                <a:close/>
                <a:moveTo>
                  <a:pt x="124460" y="21590"/>
                </a:moveTo>
                <a:cubicBezTo>
                  <a:pt x="133350" y="35560"/>
                  <a:pt x="142239" y="57150"/>
                  <a:pt x="147320" y="83820"/>
                </a:cubicBezTo>
                <a:cubicBezTo>
                  <a:pt x="129539" y="87630"/>
                  <a:pt x="111760" y="86360"/>
                  <a:pt x="96520" y="83820"/>
                </a:cubicBezTo>
                <a:cubicBezTo>
                  <a:pt x="101600" y="58420"/>
                  <a:pt x="110489" y="36830"/>
                  <a:pt x="119380" y="21590"/>
                </a:cubicBezTo>
                <a:cubicBezTo>
                  <a:pt x="120650" y="21590"/>
                  <a:pt x="120650" y="21590"/>
                  <a:pt x="121920" y="21590"/>
                </a:cubicBezTo>
                <a:cubicBezTo>
                  <a:pt x="123189" y="21590"/>
                  <a:pt x="124460" y="21590"/>
                  <a:pt x="124460" y="21590"/>
                </a:cubicBezTo>
                <a:close/>
                <a:moveTo>
                  <a:pt x="101600" y="22860"/>
                </a:moveTo>
                <a:cubicBezTo>
                  <a:pt x="93980" y="38100"/>
                  <a:pt x="86360" y="57150"/>
                  <a:pt x="82550" y="78740"/>
                </a:cubicBezTo>
                <a:cubicBezTo>
                  <a:pt x="66039" y="73660"/>
                  <a:pt x="52070" y="67310"/>
                  <a:pt x="41910" y="59690"/>
                </a:cubicBezTo>
                <a:cubicBezTo>
                  <a:pt x="55880" y="41910"/>
                  <a:pt x="77470" y="27940"/>
                  <a:pt x="101600" y="22860"/>
                </a:cubicBezTo>
                <a:close/>
                <a:moveTo>
                  <a:pt x="121920" y="243840"/>
                </a:moveTo>
                <a:cubicBezTo>
                  <a:pt x="189230" y="243840"/>
                  <a:pt x="243839" y="189230"/>
                  <a:pt x="243839" y="121920"/>
                </a:cubicBezTo>
                <a:cubicBezTo>
                  <a:pt x="243839" y="54610"/>
                  <a:pt x="189230" y="0"/>
                  <a:pt x="121920" y="0"/>
                </a:cubicBezTo>
                <a:cubicBezTo>
                  <a:pt x="54610" y="0"/>
                  <a:pt x="0" y="54610"/>
                  <a:pt x="0" y="121920"/>
                </a:cubicBezTo>
                <a:cubicBezTo>
                  <a:pt x="0" y="189230"/>
                  <a:pt x="54610" y="243840"/>
                  <a:pt x="121920" y="24384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28" name="Полилиния: фигура 268">
            <a:extLst>
              <a:ext uri="{FF2B5EF4-FFF2-40B4-BE49-F238E27FC236}">
                <a16:creationId xmlns:a16="http://schemas.microsoft.com/office/drawing/2014/main" id="{A2D33C33-58BE-CF69-D770-015A511B6F81}"/>
              </a:ext>
            </a:extLst>
          </p:cNvPr>
          <p:cNvSpPr/>
          <p:nvPr/>
        </p:nvSpPr>
        <p:spPr>
          <a:xfrm>
            <a:off x="4442821" y="2156413"/>
            <a:ext cx="243840" cy="241321"/>
          </a:xfrm>
          <a:custGeom>
            <a:avLst/>
            <a:gdLst>
              <a:gd name="connsiteX0" fmla="*/ 121920 w 243840"/>
              <a:gd name="connsiteY0" fmla="*/ 0 h 241321"/>
              <a:gd name="connsiteX1" fmla="*/ 111760 w 243840"/>
              <a:gd name="connsiteY1" fmla="*/ 10160 h 241321"/>
              <a:gd name="connsiteX2" fmla="*/ 121920 w 243840"/>
              <a:gd name="connsiteY2" fmla="*/ 20320 h 241321"/>
              <a:gd name="connsiteX3" fmla="*/ 161290 w 243840"/>
              <a:gd name="connsiteY3" fmla="*/ 27940 h 241321"/>
              <a:gd name="connsiteX4" fmla="*/ 173990 w 243840"/>
              <a:gd name="connsiteY4" fmla="*/ 22860 h 241321"/>
              <a:gd name="connsiteX5" fmla="*/ 168910 w 243840"/>
              <a:gd name="connsiteY5" fmla="*/ 10160 h 241321"/>
              <a:gd name="connsiteX6" fmla="*/ 121920 w 243840"/>
              <a:gd name="connsiteY6" fmla="*/ 0 h 241321"/>
              <a:gd name="connsiteX7" fmla="*/ 82550 w 243840"/>
              <a:gd name="connsiteY7" fmla="*/ 27940 h 241321"/>
              <a:gd name="connsiteX8" fmla="*/ 87630 w 243840"/>
              <a:gd name="connsiteY8" fmla="*/ 15240 h 241321"/>
              <a:gd name="connsiteX9" fmla="*/ 73660 w 243840"/>
              <a:gd name="connsiteY9" fmla="*/ 10160 h 241321"/>
              <a:gd name="connsiteX10" fmla="*/ 0 w 243840"/>
              <a:gd name="connsiteY10" fmla="*/ 121920 h 241321"/>
              <a:gd name="connsiteX11" fmla="*/ 10160 w 243840"/>
              <a:gd name="connsiteY11" fmla="*/ 132080 h 241321"/>
              <a:gd name="connsiteX12" fmla="*/ 20320 w 243840"/>
              <a:gd name="connsiteY12" fmla="*/ 121920 h 241321"/>
              <a:gd name="connsiteX13" fmla="*/ 82550 w 243840"/>
              <a:gd name="connsiteY13" fmla="*/ 27940 h 241321"/>
              <a:gd name="connsiteX14" fmla="*/ 208280 w 243840"/>
              <a:gd name="connsiteY14" fmla="*/ 35560 h 241321"/>
              <a:gd name="connsiteX15" fmla="*/ 194310 w 243840"/>
              <a:gd name="connsiteY15" fmla="*/ 35560 h 241321"/>
              <a:gd name="connsiteX16" fmla="*/ 194310 w 243840"/>
              <a:gd name="connsiteY16" fmla="*/ 49530 h 241321"/>
              <a:gd name="connsiteX17" fmla="*/ 215900 w 243840"/>
              <a:gd name="connsiteY17" fmla="*/ 81280 h 241321"/>
              <a:gd name="connsiteX18" fmla="*/ 228600 w 243840"/>
              <a:gd name="connsiteY18" fmla="*/ 86360 h 241321"/>
              <a:gd name="connsiteX19" fmla="*/ 233680 w 243840"/>
              <a:gd name="connsiteY19" fmla="*/ 73660 h 241321"/>
              <a:gd name="connsiteX20" fmla="*/ 208280 w 243840"/>
              <a:gd name="connsiteY20" fmla="*/ 35560 h 241321"/>
              <a:gd name="connsiteX21" fmla="*/ 243840 w 243840"/>
              <a:gd name="connsiteY21" fmla="*/ 120650 h 241321"/>
              <a:gd name="connsiteX22" fmla="*/ 233680 w 243840"/>
              <a:gd name="connsiteY22" fmla="*/ 110490 h 241321"/>
              <a:gd name="connsiteX23" fmla="*/ 223520 w 243840"/>
              <a:gd name="connsiteY23" fmla="*/ 120650 h 241321"/>
              <a:gd name="connsiteX24" fmla="*/ 121920 w 243840"/>
              <a:gd name="connsiteY24" fmla="*/ 222250 h 241321"/>
              <a:gd name="connsiteX25" fmla="*/ 83820 w 243840"/>
              <a:gd name="connsiteY25" fmla="*/ 214630 h 241321"/>
              <a:gd name="connsiteX26" fmla="*/ 71120 w 243840"/>
              <a:gd name="connsiteY26" fmla="*/ 219710 h 241321"/>
              <a:gd name="connsiteX27" fmla="*/ 76200 w 243840"/>
              <a:gd name="connsiteY27" fmla="*/ 232410 h 241321"/>
              <a:gd name="connsiteX28" fmla="*/ 123190 w 243840"/>
              <a:gd name="connsiteY28" fmla="*/ 241300 h 241321"/>
              <a:gd name="connsiteX29" fmla="*/ 243840 w 243840"/>
              <a:gd name="connsiteY29" fmla="*/ 120650 h 241321"/>
              <a:gd name="connsiteX30" fmla="*/ 29210 w 243840"/>
              <a:gd name="connsiteY30" fmla="*/ 161290 h 241321"/>
              <a:gd name="connsiteX31" fmla="*/ 16510 w 243840"/>
              <a:gd name="connsiteY31" fmla="*/ 156210 h 241321"/>
              <a:gd name="connsiteX32" fmla="*/ 11430 w 243840"/>
              <a:gd name="connsiteY32" fmla="*/ 170180 h 241321"/>
              <a:gd name="connsiteX33" fmla="*/ 36830 w 243840"/>
              <a:gd name="connsiteY33" fmla="*/ 207010 h 241321"/>
              <a:gd name="connsiteX34" fmla="*/ 50800 w 243840"/>
              <a:gd name="connsiteY34" fmla="*/ 207010 h 241321"/>
              <a:gd name="connsiteX35" fmla="*/ 50800 w 243840"/>
              <a:gd name="connsiteY35" fmla="*/ 193040 h 241321"/>
              <a:gd name="connsiteX36" fmla="*/ 29210 w 243840"/>
              <a:gd name="connsiteY36" fmla="*/ 161290 h 241321"/>
              <a:gd name="connsiteX37" fmla="*/ 71120 w 243840"/>
              <a:gd name="connsiteY37" fmla="*/ 120650 h 241321"/>
              <a:gd name="connsiteX38" fmla="*/ 121920 w 243840"/>
              <a:gd name="connsiteY38" fmla="*/ 69850 h 241321"/>
              <a:gd name="connsiteX39" fmla="*/ 172720 w 243840"/>
              <a:gd name="connsiteY39" fmla="*/ 120650 h 241321"/>
              <a:gd name="connsiteX40" fmla="*/ 121920 w 243840"/>
              <a:gd name="connsiteY40" fmla="*/ 171450 h 241321"/>
              <a:gd name="connsiteX41" fmla="*/ 71120 w 243840"/>
              <a:gd name="connsiteY41" fmla="*/ 120650 h 241321"/>
              <a:gd name="connsiteX42" fmla="*/ 121920 w 243840"/>
              <a:gd name="connsiteY42" fmla="*/ 50800 h 241321"/>
              <a:gd name="connsiteX43" fmla="*/ 50800 w 243840"/>
              <a:gd name="connsiteY43" fmla="*/ 121920 h 241321"/>
              <a:gd name="connsiteX44" fmla="*/ 121920 w 243840"/>
              <a:gd name="connsiteY44" fmla="*/ 193040 h 241321"/>
              <a:gd name="connsiteX45" fmla="*/ 193040 w 243840"/>
              <a:gd name="connsiteY45" fmla="*/ 121920 h 241321"/>
              <a:gd name="connsiteX46" fmla="*/ 121920 w 243840"/>
              <a:gd name="connsiteY46" fmla="*/ 50800 h 241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43840" h="241321">
                <a:moveTo>
                  <a:pt x="121920" y="0"/>
                </a:moveTo>
                <a:cubicBezTo>
                  <a:pt x="116840" y="0"/>
                  <a:pt x="111760" y="5080"/>
                  <a:pt x="111760" y="10160"/>
                </a:cubicBezTo>
                <a:cubicBezTo>
                  <a:pt x="111760" y="15240"/>
                  <a:pt x="116840" y="20320"/>
                  <a:pt x="121920" y="20320"/>
                </a:cubicBezTo>
                <a:cubicBezTo>
                  <a:pt x="135890" y="20320"/>
                  <a:pt x="148590" y="22860"/>
                  <a:pt x="161290" y="27940"/>
                </a:cubicBezTo>
                <a:cubicBezTo>
                  <a:pt x="166370" y="30480"/>
                  <a:pt x="172720" y="27940"/>
                  <a:pt x="173990" y="22860"/>
                </a:cubicBezTo>
                <a:cubicBezTo>
                  <a:pt x="176530" y="17780"/>
                  <a:pt x="173990" y="11430"/>
                  <a:pt x="168910" y="10160"/>
                </a:cubicBezTo>
                <a:cubicBezTo>
                  <a:pt x="153670" y="2540"/>
                  <a:pt x="138430" y="0"/>
                  <a:pt x="121920" y="0"/>
                </a:cubicBezTo>
                <a:close/>
                <a:moveTo>
                  <a:pt x="82550" y="27940"/>
                </a:moveTo>
                <a:cubicBezTo>
                  <a:pt x="87630" y="25400"/>
                  <a:pt x="90170" y="20320"/>
                  <a:pt x="87630" y="15240"/>
                </a:cubicBezTo>
                <a:cubicBezTo>
                  <a:pt x="85090" y="10160"/>
                  <a:pt x="80010" y="7620"/>
                  <a:pt x="73660" y="10160"/>
                </a:cubicBezTo>
                <a:cubicBezTo>
                  <a:pt x="30480" y="29210"/>
                  <a:pt x="0" y="72390"/>
                  <a:pt x="0" y="121920"/>
                </a:cubicBezTo>
                <a:cubicBezTo>
                  <a:pt x="0" y="127000"/>
                  <a:pt x="5080" y="132080"/>
                  <a:pt x="10160" y="132080"/>
                </a:cubicBezTo>
                <a:cubicBezTo>
                  <a:pt x="15240" y="132080"/>
                  <a:pt x="20320" y="127000"/>
                  <a:pt x="20320" y="121920"/>
                </a:cubicBezTo>
                <a:cubicBezTo>
                  <a:pt x="20320" y="80010"/>
                  <a:pt x="45720" y="43180"/>
                  <a:pt x="82550" y="27940"/>
                </a:cubicBezTo>
                <a:close/>
                <a:moveTo>
                  <a:pt x="208280" y="35560"/>
                </a:moveTo>
                <a:cubicBezTo>
                  <a:pt x="204470" y="31750"/>
                  <a:pt x="198120" y="31750"/>
                  <a:pt x="194310" y="35560"/>
                </a:cubicBezTo>
                <a:cubicBezTo>
                  <a:pt x="190500" y="39370"/>
                  <a:pt x="190500" y="45720"/>
                  <a:pt x="194310" y="49530"/>
                </a:cubicBezTo>
                <a:cubicBezTo>
                  <a:pt x="203200" y="58420"/>
                  <a:pt x="210820" y="68580"/>
                  <a:pt x="215900" y="81280"/>
                </a:cubicBezTo>
                <a:cubicBezTo>
                  <a:pt x="218440" y="86360"/>
                  <a:pt x="223520" y="88900"/>
                  <a:pt x="228600" y="86360"/>
                </a:cubicBezTo>
                <a:cubicBezTo>
                  <a:pt x="233680" y="83820"/>
                  <a:pt x="236220" y="78740"/>
                  <a:pt x="233680" y="73660"/>
                </a:cubicBezTo>
                <a:cubicBezTo>
                  <a:pt x="227330" y="59690"/>
                  <a:pt x="219710" y="46990"/>
                  <a:pt x="208280" y="35560"/>
                </a:cubicBezTo>
                <a:close/>
                <a:moveTo>
                  <a:pt x="243840" y="120650"/>
                </a:moveTo>
                <a:cubicBezTo>
                  <a:pt x="243840" y="115570"/>
                  <a:pt x="238760" y="110490"/>
                  <a:pt x="233680" y="110490"/>
                </a:cubicBezTo>
                <a:cubicBezTo>
                  <a:pt x="228600" y="110490"/>
                  <a:pt x="223520" y="115570"/>
                  <a:pt x="223520" y="120650"/>
                </a:cubicBezTo>
                <a:cubicBezTo>
                  <a:pt x="223520" y="176530"/>
                  <a:pt x="177800" y="222250"/>
                  <a:pt x="121920" y="222250"/>
                </a:cubicBezTo>
                <a:cubicBezTo>
                  <a:pt x="107950" y="222250"/>
                  <a:pt x="95250" y="219710"/>
                  <a:pt x="83820" y="214630"/>
                </a:cubicBezTo>
                <a:cubicBezTo>
                  <a:pt x="78740" y="212090"/>
                  <a:pt x="72390" y="214630"/>
                  <a:pt x="71120" y="219710"/>
                </a:cubicBezTo>
                <a:cubicBezTo>
                  <a:pt x="68580" y="224790"/>
                  <a:pt x="71120" y="231140"/>
                  <a:pt x="76200" y="232410"/>
                </a:cubicBezTo>
                <a:cubicBezTo>
                  <a:pt x="90170" y="238760"/>
                  <a:pt x="106680" y="241300"/>
                  <a:pt x="123190" y="241300"/>
                </a:cubicBezTo>
                <a:cubicBezTo>
                  <a:pt x="189230" y="242570"/>
                  <a:pt x="243840" y="187960"/>
                  <a:pt x="243840" y="120650"/>
                </a:cubicBezTo>
                <a:close/>
                <a:moveTo>
                  <a:pt x="29210" y="161290"/>
                </a:moveTo>
                <a:cubicBezTo>
                  <a:pt x="26670" y="156210"/>
                  <a:pt x="21590" y="153670"/>
                  <a:pt x="16510" y="156210"/>
                </a:cubicBezTo>
                <a:cubicBezTo>
                  <a:pt x="11430" y="158750"/>
                  <a:pt x="8890" y="163830"/>
                  <a:pt x="11430" y="170180"/>
                </a:cubicBezTo>
                <a:cubicBezTo>
                  <a:pt x="17780" y="184150"/>
                  <a:pt x="25400" y="196850"/>
                  <a:pt x="36830" y="207010"/>
                </a:cubicBezTo>
                <a:cubicBezTo>
                  <a:pt x="40640" y="210820"/>
                  <a:pt x="46990" y="210820"/>
                  <a:pt x="50800" y="207010"/>
                </a:cubicBezTo>
                <a:cubicBezTo>
                  <a:pt x="54610" y="203200"/>
                  <a:pt x="54610" y="196850"/>
                  <a:pt x="50800" y="193040"/>
                </a:cubicBezTo>
                <a:cubicBezTo>
                  <a:pt x="40640" y="182880"/>
                  <a:pt x="34290" y="172720"/>
                  <a:pt x="29210" y="161290"/>
                </a:cubicBezTo>
                <a:close/>
                <a:moveTo>
                  <a:pt x="71120" y="120650"/>
                </a:moveTo>
                <a:cubicBezTo>
                  <a:pt x="71120" y="92710"/>
                  <a:pt x="93980" y="69850"/>
                  <a:pt x="121920" y="69850"/>
                </a:cubicBezTo>
                <a:cubicBezTo>
                  <a:pt x="149860" y="69850"/>
                  <a:pt x="172720" y="92710"/>
                  <a:pt x="172720" y="120650"/>
                </a:cubicBezTo>
                <a:cubicBezTo>
                  <a:pt x="172720" y="148590"/>
                  <a:pt x="149860" y="171450"/>
                  <a:pt x="121920" y="171450"/>
                </a:cubicBezTo>
                <a:cubicBezTo>
                  <a:pt x="93980" y="171450"/>
                  <a:pt x="71120" y="148590"/>
                  <a:pt x="71120" y="120650"/>
                </a:cubicBezTo>
                <a:close/>
                <a:moveTo>
                  <a:pt x="121920" y="50800"/>
                </a:moveTo>
                <a:cubicBezTo>
                  <a:pt x="82550" y="50800"/>
                  <a:pt x="50800" y="82550"/>
                  <a:pt x="50800" y="121920"/>
                </a:cubicBezTo>
                <a:cubicBezTo>
                  <a:pt x="50800" y="161290"/>
                  <a:pt x="82550" y="193040"/>
                  <a:pt x="121920" y="193040"/>
                </a:cubicBezTo>
                <a:cubicBezTo>
                  <a:pt x="161290" y="193040"/>
                  <a:pt x="193040" y="161290"/>
                  <a:pt x="193040" y="121920"/>
                </a:cubicBezTo>
                <a:cubicBezTo>
                  <a:pt x="193040" y="82550"/>
                  <a:pt x="161290" y="50800"/>
                  <a:pt x="121920" y="508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29" name="Полилиния: фигура 277">
            <a:extLst>
              <a:ext uri="{FF2B5EF4-FFF2-40B4-BE49-F238E27FC236}">
                <a16:creationId xmlns:a16="http://schemas.microsoft.com/office/drawing/2014/main" id="{58323F7B-0976-8FCB-F867-BF5DF0790FF2}"/>
              </a:ext>
            </a:extLst>
          </p:cNvPr>
          <p:cNvSpPr/>
          <p:nvPr/>
        </p:nvSpPr>
        <p:spPr>
          <a:xfrm>
            <a:off x="3878941" y="2185624"/>
            <a:ext cx="254000" cy="182880"/>
          </a:xfrm>
          <a:custGeom>
            <a:avLst/>
            <a:gdLst>
              <a:gd name="connsiteX0" fmla="*/ 198120 w 254000"/>
              <a:gd name="connsiteY0" fmla="*/ 142240 h 182880"/>
              <a:gd name="connsiteX1" fmla="*/ 187960 w 254000"/>
              <a:gd name="connsiteY1" fmla="*/ 152400 h 182880"/>
              <a:gd name="connsiteX2" fmla="*/ 177800 w 254000"/>
              <a:gd name="connsiteY2" fmla="*/ 142240 h 182880"/>
              <a:gd name="connsiteX3" fmla="*/ 177800 w 254000"/>
              <a:gd name="connsiteY3" fmla="*/ 11430 h 182880"/>
              <a:gd name="connsiteX4" fmla="*/ 189230 w 254000"/>
              <a:gd name="connsiteY4" fmla="*/ 0 h 182880"/>
              <a:gd name="connsiteX5" fmla="*/ 227330 w 254000"/>
              <a:gd name="connsiteY5" fmla="*/ 0 h 182880"/>
              <a:gd name="connsiteX6" fmla="*/ 238760 w 254000"/>
              <a:gd name="connsiteY6" fmla="*/ 11430 h 182880"/>
              <a:gd name="connsiteX7" fmla="*/ 238760 w 254000"/>
              <a:gd name="connsiteY7" fmla="*/ 142240 h 182880"/>
              <a:gd name="connsiteX8" fmla="*/ 228600 w 254000"/>
              <a:gd name="connsiteY8" fmla="*/ 152400 h 182880"/>
              <a:gd name="connsiteX9" fmla="*/ 218440 w 254000"/>
              <a:gd name="connsiteY9" fmla="*/ 142240 h 182880"/>
              <a:gd name="connsiteX10" fmla="*/ 218440 w 254000"/>
              <a:gd name="connsiteY10" fmla="*/ 20320 h 182880"/>
              <a:gd name="connsiteX11" fmla="*/ 198120 w 254000"/>
              <a:gd name="connsiteY11" fmla="*/ 20320 h 182880"/>
              <a:gd name="connsiteX12" fmla="*/ 198120 w 254000"/>
              <a:gd name="connsiteY12" fmla="*/ 142240 h 182880"/>
              <a:gd name="connsiteX13" fmla="*/ 106680 w 254000"/>
              <a:gd name="connsiteY13" fmla="*/ 152400 h 182880"/>
              <a:gd name="connsiteX14" fmla="*/ 116840 w 254000"/>
              <a:gd name="connsiteY14" fmla="*/ 142240 h 182880"/>
              <a:gd name="connsiteX15" fmla="*/ 116840 w 254000"/>
              <a:gd name="connsiteY15" fmla="*/ 60960 h 182880"/>
              <a:gd name="connsiteX16" fmla="*/ 137160 w 254000"/>
              <a:gd name="connsiteY16" fmla="*/ 60960 h 182880"/>
              <a:gd name="connsiteX17" fmla="*/ 137160 w 254000"/>
              <a:gd name="connsiteY17" fmla="*/ 142240 h 182880"/>
              <a:gd name="connsiteX18" fmla="*/ 147320 w 254000"/>
              <a:gd name="connsiteY18" fmla="*/ 152400 h 182880"/>
              <a:gd name="connsiteX19" fmla="*/ 157480 w 254000"/>
              <a:gd name="connsiteY19" fmla="*/ 142240 h 182880"/>
              <a:gd name="connsiteX20" fmla="*/ 157480 w 254000"/>
              <a:gd name="connsiteY20" fmla="*/ 52070 h 182880"/>
              <a:gd name="connsiteX21" fmla="*/ 146050 w 254000"/>
              <a:gd name="connsiteY21" fmla="*/ 40640 h 182880"/>
              <a:gd name="connsiteX22" fmla="*/ 107950 w 254000"/>
              <a:gd name="connsiteY22" fmla="*/ 40640 h 182880"/>
              <a:gd name="connsiteX23" fmla="*/ 96520 w 254000"/>
              <a:gd name="connsiteY23" fmla="*/ 52070 h 182880"/>
              <a:gd name="connsiteX24" fmla="*/ 96520 w 254000"/>
              <a:gd name="connsiteY24" fmla="*/ 142240 h 182880"/>
              <a:gd name="connsiteX25" fmla="*/ 106680 w 254000"/>
              <a:gd name="connsiteY25" fmla="*/ 152400 h 182880"/>
              <a:gd name="connsiteX26" fmla="*/ 35560 w 254000"/>
              <a:gd name="connsiteY26" fmla="*/ 142240 h 182880"/>
              <a:gd name="connsiteX27" fmla="*/ 35560 w 254000"/>
              <a:gd name="connsiteY27" fmla="*/ 101600 h 182880"/>
              <a:gd name="connsiteX28" fmla="*/ 55880 w 254000"/>
              <a:gd name="connsiteY28" fmla="*/ 101600 h 182880"/>
              <a:gd name="connsiteX29" fmla="*/ 55880 w 254000"/>
              <a:gd name="connsiteY29" fmla="*/ 142240 h 182880"/>
              <a:gd name="connsiteX30" fmla="*/ 66040 w 254000"/>
              <a:gd name="connsiteY30" fmla="*/ 152400 h 182880"/>
              <a:gd name="connsiteX31" fmla="*/ 76200 w 254000"/>
              <a:gd name="connsiteY31" fmla="*/ 142240 h 182880"/>
              <a:gd name="connsiteX32" fmla="*/ 76200 w 254000"/>
              <a:gd name="connsiteY32" fmla="*/ 92710 h 182880"/>
              <a:gd name="connsiteX33" fmla="*/ 64770 w 254000"/>
              <a:gd name="connsiteY33" fmla="*/ 81280 h 182880"/>
              <a:gd name="connsiteX34" fmla="*/ 26670 w 254000"/>
              <a:gd name="connsiteY34" fmla="*/ 81280 h 182880"/>
              <a:gd name="connsiteX35" fmla="*/ 15240 w 254000"/>
              <a:gd name="connsiteY35" fmla="*/ 92710 h 182880"/>
              <a:gd name="connsiteX36" fmla="*/ 15240 w 254000"/>
              <a:gd name="connsiteY36" fmla="*/ 142240 h 182880"/>
              <a:gd name="connsiteX37" fmla="*/ 25400 w 254000"/>
              <a:gd name="connsiteY37" fmla="*/ 152400 h 182880"/>
              <a:gd name="connsiteX38" fmla="*/ 35560 w 254000"/>
              <a:gd name="connsiteY38" fmla="*/ 142240 h 182880"/>
              <a:gd name="connsiteX39" fmla="*/ 10160 w 254000"/>
              <a:gd name="connsiteY39" fmla="*/ 162560 h 182880"/>
              <a:gd name="connsiteX40" fmla="*/ 0 w 254000"/>
              <a:gd name="connsiteY40" fmla="*/ 172720 h 182880"/>
              <a:gd name="connsiteX41" fmla="*/ 10160 w 254000"/>
              <a:gd name="connsiteY41" fmla="*/ 182880 h 182880"/>
              <a:gd name="connsiteX42" fmla="*/ 243840 w 254000"/>
              <a:gd name="connsiteY42" fmla="*/ 182880 h 182880"/>
              <a:gd name="connsiteX43" fmla="*/ 254000 w 254000"/>
              <a:gd name="connsiteY43" fmla="*/ 172720 h 182880"/>
              <a:gd name="connsiteX44" fmla="*/ 243840 w 254000"/>
              <a:gd name="connsiteY44" fmla="*/ 162560 h 182880"/>
              <a:gd name="connsiteX45" fmla="*/ 10160 w 254000"/>
              <a:gd name="connsiteY45" fmla="*/ 162560 h 1828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54000" h="182880">
                <a:moveTo>
                  <a:pt x="198120" y="142240"/>
                </a:moveTo>
                <a:cubicBezTo>
                  <a:pt x="198120" y="147320"/>
                  <a:pt x="193040" y="152400"/>
                  <a:pt x="187960" y="152400"/>
                </a:cubicBezTo>
                <a:cubicBezTo>
                  <a:pt x="182880" y="152400"/>
                  <a:pt x="177800" y="147320"/>
                  <a:pt x="177800" y="142240"/>
                </a:cubicBezTo>
                <a:lnTo>
                  <a:pt x="177800" y="11430"/>
                </a:lnTo>
                <a:cubicBezTo>
                  <a:pt x="177800" y="5080"/>
                  <a:pt x="182880" y="0"/>
                  <a:pt x="189230" y="0"/>
                </a:cubicBezTo>
                <a:lnTo>
                  <a:pt x="227330" y="0"/>
                </a:lnTo>
                <a:cubicBezTo>
                  <a:pt x="233680" y="0"/>
                  <a:pt x="238760" y="5080"/>
                  <a:pt x="238760" y="11430"/>
                </a:cubicBezTo>
                <a:lnTo>
                  <a:pt x="238760" y="142240"/>
                </a:lnTo>
                <a:cubicBezTo>
                  <a:pt x="238760" y="147320"/>
                  <a:pt x="233680" y="152400"/>
                  <a:pt x="228600" y="152400"/>
                </a:cubicBezTo>
                <a:cubicBezTo>
                  <a:pt x="223520" y="152400"/>
                  <a:pt x="218440" y="147320"/>
                  <a:pt x="218440" y="142240"/>
                </a:cubicBezTo>
                <a:lnTo>
                  <a:pt x="218440" y="20320"/>
                </a:lnTo>
                <a:lnTo>
                  <a:pt x="198120" y="20320"/>
                </a:lnTo>
                <a:lnTo>
                  <a:pt x="198120" y="142240"/>
                </a:lnTo>
                <a:close/>
                <a:moveTo>
                  <a:pt x="106680" y="152400"/>
                </a:moveTo>
                <a:cubicBezTo>
                  <a:pt x="111760" y="152400"/>
                  <a:pt x="116840" y="147320"/>
                  <a:pt x="116840" y="142240"/>
                </a:cubicBezTo>
                <a:lnTo>
                  <a:pt x="116840" y="60960"/>
                </a:lnTo>
                <a:lnTo>
                  <a:pt x="137160" y="60960"/>
                </a:lnTo>
                <a:lnTo>
                  <a:pt x="137160" y="142240"/>
                </a:lnTo>
                <a:cubicBezTo>
                  <a:pt x="137160" y="147320"/>
                  <a:pt x="142240" y="152400"/>
                  <a:pt x="147320" y="152400"/>
                </a:cubicBezTo>
                <a:cubicBezTo>
                  <a:pt x="152400" y="152400"/>
                  <a:pt x="157480" y="147320"/>
                  <a:pt x="157480" y="142240"/>
                </a:cubicBezTo>
                <a:lnTo>
                  <a:pt x="157480" y="52070"/>
                </a:lnTo>
                <a:cubicBezTo>
                  <a:pt x="157480" y="45720"/>
                  <a:pt x="152400" y="40640"/>
                  <a:pt x="146050" y="40640"/>
                </a:cubicBezTo>
                <a:lnTo>
                  <a:pt x="107950" y="40640"/>
                </a:lnTo>
                <a:cubicBezTo>
                  <a:pt x="101600" y="40640"/>
                  <a:pt x="96520" y="45720"/>
                  <a:pt x="96520" y="52070"/>
                </a:cubicBezTo>
                <a:lnTo>
                  <a:pt x="96520" y="142240"/>
                </a:lnTo>
                <a:cubicBezTo>
                  <a:pt x="96520" y="148590"/>
                  <a:pt x="101600" y="152400"/>
                  <a:pt x="106680" y="152400"/>
                </a:cubicBezTo>
                <a:close/>
                <a:moveTo>
                  <a:pt x="35560" y="142240"/>
                </a:moveTo>
                <a:lnTo>
                  <a:pt x="35560" y="101600"/>
                </a:lnTo>
                <a:lnTo>
                  <a:pt x="55880" y="101600"/>
                </a:lnTo>
                <a:lnTo>
                  <a:pt x="55880" y="142240"/>
                </a:lnTo>
                <a:cubicBezTo>
                  <a:pt x="55880" y="147320"/>
                  <a:pt x="60960" y="152400"/>
                  <a:pt x="66040" y="152400"/>
                </a:cubicBezTo>
                <a:cubicBezTo>
                  <a:pt x="71120" y="152400"/>
                  <a:pt x="76200" y="147320"/>
                  <a:pt x="76200" y="142240"/>
                </a:cubicBezTo>
                <a:lnTo>
                  <a:pt x="76200" y="92710"/>
                </a:lnTo>
                <a:cubicBezTo>
                  <a:pt x="76200" y="86360"/>
                  <a:pt x="71120" y="81280"/>
                  <a:pt x="64770" y="81280"/>
                </a:cubicBezTo>
                <a:lnTo>
                  <a:pt x="26670" y="81280"/>
                </a:lnTo>
                <a:cubicBezTo>
                  <a:pt x="20320" y="81280"/>
                  <a:pt x="15240" y="86360"/>
                  <a:pt x="15240" y="92710"/>
                </a:cubicBezTo>
                <a:lnTo>
                  <a:pt x="15240" y="142240"/>
                </a:lnTo>
                <a:cubicBezTo>
                  <a:pt x="15240" y="147320"/>
                  <a:pt x="20320" y="152400"/>
                  <a:pt x="25400" y="152400"/>
                </a:cubicBezTo>
                <a:cubicBezTo>
                  <a:pt x="30480" y="152400"/>
                  <a:pt x="35560" y="148590"/>
                  <a:pt x="35560" y="142240"/>
                </a:cubicBezTo>
                <a:close/>
                <a:moveTo>
                  <a:pt x="10160" y="162560"/>
                </a:moveTo>
                <a:cubicBezTo>
                  <a:pt x="5080" y="162560"/>
                  <a:pt x="0" y="167640"/>
                  <a:pt x="0" y="172720"/>
                </a:cubicBezTo>
                <a:cubicBezTo>
                  <a:pt x="0" y="177800"/>
                  <a:pt x="5080" y="182880"/>
                  <a:pt x="10160" y="182880"/>
                </a:cubicBezTo>
                <a:lnTo>
                  <a:pt x="243840" y="182880"/>
                </a:lnTo>
                <a:cubicBezTo>
                  <a:pt x="248920" y="182880"/>
                  <a:pt x="254000" y="177800"/>
                  <a:pt x="254000" y="172720"/>
                </a:cubicBezTo>
                <a:cubicBezTo>
                  <a:pt x="254000" y="167640"/>
                  <a:pt x="248920" y="162560"/>
                  <a:pt x="243840" y="162560"/>
                </a:cubicBezTo>
                <a:lnTo>
                  <a:pt x="10160" y="1625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30" name="Полилиния: фигура 280">
            <a:extLst>
              <a:ext uri="{FF2B5EF4-FFF2-40B4-BE49-F238E27FC236}">
                <a16:creationId xmlns:a16="http://schemas.microsoft.com/office/drawing/2014/main" id="{ACB03469-C43F-898C-13F5-1BF479C40A20}"/>
              </a:ext>
            </a:extLst>
          </p:cNvPr>
          <p:cNvSpPr/>
          <p:nvPr/>
        </p:nvSpPr>
        <p:spPr>
          <a:xfrm>
            <a:off x="5001621" y="2155144"/>
            <a:ext cx="243840" cy="243839"/>
          </a:xfrm>
          <a:custGeom>
            <a:avLst/>
            <a:gdLst>
              <a:gd name="connsiteX0" fmla="*/ 30480 w 243840"/>
              <a:gd name="connsiteY0" fmla="*/ 11430 h 243839"/>
              <a:gd name="connsiteX1" fmla="*/ 41910 w 243840"/>
              <a:gd name="connsiteY1" fmla="*/ 0 h 243839"/>
              <a:gd name="connsiteX2" fmla="*/ 80010 w 243840"/>
              <a:gd name="connsiteY2" fmla="*/ 0 h 243839"/>
              <a:gd name="connsiteX3" fmla="*/ 91440 w 243840"/>
              <a:gd name="connsiteY3" fmla="*/ 11430 h 243839"/>
              <a:gd name="connsiteX4" fmla="*/ 91440 w 243840"/>
              <a:gd name="connsiteY4" fmla="*/ 71120 h 243839"/>
              <a:gd name="connsiteX5" fmla="*/ 121920 w 243840"/>
              <a:gd name="connsiteY5" fmla="*/ 101600 h 243839"/>
              <a:gd name="connsiteX6" fmla="*/ 152400 w 243840"/>
              <a:gd name="connsiteY6" fmla="*/ 71120 h 243839"/>
              <a:gd name="connsiteX7" fmla="*/ 152400 w 243840"/>
              <a:gd name="connsiteY7" fmla="*/ 11430 h 243839"/>
              <a:gd name="connsiteX8" fmla="*/ 163830 w 243840"/>
              <a:gd name="connsiteY8" fmla="*/ 0 h 243839"/>
              <a:gd name="connsiteX9" fmla="*/ 201930 w 243840"/>
              <a:gd name="connsiteY9" fmla="*/ 0 h 243839"/>
              <a:gd name="connsiteX10" fmla="*/ 213360 w 243840"/>
              <a:gd name="connsiteY10" fmla="*/ 11430 h 243839"/>
              <a:gd name="connsiteX11" fmla="*/ 213360 w 243840"/>
              <a:gd name="connsiteY11" fmla="*/ 113030 h 243839"/>
              <a:gd name="connsiteX12" fmla="*/ 232410 w 243840"/>
              <a:gd name="connsiteY12" fmla="*/ 132080 h 243839"/>
              <a:gd name="connsiteX13" fmla="*/ 243840 w 243840"/>
              <a:gd name="connsiteY13" fmla="*/ 143510 h 243839"/>
              <a:gd name="connsiteX14" fmla="*/ 243840 w 243840"/>
              <a:gd name="connsiteY14" fmla="*/ 232410 h 243839"/>
              <a:gd name="connsiteX15" fmla="*/ 232410 w 243840"/>
              <a:gd name="connsiteY15" fmla="*/ 243840 h 243839"/>
              <a:gd name="connsiteX16" fmla="*/ 11430 w 243840"/>
              <a:gd name="connsiteY16" fmla="*/ 243840 h 243839"/>
              <a:gd name="connsiteX17" fmla="*/ 0 w 243840"/>
              <a:gd name="connsiteY17" fmla="*/ 232410 h 243839"/>
              <a:gd name="connsiteX18" fmla="*/ 0 w 243840"/>
              <a:gd name="connsiteY18" fmla="*/ 143510 h 243839"/>
              <a:gd name="connsiteX19" fmla="*/ 11430 w 243840"/>
              <a:gd name="connsiteY19" fmla="*/ 132080 h 243839"/>
              <a:gd name="connsiteX20" fmla="*/ 30480 w 243840"/>
              <a:gd name="connsiteY20" fmla="*/ 113030 h 243839"/>
              <a:gd name="connsiteX21" fmla="*/ 30480 w 243840"/>
              <a:gd name="connsiteY21" fmla="*/ 11430 h 243839"/>
              <a:gd name="connsiteX22" fmla="*/ 223520 w 243840"/>
              <a:gd name="connsiteY22" fmla="*/ 152400 h 243839"/>
              <a:gd name="connsiteX23" fmla="*/ 223520 w 243840"/>
              <a:gd name="connsiteY23" fmla="*/ 224790 h 243839"/>
              <a:gd name="connsiteX24" fmla="*/ 20320 w 243840"/>
              <a:gd name="connsiteY24" fmla="*/ 224790 h 243839"/>
              <a:gd name="connsiteX25" fmla="*/ 20320 w 243840"/>
              <a:gd name="connsiteY25" fmla="*/ 152400 h 243839"/>
              <a:gd name="connsiteX26" fmla="*/ 50800 w 243840"/>
              <a:gd name="connsiteY26" fmla="*/ 114300 h 243839"/>
              <a:gd name="connsiteX27" fmla="*/ 50800 w 243840"/>
              <a:gd name="connsiteY27" fmla="*/ 21590 h 243839"/>
              <a:gd name="connsiteX28" fmla="*/ 71120 w 243840"/>
              <a:gd name="connsiteY28" fmla="*/ 21590 h 243839"/>
              <a:gd name="connsiteX29" fmla="*/ 71120 w 243840"/>
              <a:gd name="connsiteY29" fmla="*/ 72390 h 243839"/>
              <a:gd name="connsiteX30" fmla="*/ 121920 w 243840"/>
              <a:gd name="connsiteY30" fmla="*/ 123190 h 243839"/>
              <a:gd name="connsiteX31" fmla="*/ 172720 w 243840"/>
              <a:gd name="connsiteY31" fmla="*/ 72390 h 243839"/>
              <a:gd name="connsiteX32" fmla="*/ 172720 w 243840"/>
              <a:gd name="connsiteY32" fmla="*/ 21590 h 243839"/>
              <a:gd name="connsiteX33" fmla="*/ 193040 w 243840"/>
              <a:gd name="connsiteY33" fmla="*/ 21590 h 243839"/>
              <a:gd name="connsiteX34" fmla="*/ 193040 w 243840"/>
              <a:gd name="connsiteY34" fmla="*/ 114300 h 243839"/>
              <a:gd name="connsiteX35" fmla="*/ 223520 w 243840"/>
              <a:gd name="connsiteY35" fmla="*/ 15240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3840" h="243839">
                <a:moveTo>
                  <a:pt x="30480" y="11430"/>
                </a:moveTo>
                <a:cubicBezTo>
                  <a:pt x="30480" y="5080"/>
                  <a:pt x="35560" y="0"/>
                  <a:pt x="41910" y="0"/>
                </a:cubicBezTo>
                <a:lnTo>
                  <a:pt x="80010" y="0"/>
                </a:lnTo>
                <a:cubicBezTo>
                  <a:pt x="86360" y="0"/>
                  <a:pt x="91440" y="5080"/>
                  <a:pt x="91440" y="11430"/>
                </a:cubicBezTo>
                <a:lnTo>
                  <a:pt x="91440" y="71120"/>
                </a:lnTo>
                <a:cubicBezTo>
                  <a:pt x="91440" y="87630"/>
                  <a:pt x="105410" y="101600"/>
                  <a:pt x="121920" y="101600"/>
                </a:cubicBezTo>
                <a:cubicBezTo>
                  <a:pt x="138430" y="101600"/>
                  <a:pt x="152400" y="87630"/>
                  <a:pt x="152400" y="71120"/>
                </a:cubicBezTo>
                <a:lnTo>
                  <a:pt x="152400" y="11430"/>
                </a:lnTo>
                <a:cubicBezTo>
                  <a:pt x="152400" y="5080"/>
                  <a:pt x="157480" y="0"/>
                  <a:pt x="163830" y="0"/>
                </a:cubicBezTo>
                <a:lnTo>
                  <a:pt x="201930" y="0"/>
                </a:lnTo>
                <a:cubicBezTo>
                  <a:pt x="208280" y="0"/>
                  <a:pt x="213360" y="5080"/>
                  <a:pt x="213360" y="11430"/>
                </a:cubicBezTo>
                <a:lnTo>
                  <a:pt x="213360" y="113030"/>
                </a:lnTo>
                <a:cubicBezTo>
                  <a:pt x="213360" y="123190"/>
                  <a:pt x="222250" y="132080"/>
                  <a:pt x="232410" y="132080"/>
                </a:cubicBezTo>
                <a:cubicBezTo>
                  <a:pt x="238760" y="132080"/>
                  <a:pt x="243840" y="137160"/>
                  <a:pt x="243840" y="143510"/>
                </a:cubicBezTo>
                <a:lnTo>
                  <a:pt x="243840" y="232410"/>
                </a:lnTo>
                <a:cubicBezTo>
                  <a:pt x="243840" y="238760"/>
                  <a:pt x="238760" y="243840"/>
                  <a:pt x="232410" y="243840"/>
                </a:cubicBezTo>
                <a:lnTo>
                  <a:pt x="11430" y="243840"/>
                </a:lnTo>
                <a:cubicBezTo>
                  <a:pt x="5080" y="243840"/>
                  <a:pt x="0" y="238760"/>
                  <a:pt x="0" y="232410"/>
                </a:cubicBezTo>
                <a:lnTo>
                  <a:pt x="0" y="143510"/>
                </a:lnTo>
                <a:cubicBezTo>
                  <a:pt x="0" y="137160"/>
                  <a:pt x="5080" y="132080"/>
                  <a:pt x="11430" y="132080"/>
                </a:cubicBezTo>
                <a:cubicBezTo>
                  <a:pt x="21590" y="132080"/>
                  <a:pt x="30480" y="123190"/>
                  <a:pt x="30480" y="113030"/>
                </a:cubicBezTo>
                <a:lnTo>
                  <a:pt x="30480" y="11430"/>
                </a:lnTo>
                <a:close/>
                <a:moveTo>
                  <a:pt x="223520" y="152400"/>
                </a:moveTo>
                <a:lnTo>
                  <a:pt x="223520" y="224790"/>
                </a:lnTo>
                <a:lnTo>
                  <a:pt x="20320" y="224790"/>
                </a:lnTo>
                <a:lnTo>
                  <a:pt x="20320" y="152400"/>
                </a:lnTo>
                <a:cubicBezTo>
                  <a:pt x="38100" y="148590"/>
                  <a:pt x="50800" y="132080"/>
                  <a:pt x="50800" y="114300"/>
                </a:cubicBezTo>
                <a:lnTo>
                  <a:pt x="50800" y="21590"/>
                </a:lnTo>
                <a:lnTo>
                  <a:pt x="71120" y="21590"/>
                </a:lnTo>
                <a:lnTo>
                  <a:pt x="71120" y="72390"/>
                </a:lnTo>
                <a:cubicBezTo>
                  <a:pt x="71120" y="100330"/>
                  <a:pt x="93980" y="123190"/>
                  <a:pt x="121920" y="123190"/>
                </a:cubicBezTo>
                <a:cubicBezTo>
                  <a:pt x="149860" y="123190"/>
                  <a:pt x="172720" y="100330"/>
                  <a:pt x="172720" y="72390"/>
                </a:cubicBezTo>
                <a:lnTo>
                  <a:pt x="172720" y="21590"/>
                </a:lnTo>
                <a:lnTo>
                  <a:pt x="193040" y="21590"/>
                </a:lnTo>
                <a:lnTo>
                  <a:pt x="193040" y="114300"/>
                </a:lnTo>
                <a:cubicBezTo>
                  <a:pt x="193040" y="132080"/>
                  <a:pt x="205740" y="147320"/>
                  <a:pt x="223520" y="1524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31" name="Полилиния: фигура 283">
            <a:extLst>
              <a:ext uri="{FF2B5EF4-FFF2-40B4-BE49-F238E27FC236}">
                <a16:creationId xmlns:a16="http://schemas.microsoft.com/office/drawing/2014/main" id="{A193785E-A1F8-030C-1308-A2D93AFA59AE}"/>
              </a:ext>
            </a:extLst>
          </p:cNvPr>
          <p:cNvSpPr/>
          <p:nvPr/>
        </p:nvSpPr>
        <p:spPr>
          <a:xfrm>
            <a:off x="6694531" y="2170383"/>
            <a:ext cx="212407" cy="212407"/>
          </a:xfrm>
          <a:custGeom>
            <a:avLst/>
            <a:gdLst>
              <a:gd name="connsiteX0" fmla="*/ 86361 w 212407"/>
              <a:gd name="connsiteY0" fmla="*/ 152400 h 212407"/>
              <a:gd name="connsiteX1" fmla="*/ 152400 w 212407"/>
              <a:gd name="connsiteY1" fmla="*/ 86360 h 212407"/>
              <a:gd name="connsiteX2" fmla="*/ 86361 w 212407"/>
              <a:gd name="connsiteY2" fmla="*/ 20320 h 212407"/>
              <a:gd name="connsiteX3" fmla="*/ 20320 w 212407"/>
              <a:gd name="connsiteY3" fmla="*/ 86360 h 212407"/>
              <a:gd name="connsiteX4" fmla="*/ 86361 w 212407"/>
              <a:gd name="connsiteY4" fmla="*/ 152400 h 212407"/>
              <a:gd name="connsiteX5" fmla="*/ 153670 w 212407"/>
              <a:gd name="connsiteY5" fmla="*/ 139700 h 212407"/>
              <a:gd name="connsiteX6" fmla="*/ 172720 w 212407"/>
              <a:gd name="connsiteY6" fmla="*/ 86360 h 212407"/>
              <a:gd name="connsiteX7" fmla="*/ 86361 w 212407"/>
              <a:gd name="connsiteY7" fmla="*/ 0 h 212407"/>
              <a:gd name="connsiteX8" fmla="*/ 0 w 212407"/>
              <a:gd name="connsiteY8" fmla="*/ 86360 h 212407"/>
              <a:gd name="connsiteX9" fmla="*/ 86361 w 212407"/>
              <a:gd name="connsiteY9" fmla="*/ 172720 h 212407"/>
              <a:gd name="connsiteX10" fmla="*/ 139700 w 212407"/>
              <a:gd name="connsiteY10" fmla="*/ 153670 h 212407"/>
              <a:gd name="connsiteX11" fmla="*/ 195580 w 212407"/>
              <a:gd name="connsiteY11" fmla="*/ 209550 h 212407"/>
              <a:gd name="connsiteX12" fmla="*/ 209550 w 212407"/>
              <a:gd name="connsiteY12" fmla="*/ 209550 h 212407"/>
              <a:gd name="connsiteX13" fmla="*/ 209550 w 212407"/>
              <a:gd name="connsiteY13" fmla="*/ 195580 h 212407"/>
              <a:gd name="connsiteX14" fmla="*/ 153670 w 212407"/>
              <a:gd name="connsiteY14" fmla="*/ 139700 h 212407"/>
              <a:gd name="connsiteX15" fmla="*/ 76200 w 212407"/>
              <a:gd name="connsiteY15" fmla="*/ 46990 h 212407"/>
              <a:gd name="connsiteX16" fmla="*/ 86361 w 212407"/>
              <a:gd name="connsiteY16" fmla="*/ 36830 h 212407"/>
              <a:gd name="connsiteX17" fmla="*/ 121920 w 212407"/>
              <a:gd name="connsiteY17" fmla="*/ 52070 h 212407"/>
              <a:gd name="connsiteX18" fmla="*/ 137161 w 212407"/>
              <a:gd name="connsiteY18" fmla="*/ 87630 h 212407"/>
              <a:gd name="connsiteX19" fmla="*/ 127000 w 212407"/>
              <a:gd name="connsiteY19" fmla="*/ 97790 h 212407"/>
              <a:gd name="connsiteX20" fmla="*/ 116840 w 212407"/>
              <a:gd name="connsiteY20" fmla="*/ 87630 h 212407"/>
              <a:gd name="connsiteX21" fmla="*/ 106680 w 212407"/>
              <a:gd name="connsiteY21" fmla="*/ 67310 h 212407"/>
              <a:gd name="connsiteX22" fmla="*/ 86361 w 212407"/>
              <a:gd name="connsiteY22" fmla="*/ 57150 h 212407"/>
              <a:gd name="connsiteX23" fmla="*/ 76200 w 212407"/>
              <a:gd name="connsiteY23" fmla="*/ 46990 h 212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12407" h="212407">
                <a:moveTo>
                  <a:pt x="86361" y="152400"/>
                </a:moveTo>
                <a:cubicBezTo>
                  <a:pt x="123190" y="152400"/>
                  <a:pt x="152400" y="123190"/>
                  <a:pt x="152400" y="86360"/>
                </a:cubicBezTo>
                <a:cubicBezTo>
                  <a:pt x="152400" y="49530"/>
                  <a:pt x="123190" y="20320"/>
                  <a:pt x="86361" y="20320"/>
                </a:cubicBezTo>
                <a:cubicBezTo>
                  <a:pt x="49530" y="20320"/>
                  <a:pt x="20320" y="49530"/>
                  <a:pt x="20320" y="86360"/>
                </a:cubicBezTo>
                <a:cubicBezTo>
                  <a:pt x="20320" y="123190"/>
                  <a:pt x="49530" y="152400"/>
                  <a:pt x="86361" y="152400"/>
                </a:cubicBezTo>
                <a:close/>
                <a:moveTo>
                  <a:pt x="153670" y="139700"/>
                </a:moveTo>
                <a:cubicBezTo>
                  <a:pt x="165100" y="124460"/>
                  <a:pt x="172720" y="106680"/>
                  <a:pt x="172720" y="86360"/>
                </a:cubicBezTo>
                <a:cubicBezTo>
                  <a:pt x="172720" y="39370"/>
                  <a:pt x="134620" y="0"/>
                  <a:pt x="86361" y="0"/>
                </a:cubicBezTo>
                <a:cubicBezTo>
                  <a:pt x="38100" y="0"/>
                  <a:pt x="0" y="38100"/>
                  <a:pt x="0" y="86360"/>
                </a:cubicBezTo>
                <a:cubicBezTo>
                  <a:pt x="0" y="134620"/>
                  <a:pt x="38100" y="172720"/>
                  <a:pt x="86361" y="172720"/>
                </a:cubicBezTo>
                <a:cubicBezTo>
                  <a:pt x="106680" y="172720"/>
                  <a:pt x="124461" y="166370"/>
                  <a:pt x="139700" y="153670"/>
                </a:cubicBezTo>
                <a:lnTo>
                  <a:pt x="195580" y="209550"/>
                </a:lnTo>
                <a:cubicBezTo>
                  <a:pt x="199390" y="213360"/>
                  <a:pt x="205740" y="213360"/>
                  <a:pt x="209550" y="209550"/>
                </a:cubicBezTo>
                <a:cubicBezTo>
                  <a:pt x="213361" y="205740"/>
                  <a:pt x="213361" y="199390"/>
                  <a:pt x="209550" y="195580"/>
                </a:cubicBezTo>
                <a:lnTo>
                  <a:pt x="153670" y="139700"/>
                </a:lnTo>
                <a:close/>
                <a:moveTo>
                  <a:pt x="76200" y="46990"/>
                </a:moveTo>
                <a:cubicBezTo>
                  <a:pt x="76200" y="41910"/>
                  <a:pt x="81280" y="36830"/>
                  <a:pt x="86361" y="36830"/>
                </a:cubicBezTo>
                <a:cubicBezTo>
                  <a:pt x="100330" y="36830"/>
                  <a:pt x="113030" y="43180"/>
                  <a:pt x="121920" y="52070"/>
                </a:cubicBezTo>
                <a:cubicBezTo>
                  <a:pt x="130811" y="60960"/>
                  <a:pt x="137161" y="73660"/>
                  <a:pt x="137161" y="87630"/>
                </a:cubicBezTo>
                <a:cubicBezTo>
                  <a:pt x="137161" y="92710"/>
                  <a:pt x="132080" y="97790"/>
                  <a:pt x="127000" y="97790"/>
                </a:cubicBezTo>
                <a:cubicBezTo>
                  <a:pt x="121920" y="97790"/>
                  <a:pt x="116840" y="92710"/>
                  <a:pt x="116840" y="87630"/>
                </a:cubicBezTo>
                <a:cubicBezTo>
                  <a:pt x="116840" y="81280"/>
                  <a:pt x="113030" y="73660"/>
                  <a:pt x="106680" y="67310"/>
                </a:cubicBezTo>
                <a:cubicBezTo>
                  <a:pt x="100330" y="60960"/>
                  <a:pt x="92711" y="57150"/>
                  <a:pt x="86361" y="57150"/>
                </a:cubicBezTo>
                <a:cubicBezTo>
                  <a:pt x="80011" y="57150"/>
                  <a:pt x="76200" y="52070"/>
                  <a:pt x="76200" y="4699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832" name="Рисунок 2">
            <a:extLst>
              <a:ext uri="{FF2B5EF4-FFF2-40B4-BE49-F238E27FC236}">
                <a16:creationId xmlns:a16="http://schemas.microsoft.com/office/drawing/2014/main" id="{E839C3B1-CD67-B4E6-8BD7-B62FD41DDECD}"/>
              </a:ext>
            </a:extLst>
          </p:cNvPr>
          <p:cNvGrpSpPr/>
          <p:nvPr/>
        </p:nvGrpSpPr>
        <p:grpSpPr>
          <a:xfrm>
            <a:off x="5601062" y="2154369"/>
            <a:ext cx="162559" cy="248424"/>
            <a:chOff x="5759450" y="1123175"/>
            <a:chExt cx="162559" cy="248424"/>
          </a:xfrm>
          <a:solidFill>
            <a:schemeClr val="tx1"/>
          </a:solidFill>
        </p:grpSpPr>
        <p:sp>
          <p:nvSpPr>
            <p:cNvPr id="833" name="Полилиния: фигура 289">
              <a:extLst>
                <a:ext uri="{FF2B5EF4-FFF2-40B4-BE49-F238E27FC236}">
                  <a16:creationId xmlns:a16="http://schemas.microsoft.com/office/drawing/2014/main" id="{3B520A21-5386-AB55-7429-919842148646}"/>
                </a:ext>
              </a:extLst>
            </p:cNvPr>
            <p:cNvSpPr/>
            <p:nvPr/>
          </p:nvSpPr>
          <p:spPr>
            <a:xfrm>
              <a:off x="5759450" y="1123175"/>
              <a:ext cx="162559" cy="207784"/>
            </a:xfrm>
            <a:custGeom>
              <a:avLst/>
              <a:gdLst>
                <a:gd name="connsiteX0" fmla="*/ 81280 w 162559"/>
                <a:gd name="connsiteY0" fmla="*/ 207785 h 207784"/>
                <a:gd name="connsiteX1" fmla="*/ 162560 w 162559"/>
                <a:gd name="connsiteY1" fmla="*/ 126505 h 207784"/>
                <a:gd name="connsiteX2" fmla="*/ 154940 w 162559"/>
                <a:gd name="connsiteY2" fmla="*/ 82055 h 207784"/>
                <a:gd name="connsiteX3" fmla="*/ 138430 w 162559"/>
                <a:gd name="connsiteY3" fmla="*/ 82055 h 207784"/>
                <a:gd name="connsiteX4" fmla="*/ 116840 w 162559"/>
                <a:gd name="connsiteY4" fmla="*/ 92215 h 207784"/>
                <a:gd name="connsiteX5" fmla="*/ 91440 w 162559"/>
                <a:gd name="connsiteY5" fmla="*/ 66815 h 207784"/>
                <a:gd name="connsiteX6" fmla="*/ 91440 w 162559"/>
                <a:gd name="connsiteY6" fmla="*/ 9665 h 207784"/>
                <a:gd name="connsiteX7" fmla="*/ 76200 w 162559"/>
                <a:gd name="connsiteY7" fmla="*/ 2045 h 207784"/>
                <a:gd name="connsiteX8" fmla="*/ 0 w 162559"/>
                <a:gd name="connsiteY8" fmla="*/ 129045 h 207784"/>
                <a:gd name="connsiteX9" fmla="*/ 81280 w 162559"/>
                <a:gd name="connsiteY9" fmla="*/ 207785 h 207784"/>
                <a:gd name="connsiteX10" fmla="*/ 142240 w 162559"/>
                <a:gd name="connsiteY10" fmla="*/ 126505 h 207784"/>
                <a:gd name="connsiteX11" fmla="*/ 81280 w 162559"/>
                <a:gd name="connsiteY11" fmla="*/ 187465 h 207784"/>
                <a:gd name="connsiteX12" fmla="*/ 20320 w 162559"/>
                <a:gd name="connsiteY12" fmla="*/ 126505 h 207784"/>
                <a:gd name="connsiteX13" fmla="*/ 71120 w 162559"/>
                <a:gd name="connsiteY13" fmla="*/ 31255 h 207784"/>
                <a:gd name="connsiteX14" fmla="*/ 71120 w 162559"/>
                <a:gd name="connsiteY14" fmla="*/ 65545 h 207784"/>
                <a:gd name="connsiteX15" fmla="*/ 80010 w 162559"/>
                <a:gd name="connsiteY15" fmla="*/ 94755 h 207784"/>
                <a:gd name="connsiteX16" fmla="*/ 116840 w 162559"/>
                <a:gd name="connsiteY16" fmla="*/ 111265 h 207784"/>
                <a:gd name="connsiteX17" fmla="*/ 139700 w 162559"/>
                <a:gd name="connsiteY17" fmla="*/ 104915 h 207784"/>
                <a:gd name="connsiteX18" fmla="*/ 142240 w 162559"/>
                <a:gd name="connsiteY18" fmla="*/ 126505 h 20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2559" h="207784">
                  <a:moveTo>
                    <a:pt x="81280" y="207785"/>
                  </a:moveTo>
                  <a:cubicBezTo>
                    <a:pt x="125730" y="207785"/>
                    <a:pt x="162560" y="170955"/>
                    <a:pt x="162560" y="126505"/>
                  </a:cubicBezTo>
                  <a:cubicBezTo>
                    <a:pt x="162560" y="109995"/>
                    <a:pt x="158750" y="93485"/>
                    <a:pt x="154940" y="82055"/>
                  </a:cubicBezTo>
                  <a:cubicBezTo>
                    <a:pt x="152400" y="74435"/>
                    <a:pt x="143510" y="75705"/>
                    <a:pt x="138430" y="82055"/>
                  </a:cubicBezTo>
                  <a:cubicBezTo>
                    <a:pt x="133350" y="87135"/>
                    <a:pt x="127000" y="92215"/>
                    <a:pt x="116840" y="92215"/>
                  </a:cubicBezTo>
                  <a:cubicBezTo>
                    <a:pt x="96520" y="92215"/>
                    <a:pt x="91440" y="76975"/>
                    <a:pt x="91440" y="66815"/>
                  </a:cubicBezTo>
                  <a:lnTo>
                    <a:pt x="91440" y="9665"/>
                  </a:lnTo>
                  <a:cubicBezTo>
                    <a:pt x="91440" y="2045"/>
                    <a:pt x="82550" y="-3035"/>
                    <a:pt x="76200" y="2045"/>
                  </a:cubicBezTo>
                  <a:cubicBezTo>
                    <a:pt x="29210" y="37605"/>
                    <a:pt x="0" y="88405"/>
                    <a:pt x="0" y="129045"/>
                  </a:cubicBezTo>
                  <a:cubicBezTo>
                    <a:pt x="1270" y="170955"/>
                    <a:pt x="36830" y="207785"/>
                    <a:pt x="81280" y="207785"/>
                  </a:cubicBezTo>
                  <a:close/>
                  <a:moveTo>
                    <a:pt x="142240" y="126505"/>
                  </a:moveTo>
                  <a:cubicBezTo>
                    <a:pt x="142240" y="159525"/>
                    <a:pt x="115570" y="187465"/>
                    <a:pt x="81280" y="187465"/>
                  </a:cubicBezTo>
                  <a:cubicBezTo>
                    <a:pt x="46990" y="187465"/>
                    <a:pt x="20320" y="160795"/>
                    <a:pt x="20320" y="126505"/>
                  </a:cubicBezTo>
                  <a:cubicBezTo>
                    <a:pt x="20320" y="98565"/>
                    <a:pt x="38100" y="61735"/>
                    <a:pt x="71120" y="31255"/>
                  </a:cubicBezTo>
                  <a:lnTo>
                    <a:pt x="71120" y="65545"/>
                  </a:lnTo>
                  <a:cubicBezTo>
                    <a:pt x="71120" y="73165"/>
                    <a:pt x="73660" y="84595"/>
                    <a:pt x="80010" y="94755"/>
                  </a:cubicBezTo>
                  <a:cubicBezTo>
                    <a:pt x="87630" y="104915"/>
                    <a:pt x="100330" y="111265"/>
                    <a:pt x="116840" y="111265"/>
                  </a:cubicBezTo>
                  <a:cubicBezTo>
                    <a:pt x="125730" y="111265"/>
                    <a:pt x="133350" y="108725"/>
                    <a:pt x="139700" y="104915"/>
                  </a:cubicBezTo>
                  <a:cubicBezTo>
                    <a:pt x="142240" y="112535"/>
                    <a:pt x="142240" y="118885"/>
                    <a:pt x="142240" y="12650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34" name="Полилиния: фигура 290">
              <a:extLst>
                <a:ext uri="{FF2B5EF4-FFF2-40B4-BE49-F238E27FC236}">
                  <a16:creationId xmlns:a16="http://schemas.microsoft.com/office/drawing/2014/main" id="{0512674F-3450-B3EF-355E-1F0EDA0D4A93}"/>
                </a:ext>
              </a:extLst>
            </p:cNvPr>
            <p:cNvSpPr/>
            <p:nvPr/>
          </p:nvSpPr>
          <p:spPr>
            <a:xfrm>
              <a:off x="5781040" y="1351280"/>
              <a:ext cx="111759" cy="20319"/>
            </a:xfrm>
            <a:custGeom>
              <a:avLst/>
              <a:gdLst>
                <a:gd name="connsiteX0" fmla="*/ 10160 w 111759"/>
                <a:gd name="connsiteY0" fmla="*/ 0 h 20319"/>
                <a:gd name="connsiteX1" fmla="*/ 0 w 111759"/>
                <a:gd name="connsiteY1" fmla="*/ 10160 h 20319"/>
                <a:gd name="connsiteX2" fmla="*/ 10160 w 111759"/>
                <a:gd name="connsiteY2" fmla="*/ 20320 h 20319"/>
                <a:gd name="connsiteX3" fmla="*/ 101600 w 111759"/>
                <a:gd name="connsiteY3" fmla="*/ 20320 h 20319"/>
                <a:gd name="connsiteX4" fmla="*/ 111760 w 111759"/>
                <a:gd name="connsiteY4" fmla="*/ 10160 h 20319"/>
                <a:gd name="connsiteX5" fmla="*/ 101600 w 111759"/>
                <a:gd name="connsiteY5" fmla="*/ 0 h 20319"/>
                <a:gd name="connsiteX6" fmla="*/ 10160 w 111759"/>
                <a:gd name="connsiteY6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75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01600" y="20320"/>
                  </a:lnTo>
                  <a:cubicBezTo>
                    <a:pt x="106680" y="20320"/>
                    <a:pt x="111760" y="15240"/>
                    <a:pt x="111760" y="10160"/>
                  </a:cubicBezTo>
                  <a:cubicBezTo>
                    <a:pt x="111760" y="5080"/>
                    <a:pt x="106680" y="0"/>
                    <a:pt x="10160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35" name="Полилиния: фигура 291">
            <a:extLst>
              <a:ext uri="{FF2B5EF4-FFF2-40B4-BE49-F238E27FC236}">
                <a16:creationId xmlns:a16="http://schemas.microsoft.com/office/drawing/2014/main" id="{A064240D-6EA7-61E5-B921-CFFCA4959481}"/>
              </a:ext>
            </a:extLst>
          </p:cNvPr>
          <p:cNvSpPr/>
          <p:nvPr/>
        </p:nvSpPr>
        <p:spPr>
          <a:xfrm>
            <a:off x="550271" y="2166574"/>
            <a:ext cx="203200" cy="223519"/>
          </a:xfrm>
          <a:custGeom>
            <a:avLst/>
            <a:gdLst>
              <a:gd name="connsiteX0" fmla="*/ 20320 w 203200"/>
              <a:gd name="connsiteY0" fmla="*/ 20320 h 223519"/>
              <a:gd name="connsiteX1" fmla="*/ 20320 w 203200"/>
              <a:gd name="connsiteY1" fmla="*/ 182880 h 223519"/>
              <a:gd name="connsiteX2" fmla="*/ 182880 w 203200"/>
              <a:gd name="connsiteY2" fmla="*/ 182880 h 223519"/>
              <a:gd name="connsiteX3" fmla="*/ 182880 w 203200"/>
              <a:gd name="connsiteY3" fmla="*/ 20320 h 223519"/>
              <a:gd name="connsiteX4" fmla="*/ 20320 w 203200"/>
              <a:gd name="connsiteY4" fmla="*/ 20320 h 223519"/>
              <a:gd name="connsiteX5" fmla="*/ 10160 w 203200"/>
              <a:gd name="connsiteY5" fmla="*/ 0 h 223519"/>
              <a:gd name="connsiteX6" fmla="*/ 0 w 203200"/>
              <a:gd name="connsiteY6" fmla="*/ 10160 h 223519"/>
              <a:gd name="connsiteX7" fmla="*/ 0 w 203200"/>
              <a:gd name="connsiteY7" fmla="*/ 193040 h 223519"/>
              <a:gd name="connsiteX8" fmla="*/ 10160 w 203200"/>
              <a:gd name="connsiteY8" fmla="*/ 203200 h 223519"/>
              <a:gd name="connsiteX9" fmla="*/ 20320 w 203200"/>
              <a:gd name="connsiteY9" fmla="*/ 203200 h 223519"/>
              <a:gd name="connsiteX10" fmla="*/ 20320 w 203200"/>
              <a:gd name="connsiteY10" fmla="*/ 213360 h 223519"/>
              <a:gd name="connsiteX11" fmla="*/ 30480 w 203200"/>
              <a:gd name="connsiteY11" fmla="*/ 223520 h 223519"/>
              <a:gd name="connsiteX12" fmla="*/ 40640 w 203200"/>
              <a:gd name="connsiteY12" fmla="*/ 213360 h 223519"/>
              <a:gd name="connsiteX13" fmla="*/ 40640 w 203200"/>
              <a:gd name="connsiteY13" fmla="*/ 203200 h 223519"/>
              <a:gd name="connsiteX14" fmla="*/ 162560 w 203200"/>
              <a:gd name="connsiteY14" fmla="*/ 203200 h 223519"/>
              <a:gd name="connsiteX15" fmla="*/ 162560 w 203200"/>
              <a:gd name="connsiteY15" fmla="*/ 213360 h 223519"/>
              <a:gd name="connsiteX16" fmla="*/ 172720 w 203200"/>
              <a:gd name="connsiteY16" fmla="*/ 223520 h 223519"/>
              <a:gd name="connsiteX17" fmla="*/ 182880 w 203200"/>
              <a:gd name="connsiteY17" fmla="*/ 213360 h 223519"/>
              <a:gd name="connsiteX18" fmla="*/ 182880 w 203200"/>
              <a:gd name="connsiteY18" fmla="*/ 203200 h 223519"/>
              <a:gd name="connsiteX19" fmla="*/ 193040 w 203200"/>
              <a:gd name="connsiteY19" fmla="*/ 203200 h 223519"/>
              <a:gd name="connsiteX20" fmla="*/ 203200 w 203200"/>
              <a:gd name="connsiteY20" fmla="*/ 193040 h 223519"/>
              <a:gd name="connsiteX21" fmla="*/ 203200 w 203200"/>
              <a:gd name="connsiteY21" fmla="*/ 10160 h 223519"/>
              <a:gd name="connsiteX22" fmla="*/ 193040 w 203200"/>
              <a:gd name="connsiteY22" fmla="*/ 0 h 223519"/>
              <a:gd name="connsiteX23" fmla="*/ 10160 w 203200"/>
              <a:gd name="connsiteY23" fmla="*/ 0 h 223519"/>
              <a:gd name="connsiteX24" fmla="*/ 107950 w 203200"/>
              <a:gd name="connsiteY24" fmla="*/ 80010 h 223519"/>
              <a:gd name="connsiteX25" fmla="*/ 64770 w 203200"/>
              <a:gd name="connsiteY25" fmla="*/ 123190 h 223519"/>
              <a:gd name="connsiteX26" fmla="*/ 64770 w 203200"/>
              <a:gd name="connsiteY26" fmla="*/ 137160 h 223519"/>
              <a:gd name="connsiteX27" fmla="*/ 78740 w 203200"/>
              <a:gd name="connsiteY27" fmla="*/ 137160 h 223519"/>
              <a:gd name="connsiteX28" fmla="*/ 121920 w 203200"/>
              <a:gd name="connsiteY28" fmla="*/ 93980 h 223519"/>
              <a:gd name="connsiteX29" fmla="*/ 121920 w 203200"/>
              <a:gd name="connsiteY29" fmla="*/ 125730 h 223519"/>
              <a:gd name="connsiteX30" fmla="*/ 132080 w 203200"/>
              <a:gd name="connsiteY30" fmla="*/ 135890 h 223519"/>
              <a:gd name="connsiteX31" fmla="*/ 142240 w 203200"/>
              <a:gd name="connsiteY31" fmla="*/ 125730 h 223519"/>
              <a:gd name="connsiteX32" fmla="*/ 142240 w 203200"/>
              <a:gd name="connsiteY32" fmla="*/ 71120 h 223519"/>
              <a:gd name="connsiteX33" fmla="*/ 142240 w 203200"/>
              <a:gd name="connsiteY33" fmla="*/ 71120 h 223519"/>
              <a:gd name="connsiteX34" fmla="*/ 139700 w 203200"/>
              <a:gd name="connsiteY34" fmla="*/ 63500 h 223519"/>
              <a:gd name="connsiteX35" fmla="*/ 132080 w 203200"/>
              <a:gd name="connsiteY35" fmla="*/ 60960 h 223519"/>
              <a:gd name="connsiteX36" fmla="*/ 132080 w 203200"/>
              <a:gd name="connsiteY36" fmla="*/ 60960 h 223519"/>
              <a:gd name="connsiteX37" fmla="*/ 77470 w 203200"/>
              <a:gd name="connsiteY37" fmla="*/ 60960 h 223519"/>
              <a:gd name="connsiteX38" fmla="*/ 67310 w 203200"/>
              <a:gd name="connsiteY38" fmla="*/ 71120 h 223519"/>
              <a:gd name="connsiteX39" fmla="*/ 77470 w 203200"/>
              <a:gd name="connsiteY39" fmla="*/ 81280 h 223519"/>
              <a:gd name="connsiteX40" fmla="*/ 107950 w 203200"/>
              <a:gd name="connsiteY40" fmla="*/ 8128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03200" h="223519">
                <a:moveTo>
                  <a:pt x="20320" y="20320"/>
                </a:moveTo>
                <a:lnTo>
                  <a:pt x="20320" y="182880"/>
                </a:lnTo>
                <a:lnTo>
                  <a:pt x="182880" y="182880"/>
                </a:lnTo>
                <a:lnTo>
                  <a:pt x="182880" y="20320"/>
                </a:lnTo>
                <a:lnTo>
                  <a:pt x="20320" y="20320"/>
                </a:lnTo>
                <a:close/>
                <a:moveTo>
                  <a:pt x="10160" y="0"/>
                </a:moveTo>
                <a:cubicBezTo>
                  <a:pt x="5080" y="0"/>
                  <a:pt x="0" y="5080"/>
                  <a:pt x="0" y="10160"/>
                </a:cubicBezTo>
                <a:lnTo>
                  <a:pt x="0" y="193040"/>
                </a:lnTo>
                <a:cubicBezTo>
                  <a:pt x="0" y="198120"/>
                  <a:pt x="5080" y="203200"/>
                  <a:pt x="10160" y="203200"/>
                </a:cubicBezTo>
                <a:lnTo>
                  <a:pt x="20320" y="203200"/>
                </a:lnTo>
                <a:lnTo>
                  <a:pt x="20320" y="213360"/>
                </a:lnTo>
                <a:cubicBezTo>
                  <a:pt x="20320" y="218440"/>
                  <a:pt x="25400" y="223520"/>
                  <a:pt x="30480" y="223520"/>
                </a:cubicBezTo>
                <a:cubicBezTo>
                  <a:pt x="35560" y="223520"/>
                  <a:pt x="40640" y="218440"/>
                  <a:pt x="40640" y="213360"/>
                </a:cubicBezTo>
                <a:lnTo>
                  <a:pt x="40640" y="203200"/>
                </a:lnTo>
                <a:lnTo>
                  <a:pt x="162560" y="203200"/>
                </a:lnTo>
                <a:lnTo>
                  <a:pt x="162560" y="213360"/>
                </a:lnTo>
                <a:cubicBezTo>
                  <a:pt x="162560" y="218440"/>
                  <a:pt x="167640" y="223520"/>
                  <a:pt x="172720" y="223520"/>
                </a:cubicBezTo>
                <a:cubicBezTo>
                  <a:pt x="177800" y="223520"/>
                  <a:pt x="182880" y="218440"/>
                  <a:pt x="182880" y="213360"/>
                </a:cubicBezTo>
                <a:lnTo>
                  <a:pt x="182880" y="203200"/>
                </a:lnTo>
                <a:lnTo>
                  <a:pt x="193040" y="203200"/>
                </a:lnTo>
                <a:cubicBezTo>
                  <a:pt x="198120" y="203200"/>
                  <a:pt x="203200" y="198120"/>
                  <a:pt x="203200" y="193040"/>
                </a:cubicBezTo>
                <a:lnTo>
                  <a:pt x="203200" y="10160"/>
                </a:lnTo>
                <a:cubicBezTo>
                  <a:pt x="203200" y="5080"/>
                  <a:pt x="198120" y="0"/>
                  <a:pt x="193040" y="0"/>
                </a:cubicBezTo>
                <a:lnTo>
                  <a:pt x="10160" y="0"/>
                </a:lnTo>
                <a:close/>
                <a:moveTo>
                  <a:pt x="107950" y="80010"/>
                </a:moveTo>
                <a:lnTo>
                  <a:pt x="64770" y="123190"/>
                </a:lnTo>
                <a:cubicBezTo>
                  <a:pt x="60960" y="127000"/>
                  <a:pt x="60960" y="133350"/>
                  <a:pt x="64770" y="137160"/>
                </a:cubicBezTo>
                <a:cubicBezTo>
                  <a:pt x="68580" y="140970"/>
                  <a:pt x="74930" y="140970"/>
                  <a:pt x="78740" y="137160"/>
                </a:cubicBezTo>
                <a:lnTo>
                  <a:pt x="121920" y="93980"/>
                </a:lnTo>
                <a:lnTo>
                  <a:pt x="121920" y="125730"/>
                </a:lnTo>
                <a:cubicBezTo>
                  <a:pt x="121920" y="130810"/>
                  <a:pt x="127000" y="135890"/>
                  <a:pt x="132080" y="135890"/>
                </a:cubicBezTo>
                <a:cubicBezTo>
                  <a:pt x="137160" y="135890"/>
                  <a:pt x="142240" y="130810"/>
                  <a:pt x="142240" y="125730"/>
                </a:cubicBezTo>
                <a:lnTo>
                  <a:pt x="142240" y="71120"/>
                </a:lnTo>
                <a:cubicBezTo>
                  <a:pt x="142240" y="71120"/>
                  <a:pt x="142240" y="71120"/>
                  <a:pt x="142240" y="71120"/>
                </a:cubicBezTo>
                <a:cubicBezTo>
                  <a:pt x="142240" y="68580"/>
                  <a:pt x="140970" y="66040"/>
                  <a:pt x="139700" y="63500"/>
                </a:cubicBezTo>
                <a:cubicBezTo>
                  <a:pt x="137160" y="60960"/>
                  <a:pt x="134620" y="60960"/>
                  <a:pt x="132080" y="60960"/>
                </a:cubicBezTo>
                <a:cubicBezTo>
                  <a:pt x="132080" y="60960"/>
                  <a:pt x="132080" y="60960"/>
                  <a:pt x="132080" y="60960"/>
                </a:cubicBezTo>
                <a:lnTo>
                  <a:pt x="77470" y="60960"/>
                </a:lnTo>
                <a:cubicBezTo>
                  <a:pt x="72390" y="60960"/>
                  <a:pt x="67310" y="66040"/>
                  <a:pt x="67310" y="71120"/>
                </a:cubicBezTo>
                <a:cubicBezTo>
                  <a:pt x="67310" y="76200"/>
                  <a:pt x="72390" y="81280"/>
                  <a:pt x="77470" y="81280"/>
                </a:cubicBezTo>
                <a:lnTo>
                  <a:pt x="107950" y="812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36" name="Полилиния: фигура 294">
            <a:extLst>
              <a:ext uri="{FF2B5EF4-FFF2-40B4-BE49-F238E27FC236}">
                <a16:creationId xmlns:a16="http://schemas.microsoft.com/office/drawing/2014/main" id="{2A138186-6552-0C1D-7FB4-FAA0ECBC6E16}"/>
              </a:ext>
            </a:extLst>
          </p:cNvPr>
          <p:cNvSpPr/>
          <p:nvPr/>
        </p:nvSpPr>
        <p:spPr>
          <a:xfrm>
            <a:off x="1109072" y="2166574"/>
            <a:ext cx="203200" cy="223519"/>
          </a:xfrm>
          <a:custGeom>
            <a:avLst/>
            <a:gdLst>
              <a:gd name="connsiteX0" fmla="*/ 20320 w 203200"/>
              <a:gd name="connsiteY0" fmla="*/ 20320 h 223519"/>
              <a:gd name="connsiteX1" fmla="*/ 20320 w 203200"/>
              <a:gd name="connsiteY1" fmla="*/ 182880 h 223519"/>
              <a:gd name="connsiteX2" fmla="*/ 182880 w 203200"/>
              <a:gd name="connsiteY2" fmla="*/ 182880 h 223519"/>
              <a:gd name="connsiteX3" fmla="*/ 182880 w 203200"/>
              <a:gd name="connsiteY3" fmla="*/ 20320 h 223519"/>
              <a:gd name="connsiteX4" fmla="*/ 20320 w 203200"/>
              <a:gd name="connsiteY4" fmla="*/ 20320 h 223519"/>
              <a:gd name="connsiteX5" fmla="*/ 10160 w 203200"/>
              <a:gd name="connsiteY5" fmla="*/ 0 h 223519"/>
              <a:gd name="connsiteX6" fmla="*/ 0 w 203200"/>
              <a:gd name="connsiteY6" fmla="*/ 10160 h 223519"/>
              <a:gd name="connsiteX7" fmla="*/ 0 w 203200"/>
              <a:gd name="connsiteY7" fmla="*/ 193040 h 223519"/>
              <a:gd name="connsiteX8" fmla="*/ 10160 w 203200"/>
              <a:gd name="connsiteY8" fmla="*/ 203200 h 223519"/>
              <a:gd name="connsiteX9" fmla="*/ 20320 w 203200"/>
              <a:gd name="connsiteY9" fmla="*/ 203200 h 223519"/>
              <a:gd name="connsiteX10" fmla="*/ 20320 w 203200"/>
              <a:gd name="connsiteY10" fmla="*/ 213360 h 223519"/>
              <a:gd name="connsiteX11" fmla="*/ 30480 w 203200"/>
              <a:gd name="connsiteY11" fmla="*/ 223520 h 223519"/>
              <a:gd name="connsiteX12" fmla="*/ 40640 w 203200"/>
              <a:gd name="connsiteY12" fmla="*/ 213360 h 223519"/>
              <a:gd name="connsiteX13" fmla="*/ 40640 w 203200"/>
              <a:gd name="connsiteY13" fmla="*/ 203200 h 223519"/>
              <a:gd name="connsiteX14" fmla="*/ 162560 w 203200"/>
              <a:gd name="connsiteY14" fmla="*/ 203200 h 223519"/>
              <a:gd name="connsiteX15" fmla="*/ 162560 w 203200"/>
              <a:gd name="connsiteY15" fmla="*/ 213360 h 223519"/>
              <a:gd name="connsiteX16" fmla="*/ 172720 w 203200"/>
              <a:gd name="connsiteY16" fmla="*/ 223520 h 223519"/>
              <a:gd name="connsiteX17" fmla="*/ 182880 w 203200"/>
              <a:gd name="connsiteY17" fmla="*/ 213360 h 223519"/>
              <a:gd name="connsiteX18" fmla="*/ 182880 w 203200"/>
              <a:gd name="connsiteY18" fmla="*/ 203200 h 223519"/>
              <a:gd name="connsiteX19" fmla="*/ 193040 w 203200"/>
              <a:gd name="connsiteY19" fmla="*/ 203200 h 223519"/>
              <a:gd name="connsiteX20" fmla="*/ 203200 w 203200"/>
              <a:gd name="connsiteY20" fmla="*/ 193040 h 223519"/>
              <a:gd name="connsiteX21" fmla="*/ 203200 w 203200"/>
              <a:gd name="connsiteY21" fmla="*/ 10160 h 223519"/>
              <a:gd name="connsiteX22" fmla="*/ 193040 w 203200"/>
              <a:gd name="connsiteY22" fmla="*/ 0 h 223519"/>
              <a:gd name="connsiteX23" fmla="*/ 10160 w 203200"/>
              <a:gd name="connsiteY23" fmla="*/ 0 h 223519"/>
              <a:gd name="connsiteX24" fmla="*/ 81280 w 203200"/>
              <a:gd name="connsiteY24" fmla="*/ 106680 h 223519"/>
              <a:gd name="connsiteX25" fmla="*/ 81280 w 203200"/>
              <a:gd name="connsiteY25" fmla="*/ 74930 h 223519"/>
              <a:gd name="connsiteX26" fmla="*/ 71120 w 203200"/>
              <a:gd name="connsiteY26" fmla="*/ 64770 h 223519"/>
              <a:gd name="connsiteX27" fmla="*/ 60960 w 203200"/>
              <a:gd name="connsiteY27" fmla="*/ 74930 h 223519"/>
              <a:gd name="connsiteX28" fmla="*/ 60960 w 203200"/>
              <a:gd name="connsiteY28" fmla="*/ 129540 h 223519"/>
              <a:gd name="connsiteX29" fmla="*/ 60960 w 203200"/>
              <a:gd name="connsiteY29" fmla="*/ 129540 h 223519"/>
              <a:gd name="connsiteX30" fmla="*/ 63500 w 203200"/>
              <a:gd name="connsiteY30" fmla="*/ 137160 h 223519"/>
              <a:gd name="connsiteX31" fmla="*/ 71120 w 203200"/>
              <a:gd name="connsiteY31" fmla="*/ 139700 h 223519"/>
              <a:gd name="connsiteX32" fmla="*/ 71120 w 203200"/>
              <a:gd name="connsiteY32" fmla="*/ 139700 h 223519"/>
              <a:gd name="connsiteX33" fmla="*/ 125730 w 203200"/>
              <a:gd name="connsiteY33" fmla="*/ 139700 h 223519"/>
              <a:gd name="connsiteX34" fmla="*/ 135890 w 203200"/>
              <a:gd name="connsiteY34" fmla="*/ 129540 h 223519"/>
              <a:gd name="connsiteX35" fmla="*/ 125730 w 203200"/>
              <a:gd name="connsiteY35" fmla="*/ 119380 h 223519"/>
              <a:gd name="connsiteX36" fmla="*/ 93980 w 203200"/>
              <a:gd name="connsiteY36" fmla="*/ 119380 h 223519"/>
              <a:gd name="connsiteX37" fmla="*/ 137160 w 203200"/>
              <a:gd name="connsiteY37" fmla="*/ 76200 h 223519"/>
              <a:gd name="connsiteX38" fmla="*/ 137160 w 203200"/>
              <a:gd name="connsiteY38" fmla="*/ 62230 h 223519"/>
              <a:gd name="connsiteX39" fmla="*/ 123190 w 203200"/>
              <a:gd name="connsiteY39" fmla="*/ 62230 h 223519"/>
              <a:gd name="connsiteX40" fmla="*/ 81280 w 203200"/>
              <a:gd name="connsiteY40" fmla="*/ 10668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03200" h="223519">
                <a:moveTo>
                  <a:pt x="20320" y="20320"/>
                </a:moveTo>
                <a:lnTo>
                  <a:pt x="20320" y="182880"/>
                </a:lnTo>
                <a:lnTo>
                  <a:pt x="182880" y="182880"/>
                </a:lnTo>
                <a:lnTo>
                  <a:pt x="182880" y="20320"/>
                </a:lnTo>
                <a:lnTo>
                  <a:pt x="20320" y="20320"/>
                </a:lnTo>
                <a:close/>
                <a:moveTo>
                  <a:pt x="10160" y="0"/>
                </a:moveTo>
                <a:cubicBezTo>
                  <a:pt x="5080" y="0"/>
                  <a:pt x="0" y="5080"/>
                  <a:pt x="0" y="10160"/>
                </a:cubicBezTo>
                <a:lnTo>
                  <a:pt x="0" y="193040"/>
                </a:lnTo>
                <a:cubicBezTo>
                  <a:pt x="0" y="198120"/>
                  <a:pt x="5080" y="203200"/>
                  <a:pt x="10160" y="203200"/>
                </a:cubicBezTo>
                <a:lnTo>
                  <a:pt x="20320" y="203200"/>
                </a:lnTo>
                <a:lnTo>
                  <a:pt x="20320" y="213360"/>
                </a:lnTo>
                <a:cubicBezTo>
                  <a:pt x="20320" y="218440"/>
                  <a:pt x="25400" y="223520"/>
                  <a:pt x="30480" y="223520"/>
                </a:cubicBezTo>
                <a:cubicBezTo>
                  <a:pt x="35560" y="223520"/>
                  <a:pt x="40640" y="218440"/>
                  <a:pt x="40640" y="213360"/>
                </a:cubicBezTo>
                <a:lnTo>
                  <a:pt x="40640" y="203200"/>
                </a:lnTo>
                <a:lnTo>
                  <a:pt x="162560" y="203200"/>
                </a:lnTo>
                <a:lnTo>
                  <a:pt x="162560" y="213360"/>
                </a:lnTo>
                <a:cubicBezTo>
                  <a:pt x="162560" y="218440"/>
                  <a:pt x="167640" y="223520"/>
                  <a:pt x="172720" y="223520"/>
                </a:cubicBezTo>
                <a:cubicBezTo>
                  <a:pt x="177800" y="223520"/>
                  <a:pt x="182880" y="218440"/>
                  <a:pt x="182880" y="213360"/>
                </a:cubicBezTo>
                <a:lnTo>
                  <a:pt x="182880" y="203200"/>
                </a:lnTo>
                <a:lnTo>
                  <a:pt x="193040" y="203200"/>
                </a:lnTo>
                <a:cubicBezTo>
                  <a:pt x="198120" y="203200"/>
                  <a:pt x="203200" y="198120"/>
                  <a:pt x="203200" y="193040"/>
                </a:cubicBezTo>
                <a:lnTo>
                  <a:pt x="203200" y="10160"/>
                </a:lnTo>
                <a:cubicBezTo>
                  <a:pt x="203200" y="5080"/>
                  <a:pt x="198120" y="0"/>
                  <a:pt x="193040" y="0"/>
                </a:cubicBezTo>
                <a:lnTo>
                  <a:pt x="10160" y="0"/>
                </a:lnTo>
                <a:close/>
                <a:moveTo>
                  <a:pt x="81280" y="106680"/>
                </a:moveTo>
                <a:lnTo>
                  <a:pt x="81280" y="74930"/>
                </a:lnTo>
                <a:cubicBezTo>
                  <a:pt x="81280" y="69850"/>
                  <a:pt x="76200" y="64770"/>
                  <a:pt x="71120" y="64770"/>
                </a:cubicBezTo>
                <a:cubicBezTo>
                  <a:pt x="66040" y="64770"/>
                  <a:pt x="60960" y="69850"/>
                  <a:pt x="60960" y="74930"/>
                </a:cubicBezTo>
                <a:lnTo>
                  <a:pt x="60960" y="129540"/>
                </a:lnTo>
                <a:cubicBezTo>
                  <a:pt x="60960" y="129540"/>
                  <a:pt x="60960" y="129540"/>
                  <a:pt x="60960" y="129540"/>
                </a:cubicBezTo>
                <a:cubicBezTo>
                  <a:pt x="60960" y="132080"/>
                  <a:pt x="62230" y="134620"/>
                  <a:pt x="63500" y="137160"/>
                </a:cubicBezTo>
                <a:cubicBezTo>
                  <a:pt x="66040" y="139700"/>
                  <a:pt x="68580" y="139700"/>
                  <a:pt x="71120" y="139700"/>
                </a:cubicBezTo>
                <a:cubicBezTo>
                  <a:pt x="71120" y="139700"/>
                  <a:pt x="71120" y="139700"/>
                  <a:pt x="71120" y="139700"/>
                </a:cubicBezTo>
                <a:lnTo>
                  <a:pt x="125730" y="139700"/>
                </a:lnTo>
                <a:cubicBezTo>
                  <a:pt x="130810" y="139700"/>
                  <a:pt x="135890" y="134620"/>
                  <a:pt x="135890" y="129540"/>
                </a:cubicBezTo>
                <a:cubicBezTo>
                  <a:pt x="135890" y="124460"/>
                  <a:pt x="130810" y="119380"/>
                  <a:pt x="125730" y="119380"/>
                </a:cubicBezTo>
                <a:lnTo>
                  <a:pt x="93980" y="119380"/>
                </a:lnTo>
                <a:lnTo>
                  <a:pt x="137160" y="76200"/>
                </a:lnTo>
                <a:cubicBezTo>
                  <a:pt x="140970" y="72390"/>
                  <a:pt x="140970" y="66040"/>
                  <a:pt x="137160" y="62230"/>
                </a:cubicBezTo>
                <a:cubicBezTo>
                  <a:pt x="133350" y="58420"/>
                  <a:pt x="127000" y="58420"/>
                  <a:pt x="123190" y="62230"/>
                </a:cubicBezTo>
                <a:lnTo>
                  <a:pt x="81280" y="1066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37" name="Полилиния: фигура 297">
            <a:extLst>
              <a:ext uri="{FF2B5EF4-FFF2-40B4-BE49-F238E27FC236}">
                <a16:creationId xmlns:a16="http://schemas.microsoft.com/office/drawing/2014/main" id="{EC13851E-1C72-C091-E204-E37EA33ABBFA}"/>
              </a:ext>
            </a:extLst>
          </p:cNvPr>
          <p:cNvSpPr/>
          <p:nvPr/>
        </p:nvSpPr>
        <p:spPr>
          <a:xfrm>
            <a:off x="2795632" y="2151333"/>
            <a:ext cx="182879" cy="252739"/>
          </a:xfrm>
          <a:custGeom>
            <a:avLst/>
            <a:gdLst>
              <a:gd name="connsiteX0" fmla="*/ 92710 w 182879"/>
              <a:gd name="connsiteY0" fmla="*/ 162560 h 252739"/>
              <a:gd name="connsiteX1" fmla="*/ 163830 w 182879"/>
              <a:gd name="connsiteY1" fmla="*/ 91440 h 252739"/>
              <a:gd name="connsiteX2" fmla="*/ 92710 w 182879"/>
              <a:gd name="connsiteY2" fmla="*/ 20320 h 252739"/>
              <a:gd name="connsiteX3" fmla="*/ 21590 w 182879"/>
              <a:gd name="connsiteY3" fmla="*/ 91440 h 252739"/>
              <a:gd name="connsiteX4" fmla="*/ 92710 w 182879"/>
              <a:gd name="connsiteY4" fmla="*/ 162560 h 252739"/>
              <a:gd name="connsiteX5" fmla="*/ 162560 w 182879"/>
              <a:gd name="connsiteY5" fmla="*/ 148590 h 252739"/>
              <a:gd name="connsiteX6" fmla="*/ 182880 w 182879"/>
              <a:gd name="connsiteY6" fmla="*/ 91440 h 252739"/>
              <a:gd name="connsiteX7" fmla="*/ 91440 w 182879"/>
              <a:gd name="connsiteY7" fmla="*/ 0 h 252739"/>
              <a:gd name="connsiteX8" fmla="*/ 0 w 182879"/>
              <a:gd name="connsiteY8" fmla="*/ 91440 h 252739"/>
              <a:gd name="connsiteX9" fmla="*/ 20320 w 182879"/>
              <a:gd name="connsiteY9" fmla="*/ 148590 h 252739"/>
              <a:gd name="connsiteX10" fmla="*/ 20320 w 182879"/>
              <a:gd name="connsiteY10" fmla="*/ 241300 h 252739"/>
              <a:gd name="connsiteX11" fmla="*/ 36830 w 182879"/>
              <a:gd name="connsiteY11" fmla="*/ 251460 h 252739"/>
              <a:gd name="connsiteX12" fmla="*/ 91440 w 182879"/>
              <a:gd name="connsiteY12" fmla="*/ 223520 h 252739"/>
              <a:gd name="connsiteX13" fmla="*/ 146050 w 182879"/>
              <a:gd name="connsiteY13" fmla="*/ 251460 h 252739"/>
              <a:gd name="connsiteX14" fmla="*/ 162560 w 182879"/>
              <a:gd name="connsiteY14" fmla="*/ 241300 h 252739"/>
              <a:gd name="connsiteX15" fmla="*/ 162560 w 182879"/>
              <a:gd name="connsiteY15" fmla="*/ 148590 h 252739"/>
              <a:gd name="connsiteX16" fmla="*/ 142240 w 182879"/>
              <a:gd name="connsiteY16" fmla="*/ 167640 h 252739"/>
              <a:gd name="connsiteX17" fmla="*/ 91440 w 182879"/>
              <a:gd name="connsiteY17" fmla="*/ 182880 h 252739"/>
              <a:gd name="connsiteX18" fmla="*/ 40640 w 182879"/>
              <a:gd name="connsiteY18" fmla="*/ 167640 h 252739"/>
              <a:gd name="connsiteX19" fmla="*/ 40640 w 182879"/>
              <a:gd name="connsiteY19" fmla="*/ 227330 h 252739"/>
              <a:gd name="connsiteX20" fmla="*/ 86360 w 182879"/>
              <a:gd name="connsiteY20" fmla="*/ 204470 h 252739"/>
              <a:gd name="connsiteX21" fmla="*/ 96520 w 182879"/>
              <a:gd name="connsiteY21" fmla="*/ 204470 h 252739"/>
              <a:gd name="connsiteX22" fmla="*/ 142240 w 182879"/>
              <a:gd name="connsiteY22" fmla="*/ 227330 h 252739"/>
              <a:gd name="connsiteX23" fmla="*/ 142240 w 182879"/>
              <a:gd name="connsiteY23" fmla="*/ 167640 h 252739"/>
              <a:gd name="connsiteX24" fmla="*/ 92710 w 182879"/>
              <a:gd name="connsiteY24" fmla="*/ 55880 h 252739"/>
              <a:gd name="connsiteX25" fmla="*/ 57150 w 182879"/>
              <a:gd name="connsiteY25" fmla="*/ 91440 h 252739"/>
              <a:gd name="connsiteX26" fmla="*/ 46990 w 182879"/>
              <a:gd name="connsiteY26" fmla="*/ 101600 h 252739"/>
              <a:gd name="connsiteX27" fmla="*/ 36830 w 182879"/>
              <a:gd name="connsiteY27" fmla="*/ 91440 h 252739"/>
              <a:gd name="connsiteX28" fmla="*/ 92710 w 182879"/>
              <a:gd name="connsiteY28" fmla="*/ 35560 h 252739"/>
              <a:gd name="connsiteX29" fmla="*/ 102870 w 182879"/>
              <a:gd name="connsiteY29" fmla="*/ 45720 h 252739"/>
              <a:gd name="connsiteX30" fmla="*/ 92710 w 182879"/>
              <a:gd name="connsiteY30" fmla="*/ 55880 h 252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82879" h="252739">
                <a:moveTo>
                  <a:pt x="92710" y="162560"/>
                </a:moveTo>
                <a:cubicBezTo>
                  <a:pt x="132080" y="162560"/>
                  <a:pt x="163830" y="130810"/>
                  <a:pt x="163830" y="91440"/>
                </a:cubicBezTo>
                <a:cubicBezTo>
                  <a:pt x="163830" y="52070"/>
                  <a:pt x="132080" y="20320"/>
                  <a:pt x="92710" y="20320"/>
                </a:cubicBezTo>
                <a:cubicBezTo>
                  <a:pt x="53340" y="20320"/>
                  <a:pt x="21590" y="52070"/>
                  <a:pt x="21590" y="91440"/>
                </a:cubicBezTo>
                <a:cubicBezTo>
                  <a:pt x="21590" y="130810"/>
                  <a:pt x="53340" y="162560"/>
                  <a:pt x="92710" y="162560"/>
                </a:cubicBezTo>
                <a:close/>
                <a:moveTo>
                  <a:pt x="162560" y="148590"/>
                </a:moveTo>
                <a:cubicBezTo>
                  <a:pt x="175260" y="133350"/>
                  <a:pt x="182880" y="113030"/>
                  <a:pt x="182880" y="91440"/>
                </a:cubicBezTo>
                <a:cubicBezTo>
                  <a:pt x="182880" y="40640"/>
                  <a:pt x="142240" y="0"/>
                  <a:pt x="91440" y="0"/>
                </a:cubicBezTo>
                <a:cubicBezTo>
                  <a:pt x="40640" y="0"/>
                  <a:pt x="0" y="40640"/>
                  <a:pt x="0" y="91440"/>
                </a:cubicBezTo>
                <a:cubicBezTo>
                  <a:pt x="0" y="113030"/>
                  <a:pt x="7620" y="133350"/>
                  <a:pt x="20320" y="148590"/>
                </a:cubicBezTo>
                <a:lnTo>
                  <a:pt x="20320" y="241300"/>
                </a:lnTo>
                <a:cubicBezTo>
                  <a:pt x="20320" y="250190"/>
                  <a:pt x="29210" y="255270"/>
                  <a:pt x="36830" y="251460"/>
                </a:cubicBezTo>
                <a:lnTo>
                  <a:pt x="91440" y="223520"/>
                </a:lnTo>
                <a:lnTo>
                  <a:pt x="146050" y="251460"/>
                </a:lnTo>
                <a:cubicBezTo>
                  <a:pt x="153670" y="255270"/>
                  <a:pt x="162560" y="250190"/>
                  <a:pt x="162560" y="241300"/>
                </a:cubicBezTo>
                <a:lnTo>
                  <a:pt x="162560" y="148590"/>
                </a:lnTo>
                <a:close/>
                <a:moveTo>
                  <a:pt x="142240" y="167640"/>
                </a:moveTo>
                <a:cubicBezTo>
                  <a:pt x="128270" y="177800"/>
                  <a:pt x="110490" y="182880"/>
                  <a:pt x="91440" y="182880"/>
                </a:cubicBezTo>
                <a:cubicBezTo>
                  <a:pt x="72390" y="182880"/>
                  <a:pt x="54610" y="177800"/>
                  <a:pt x="40640" y="167640"/>
                </a:cubicBezTo>
                <a:lnTo>
                  <a:pt x="40640" y="227330"/>
                </a:lnTo>
                <a:lnTo>
                  <a:pt x="86360" y="204470"/>
                </a:lnTo>
                <a:cubicBezTo>
                  <a:pt x="88900" y="203200"/>
                  <a:pt x="92710" y="203200"/>
                  <a:pt x="96520" y="204470"/>
                </a:cubicBezTo>
                <a:lnTo>
                  <a:pt x="142240" y="227330"/>
                </a:lnTo>
                <a:lnTo>
                  <a:pt x="142240" y="167640"/>
                </a:lnTo>
                <a:close/>
                <a:moveTo>
                  <a:pt x="92710" y="55880"/>
                </a:moveTo>
                <a:cubicBezTo>
                  <a:pt x="72390" y="55880"/>
                  <a:pt x="57150" y="71120"/>
                  <a:pt x="57150" y="91440"/>
                </a:cubicBezTo>
                <a:cubicBezTo>
                  <a:pt x="57150" y="96520"/>
                  <a:pt x="52070" y="101600"/>
                  <a:pt x="46990" y="101600"/>
                </a:cubicBezTo>
                <a:cubicBezTo>
                  <a:pt x="41910" y="101600"/>
                  <a:pt x="36830" y="96520"/>
                  <a:pt x="36830" y="91440"/>
                </a:cubicBezTo>
                <a:cubicBezTo>
                  <a:pt x="36830" y="60960"/>
                  <a:pt x="62230" y="35560"/>
                  <a:pt x="92710" y="35560"/>
                </a:cubicBezTo>
                <a:cubicBezTo>
                  <a:pt x="97790" y="35560"/>
                  <a:pt x="102870" y="40640"/>
                  <a:pt x="102870" y="45720"/>
                </a:cubicBezTo>
                <a:cubicBezTo>
                  <a:pt x="102870" y="50800"/>
                  <a:pt x="97790" y="55880"/>
                  <a:pt x="92710" y="558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38" name="Полилиния: фигура 300">
            <a:extLst>
              <a:ext uri="{FF2B5EF4-FFF2-40B4-BE49-F238E27FC236}">
                <a16:creationId xmlns:a16="http://schemas.microsoft.com/office/drawing/2014/main" id="{2E200A12-708D-AA83-0EB7-E816C04282BA}"/>
              </a:ext>
            </a:extLst>
          </p:cNvPr>
          <p:cNvSpPr/>
          <p:nvPr/>
        </p:nvSpPr>
        <p:spPr>
          <a:xfrm>
            <a:off x="3304945" y="2140221"/>
            <a:ext cx="284162" cy="275272"/>
          </a:xfrm>
          <a:custGeom>
            <a:avLst/>
            <a:gdLst>
              <a:gd name="connsiteX0" fmla="*/ 142196 w 284162"/>
              <a:gd name="connsiteY0" fmla="*/ 20003 h 275272"/>
              <a:gd name="connsiteX1" fmla="*/ 163787 w 284162"/>
              <a:gd name="connsiteY1" fmla="*/ 73342 h 275272"/>
              <a:gd name="connsiteX2" fmla="*/ 181566 w 284162"/>
              <a:gd name="connsiteY2" fmla="*/ 86042 h 275272"/>
              <a:gd name="connsiteX3" fmla="*/ 243796 w 284162"/>
              <a:gd name="connsiteY3" fmla="*/ 92392 h 275272"/>
              <a:gd name="connsiteX4" fmla="*/ 195537 w 284162"/>
              <a:gd name="connsiteY4" fmla="*/ 131762 h 275272"/>
              <a:gd name="connsiteX5" fmla="*/ 187916 w 284162"/>
              <a:gd name="connsiteY5" fmla="*/ 153353 h 275272"/>
              <a:gd name="connsiteX6" fmla="*/ 200616 w 284162"/>
              <a:gd name="connsiteY6" fmla="*/ 206692 h 275272"/>
              <a:gd name="connsiteX7" fmla="*/ 152357 w 284162"/>
              <a:gd name="connsiteY7" fmla="*/ 177483 h 275272"/>
              <a:gd name="connsiteX8" fmla="*/ 130766 w 284162"/>
              <a:gd name="connsiteY8" fmla="*/ 177483 h 275272"/>
              <a:gd name="connsiteX9" fmla="*/ 82507 w 284162"/>
              <a:gd name="connsiteY9" fmla="*/ 206692 h 275272"/>
              <a:gd name="connsiteX10" fmla="*/ 95207 w 284162"/>
              <a:gd name="connsiteY10" fmla="*/ 153353 h 275272"/>
              <a:gd name="connsiteX11" fmla="*/ 87587 w 284162"/>
              <a:gd name="connsiteY11" fmla="*/ 131762 h 275272"/>
              <a:gd name="connsiteX12" fmla="*/ 39326 w 284162"/>
              <a:gd name="connsiteY12" fmla="*/ 92392 h 275272"/>
              <a:gd name="connsiteX13" fmla="*/ 101557 w 284162"/>
              <a:gd name="connsiteY13" fmla="*/ 86042 h 275272"/>
              <a:gd name="connsiteX14" fmla="*/ 119337 w 284162"/>
              <a:gd name="connsiteY14" fmla="*/ 73342 h 275272"/>
              <a:gd name="connsiteX15" fmla="*/ 142196 w 284162"/>
              <a:gd name="connsiteY15" fmla="*/ 20003 h 275272"/>
              <a:gd name="connsiteX16" fmla="*/ 123146 w 284162"/>
              <a:gd name="connsiteY16" fmla="*/ 12383 h 275272"/>
              <a:gd name="connsiteX17" fmla="*/ 161246 w 284162"/>
              <a:gd name="connsiteY17" fmla="*/ 12383 h 275272"/>
              <a:gd name="connsiteX18" fmla="*/ 182837 w 284162"/>
              <a:gd name="connsiteY18" fmla="*/ 65722 h 275272"/>
              <a:gd name="connsiteX19" fmla="*/ 184107 w 284162"/>
              <a:gd name="connsiteY19" fmla="*/ 65722 h 275272"/>
              <a:gd name="connsiteX20" fmla="*/ 245066 w 284162"/>
              <a:gd name="connsiteY20" fmla="*/ 72072 h 275272"/>
              <a:gd name="connsiteX21" fmla="*/ 256496 w 284162"/>
              <a:gd name="connsiteY21" fmla="*/ 107633 h 275272"/>
              <a:gd name="connsiteX22" fmla="*/ 208237 w 284162"/>
              <a:gd name="connsiteY22" fmla="*/ 147003 h 275272"/>
              <a:gd name="connsiteX23" fmla="*/ 208237 w 284162"/>
              <a:gd name="connsiteY23" fmla="*/ 148272 h 275272"/>
              <a:gd name="connsiteX24" fmla="*/ 220937 w 284162"/>
              <a:gd name="connsiteY24" fmla="*/ 201612 h 275272"/>
              <a:gd name="connsiteX25" fmla="*/ 190457 w 284162"/>
              <a:gd name="connsiteY25" fmla="*/ 224472 h 275272"/>
              <a:gd name="connsiteX26" fmla="*/ 142196 w 284162"/>
              <a:gd name="connsiteY26" fmla="*/ 195262 h 275272"/>
              <a:gd name="connsiteX27" fmla="*/ 140926 w 284162"/>
              <a:gd name="connsiteY27" fmla="*/ 195262 h 275272"/>
              <a:gd name="connsiteX28" fmla="*/ 92666 w 284162"/>
              <a:gd name="connsiteY28" fmla="*/ 224472 h 275272"/>
              <a:gd name="connsiteX29" fmla="*/ 62187 w 284162"/>
              <a:gd name="connsiteY29" fmla="*/ 201612 h 275272"/>
              <a:gd name="connsiteX30" fmla="*/ 74887 w 284162"/>
              <a:gd name="connsiteY30" fmla="*/ 148272 h 275272"/>
              <a:gd name="connsiteX31" fmla="*/ 74887 w 284162"/>
              <a:gd name="connsiteY31" fmla="*/ 147003 h 275272"/>
              <a:gd name="connsiteX32" fmla="*/ 26626 w 284162"/>
              <a:gd name="connsiteY32" fmla="*/ 107633 h 275272"/>
              <a:gd name="connsiteX33" fmla="*/ 38057 w 284162"/>
              <a:gd name="connsiteY33" fmla="*/ 72072 h 275272"/>
              <a:gd name="connsiteX34" fmla="*/ 100287 w 284162"/>
              <a:gd name="connsiteY34" fmla="*/ 65722 h 275272"/>
              <a:gd name="connsiteX35" fmla="*/ 101557 w 284162"/>
              <a:gd name="connsiteY35" fmla="*/ 65722 h 275272"/>
              <a:gd name="connsiteX36" fmla="*/ 123146 w 284162"/>
              <a:gd name="connsiteY36" fmla="*/ 12383 h 275272"/>
              <a:gd name="connsiteX37" fmla="*/ 53296 w 284162"/>
              <a:gd name="connsiteY37" fmla="*/ 9842 h 275272"/>
              <a:gd name="connsiteX38" fmla="*/ 39326 w 284162"/>
              <a:gd name="connsiteY38" fmla="*/ 9842 h 275272"/>
              <a:gd name="connsiteX39" fmla="*/ 39326 w 284162"/>
              <a:gd name="connsiteY39" fmla="*/ 23812 h 275272"/>
              <a:gd name="connsiteX40" fmla="*/ 44407 w 284162"/>
              <a:gd name="connsiteY40" fmla="*/ 28892 h 275272"/>
              <a:gd name="connsiteX41" fmla="*/ 58376 w 284162"/>
              <a:gd name="connsiteY41" fmla="*/ 28892 h 275272"/>
              <a:gd name="connsiteX42" fmla="*/ 58376 w 284162"/>
              <a:gd name="connsiteY42" fmla="*/ 14922 h 275272"/>
              <a:gd name="connsiteX43" fmla="*/ 53296 w 284162"/>
              <a:gd name="connsiteY43" fmla="*/ 9842 h 275272"/>
              <a:gd name="connsiteX44" fmla="*/ 1226 w 284162"/>
              <a:gd name="connsiteY44" fmla="*/ 178753 h 275272"/>
              <a:gd name="connsiteX45" fmla="*/ 15196 w 284162"/>
              <a:gd name="connsiteY45" fmla="*/ 183833 h 275272"/>
              <a:gd name="connsiteX46" fmla="*/ 25357 w 284162"/>
              <a:gd name="connsiteY46" fmla="*/ 178753 h 275272"/>
              <a:gd name="connsiteX47" fmla="*/ 30437 w 284162"/>
              <a:gd name="connsiteY47" fmla="*/ 164783 h 275272"/>
              <a:gd name="connsiteX48" fmla="*/ 16466 w 284162"/>
              <a:gd name="connsiteY48" fmla="*/ 159703 h 275272"/>
              <a:gd name="connsiteX49" fmla="*/ 6307 w 284162"/>
              <a:gd name="connsiteY49" fmla="*/ 164783 h 275272"/>
              <a:gd name="connsiteX50" fmla="*/ 1226 w 284162"/>
              <a:gd name="connsiteY50" fmla="*/ 178753 h 275272"/>
              <a:gd name="connsiteX51" fmla="*/ 269196 w 284162"/>
              <a:gd name="connsiteY51" fmla="*/ 182562 h 275272"/>
              <a:gd name="connsiteX52" fmla="*/ 283166 w 284162"/>
              <a:gd name="connsiteY52" fmla="*/ 177483 h 275272"/>
              <a:gd name="connsiteX53" fmla="*/ 278087 w 284162"/>
              <a:gd name="connsiteY53" fmla="*/ 163512 h 275272"/>
              <a:gd name="connsiteX54" fmla="*/ 267926 w 284162"/>
              <a:gd name="connsiteY54" fmla="*/ 158433 h 275272"/>
              <a:gd name="connsiteX55" fmla="*/ 253957 w 284162"/>
              <a:gd name="connsiteY55" fmla="*/ 163512 h 275272"/>
              <a:gd name="connsiteX56" fmla="*/ 259037 w 284162"/>
              <a:gd name="connsiteY56" fmla="*/ 177483 h 275272"/>
              <a:gd name="connsiteX57" fmla="*/ 269196 w 284162"/>
              <a:gd name="connsiteY57" fmla="*/ 182562 h 275272"/>
              <a:gd name="connsiteX58" fmla="*/ 245066 w 284162"/>
              <a:gd name="connsiteY58" fmla="*/ 9842 h 275272"/>
              <a:gd name="connsiteX59" fmla="*/ 231096 w 284162"/>
              <a:gd name="connsiteY59" fmla="*/ 9842 h 275272"/>
              <a:gd name="connsiteX60" fmla="*/ 226016 w 284162"/>
              <a:gd name="connsiteY60" fmla="*/ 14922 h 275272"/>
              <a:gd name="connsiteX61" fmla="*/ 226016 w 284162"/>
              <a:gd name="connsiteY61" fmla="*/ 28892 h 275272"/>
              <a:gd name="connsiteX62" fmla="*/ 239987 w 284162"/>
              <a:gd name="connsiteY62" fmla="*/ 28892 h 275272"/>
              <a:gd name="connsiteX63" fmla="*/ 245066 w 284162"/>
              <a:gd name="connsiteY63" fmla="*/ 23812 h 275272"/>
              <a:gd name="connsiteX64" fmla="*/ 245066 w 284162"/>
              <a:gd name="connsiteY64" fmla="*/ 9842 h 275272"/>
              <a:gd name="connsiteX65" fmla="*/ 152357 w 284162"/>
              <a:gd name="connsiteY65" fmla="*/ 254953 h 275272"/>
              <a:gd name="connsiteX66" fmla="*/ 142196 w 284162"/>
              <a:gd name="connsiteY66" fmla="*/ 244792 h 275272"/>
              <a:gd name="connsiteX67" fmla="*/ 132037 w 284162"/>
              <a:gd name="connsiteY67" fmla="*/ 254953 h 275272"/>
              <a:gd name="connsiteX68" fmla="*/ 132037 w 284162"/>
              <a:gd name="connsiteY68" fmla="*/ 265112 h 275272"/>
              <a:gd name="connsiteX69" fmla="*/ 142196 w 284162"/>
              <a:gd name="connsiteY69" fmla="*/ 275273 h 275272"/>
              <a:gd name="connsiteX70" fmla="*/ 152357 w 284162"/>
              <a:gd name="connsiteY70" fmla="*/ 265112 h 275272"/>
              <a:gd name="connsiteX71" fmla="*/ 152357 w 284162"/>
              <a:gd name="connsiteY71" fmla="*/ 254953 h 275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</a:cxnLst>
            <a:rect l="l" t="t" r="r" b="b"/>
            <a:pathLst>
              <a:path w="284162" h="275272">
                <a:moveTo>
                  <a:pt x="142196" y="20003"/>
                </a:moveTo>
                <a:lnTo>
                  <a:pt x="163787" y="73342"/>
                </a:lnTo>
                <a:cubicBezTo>
                  <a:pt x="166326" y="80962"/>
                  <a:pt x="173946" y="86042"/>
                  <a:pt x="181566" y="86042"/>
                </a:cubicBezTo>
                <a:lnTo>
                  <a:pt x="243796" y="92392"/>
                </a:lnTo>
                <a:lnTo>
                  <a:pt x="195537" y="131762"/>
                </a:lnTo>
                <a:cubicBezTo>
                  <a:pt x="189187" y="136842"/>
                  <a:pt x="186646" y="145733"/>
                  <a:pt x="187916" y="153353"/>
                </a:cubicBezTo>
                <a:lnTo>
                  <a:pt x="200616" y="206692"/>
                </a:lnTo>
                <a:lnTo>
                  <a:pt x="152357" y="177483"/>
                </a:lnTo>
                <a:cubicBezTo>
                  <a:pt x="146007" y="173672"/>
                  <a:pt x="137116" y="173672"/>
                  <a:pt x="130766" y="177483"/>
                </a:cubicBezTo>
                <a:lnTo>
                  <a:pt x="82507" y="206692"/>
                </a:lnTo>
                <a:lnTo>
                  <a:pt x="95207" y="153353"/>
                </a:lnTo>
                <a:cubicBezTo>
                  <a:pt x="97746" y="145733"/>
                  <a:pt x="93937" y="136842"/>
                  <a:pt x="87587" y="131762"/>
                </a:cubicBezTo>
                <a:lnTo>
                  <a:pt x="39326" y="92392"/>
                </a:lnTo>
                <a:lnTo>
                  <a:pt x="101557" y="86042"/>
                </a:lnTo>
                <a:cubicBezTo>
                  <a:pt x="109176" y="84772"/>
                  <a:pt x="116796" y="79692"/>
                  <a:pt x="119337" y="73342"/>
                </a:cubicBezTo>
                <a:lnTo>
                  <a:pt x="142196" y="20003"/>
                </a:lnTo>
                <a:close/>
                <a:moveTo>
                  <a:pt x="123146" y="12383"/>
                </a:moveTo>
                <a:cubicBezTo>
                  <a:pt x="129496" y="-4128"/>
                  <a:pt x="153626" y="-4128"/>
                  <a:pt x="161246" y="12383"/>
                </a:cubicBezTo>
                <a:lnTo>
                  <a:pt x="182837" y="65722"/>
                </a:lnTo>
                <a:cubicBezTo>
                  <a:pt x="182837" y="65722"/>
                  <a:pt x="182837" y="65722"/>
                  <a:pt x="184107" y="65722"/>
                </a:cubicBezTo>
                <a:lnTo>
                  <a:pt x="245066" y="72072"/>
                </a:lnTo>
                <a:cubicBezTo>
                  <a:pt x="262846" y="73342"/>
                  <a:pt x="270466" y="96203"/>
                  <a:pt x="256496" y="107633"/>
                </a:cubicBezTo>
                <a:lnTo>
                  <a:pt x="208237" y="147003"/>
                </a:lnTo>
                <a:cubicBezTo>
                  <a:pt x="208237" y="147003"/>
                  <a:pt x="208237" y="148272"/>
                  <a:pt x="208237" y="148272"/>
                </a:cubicBezTo>
                <a:lnTo>
                  <a:pt x="220937" y="201612"/>
                </a:lnTo>
                <a:cubicBezTo>
                  <a:pt x="224746" y="219392"/>
                  <a:pt x="205696" y="233362"/>
                  <a:pt x="190457" y="224472"/>
                </a:cubicBezTo>
                <a:lnTo>
                  <a:pt x="142196" y="195262"/>
                </a:lnTo>
                <a:cubicBezTo>
                  <a:pt x="142196" y="195262"/>
                  <a:pt x="140926" y="195262"/>
                  <a:pt x="140926" y="195262"/>
                </a:cubicBezTo>
                <a:lnTo>
                  <a:pt x="92666" y="224472"/>
                </a:lnTo>
                <a:cubicBezTo>
                  <a:pt x="77426" y="233362"/>
                  <a:pt x="58376" y="219392"/>
                  <a:pt x="62187" y="201612"/>
                </a:cubicBezTo>
                <a:lnTo>
                  <a:pt x="74887" y="148272"/>
                </a:lnTo>
                <a:cubicBezTo>
                  <a:pt x="74887" y="148272"/>
                  <a:pt x="74887" y="147003"/>
                  <a:pt x="74887" y="147003"/>
                </a:cubicBezTo>
                <a:lnTo>
                  <a:pt x="26626" y="107633"/>
                </a:lnTo>
                <a:cubicBezTo>
                  <a:pt x="12657" y="96203"/>
                  <a:pt x="19007" y="73342"/>
                  <a:pt x="38057" y="72072"/>
                </a:cubicBezTo>
                <a:lnTo>
                  <a:pt x="100287" y="65722"/>
                </a:lnTo>
                <a:cubicBezTo>
                  <a:pt x="100287" y="65722"/>
                  <a:pt x="101557" y="65722"/>
                  <a:pt x="101557" y="65722"/>
                </a:cubicBezTo>
                <a:lnTo>
                  <a:pt x="123146" y="12383"/>
                </a:lnTo>
                <a:close/>
                <a:moveTo>
                  <a:pt x="53296" y="9842"/>
                </a:moveTo>
                <a:cubicBezTo>
                  <a:pt x="49487" y="6033"/>
                  <a:pt x="43137" y="6033"/>
                  <a:pt x="39326" y="9842"/>
                </a:cubicBezTo>
                <a:cubicBezTo>
                  <a:pt x="35516" y="13653"/>
                  <a:pt x="35516" y="20003"/>
                  <a:pt x="39326" y="23812"/>
                </a:cubicBezTo>
                <a:lnTo>
                  <a:pt x="44407" y="28892"/>
                </a:lnTo>
                <a:cubicBezTo>
                  <a:pt x="48216" y="32703"/>
                  <a:pt x="54566" y="32703"/>
                  <a:pt x="58376" y="28892"/>
                </a:cubicBezTo>
                <a:cubicBezTo>
                  <a:pt x="62187" y="25083"/>
                  <a:pt x="62187" y="18733"/>
                  <a:pt x="58376" y="14922"/>
                </a:cubicBezTo>
                <a:lnTo>
                  <a:pt x="53296" y="9842"/>
                </a:lnTo>
                <a:close/>
                <a:moveTo>
                  <a:pt x="1226" y="178753"/>
                </a:moveTo>
                <a:cubicBezTo>
                  <a:pt x="3766" y="183833"/>
                  <a:pt x="10116" y="186372"/>
                  <a:pt x="15196" y="183833"/>
                </a:cubicBezTo>
                <a:lnTo>
                  <a:pt x="25357" y="178753"/>
                </a:lnTo>
                <a:cubicBezTo>
                  <a:pt x="30437" y="176212"/>
                  <a:pt x="32976" y="169862"/>
                  <a:pt x="30437" y="164783"/>
                </a:cubicBezTo>
                <a:cubicBezTo>
                  <a:pt x="27896" y="159703"/>
                  <a:pt x="21546" y="157162"/>
                  <a:pt x="16466" y="159703"/>
                </a:cubicBezTo>
                <a:lnTo>
                  <a:pt x="6307" y="164783"/>
                </a:lnTo>
                <a:cubicBezTo>
                  <a:pt x="-43" y="167322"/>
                  <a:pt x="-1313" y="173672"/>
                  <a:pt x="1226" y="178753"/>
                </a:cubicBezTo>
                <a:close/>
                <a:moveTo>
                  <a:pt x="269196" y="182562"/>
                </a:moveTo>
                <a:cubicBezTo>
                  <a:pt x="274276" y="185103"/>
                  <a:pt x="280626" y="182562"/>
                  <a:pt x="283166" y="177483"/>
                </a:cubicBezTo>
                <a:cubicBezTo>
                  <a:pt x="285707" y="172403"/>
                  <a:pt x="283166" y="166053"/>
                  <a:pt x="278087" y="163512"/>
                </a:cubicBezTo>
                <a:lnTo>
                  <a:pt x="267926" y="158433"/>
                </a:lnTo>
                <a:cubicBezTo>
                  <a:pt x="262846" y="155892"/>
                  <a:pt x="256496" y="158433"/>
                  <a:pt x="253957" y="163512"/>
                </a:cubicBezTo>
                <a:cubicBezTo>
                  <a:pt x="251416" y="168592"/>
                  <a:pt x="253957" y="174942"/>
                  <a:pt x="259037" y="177483"/>
                </a:cubicBezTo>
                <a:lnTo>
                  <a:pt x="269196" y="182562"/>
                </a:lnTo>
                <a:close/>
                <a:moveTo>
                  <a:pt x="245066" y="9842"/>
                </a:moveTo>
                <a:cubicBezTo>
                  <a:pt x="241257" y="6033"/>
                  <a:pt x="234907" y="6033"/>
                  <a:pt x="231096" y="9842"/>
                </a:cubicBezTo>
                <a:lnTo>
                  <a:pt x="226016" y="14922"/>
                </a:lnTo>
                <a:cubicBezTo>
                  <a:pt x="222207" y="18733"/>
                  <a:pt x="222207" y="25083"/>
                  <a:pt x="226016" y="28892"/>
                </a:cubicBezTo>
                <a:cubicBezTo>
                  <a:pt x="229826" y="32703"/>
                  <a:pt x="236176" y="32703"/>
                  <a:pt x="239987" y="28892"/>
                </a:cubicBezTo>
                <a:lnTo>
                  <a:pt x="245066" y="23812"/>
                </a:lnTo>
                <a:cubicBezTo>
                  <a:pt x="248876" y="20003"/>
                  <a:pt x="248876" y="13653"/>
                  <a:pt x="245066" y="9842"/>
                </a:cubicBezTo>
                <a:close/>
                <a:moveTo>
                  <a:pt x="152357" y="254953"/>
                </a:moveTo>
                <a:cubicBezTo>
                  <a:pt x="152357" y="249872"/>
                  <a:pt x="147276" y="244792"/>
                  <a:pt x="142196" y="244792"/>
                </a:cubicBezTo>
                <a:cubicBezTo>
                  <a:pt x="137116" y="244792"/>
                  <a:pt x="132037" y="249872"/>
                  <a:pt x="132037" y="254953"/>
                </a:cubicBezTo>
                <a:lnTo>
                  <a:pt x="132037" y="265112"/>
                </a:lnTo>
                <a:cubicBezTo>
                  <a:pt x="132037" y="270192"/>
                  <a:pt x="137116" y="275273"/>
                  <a:pt x="142196" y="275273"/>
                </a:cubicBezTo>
                <a:cubicBezTo>
                  <a:pt x="147276" y="275273"/>
                  <a:pt x="152357" y="270192"/>
                  <a:pt x="152357" y="265112"/>
                </a:cubicBezTo>
                <a:lnTo>
                  <a:pt x="152357" y="254953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39" name="Полилиния: фигура 309">
            <a:extLst>
              <a:ext uri="{FF2B5EF4-FFF2-40B4-BE49-F238E27FC236}">
                <a16:creationId xmlns:a16="http://schemas.microsoft.com/office/drawing/2014/main" id="{18C34B91-201B-8BFC-6989-9AEFA5D1D28A}"/>
              </a:ext>
            </a:extLst>
          </p:cNvPr>
          <p:cNvSpPr/>
          <p:nvPr/>
        </p:nvSpPr>
        <p:spPr>
          <a:xfrm>
            <a:off x="1637523" y="2166574"/>
            <a:ext cx="263897" cy="223519"/>
          </a:xfrm>
          <a:custGeom>
            <a:avLst/>
            <a:gdLst>
              <a:gd name="connsiteX0" fmla="*/ 40509 w 263897"/>
              <a:gd name="connsiteY0" fmla="*/ 10160 h 223519"/>
              <a:gd name="connsiteX1" fmla="*/ 50669 w 263897"/>
              <a:gd name="connsiteY1" fmla="*/ 0 h 223519"/>
              <a:gd name="connsiteX2" fmla="*/ 131949 w 263897"/>
              <a:gd name="connsiteY2" fmla="*/ 0 h 223519"/>
              <a:gd name="connsiteX3" fmla="*/ 213229 w 263897"/>
              <a:gd name="connsiteY3" fmla="*/ 0 h 223519"/>
              <a:gd name="connsiteX4" fmla="*/ 223389 w 263897"/>
              <a:gd name="connsiteY4" fmla="*/ 10160 h 223519"/>
              <a:gd name="connsiteX5" fmla="*/ 213229 w 263897"/>
              <a:gd name="connsiteY5" fmla="*/ 20320 h 223519"/>
              <a:gd name="connsiteX6" fmla="*/ 142109 w 263897"/>
              <a:gd name="connsiteY6" fmla="*/ 20320 h 223519"/>
              <a:gd name="connsiteX7" fmla="*/ 142109 w 263897"/>
              <a:gd name="connsiteY7" fmla="*/ 203200 h 223519"/>
              <a:gd name="connsiteX8" fmla="*/ 233549 w 263897"/>
              <a:gd name="connsiteY8" fmla="*/ 203200 h 223519"/>
              <a:gd name="connsiteX9" fmla="*/ 243709 w 263897"/>
              <a:gd name="connsiteY9" fmla="*/ 213360 h 223519"/>
              <a:gd name="connsiteX10" fmla="*/ 233549 w 263897"/>
              <a:gd name="connsiteY10" fmla="*/ 223520 h 223519"/>
              <a:gd name="connsiteX11" fmla="*/ 131949 w 263897"/>
              <a:gd name="connsiteY11" fmla="*/ 223520 h 223519"/>
              <a:gd name="connsiteX12" fmla="*/ 30349 w 263897"/>
              <a:gd name="connsiteY12" fmla="*/ 223520 h 223519"/>
              <a:gd name="connsiteX13" fmla="*/ 20189 w 263897"/>
              <a:gd name="connsiteY13" fmla="*/ 213360 h 223519"/>
              <a:gd name="connsiteX14" fmla="*/ 30349 w 263897"/>
              <a:gd name="connsiteY14" fmla="*/ 203200 h 223519"/>
              <a:gd name="connsiteX15" fmla="*/ 121789 w 263897"/>
              <a:gd name="connsiteY15" fmla="*/ 203200 h 223519"/>
              <a:gd name="connsiteX16" fmla="*/ 121789 w 263897"/>
              <a:gd name="connsiteY16" fmla="*/ 20320 h 223519"/>
              <a:gd name="connsiteX17" fmla="*/ 50669 w 263897"/>
              <a:gd name="connsiteY17" fmla="*/ 20320 h 223519"/>
              <a:gd name="connsiteX18" fmla="*/ 40509 w 263897"/>
              <a:gd name="connsiteY18" fmla="*/ 10160 h 223519"/>
              <a:gd name="connsiteX19" fmla="*/ 45589 w 263897"/>
              <a:gd name="connsiteY19" fmla="*/ 80010 h 223519"/>
              <a:gd name="connsiteX20" fmla="*/ 25269 w 263897"/>
              <a:gd name="connsiteY20" fmla="*/ 125730 h 223519"/>
              <a:gd name="connsiteX21" fmla="*/ 64639 w 263897"/>
              <a:gd name="connsiteY21" fmla="*/ 125730 h 223519"/>
              <a:gd name="connsiteX22" fmla="*/ 45589 w 263897"/>
              <a:gd name="connsiteY22" fmla="*/ 80010 h 223519"/>
              <a:gd name="connsiteX23" fmla="*/ 35429 w 263897"/>
              <a:gd name="connsiteY23" fmla="*/ 53340 h 223519"/>
              <a:gd name="connsiteX24" fmla="*/ 55749 w 263897"/>
              <a:gd name="connsiteY24" fmla="*/ 53340 h 223519"/>
              <a:gd name="connsiteX25" fmla="*/ 90039 w 263897"/>
              <a:gd name="connsiteY25" fmla="*/ 130810 h 223519"/>
              <a:gd name="connsiteX26" fmla="*/ 79879 w 263897"/>
              <a:gd name="connsiteY26" fmla="*/ 146050 h 223519"/>
              <a:gd name="connsiteX27" fmla="*/ 11299 w 263897"/>
              <a:gd name="connsiteY27" fmla="*/ 146050 h 223519"/>
              <a:gd name="connsiteX28" fmla="*/ 1139 w 263897"/>
              <a:gd name="connsiteY28" fmla="*/ 130810 h 223519"/>
              <a:gd name="connsiteX29" fmla="*/ 35429 w 263897"/>
              <a:gd name="connsiteY29" fmla="*/ 53340 h 223519"/>
              <a:gd name="connsiteX30" fmla="*/ 197989 w 263897"/>
              <a:gd name="connsiteY30" fmla="*/ 125730 h 223519"/>
              <a:gd name="connsiteX31" fmla="*/ 218309 w 263897"/>
              <a:gd name="connsiteY31" fmla="*/ 80010 h 223519"/>
              <a:gd name="connsiteX32" fmla="*/ 238629 w 263897"/>
              <a:gd name="connsiteY32" fmla="*/ 125730 h 223519"/>
              <a:gd name="connsiteX33" fmla="*/ 197989 w 263897"/>
              <a:gd name="connsiteY33" fmla="*/ 125730 h 223519"/>
              <a:gd name="connsiteX34" fmla="*/ 228469 w 263897"/>
              <a:gd name="connsiteY34" fmla="*/ 53340 h 223519"/>
              <a:gd name="connsiteX35" fmla="*/ 208149 w 263897"/>
              <a:gd name="connsiteY35" fmla="*/ 53340 h 223519"/>
              <a:gd name="connsiteX36" fmla="*/ 173859 w 263897"/>
              <a:gd name="connsiteY36" fmla="*/ 130810 h 223519"/>
              <a:gd name="connsiteX37" fmla="*/ 184019 w 263897"/>
              <a:gd name="connsiteY37" fmla="*/ 146050 h 223519"/>
              <a:gd name="connsiteX38" fmla="*/ 252599 w 263897"/>
              <a:gd name="connsiteY38" fmla="*/ 146050 h 223519"/>
              <a:gd name="connsiteX39" fmla="*/ 262759 w 263897"/>
              <a:gd name="connsiteY39" fmla="*/ 130810 h 223519"/>
              <a:gd name="connsiteX40" fmla="*/ 228469 w 263897"/>
              <a:gd name="connsiteY40" fmla="*/ 5334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63897" h="223519">
                <a:moveTo>
                  <a:pt x="40509" y="10160"/>
                </a:moveTo>
                <a:cubicBezTo>
                  <a:pt x="40509" y="5080"/>
                  <a:pt x="45589" y="0"/>
                  <a:pt x="50669" y="0"/>
                </a:cubicBezTo>
                <a:lnTo>
                  <a:pt x="131949" y="0"/>
                </a:lnTo>
                <a:lnTo>
                  <a:pt x="213229" y="0"/>
                </a:lnTo>
                <a:cubicBezTo>
                  <a:pt x="218309" y="0"/>
                  <a:pt x="223389" y="5080"/>
                  <a:pt x="223389" y="10160"/>
                </a:cubicBezTo>
                <a:cubicBezTo>
                  <a:pt x="223389" y="15240"/>
                  <a:pt x="218309" y="20320"/>
                  <a:pt x="213229" y="20320"/>
                </a:cubicBezTo>
                <a:lnTo>
                  <a:pt x="142109" y="20320"/>
                </a:lnTo>
                <a:lnTo>
                  <a:pt x="142109" y="203200"/>
                </a:lnTo>
                <a:lnTo>
                  <a:pt x="233549" y="203200"/>
                </a:lnTo>
                <a:cubicBezTo>
                  <a:pt x="238629" y="203200"/>
                  <a:pt x="243709" y="208280"/>
                  <a:pt x="243709" y="213360"/>
                </a:cubicBezTo>
                <a:cubicBezTo>
                  <a:pt x="243709" y="218440"/>
                  <a:pt x="238629" y="223520"/>
                  <a:pt x="233549" y="223520"/>
                </a:cubicBezTo>
                <a:lnTo>
                  <a:pt x="131949" y="223520"/>
                </a:lnTo>
                <a:lnTo>
                  <a:pt x="30349" y="223520"/>
                </a:lnTo>
                <a:cubicBezTo>
                  <a:pt x="25269" y="223520"/>
                  <a:pt x="20189" y="218440"/>
                  <a:pt x="20189" y="213360"/>
                </a:cubicBezTo>
                <a:cubicBezTo>
                  <a:pt x="20189" y="208280"/>
                  <a:pt x="25269" y="203200"/>
                  <a:pt x="30349" y="203200"/>
                </a:cubicBezTo>
                <a:lnTo>
                  <a:pt x="121789" y="203200"/>
                </a:lnTo>
                <a:lnTo>
                  <a:pt x="121789" y="20320"/>
                </a:lnTo>
                <a:lnTo>
                  <a:pt x="50669" y="20320"/>
                </a:lnTo>
                <a:cubicBezTo>
                  <a:pt x="45589" y="20320"/>
                  <a:pt x="40509" y="15240"/>
                  <a:pt x="40509" y="10160"/>
                </a:cubicBezTo>
                <a:close/>
                <a:moveTo>
                  <a:pt x="45589" y="80010"/>
                </a:moveTo>
                <a:lnTo>
                  <a:pt x="25269" y="125730"/>
                </a:lnTo>
                <a:lnTo>
                  <a:pt x="64639" y="125730"/>
                </a:lnTo>
                <a:lnTo>
                  <a:pt x="45589" y="80010"/>
                </a:lnTo>
                <a:close/>
                <a:moveTo>
                  <a:pt x="35429" y="53340"/>
                </a:moveTo>
                <a:cubicBezTo>
                  <a:pt x="39239" y="44450"/>
                  <a:pt x="51939" y="44450"/>
                  <a:pt x="55749" y="53340"/>
                </a:cubicBezTo>
                <a:lnTo>
                  <a:pt x="90039" y="130810"/>
                </a:lnTo>
                <a:cubicBezTo>
                  <a:pt x="93849" y="138430"/>
                  <a:pt x="87499" y="146050"/>
                  <a:pt x="79879" y="146050"/>
                </a:cubicBezTo>
                <a:lnTo>
                  <a:pt x="11299" y="146050"/>
                </a:lnTo>
                <a:cubicBezTo>
                  <a:pt x="3679" y="146050"/>
                  <a:pt x="-2671" y="137160"/>
                  <a:pt x="1139" y="130810"/>
                </a:cubicBezTo>
                <a:lnTo>
                  <a:pt x="35429" y="53340"/>
                </a:lnTo>
                <a:close/>
                <a:moveTo>
                  <a:pt x="197989" y="125730"/>
                </a:moveTo>
                <a:lnTo>
                  <a:pt x="218309" y="80010"/>
                </a:lnTo>
                <a:lnTo>
                  <a:pt x="238629" y="125730"/>
                </a:lnTo>
                <a:lnTo>
                  <a:pt x="197989" y="125730"/>
                </a:lnTo>
                <a:close/>
                <a:moveTo>
                  <a:pt x="228469" y="53340"/>
                </a:moveTo>
                <a:cubicBezTo>
                  <a:pt x="224659" y="44450"/>
                  <a:pt x="211959" y="44450"/>
                  <a:pt x="208149" y="53340"/>
                </a:cubicBezTo>
                <a:lnTo>
                  <a:pt x="173859" y="130810"/>
                </a:lnTo>
                <a:cubicBezTo>
                  <a:pt x="170049" y="138430"/>
                  <a:pt x="176399" y="146050"/>
                  <a:pt x="184019" y="146050"/>
                </a:cubicBezTo>
                <a:lnTo>
                  <a:pt x="252599" y="146050"/>
                </a:lnTo>
                <a:cubicBezTo>
                  <a:pt x="260219" y="146050"/>
                  <a:pt x="266569" y="137160"/>
                  <a:pt x="262759" y="130810"/>
                </a:cubicBezTo>
                <a:lnTo>
                  <a:pt x="228469" y="533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40" name="Полилиния: фигура 311">
            <a:extLst>
              <a:ext uri="{FF2B5EF4-FFF2-40B4-BE49-F238E27FC236}">
                <a16:creationId xmlns:a16="http://schemas.microsoft.com/office/drawing/2014/main" id="{AE223B4D-4D0D-F0B5-44DF-3A89ED9A44F1}"/>
              </a:ext>
            </a:extLst>
          </p:cNvPr>
          <p:cNvSpPr/>
          <p:nvPr/>
        </p:nvSpPr>
        <p:spPr>
          <a:xfrm>
            <a:off x="7238247" y="2156569"/>
            <a:ext cx="242258" cy="242258"/>
          </a:xfrm>
          <a:custGeom>
            <a:avLst/>
            <a:gdLst>
              <a:gd name="connsiteX0" fmla="*/ 150974 w 242258"/>
              <a:gd name="connsiteY0" fmla="*/ 32864 h 242258"/>
              <a:gd name="connsiteX1" fmla="*/ 208124 w 242258"/>
              <a:gd name="connsiteY1" fmla="*/ 32864 h 242258"/>
              <a:gd name="connsiteX2" fmla="*/ 209395 w 242258"/>
              <a:gd name="connsiteY2" fmla="*/ 34135 h 242258"/>
              <a:gd name="connsiteX3" fmla="*/ 209395 w 242258"/>
              <a:gd name="connsiteY3" fmla="*/ 91285 h 242258"/>
              <a:gd name="connsiteX4" fmla="*/ 163674 w 242258"/>
              <a:gd name="connsiteY4" fmla="*/ 137005 h 242258"/>
              <a:gd name="connsiteX5" fmla="*/ 106524 w 242258"/>
              <a:gd name="connsiteY5" fmla="*/ 137005 h 242258"/>
              <a:gd name="connsiteX6" fmla="*/ 105255 w 242258"/>
              <a:gd name="connsiteY6" fmla="*/ 135735 h 242258"/>
              <a:gd name="connsiteX7" fmla="*/ 91284 w 242258"/>
              <a:gd name="connsiteY7" fmla="*/ 135735 h 242258"/>
              <a:gd name="connsiteX8" fmla="*/ 91284 w 242258"/>
              <a:gd name="connsiteY8" fmla="*/ 149705 h 242258"/>
              <a:gd name="connsiteX9" fmla="*/ 92555 w 242258"/>
              <a:gd name="connsiteY9" fmla="*/ 150974 h 242258"/>
              <a:gd name="connsiteX10" fmla="*/ 178914 w 242258"/>
              <a:gd name="connsiteY10" fmla="*/ 150974 h 242258"/>
              <a:gd name="connsiteX11" fmla="*/ 224634 w 242258"/>
              <a:gd name="connsiteY11" fmla="*/ 105255 h 242258"/>
              <a:gd name="connsiteX12" fmla="*/ 224634 w 242258"/>
              <a:gd name="connsiteY12" fmla="*/ 18894 h 242258"/>
              <a:gd name="connsiteX13" fmla="*/ 223364 w 242258"/>
              <a:gd name="connsiteY13" fmla="*/ 17624 h 242258"/>
              <a:gd name="connsiteX14" fmla="*/ 137005 w 242258"/>
              <a:gd name="connsiteY14" fmla="*/ 17624 h 242258"/>
              <a:gd name="connsiteX15" fmla="*/ 121764 w 242258"/>
              <a:gd name="connsiteY15" fmla="*/ 32864 h 242258"/>
              <a:gd name="connsiteX16" fmla="*/ 121764 w 242258"/>
              <a:gd name="connsiteY16" fmla="*/ 46835 h 242258"/>
              <a:gd name="connsiteX17" fmla="*/ 135734 w 242258"/>
              <a:gd name="connsiteY17" fmla="*/ 46835 h 242258"/>
              <a:gd name="connsiteX18" fmla="*/ 150974 w 242258"/>
              <a:gd name="connsiteY18" fmla="*/ 32864 h 242258"/>
              <a:gd name="connsiteX19" fmla="*/ 92555 w 242258"/>
              <a:gd name="connsiteY19" fmla="*/ 209394 h 242258"/>
              <a:gd name="connsiteX20" fmla="*/ 35405 w 242258"/>
              <a:gd name="connsiteY20" fmla="*/ 209394 h 242258"/>
              <a:gd name="connsiteX21" fmla="*/ 32864 w 242258"/>
              <a:gd name="connsiteY21" fmla="*/ 208124 h 242258"/>
              <a:gd name="connsiteX22" fmla="*/ 32864 w 242258"/>
              <a:gd name="connsiteY22" fmla="*/ 150974 h 242258"/>
              <a:gd name="connsiteX23" fmla="*/ 78584 w 242258"/>
              <a:gd name="connsiteY23" fmla="*/ 105255 h 242258"/>
              <a:gd name="connsiteX24" fmla="*/ 135734 w 242258"/>
              <a:gd name="connsiteY24" fmla="*/ 105255 h 242258"/>
              <a:gd name="connsiteX25" fmla="*/ 137005 w 242258"/>
              <a:gd name="connsiteY25" fmla="*/ 106524 h 242258"/>
              <a:gd name="connsiteX26" fmla="*/ 150974 w 242258"/>
              <a:gd name="connsiteY26" fmla="*/ 106524 h 242258"/>
              <a:gd name="connsiteX27" fmla="*/ 150974 w 242258"/>
              <a:gd name="connsiteY27" fmla="*/ 92555 h 242258"/>
              <a:gd name="connsiteX28" fmla="*/ 149705 w 242258"/>
              <a:gd name="connsiteY28" fmla="*/ 91285 h 242258"/>
              <a:gd name="connsiteX29" fmla="*/ 63345 w 242258"/>
              <a:gd name="connsiteY29" fmla="*/ 91285 h 242258"/>
              <a:gd name="connsiteX30" fmla="*/ 17624 w 242258"/>
              <a:gd name="connsiteY30" fmla="*/ 137005 h 242258"/>
              <a:gd name="connsiteX31" fmla="*/ 17624 w 242258"/>
              <a:gd name="connsiteY31" fmla="*/ 223364 h 242258"/>
              <a:gd name="connsiteX32" fmla="*/ 18895 w 242258"/>
              <a:gd name="connsiteY32" fmla="*/ 224635 h 242258"/>
              <a:gd name="connsiteX33" fmla="*/ 105255 w 242258"/>
              <a:gd name="connsiteY33" fmla="*/ 224635 h 242258"/>
              <a:gd name="connsiteX34" fmla="*/ 120495 w 242258"/>
              <a:gd name="connsiteY34" fmla="*/ 209394 h 242258"/>
              <a:gd name="connsiteX35" fmla="*/ 120495 w 242258"/>
              <a:gd name="connsiteY35" fmla="*/ 195424 h 242258"/>
              <a:gd name="connsiteX36" fmla="*/ 106524 w 242258"/>
              <a:gd name="connsiteY36" fmla="*/ 195424 h 242258"/>
              <a:gd name="connsiteX37" fmla="*/ 92555 w 242258"/>
              <a:gd name="connsiteY37" fmla="*/ 209394 h 2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42258" h="242258">
                <a:moveTo>
                  <a:pt x="150974" y="32864"/>
                </a:moveTo>
                <a:cubicBezTo>
                  <a:pt x="166214" y="16355"/>
                  <a:pt x="192884" y="16355"/>
                  <a:pt x="208124" y="32864"/>
                </a:cubicBezTo>
                <a:lnTo>
                  <a:pt x="209395" y="34135"/>
                </a:lnTo>
                <a:cubicBezTo>
                  <a:pt x="225905" y="49374"/>
                  <a:pt x="225905" y="76044"/>
                  <a:pt x="209395" y="91285"/>
                </a:cubicBezTo>
                <a:lnTo>
                  <a:pt x="163674" y="137005"/>
                </a:lnTo>
                <a:cubicBezTo>
                  <a:pt x="148434" y="153514"/>
                  <a:pt x="121764" y="153514"/>
                  <a:pt x="106524" y="137005"/>
                </a:cubicBezTo>
                <a:lnTo>
                  <a:pt x="105255" y="135735"/>
                </a:lnTo>
                <a:cubicBezTo>
                  <a:pt x="101445" y="131924"/>
                  <a:pt x="95095" y="131924"/>
                  <a:pt x="91284" y="135735"/>
                </a:cubicBezTo>
                <a:cubicBezTo>
                  <a:pt x="87474" y="139544"/>
                  <a:pt x="87474" y="145894"/>
                  <a:pt x="91284" y="149705"/>
                </a:cubicBezTo>
                <a:lnTo>
                  <a:pt x="92555" y="150974"/>
                </a:lnTo>
                <a:cubicBezTo>
                  <a:pt x="116684" y="175105"/>
                  <a:pt x="154784" y="173835"/>
                  <a:pt x="178914" y="150974"/>
                </a:cubicBezTo>
                <a:lnTo>
                  <a:pt x="224634" y="105255"/>
                </a:lnTo>
                <a:cubicBezTo>
                  <a:pt x="248764" y="81124"/>
                  <a:pt x="247495" y="43024"/>
                  <a:pt x="224634" y="18894"/>
                </a:cubicBezTo>
                <a:lnTo>
                  <a:pt x="223364" y="17624"/>
                </a:lnTo>
                <a:cubicBezTo>
                  <a:pt x="199234" y="-6506"/>
                  <a:pt x="161134" y="-5236"/>
                  <a:pt x="137005" y="17624"/>
                </a:cubicBezTo>
                <a:lnTo>
                  <a:pt x="121764" y="32864"/>
                </a:lnTo>
                <a:cubicBezTo>
                  <a:pt x="117955" y="36674"/>
                  <a:pt x="117955" y="43024"/>
                  <a:pt x="121764" y="46835"/>
                </a:cubicBezTo>
                <a:cubicBezTo>
                  <a:pt x="125574" y="50644"/>
                  <a:pt x="131924" y="50644"/>
                  <a:pt x="135734" y="46835"/>
                </a:cubicBezTo>
                <a:lnTo>
                  <a:pt x="150974" y="32864"/>
                </a:lnTo>
                <a:close/>
                <a:moveTo>
                  <a:pt x="92555" y="209394"/>
                </a:moveTo>
                <a:cubicBezTo>
                  <a:pt x="77314" y="225905"/>
                  <a:pt x="50645" y="225905"/>
                  <a:pt x="35405" y="209394"/>
                </a:cubicBezTo>
                <a:lnTo>
                  <a:pt x="32864" y="208124"/>
                </a:lnTo>
                <a:cubicBezTo>
                  <a:pt x="16355" y="192885"/>
                  <a:pt x="16355" y="166214"/>
                  <a:pt x="32864" y="150974"/>
                </a:cubicBezTo>
                <a:lnTo>
                  <a:pt x="78584" y="105255"/>
                </a:lnTo>
                <a:cubicBezTo>
                  <a:pt x="93824" y="88744"/>
                  <a:pt x="120495" y="88744"/>
                  <a:pt x="135734" y="105255"/>
                </a:cubicBezTo>
                <a:lnTo>
                  <a:pt x="137005" y="106524"/>
                </a:lnTo>
                <a:cubicBezTo>
                  <a:pt x="140814" y="110335"/>
                  <a:pt x="147164" y="110335"/>
                  <a:pt x="150974" y="106524"/>
                </a:cubicBezTo>
                <a:cubicBezTo>
                  <a:pt x="154784" y="102714"/>
                  <a:pt x="154784" y="96364"/>
                  <a:pt x="150974" y="92555"/>
                </a:cubicBezTo>
                <a:lnTo>
                  <a:pt x="149705" y="91285"/>
                </a:lnTo>
                <a:cubicBezTo>
                  <a:pt x="125574" y="67155"/>
                  <a:pt x="87474" y="68424"/>
                  <a:pt x="63345" y="91285"/>
                </a:cubicBezTo>
                <a:lnTo>
                  <a:pt x="17624" y="137005"/>
                </a:lnTo>
                <a:cubicBezTo>
                  <a:pt x="-6505" y="161135"/>
                  <a:pt x="-5236" y="199235"/>
                  <a:pt x="17624" y="223364"/>
                </a:cubicBezTo>
                <a:lnTo>
                  <a:pt x="18895" y="224635"/>
                </a:lnTo>
                <a:cubicBezTo>
                  <a:pt x="43024" y="248764"/>
                  <a:pt x="81124" y="247494"/>
                  <a:pt x="105255" y="224635"/>
                </a:cubicBezTo>
                <a:lnTo>
                  <a:pt x="120495" y="209394"/>
                </a:lnTo>
                <a:cubicBezTo>
                  <a:pt x="124305" y="205585"/>
                  <a:pt x="124305" y="199235"/>
                  <a:pt x="120495" y="195424"/>
                </a:cubicBezTo>
                <a:cubicBezTo>
                  <a:pt x="116684" y="191614"/>
                  <a:pt x="110334" y="191614"/>
                  <a:pt x="106524" y="195424"/>
                </a:cubicBezTo>
                <a:lnTo>
                  <a:pt x="92555" y="209394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41" name="Полилиния: фигура 314">
            <a:extLst>
              <a:ext uri="{FF2B5EF4-FFF2-40B4-BE49-F238E27FC236}">
                <a16:creationId xmlns:a16="http://schemas.microsoft.com/office/drawing/2014/main" id="{13C12908-2776-24DA-C51D-464A4A19A8D4}"/>
              </a:ext>
            </a:extLst>
          </p:cNvPr>
          <p:cNvSpPr/>
          <p:nvPr/>
        </p:nvSpPr>
        <p:spPr>
          <a:xfrm>
            <a:off x="8376964" y="2175463"/>
            <a:ext cx="202564" cy="203517"/>
          </a:xfrm>
          <a:custGeom>
            <a:avLst/>
            <a:gdLst>
              <a:gd name="connsiteX0" fmla="*/ 199707 w 202564"/>
              <a:gd name="connsiteY0" fmla="*/ 3810 h 203517"/>
              <a:gd name="connsiteX1" fmla="*/ 199707 w 202564"/>
              <a:gd name="connsiteY1" fmla="*/ 17780 h 203517"/>
              <a:gd name="connsiteX2" fmla="*/ 16828 w 202564"/>
              <a:gd name="connsiteY2" fmla="*/ 200660 h 203517"/>
              <a:gd name="connsiteX3" fmla="*/ 2857 w 202564"/>
              <a:gd name="connsiteY3" fmla="*/ 200660 h 203517"/>
              <a:gd name="connsiteX4" fmla="*/ 2857 w 202564"/>
              <a:gd name="connsiteY4" fmla="*/ 186690 h 203517"/>
              <a:gd name="connsiteX5" fmla="*/ 185738 w 202564"/>
              <a:gd name="connsiteY5" fmla="*/ 3810 h 203517"/>
              <a:gd name="connsiteX6" fmla="*/ 199707 w 202564"/>
              <a:gd name="connsiteY6" fmla="*/ 3810 h 203517"/>
              <a:gd name="connsiteX7" fmla="*/ 46038 w 202564"/>
              <a:gd name="connsiteY7" fmla="*/ 71120 h 203517"/>
              <a:gd name="connsiteX8" fmla="*/ 71438 w 202564"/>
              <a:gd name="connsiteY8" fmla="*/ 45720 h 203517"/>
              <a:gd name="connsiteX9" fmla="*/ 46038 w 202564"/>
              <a:gd name="connsiteY9" fmla="*/ 20320 h 203517"/>
              <a:gd name="connsiteX10" fmla="*/ 20638 w 202564"/>
              <a:gd name="connsiteY10" fmla="*/ 45720 h 203517"/>
              <a:gd name="connsiteX11" fmla="*/ 46038 w 202564"/>
              <a:gd name="connsiteY11" fmla="*/ 71120 h 203517"/>
              <a:gd name="connsiteX12" fmla="*/ 46038 w 202564"/>
              <a:gd name="connsiteY12" fmla="*/ 91440 h 203517"/>
              <a:gd name="connsiteX13" fmla="*/ 91757 w 202564"/>
              <a:gd name="connsiteY13" fmla="*/ 45720 h 203517"/>
              <a:gd name="connsiteX14" fmla="*/ 46038 w 202564"/>
              <a:gd name="connsiteY14" fmla="*/ 0 h 203517"/>
              <a:gd name="connsiteX15" fmla="*/ 317 w 202564"/>
              <a:gd name="connsiteY15" fmla="*/ 45720 h 203517"/>
              <a:gd name="connsiteX16" fmla="*/ 46038 w 202564"/>
              <a:gd name="connsiteY16" fmla="*/ 91440 h 203517"/>
              <a:gd name="connsiteX17" fmla="*/ 181928 w 202564"/>
              <a:gd name="connsiteY17" fmla="*/ 157480 h 203517"/>
              <a:gd name="connsiteX18" fmla="*/ 156528 w 202564"/>
              <a:gd name="connsiteY18" fmla="*/ 182880 h 203517"/>
              <a:gd name="connsiteX19" fmla="*/ 131128 w 202564"/>
              <a:gd name="connsiteY19" fmla="*/ 157480 h 203517"/>
              <a:gd name="connsiteX20" fmla="*/ 156528 w 202564"/>
              <a:gd name="connsiteY20" fmla="*/ 132080 h 203517"/>
              <a:gd name="connsiteX21" fmla="*/ 181928 w 202564"/>
              <a:gd name="connsiteY21" fmla="*/ 157480 h 203517"/>
              <a:gd name="connsiteX22" fmla="*/ 202248 w 202564"/>
              <a:gd name="connsiteY22" fmla="*/ 157480 h 203517"/>
              <a:gd name="connsiteX23" fmla="*/ 156528 w 202564"/>
              <a:gd name="connsiteY23" fmla="*/ 203200 h 203517"/>
              <a:gd name="connsiteX24" fmla="*/ 110807 w 202564"/>
              <a:gd name="connsiteY24" fmla="*/ 157480 h 203517"/>
              <a:gd name="connsiteX25" fmla="*/ 156528 w 202564"/>
              <a:gd name="connsiteY25" fmla="*/ 111760 h 203517"/>
              <a:gd name="connsiteX26" fmla="*/ 202248 w 202564"/>
              <a:gd name="connsiteY26" fmla="*/ 157480 h 2035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02564" h="203517">
                <a:moveTo>
                  <a:pt x="199707" y="3810"/>
                </a:moveTo>
                <a:cubicBezTo>
                  <a:pt x="203517" y="7620"/>
                  <a:pt x="203517" y="13970"/>
                  <a:pt x="199707" y="17780"/>
                </a:cubicBezTo>
                <a:lnTo>
                  <a:pt x="16828" y="200660"/>
                </a:lnTo>
                <a:cubicBezTo>
                  <a:pt x="13017" y="204470"/>
                  <a:pt x="6667" y="204470"/>
                  <a:pt x="2857" y="200660"/>
                </a:cubicBezTo>
                <a:cubicBezTo>
                  <a:pt x="-952" y="196850"/>
                  <a:pt x="-952" y="190500"/>
                  <a:pt x="2857" y="186690"/>
                </a:cubicBezTo>
                <a:lnTo>
                  <a:pt x="185738" y="3810"/>
                </a:lnTo>
                <a:cubicBezTo>
                  <a:pt x="189548" y="0"/>
                  <a:pt x="195898" y="0"/>
                  <a:pt x="199707" y="3810"/>
                </a:cubicBezTo>
                <a:close/>
                <a:moveTo>
                  <a:pt x="46038" y="71120"/>
                </a:moveTo>
                <a:cubicBezTo>
                  <a:pt x="60007" y="71120"/>
                  <a:pt x="71438" y="59690"/>
                  <a:pt x="71438" y="45720"/>
                </a:cubicBezTo>
                <a:cubicBezTo>
                  <a:pt x="71438" y="31750"/>
                  <a:pt x="60007" y="20320"/>
                  <a:pt x="46038" y="20320"/>
                </a:cubicBezTo>
                <a:cubicBezTo>
                  <a:pt x="32067" y="20320"/>
                  <a:pt x="20638" y="31750"/>
                  <a:pt x="20638" y="45720"/>
                </a:cubicBezTo>
                <a:cubicBezTo>
                  <a:pt x="20638" y="60960"/>
                  <a:pt x="30798" y="71120"/>
                  <a:pt x="46038" y="71120"/>
                </a:cubicBezTo>
                <a:close/>
                <a:moveTo>
                  <a:pt x="46038" y="91440"/>
                </a:moveTo>
                <a:cubicBezTo>
                  <a:pt x="71438" y="91440"/>
                  <a:pt x="91757" y="71120"/>
                  <a:pt x="91757" y="45720"/>
                </a:cubicBezTo>
                <a:cubicBezTo>
                  <a:pt x="91757" y="20320"/>
                  <a:pt x="71438" y="0"/>
                  <a:pt x="46038" y="0"/>
                </a:cubicBezTo>
                <a:cubicBezTo>
                  <a:pt x="20638" y="0"/>
                  <a:pt x="317" y="20320"/>
                  <a:pt x="317" y="45720"/>
                </a:cubicBezTo>
                <a:cubicBezTo>
                  <a:pt x="317" y="71120"/>
                  <a:pt x="20638" y="91440"/>
                  <a:pt x="46038" y="91440"/>
                </a:cubicBezTo>
                <a:close/>
                <a:moveTo>
                  <a:pt x="181928" y="157480"/>
                </a:moveTo>
                <a:cubicBezTo>
                  <a:pt x="181928" y="171450"/>
                  <a:pt x="170498" y="182880"/>
                  <a:pt x="156528" y="182880"/>
                </a:cubicBezTo>
                <a:cubicBezTo>
                  <a:pt x="142557" y="182880"/>
                  <a:pt x="131128" y="171450"/>
                  <a:pt x="131128" y="157480"/>
                </a:cubicBezTo>
                <a:cubicBezTo>
                  <a:pt x="131128" y="143510"/>
                  <a:pt x="142557" y="132080"/>
                  <a:pt x="156528" y="132080"/>
                </a:cubicBezTo>
                <a:cubicBezTo>
                  <a:pt x="170498" y="132080"/>
                  <a:pt x="181928" y="143510"/>
                  <a:pt x="181928" y="157480"/>
                </a:cubicBezTo>
                <a:close/>
                <a:moveTo>
                  <a:pt x="202248" y="157480"/>
                </a:moveTo>
                <a:cubicBezTo>
                  <a:pt x="202248" y="182880"/>
                  <a:pt x="181928" y="203200"/>
                  <a:pt x="156528" y="203200"/>
                </a:cubicBezTo>
                <a:cubicBezTo>
                  <a:pt x="131128" y="203200"/>
                  <a:pt x="110807" y="182880"/>
                  <a:pt x="110807" y="157480"/>
                </a:cubicBezTo>
                <a:cubicBezTo>
                  <a:pt x="110807" y="132080"/>
                  <a:pt x="131128" y="111760"/>
                  <a:pt x="156528" y="111760"/>
                </a:cubicBezTo>
                <a:cubicBezTo>
                  <a:pt x="181928" y="111760"/>
                  <a:pt x="202248" y="133350"/>
                  <a:pt x="202248" y="1574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842" name="Рисунок 2">
            <a:extLst>
              <a:ext uri="{FF2B5EF4-FFF2-40B4-BE49-F238E27FC236}">
                <a16:creationId xmlns:a16="http://schemas.microsoft.com/office/drawing/2014/main" id="{D35544BE-AA89-7BA9-9E80-06D6E6166FE6}"/>
              </a:ext>
            </a:extLst>
          </p:cNvPr>
          <p:cNvGrpSpPr/>
          <p:nvPr/>
        </p:nvGrpSpPr>
        <p:grpSpPr>
          <a:xfrm>
            <a:off x="10043521" y="2146254"/>
            <a:ext cx="223520" cy="264159"/>
            <a:chOff x="10201909" y="1115060"/>
            <a:chExt cx="223520" cy="264159"/>
          </a:xfrm>
          <a:solidFill>
            <a:schemeClr val="tx1"/>
          </a:solidFill>
        </p:grpSpPr>
        <p:sp>
          <p:nvSpPr>
            <p:cNvPr id="843" name="Полилиния: фигура 319">
              <a:extLst>
                <a:ext uri="{FF2B5EF4-FFF2-40B4-BE49-F238E27FC236}">
                  <a16:creationId xmlns:a16="http://schemas.microsoft.com/office/drawing/2014/main" id="{C28D1646-1A98-1FED-6AEE-0027C1872E8F}"/>
                </a:ext>
              </a:extLst>
            </p:cNvPr>
            <p:cNvSpPr/>
            <p:nvPr/>
          </p:nvSpPr>
          <p:spPr>
            <a:xfrm>
              <a:off x="10273030" y="1155700"/>
              <a:ext cx="20319" cy="20319"/>
            </a:xfrm>
            <a:custGeom>
              <a:avLst/>
              <a:gdLst>
                <a:gd name="connsiteX0" fmla="*/ 0 w 20319"/>
                <a:gd name="connsiteY0" fmla="*/ 20320 h 20319"/>
                <a:gd name="connsiteX1" fmla="*/ 0 w 20319"/>
                <a:gd name="connsiteY1" fmla="*/ 0 h 20319"/>
                <a:gd name="connsiteX2" fmla="*/ 20320 w 20319"/>
                <a:gd name="connsiteY2" fmla="*/ 0 h 20319"/>
                <a:gd name="connsiteX3" fmla="*/ 20320 w 20319"/>
                <a:gd name="connsiteY3" fmla="*/ 20320 h 20319"/>
                <a:gd name="connsiteX4" fmla="*/ 0 w 20319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0" y="20320"/>
                  </a:moveTo>
                  <a:lnTo>
                    <a:pt x="0" y="0"/>
                  </a:lnTo>
                  <a:lnTo>
                    <a:pt x="20320" y="0"/>
                  </a:lnTo>
                  <a:lnTo>
                    <a:pt x="20320" y="20320"/>
                  </a:lnTo>
                  <a:lnTo>
                    <a:pt x="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44" name="Полилиния: фигура 320">
              <a:extLst>
                <a:ext uri="{FF2B5EF4-FFF2-40B4-BE49-F238E27FC236}">
                  <a16:creationId xmlns:a16="http://schemas.microsoft.com/office/drawing/2014/main" id="{2110FF2A-821E-7DD3-6641-A5613899E1A8}"/>
                </a:ext>
              </a:extLst>
            </p:cNvPr>
            <p:cNvSpPr/>
            <p:nvPr/>
          </p:nvSpPr>
          <p:spPr>
            <a:xfrm>
              <a:off x="10252709" y="1176019"/>
              <a:ext cx="20320" cy="20319"/>
            </a:xfrm>
            <a:custGeom>
              <a:avLst/>
              <a:gdLst>
                <a:gd name="connsiteX0" fmla="*/ 20320 w 20320"/>
                <a:gd name="connsiteY0" fmla="*/ 20320 h 20319"/>
                <a:gd name="connsiteX1" fmla="*/ 0 w 20320"/>
                <a:gd name="connsiteY1" fmla="*/ 20320 h 20319"/>
                <a:gd name="connsiteX2" fmla="*/ 0 w 20320"/>
                <a:gd name="connsiteY2" fmla="*/ 0 h 20319"/>
                <a:gd name="connsiteX3" fmla="*/ 20320 w 20320"/>
                <a:gd name="connsiteY3" fmla="*/ 0 h 20319"/>
                <a:gd name="connsiteX4" fmla="*/ 20320 w 203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20320" y="20320"/>
                  </a:moveTo>
                  <a:lnTo>
                    <a:pt x="0" y="20320"/>
                  </a:lnTo>
                  <a:lnTo>
                    <a:pt x="0" y="0"/>
                  </a:lnTo>
                  <a:lnTo>
                    <a:pt x="20320" y="0"/>
                  </a:lnTo>
                  <a:lnTo>
                    <a:pt x="203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45" name="Полилиния: фигура 321">
              <a:extLst>
                <a:ext uri="{FF2B5EF4-FFF2-40B4-BE49-F238E27FC236}">
                  <a16:creationId xmlns:a16="http://schemas.microsoft.com/office/drawing/2014/main" id="{ABF569BC-5EA0-1ED1-8042-AA7F40C7FB21}"/>
                </a:ext>
              </a:extLst>
            </p:cNvPr>
            <p:cNvSpPr/>
            <p:nvPr/>
          </p:nvSpPr>
          <p:spPr>
            <a:xfrm>
              <a:off x="10273030" y="1195069"/>
              <a:ext cx="20319" cy="20319"/>
            </a:xfrm>
            <a:custGeom>
              <a:avLst/>
              <a:gdLst>
                <a:gd name="connsiteX0" fmla="*/ 0 w 20319"/>
                <a:gd name="connsiteY0" fmla="*/ 20320 h 20319"/>
                <a:gd name="connsiteX1" fmla="*/ 20320 w 20319"/>
                <a:gd name="connsiteY1" fmla="*/ 20320 h 20319"/>
                <a:gd name="connsiteX2" fmla="*/ 20320 w 20319"/>
                <a:gd name="connsiteY2" fmla="*/ 0 h 20319"/>
                <a:gd name="connsiteX3" fmla="*/ 0 w 20319"/>
                <a:gd name="connsiteY3" fmla="*/ 0 h 20319"/>
                <a:gd name="connsiteX4" fmla="*/ 0 w 20319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0" y="20320"/>
                  </a:moveTo>
                  <a:lnTo>
                    <a:pt x="20320" y="20320"/>
                  </a:lnTo>
                  <a:lnTo>
                    <a:pt x="20320" y="0"/>
                  </a:lnTo>
                  <a:lnTo>
                    <a:pt x="0" y="0"/>
                  </a:lnTo>
                  <a:lnTo>
                    <a:pt x="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46" name="Полилиния: фигура 322">
              <a:extLst>
                <a:ext uri="{FF2B5EF4-FFF2-40B4-BE49-F238E27FC236}">
                  <a16:creationId xmlns:a16="http://schemas.microsoft.com/office/drawing/2014/main" id="{A1D5B8E0-CA7B-F0B0-B7CA-99CD4B04481E}"/>
                </a:ext>
              </a:extLst>
            </p:cNvPr>
            <p:cNvSpPr/>
            <p:nvPr/>
          </p:nvSpPr>
          <p:spPr>
            <a:xfrm>
              <a:off x="10252709" y="1215389"/>
              <a:ext cx="20320" cy="20320"/>
            </a:xfrm>
            <a:custGeom>
              <a:avLst/>
              <a:gdLst>
                <a:gd name="connsiteX0" fmla="*/ 20320 w 20320"/>
                <a:gd name="connsiteY0" fmla="*/ 0 h 20320"/>
                <a:gd name="connsiteX1" fmla="*/ 20320 w 20320"/>
                <a:gd name="connsiteY1" fmla="*/ 20320 h 20320"/>
                <a:gd name="connsiteX2" fmla="*/ 0 w 20320"/>
                <a:gd name="connsiteY2" fmla="*/ 20320 h 20320"/>
                <a:gd name="connsiteX3" fmla="*/ 0 w 20320"/>
                <a:gd name="connsiteY3" fmla="*/ 0 h 20320"/>
                <a:gd name="connsiteX4" fmla="*/ 20320 w 20320"/>
                <a:gd name="connsiteY4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20">
                  <a:moveTo>
                    <a:pt x="20320" y="0"/>
                  </a:moveTo>
                  <a:lnTo>
                    <a:pt x="20320" y="20320"/>
                  </a:lnTo>
                  <a:lnTo>
                    <a:pt x="0" y="20320"/>
                  </a:lnTo>
                  <a:lnTo>
                    <a:pt x="0" y="0"/>
                  </a:lnTo>
                  <a:lnTo>
                    <a:pt x="2032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47" name="Полилиния: фигура 323">
              <a:extLst>
                <a:ext uri="{FF2B5EF4-FFF2-40B4-BE49-F238E27FC236}">
                  <a16:creationId xmlns:a16="http://schemas.microsoft.com/office/drawing/2014/main" id="{1CA3FADF-C4FF-14F2-DC2F-7CFD7135727A}"/>
                </a:ext>
              </a:extLst>
            </p:cNvPr>
            <p:cNvSpPr/>
            <p:nvPr/>
          </p:nvSpPr>
          <p:spPr>
            <a:xfrm>
              <a:off x="10333990" y="1266189"/>
              <a:ext cx="43179" cy="57150"/>
            </a:xfrm>
            <a:custGeom>
              <a:avLst/>
              <a:gdLst>
                <a:gd name="connsiteX0" fmla="*/ 2540 w 43179"/>
                <a:gd name="connsiteY0" fmla="*/ 1270 h 57150"/>
                <a:gd name="connsiteX1" fmla="*/ 0 w 43179"/>
                <a:gd name="connsiteY1" fmla="*/ 1270 h 57150"/>
                <a:gd name="connsiteX2" fmla="*/ 0 w 43179"/>
                <a:gd name="connsiteY2" fmla="*/ 57150 h 57150"/>
                <a:gd name="connsiteX3" fmla="*/ 12700 w 43179"/>
                <a:gd name="connsiteY3" fmla="*/ 57150 h 57150"/>
                <a:gd name="connsiteX4" fmla="*/ 12700 w 43179"/>
                <a:gd name="connsiteY4" fmla="*/ 41910 h 57150"/>
                <a:gd name="connsiteX5" fmla="*/ 15240 w 43179"/>
                <a:gd name="connsiteY5" fmla="*/ 41910 h 57150"/>
                <a:gd name="connsiteX6" fmla="*/ 17780 w 43179"/>
                <a:gd name="connsiteY6" fmla="*/ 41910 h 57150"/>
                <a:gd name="connsiteX7" fmla="*/ 36830 w 43179"/>
                <a:gd name="connsiteY7" fmla="*/ 36830 h 57150"/>
                <a:gd name="connsiteX8" fmla="*/ 43180 w 43179"/>
                <a:gd name="connsiteY8" fmla="*/ 20320 h 57150"/>
                <a:gd name="connsiteX9" fmla="*/ 41910 w 43179"/>
                <a:gd name="connsiteY9" fmla="*/ 11430 h 57150"/>
                <a:gd name="connsiteX10" fmla="*/ 38100 w 43179"/>
                <a:gd name="connsiteY10" fmla="*/ 5080 h 57150"/>
                <a:gd name="connsiteX11" fmla="*/ 30480 w 43179"/>
                <a:gd name="connsiteY11" fmla="*/ 1270 h 57150"/>
                <a:gd name="connsiteX12" fmla="*/ 19050 w 43179"/>
                <a:gd name="connsiteY12" fmla="*/ 0 h 57150"/>
                <a:gd name="connsiteX13" fmla="*/ 13970 w 43179"/>
                <a:gd name="connsiteY13" fmla="*/ 0 h 57150"/>
                <a:gd name="connsiteX14" fmla="*/ 8890 w 43179"/>
                <a:gd name="connsiteY14" fmla="*/ 0 h 57150"/>
                <a:gd name="connsiteX15" fmla="*/ 7620 w 43179"/>
                <a:gd name="connsiteY15" fmla="*/ 0 h 57150"/>
                <a:gd name="connsiteX16" fmla="*/ 6350 w 43179"/>
                <a:gd name="connsiteY16" fmla="*/ 0 h 57150"/>
                <a:gd name="connsiteX17" fmla="*/ 5080 w 43179"/>
                <a:gd name="connsiteY17" fmla="*/ 0 h 57150"/>
                <a:gd name="connsiteX18" fmla="*/ 2540 w 43179"/>
                <a:gd name="connsiteY18" fmla="*/ 1270 h 57150"/>
                <a:gd name="connsiteX19" fmla="*/ 2540 w 43179"/>
                <a:gd name="connsiteY19" fmla="*/ 1270 h 57150"/>
                <a:gd name="connsiteX20" fmla="*/ 16510 w 43179"/>
                <a:gd name="connsiteY20" fmla="*/ 30480 h 57150"/>
                <a:gd name="connsiteX21" fmla="*/ 16510 w 43179"/>
                <a:gd name="connsiteY21" fmla="*/ 30480 h 57150"/>
                <a:gd name="connsiteX22" fmla="*/ 15240 w 43179"/>
                <a:gd name="connsiteY22" fmla="*/ 30480 h 57150"/>
                <a:gd name="connsiteX23" fmla="*/ 13970 w 43179"/>
                <a:gd name="connsiteY23" fmla="*/ 30480 h 57150"/>
                <a:gd name="connsiteX24" fmla="*/ 13970 w 43179"/>
                <a:gd name="connsiteY24" fmla="*/ 11430 h 57150"/>
                <a:gd name="connsiteX25" fmla="*/ 16510 w 43179"/>
                <a:gd name="connsiteY25" fmla="*/ 11430 h 57150"/>
                <a:gd name="connsiteX26" fmla="*/ 19050 w 43179"/>
                <a:gd name="connsiteY26" fmla="*/ 11430 h 57150"/>
                <a:gd name="connsiteX27" fmla="*/ 24130 w 43179"/>
                <a:gd name="connsiteY27" fmla="*/ 11430 h 57150"/>
                <a:gd name="connsiteX28" fmla="*/ 27940 w 43179"/>
                <a:gd name="connsiteY28" fmla="*/ 12700 h 57150"/>
                <a:gd name="connsiteX29" fmla="*/ 29210 w 43179"/>
                <a:gd name="connsiteY29" fmla="*/ 15240 h 57150"/>
                <a:gd name="connsiteX30" fmla="*/ 29210 w 43179"/>
                <a:gd name="connsiteY30" fmla="*/ 19050 h 57150"/>
                <a:gd name="connsiteX31" fmla="*/ 26670 w 43179"/>
                <a:gd name="connsiteY31" fmla="*/ 26670 h 57150"/>
                <a:gd name="connsiteX32" fmla="*/ 17780 w 43179"/>
                <a:gd name="connsiteY32" fmla="*/ 29210 h 57150"/>
                <a:gd name="connsiteX33" fmla="*/ 16510 w 43179"/>
                <a:gd name="connsiteY33" fmla="*/ 2921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3179" h="57150">
                  <a:moveTo>
                    <a:pt x="2540" y="1270"/>
                  </a:moveTo>
                  <a:cubicBezTo>
                    <a:pt x="1270" y="1270"/>
                    <a:pt x="1270" y="1270"/>
                    <a:pt x="0" y="1270"/>
                  </a:cubicBezTo>
                  <a:lnTo>
                    <a:pt x="0" y="57150"/>
                  </a:lnTo>
                  <a:lnTo>
                    <a:pt x="12700" y="57150"/>
                  </a:lnTo>
                  <a:lnTo>
                    <a:pt x="12700" y="41910"/>
                  </a:lnTo>
                  <a:cubicBezTo>
                    <a:pt x="13970" y="41910"/>
                    <a:pt x="15240" y="41910"/>
                    <a:pt x="15240" y="41910"/>
                  </a:cubicBezTo>
                  <a:lnTo>
                    <a:pt x="17780" y="41910"/>
                  </a:lnTo>
                  <a:cubicBezTo>
                    <a:pt x="26670" y="41910"/>
                    <a:pt x="33020" y="40640"/>
                    <a:pt x="36830" y="36830"/>
                  </a:cubicBezTo>
                  <a:cubicBezTo>
                    <a:pt x="40640" y="33020"/>
                    <a:pt x="43180" y="27940"/>
                    <a:pt x="43180" y="20320"/>
                  </a:cubicBezTo>
                  <a:cubicBezTo>
                    <a:pt x="43180" y="16510"/>
                    <a:pt x="43180" y="13970"/>
                    <a:pt x="41910" y="11430"/>
                  </a:cubicBezTo>
                  <a:cubicBezTo>
                    <a:pt x="40640" y="8890"/>
                    <a:pt x="39370" y="6350"/>
                    <a:pt x="38100" y="5080"/>
                  </a:cubicBezTo>
                  <a:cubicBezTo>
                    <a:pt x="35560" y="3810"/>
                    <a:pt x="33020" y="2540"/>
                    <a:pt x="30480" y="1270"/>
                  </a:cubicBezTo>
                  <a:cubicBezTo>
                    <a:pt x="27940" y="0"/>
                    <a:pt x="24130" y="0"/>
                    <a:pt x="19050" y="0"/>
                  </a:cubicBezTo>
                  <a:cubicBezTo>
                    <a:pt x="16510" y="0"/>
                    <a:pt x="15240" y="0"/>
                    <a:pt x="13970" y="0"/>
                  </a:cubicBezTo>
                  <a:cubicBezTo>
                    <a:pt x="12700" y="0"/>
                    <a:pt x="11430" y="0"/>
                    <a:pt x="8890" y="0"/>
                  </a:cubicBezTo>
                  <a:cubicBezTo>
                    <a:pt x="8890" y="0"/>
                    <a:pt x="7620" y="0"/>
                    <a:pt x="7620" y="0"/>
                  </a:cubicBezTo>
                  <a:cubicBezTo>
                    <a:pt x="7620" y="0"/>
                    <a:pt x="6350" y="0"/>
                    <a:pt x="6350" y="0"/>
                  </a:cubicBezTo>
                  <a:cubicBezTo>
                    <a:pt x="6350" y="0"/>
                    <a:pt x="5080" y="0"/>
                    <a:pt x="5080" y="0"/>
                  </a:cubicBezTo>
                  <a:lnTo>
                    <a:pt x="2540" y="1270"/>
                  </a:lnTo>
                  <a:lnTo>
                    <a:pt x="2540" y="1270"/>
                  </a:lnTo>
                  <a:close/>
                  <a:moveTo>
                    <a:pt x="16510" y="30480"/>
                  </a:moveTo>
                  <a:cubicBezTo>
                    <a:pt x="15240" y="30480"/>
                    <a:pt x="15240" y="30480"/>
                    <a:pt x="16510" y="30480"/>
                  </a:cubicBezTo>
                  <a:cubicBezTo>
                    <a:pt x="15240" y="30480"/>
                    <a:pt x="15240" y="30480"/>
                    <a:pt x="15240" y="30480"/>
                  </a:cubicBezTo>
                  <a:cubicBezTo>
                    <a:pt x="15240" y="30480"/>
                    <a:pt x="13970" y="30480"/>
                    <a:pt x="13970" y="30480"/>
                  </a:cubicBezTo>
                  <a:lnTo>
                    <a:pt x="13970" y="11430"/>
                  </a:lnTo>
                  <a:cubicBezTo>
                    <a:pt x="15240" y="11430"/>
                    <a:pt x="16510" y="11430"/>
                    <a:pt x="16510" y="11430"/>
                  </a:cubicBezTo>
                  <a:cubicBezTo>
                    <a:pt x="17780" y="11430"/>
                    <a:pt x="17780" y="11430"/>
                    <a:pt x="19050" y="11430"/>
                  </a:cubicBezTo>
                  <a:cubicBezTo>
                    <a:pt x="21590" y="11430"/>
                    <a:pt x="22860" y="11430"/>
                    <a:pt x="24130" y="11430"/>
                  </a:cubicBezTo>
                  <a:cubicBezTo>
                    <a:pt x="25400" y="11430"/>
                    <a:pt x="26670" y="12700"/>
                    <a:pt x="27940" y="12700"/>
                  </a:cubicBezTo>
                  <a:cubicBezTo>
                    <a:pt x="29210" y="13970"/>
                    <a:pt x="29210" y="13970"/>
                    <a:pt x="29210" y="15240"/>
                  </a:cubicBezTo>
                  <a:cubicBezTo>
                    <a:pt x="29210" y="16510"/>
                    <a:pt x="29210" y="17780"/>
                    <a:pt x="29210" y="19050"/>
                  </a:cubicBezTo>
                  <a:cubicBezTo>
                    <a:pt x="29210" y="22860"/>
                    <a:pt x="27940" y="25400"/>
                    <a:pt x="26670" y="26670"/>
                  </a:cubicBezTo>
                  <a:cubicBezTo>
                    <a:pt x="25400" y="27940"/>
                    <a:pt x="21590" y="29210"/>
                    <a:pt x="17780" y="29210"/>
                  </a:cubicBezTo>
                  <a:lnTo>
                    <a:pt x="16510" y="2921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48" name="Полилиния: фигура 324">
              <a:extLst>
                <a:ext uri="{FF2B5EF4-FFF2-40B4-BE49-F238E27FC236}">
                  <a16:creationId xmlns:a16="http://schemas.microsoft.com/office/drawing/2014/main" id="{9A4E71AA-EFC6-B6AB-79DA-89B03B45D5A0}"/>
                </a:ext>
              </a:extLst>
            </p:cNvPr>
            <p:cNvSpPr/>
            <p:nvPr/>
          </p:nvSpPr>
          <p:spPr>
            <a:xfrm>
              <a:off x="10248900" y="1266189"/>
              <a:ext cx="44450" cy="55880"/>
            </a:xfrm>
            <a:custGeom>
              <a:avLst/>
              <a:gdLst>
                <a:gd name="connsiteX0" fmla="*/ 0 w 44450"/>
                <a:gd name="connsiteY0" fmla="*/ 49530 h 55880"/>
                <a:gd name="connsiteX1" fmla="*/ 26670 w 44450"/>
                <a:gd name="connsiteY1" fmla="*/ 11430 h 55880"/>
                <a:gd name="connsiteX2" fmla="*/ 1270 w 44450"/>
                <a:gd name="connsiteY2" fmla="*/ 11430 h 55880"/>
                <a:gd name="connsiteX3" fmla="*/ 1270 w 44450"/>
                <a:gd name="connsiteY3" fmla="*/ 0 h 55880"/>
                <a:gd name="connsiteX4" fmla="*/ 44450 w 44450"/>
                <a:gd name="connsiteY4" fmla="*/ 0 h 55880"/>
                <a:gd name="connsiteX5" fmla="*/ 44450 w 44450"/>
                <a:gd name="connsiteY5" fmla="*/ 7620 h 55880"/>
                <a:gd name="connsiteX6" fmla="*/ 17780 w 44450"/>
                <a:gd name="connsiteY6" fmla="*/ 44450 h 55880"/>
                <a:gd name="connsiteX7" fmla="*/ 44450 w 44450"/>
                <a:gd name="connsiteY7" fmla="*/ 44450 h 55880"/>
                <a:gd name="connsiteX8" fmla="*/ 44450 w 44450"/>
                <a:gd name="connsiteY8" fmla="*/ 55880 h 55880"/>
                <a:gd name="connsiteX9" fmla="*/ 0 w 44450"/>
                <a:gd name="connsiteY9" fmla="*/ 55880 h 55880"/>
                <a:gd name="connsiteX10" fmla="*/ 0 w 44450"/>
                <a:gd name="connsiteY10" fmla="*/ 49530 h 55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4450" h="55880">
                  <a:moveTo>
                    <a:pt x="0" y="49530"/>
                  </a:moveTo>
                  <a:lnTo>
                    <a:pt x="26670" y="11430"/>
                  </a:lnTo>
                  <a:lnTo>
                    <a:pt x="1270" y="11430"/>
                  </a:lnTo>
                  <a:lnTo>
                    <a:pt x="1270" y="0"/>
                  </a:lnTo>
                  <a:lnTo>
                    <a:pt x="44450" y="0"/>
                  </a:lnTo>
                  <a:lnTo>
                    <a:pt x="44450" y="7620"/>
                  </a:lnTo>
                  <a:lnTo>
                    <a:pt x="17780" y="44450"/>
                  </a:lnTo>
                  <a:lnTo>
                    <a:pt x="44450" y="44450"/>
                  </a:lnTo>
                  <a:lnTo>
                    <a:pt x="44450" y="55880"/>
                  </a:lnTo>
                  <a:lnTo>
                    <a:pt x="0" y="55880"/>
                  </a:lnTo>
                  <a:lnTo>
                    <a:pt x="0" y="4953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49" name="Полилиния: фигура 325">
              <a:extLst>
                <a:ext uri="{FF2B5EF4-FFF2-40B4-BE49-F238E27FC236}">
                  <a16:creationId xmlns:a16="http://schemas.microsoft.com/office/drawing/2014/main" id="{97EBDEF9-2F24-76EF-A9DB-AD810832A9AE}"/>
                </a:ext>
              </a:extLst>
            </p:cNvPr>
            <p:cNvSpPr/>
            <p:nvPr/>
          </p:nvSpPr>
          <p:spPr>
            <a:xfrm>
              <a:off x="10306050" y="1266189"/>
              <a:ext cx="12700" cy="55880"/>
            </a:xfrm>
            <a:custGeom>
              <a:avLst/>
              <a:gdLst>
                <a:gd name="connsiteX0" fmla="*/ 0 w 12700"/>
                <a:gd name="connsiteY0" fmla="*/ 0 h 55880"/>
                <a:gd name="connsiteX1" fmla="*/ 12700 w 12700"/>
                <a:gd name="connsiteY1" fmla="*/ 0 h 55880"/>
                <a:gd name="connsiteX2" fmla="*/ 12700 w 12700"/>
                <a:gd name="connsiteY2" fmla="*/ 55880 h 55880"/>
                <a:gd name="connsiteX3" fmla="*/ 0 w 12700"/>
                <a:gd name="connsiteY3" fmla="*/ 55880 h 55880"/>
                <a:gd name="connsiteX4" fmla="*/ 0 w 12700"/>
                <a:gd name="connsiteY4" fmla="*/ 0 h 558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700" h="55880">
                  <a:moveTo>
                    <a:pt x="0" y="0"/>
                  </a:moveTo>
                  <a:lnTo>
                    <a:pt x="12700" y="0"/>
                  </a:lnTo>
                  <a:lnTo>
                    <a:pt x="12700" y="55880"/>
                  </a:lnTo>
                  <a:lnTo>
                    <a:pt x="0" y="5588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50" name="Полилиния: фигура 326">
              <a:extLst>
                <a:ext uri="{FF2B5EF4-FFF2-40B4-BE49-F238E27FC236}">
                  <a16:creationId xmlns:a16="http://schemas.microsoft.com/office/drawing/2014/main" id="{092E9EBB-1845-182C-EA38-51CE5476A78B}"/>
                </a:ext>
              </a:extLst>
            </p:cNvPr>
            <p:cNvSpPr/>
            <p:nvPr/>
          </p:nvSpPr>
          <p:spPr>
            <a:xfrm>
              <a:off x="10201909" y="1115060"/>
              <a:ext cx="223520" cy="264159"/>
            </a:xfrm>
            <a:custGeom>
              <a:avLst/>
              <a:gdLst>
                <a:gd name="connsiteX0" fmla="*/ 0 w 223520"/>
                <a:gd name="connsiteY0" fmla="*/ 30480 h 264159"/>
                <a:gd name="connsiteX1" fmla="*/ 30480 w 223520"/>
                <a:gd name="connsiteY1" fmla="*/ 0 h 264159"/>
                <a:gd name="connsiteX2" fmla="*/ 193040 w 223520"/>
                <a:gd name="connsiteY2" fmla="*/ 0 h 264159"/>
                <a:gd name="connsiteX3" fmla="*/ 223520 w 223520"/>
                <a:gd name="connsiteY3" fmla="*/ 30480 h 264159"/>
                <a:gd name="connsiteX4" fmla="*/ 223520 w 223520"/>
                <a:gd name="connsiteY4" fmla="*/ 233680 h 264159"/>
                <a:gd name="connsiteX5" fmla="*/ 193040 w 223520"/>
                <a:gd name="connsiteY5" fmla="*/ 264160 h 264159"/>
                <a:gd name="connsiteX6" fmla="*/ 30480 w 223520"/>
                <a:gd name="connsiteY6" fmla="*/ 264160 h 264159"/>
                <a:gd name="connsiteX7" fmla="*/ 0 w 223520"/>
                <a:gd name="connsiteY7" fmla="*/ 233680 h 264159"/>
                <a:gd name="connsiteX8" fmla="*/ 0 w 223520"/>
                <a:gd name="connsiteY8" fmla="*/ 30480 h 264159"/>
                <a:gd name="connsiteX9" fmla="*/ 30480 w 223520"/>
                <a:gd name="connsiteY9" fmla="*/ 20320 h 264159"/>
                <a:gd name="connsiteX10" fmla="*/ 20320 w 223520"/>
                <a:gd name="connsiteY10" fmla="*/ 30480 h 264159"/>
                <a:gd name="connsiteX11" fmla="*/ 20320 w 223520"/>
                <a:gd name="connsiteY11" fmla="*/ 233680 h 264159"/>
                <a:gd name="connsiteX12" fmla="*/ 30480 w 223520"/>
                <a:gd name="connsiteY12" fmla="*/ 243840 h 264159"/>
                <a:gd name="connsiteX13" fmla="*/ 193040 w 223520"/>
                <a:gd name="connsiteY13" fmla="*/ 243840 h 264159"/>
                <a:gd name="connsiteX14" fmla="*/ 203200 w 223520"/>
                <a:gd name="connsiteY14" fmla="*/ 233680 h 264159"/>
                <a:gd name="connsiteX15" fmla="*/ 203200 w 223520"/>
                <a:gd name="connsiteY15" fmla="*/ 30480 h 264159"/>
                <a:gd name="connsiteX16" fmla="*/ 193040 w 223520"/>
                <a:gd name="connsiteY16" fmla="*/ 20320 h 264159"/>
                <a:gd name="connsiteX17" fmla="*/ 71120 w 223520"/>
                <a:gd name="connsiteY17" fmla="*/ 20320 h 264159"/>
                <a:gd name="connsiteX18" fmla="*/ 71120 w 223520"/>
                <a:gd name="connsiteY18" fmla="*/ 40640 h 264159"/>
                <a:gd name="connsiteX19" fmla="*/ 50800 w 223520"/>
                <a:gd name="connsiteY19" fmla="*/ 40640 h 264159"/>
                <a:gd name="connsiteX20" fmla="*/ 50800 w 223520"/>
                <a:gd name="connsiteY20" fmla="*/ 20320 h 264159"/>
                <a:gd name="connsiteX21" fmla="*/ 30480 w 223520"/>
                <a:gd name="connsiteY21" fmla="*/ 2032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23520" h="264159">
                  <a:moveTo>
                    <a:pt x="0" y="30480"/>
                  </a:moveTo>
                  <a:cubicBezTo>
                    <a:pt x="0" y="13970"/>
                    <a:pt x="13970" y="0"/>
                    <a:pt x="30480" y="0"/>
                  </a:cubicBezTo>
                  <a:lnTo>
                    <a:pt x="193040" y="0"/>
                  </a:lnTo>
                  <a:cubicBezTo>
                    <a:pt x="209550" y="0"/>
                    <a:pt x="223520" y="13970"/>
                    <a:pt x="223520" y="30480"/>
                  </a:cubicBezTo>
                  <a:lnTo>
                    <a:pt x="223520" y="233680"/>
                  </a:lnTo>
                  <a:cubicBezTo>
                    <a:pt x="223520" y="250190"/>
                    <a:pt x="209550" y="264160"/>
                    <a:pt x="193040" y="264160"/>
                  </a:cubicBezTo>
                  <a:lnTo>
                    <a:pt x="30480" y="264160"/>
                  </a:lnTo>
                  <a:cubicBezTo>
                    <a:pt x="13970" y="264160"/>
                    <a:pt x="0" y="250190"/>
                    <a:pt x="0" y="233680"/>
                  </a:cubicBezTo>
                  <a:lnTo>
                    <a:pt x="0" y="30480"/>
                  </a:lnTo>
                  <a:close/>
                  <a:moveTo>
                    <a:pt x="30480" y="20320"/>
                  </a:moveTo>
                  <a:cubicBezTo>
                    <a:pt x="25400" y="20320"/>
                    <a:pt x="20320" y="25400"/>
                    <a:pt x="20320" y="30480"/>
                  </a:cubicBezTo>
                  <a:lnTo>
                    <a:pt x="20320" y="233680"/>
                  </a:lnTo>
                  <a:cubicBezTo>
                    <a:pt x="20320" y="238760"/>
                    <a:pt x="25400" y="243840"/>
                    <a:pt x="30480" y="243840"/>
                  </a:cubicBezTo>
                  <a:lnTo>
                    <a:pt x="193040" y="243840"/>
                  </a:lnTo>
                  <a:cubicBezTo>
                    <a:pt x="198120" y="243840"/>
                    <a:pt x="203200" y="238760"/>
                    <a:pt x="203200" y="233680"/>
                  </a:cubicBezTo>
                  <a:lnTo>
                    <a:pt x="203200" y="30480"/>
                  </a:lnTo>
                  <a:cubicBezTo>
                    <a:pt x="203200" y="25400"/>
                    <a:pt x="198120" y="20320"/>
                    <a:pt x="193040" y="20320"/>
                  </a:cubicBezTo>
                  <a:lnTo>
                    <a:pt x="71120" y="20320"/>
                  </a:lnTo>
                  <a:lnTo>
                    <a:pt x="71120" y="40640"/>
                  </a:lnTo>
                  <a:lnTo>
                    <a:pt x="50800" y="40640"/>
                  </a:lnTo>
                  <a:lnTo>
                    <a:pt x="50800" y="20320"/>
                  </a:lnTo>
                  <a:lnTo>
                    <a:pt x="304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51" name="Полилиния: фигура 328">
            <a:extLst>
              <a:ext uri="{FF2B5EF4-FFF2-40B4-BE49-F238E27FC236}">
                <a16:creationId xmlns:a16="http://schemas.microsoft.com/office/drawing/2014/main" id="{726684E2-43D6-6574-BBE9-8384766BF06B}"/>
              </a:ext>
            </a:extLst>
          </p:cNvPr>
          <p:cNvSpPr/>
          <p:nvPr/>
        </p:nvSpPr>
        <p:spPr>
          <a:xfrm>
            <a:off x="10602321" y="2146254"/>
            <a:ext cx="223520" cy="264159"/>
          </a:xfrm>
          <a:custGeom>
            <a:avLst/>
            <a:gdLst>
              <a:gd name="connsiteX0" fmla="*/ 0 w 223520"/>
              <a:gd name="connsiteY0" fmla="*/ 30480 h 264159"/>
              <a:gd name="connsiteX1" fmla="*/ 30480 w 223520"/>
              <a:gd name="connsiteY1" fmla="*/ 0 h 264159"/>
              <a:gd name="connsiteX2" fmla="*/ 193040 w 223520"/>
              <a:gd name="connsiteY2" fmla="*/ 0 h 264159"/>
              <a:gd name="connsiteX3" fmla="*/ 223520 w 223520"/>
              <a:gd name="connsiteY3" fmla="*/ 30480 h 264159"/>
              <a:gd name="connsiteX4" fmla="*/ 223520 w 223520"/>
              <a:gd name="connsiteY4" fmla="*/ 233680 h 264159"/>
              <a:gd name="connsiteX5" fmla="*/ 193040 w 223520"/>
              <a:gd name="connsiteY5" fmla="*/ 264160 h 264159"/>
              <a:gd name="connsiteX6" fmla="*/ 30480 w 223520"/>
              <a:gd name="connsiteY6" fmla="*/ 264160 h 264159"/>
              <a:gd name="connsiteX7" fmla="*/ 0 w 223520"/>
              <a:gd name="connsiteY7" fmla="*/ 233680 h 264159"/>
              <a:gd name="connsiteX8" fmla="*/ 0 w 223520"/>
              <a:gd name="connsiteY8" fmla="*/ 30480 h 264159"/>
              <a:gd name="connsiteX9" fmla="*/ 30480 w 223520"/>
              <a:gd name="connsiteY9" fmla="*/ 20320 h 264159"/>
              <a:gd name="connsiteX10" fmla="*/ 20320 w 223520"/>
              <a:gd name="connsiteY10" fmla="*/ 30480 h 264159"/>
              <a:gd name="connsiteX11" fmla="*/ 20320 w 223520"/>
              <a:gd name="connsiteY11" fmla="*/ 233680 h 264159"/>
              <a:gd name="connsiteX12" fmla="*/ 30480 w 223520"/>
              <a:gd name="connsiteY12" fmla="*/ 243840 h 264159"/>
              <a:gd name="connsiteX13" fmla="*/ 193040 w 223520"/>
              <a:gd name="connsiteY13" fmla="*/ 243840 h 264159"/>
              <a:gd name="connsiteX14" fmla="*/ 203200 w 223520"/>
              <a:gd name="connsiteY14" fmla="*/ 233680 h 264159"/>
              <a:gd name="connsiteX15" fmla="*/ 203200 w 223520"/>
              <a:gd name="connsiteY15" fmla="*/ 30480 h 264159"/>
              <a:gd name="connsiteX16" fmla="*/ 193040 w 223520"/>
              <a:gd name="connsiteY16" fmla="*/ 20320 h 264159"/>
              <a:gd name="connsiteX17" fmla="*/ 71120 w 223520"/>
              <a:gd name="connsiteY17" fmla="*/ 20320 h 264159"/>
              <a:gd name="connsiteX18" fmla="*/ 71120 w 223520"/>
              <a:gd name="connsiteY18" fmla="*/ 40640 h 264159"/>
              <a:gd name="connsiteX19" fmla="*/ 50800 w 223520"/>
              <a:gd name="connsiteY19" fmla="*/ 40640 h 264159"/>
              <a:gd name="connsiteX20" fmla="*/ 50800 w 223520"/>
              <a:gd name="connsiteY20" fmla="*/ 20320 h 264159"/>
              <a:gd name="connsiteX21" fmla="*/ 30480 w 223520"/>
              <a:gd name="connsiteY21" fmla="*/ 20320 h 264159"/>
              <a:gd name="connsiteX22" fmla="*/ 71120 w 223520"/>
              <a:gd name="connsiteY22" fmla="*/ 60960 h 264159"/>
              <a:gd name="connsiteX23" fmla="*/ 71120 w 223520"/>
              <a:gd name="connsiteY23" fmla="*/ 40640 h 264159"/>
              <a:gd name="connsiteX24" fmla="*/ 91440 w 223520"/>
              <a:gd name="connsiteY24" fmla="*/ 40640 h 264159"/>
              <a:gd name="connsiteX25" fmla="*/ 91440 w 223520"/>
              <a:gd name="connsiteY25" fmla="*/ 60960 h 264159"/>
              <a:gd name="connsiteX26" fmla="*/ 71120 w 223520"/>
              <a:gd name="connsiteY26" fmla="*/ 60960 h 264159"/>
              <a:gd name="connsiteX27" fmla="*/ 71120 w 223520"/>
              <a:gd name="connsiteY27" fmla="*/ 81280 h 264159"/>
              <a:gd name="connsiteX28" fmla="*/ 50800 w 223520"/>
              <a:gd name="connsiteY28" fmla="*/ 81280 h 264159"/>
              <a:gd name="connsiteX29" fmla="*/ 50800 w 223520"/>
              <a:gd name="connsiteY29" fmla="*/ 60960 h 264159"/>
              <a:gd name="connsiteX30" fmla="*/ 71120 w 223520"/>
              <a:gd name="connsiteY30" fmla="*/ 60960 h 264159"/>
              <a:gd name="connsiteX31" fmla="*/ 71120 w 223520"/>
              <a:gd name="connsiteY31" fmla="*/ 81280 h 264159"/>
              <a:gd name="connsiteX32" fmla="*/ 71120 w 223520"/>
              <a:gd name="connsiteY32" fmla="*/ 100330 h 264159"/>
              <a:gd name="connsiteX33" fmla="*/ 91440 w 223520"/>
              <a:gd name="connsiteY33" fmla="*/ 100330 h 264159"/>
              <a:gd name="connsiteX34" fmla="*/ 91440 w 223520"/>
              <a:gd name="connsiteY34" fmla="*/ 80010 h 264159"/>
              <a:gd name="connsiteX35" fmla="*/ 71120 w 223520"/>
              <a:gd name="connsiteY35" fmla="*/ 80010 h 264159"/>
              <a:gd name="connsiteX36" fmla="*/ 71120 w 223520"/>
              <a:gd name="connsiteY36" fmla="*/ 100330 h 264159"/>
              <a:gd name="connsiteX37" fmla="*/ 71120 w 223520"/>
              <a:gd name="connsiteY37" fmla="*/ 100330 h 264159"/>
              <a:gd name="connsiteX38" fmla="*/ 71120 w 223520"/>
              <a:gd name="connsiteY38" fmla="*/ 120650 h 264159"/>
              <a:gd name="connsiteX39" fmla="*/ 50800 w 223520"/>
              <a:gd name="connsiteY39" fmla="*/ 120650 h 264159"/>
              <a:gd name="connsiteX40" fmla="*/ 50800 w 223520"/>
              <a:gd name="connsiteY40" fmla="*/ 100330 h 264159"/>
              <a:gd name="connsiteX41" fmla="*/ 71120 w 223520"/>
              <a:gd name="connsiteY41" fmla="*/ 100330 h 264159"/>
              <a:gd name="connsiteX42" fmla="*/ 39370 w 223520"/>
              <a:gd name="connsiteY42" fmla="*/ 212090 h 264159"/>
              <a:gd name="connsiteX43" fmla="*/ 39370 w 223520"/>
              <a:gd name="connsiteY43" fmla="*/ 156210 h 264159"/>
              <a:gd name="connsiteX44" fmla="*/ 49530 w 223520"/>
              <a:gd name="connsiteY44" fmla="*/ 156210 h 264159"/>
              <a:gd name="connsiteX45" fmla="*/ 58420 w 223520"/>
              <a:gd name="connsiteY45" fmla="*/ 156210 h 264159"/>
              <a:gd name="connsiteX46" fmla="*/ 69850 w 223520"/>
              <a:gd name="connsiteY46" fmla="*/ 157480 h 264159"/>
              <a:gd name="connsiteX47" fmla="*/ 77470 w 223520"/>
              <a:gd name="connsiteY47" fmla="*/ 161290 h 264159"/>
              <a:gd name="connsiteX48" fmla="*/ 81280 w 223520"/>
              <a:gd name="connsiteY48" fmla="*/ 167640 h 264159"/>
              <a:gd name="connsiteX49" fmla="*/ 82550 w 223520"/>
              <a:gd name="connsiteY49" fmla="*/ 175260 h 264159"/>
              <a:gd name="connsiteX50" fmla="*/ 82550 w 223520"/>
              <a:gd name="connsiteY50" fmla="*/ 181610 h 264159"/>
              <a:gd name="connsiteX51" fmla="*/ 81280 w 223520"/>
              <a:gd name="connsiteY51" fmla="*/ 186690 h 264159"/>
              <a:gd name="connsiteX52" fmla="*/ 78740 w 223520"/>
              <a:gd name="connsiteY52" fmla="*/ 190500 h 264159"/>
              <a:gd name="connsiteX53" fmla="*/ 74930 w 223520"/>
              <a:gd name="connsiteY53" fmla="*/ 193040 h 264159"/>
              <a:gd name="connsiteX54" fmla="*/ 88900 w 223520"/>
              <a:gd name="connsiteY54" fmla="*/ 213360 h 264159"/>
              <a:gd name="connsiteX55" fmla="*/ 72390 w 223520"/>
              <a:gd name="connsiteY55" fmla="*/ 213360 h 264159"/>
              <a:gd name="connsiteX56" fmla="*/ 59690 w 223520"/>
              <a:gd name="connsiteY56" fmla="*/ 194310 h 264159"/>
              <a:gd name="connsiteX57" fmla="*/ 52070 w 223520"/>
              <a:gd name="connsiteY57" fmla="*/ 194310 h 264159"/>
              <a:gd name="connsiteX58" fmla="*/ 52070 w 223520"/>
              <a:gd name="connsiteY58" fmla="*/ 213360 h 264159"/>
              <a:gd name="connsiteX59" fmla="*/ 39370 w 223520"/>
              <a:gd name="connsiteY59" fmla="*/ 213360 h 264159"/>
              <a:gd name="connsiteX60" fmla="*/ 58420 w 223520"/>
              <a:gd name="connsiteY60" fmla="*/ 182880 h 264159"/>
              <a:gd name="connsiteX61" fmla="*/ 66040 w 223520"/>
              <a:gd name="connsiteY61" fmla="*/ 181610 h 264159"/>
              <a:gd name="connsiteX62" fmla="*/ 68580 w 223520"/>
              <a:gd name="connsiteY62" fmla="*/ 175260 h 264159"/>
              <a:gd name="connsiteX63" fmla="*/ 68580 w 223520"/>
              <a:gd name="connsiteY63" fmla="*/ 171450 h 264159"/>
              <a:gd name="connsiteX64" fmla="*/ 67310 w 223520"/>
              <a:gd name="connsiteY64" fmla="*/ 168910 h 264159"/>
              <a:gd name="connsiteX65" fmla="*/ 64770 w 223520"/>
              <a:gd name="connsiteY65" fmla="*/ 167640 h 264159"/>
              <a:gd name="connsiteX66" fmla="*/ 59690 w 223520"/>
              <a:gd name="connsiteY66" fmla="*/ 167640 h 264159"/>
              <a:gd name="connsiteX67" fmla="*/ 57150 w 223520"/>
              <a:gd name="connsiteY67" fmla="*/ 167640 h 264159"/>
              <a:gd name="connsiteX68" fmla="*/ 54610 w 223520"/>
              <a:gd name="connsiteY68" fmla="*/ 167640 h 264159"/>
              <a:gd name="connsiteX69" fmla="*/ 54610 w 223520"/>
              <a:gd name="connsiteY69" fmla="*/ 182880 h 264159"/>
              <a:gd name="connsiteX70" fmla="*/ 58420 w 223520"/>
              <a:gd name="connsiteY70" fmla="*/ 182880 h 264159"/>
              <a:gd name="connsiteX71" fmla="*/ 121920 w 223520"/>
              <a:gd name="connsiteY71" fmla="*/ 200660 h 264159"/>
              <a:gd name="connsiteX72" fmla="*/ 104140 w 223520"/>
              <a:gd name="connsiteY72" fmla="*/ 200660 h 264159"/>
              <a:gd name="connsiteX73" fmla="*/ 100330 w 223520"/>
              <a:gd name="connsiteY73" fmla="*/ 212090 h 264159"/>
              <a:gd name="connsiteX74" fmla="*/ 87630 w 223520"/>
              <a:gd name="connsiteY74" fmla="*/ 212090 h 264159"/>
              <a:gd name="connsiteX75" fmla="*/ 105410 w 223520"/>
              <a:gd name="connsiteY75" fmla="*/ 156210 h 264159"/>
              <a:gd name="connsiteX76" fmla="*/ 120650 w 223520"/>
              <a:gd name="connsiteY76" fmla="*/ 156210 h 264159"/>
              <a:gd name="connsiteX77" fmla="*/ 138430 w 223520"/>
              <a:gd name="connsiteY77" fmla="*/ 212090 h 264159"/>
              <a:gd name="connsiteX78" fmla="*/ 124460 w 223520"/>
              <a:gd name="connsiteY78" fmla="*/ 212090 h 264159"/>
              <a:gd name="connsiteX79" fmla="*/ 121920 w 223520"/>
              <a:gd name="connsiteY79" fmla="*/ 200660 h 264159"/>
              <a:gd name="connsiteX80" fmla="*/ 106680 w 223520"/>
              <a:gd name="connsiteY80" fmla="*/ 189230 h 264159"/>
              <a:gd name="connsiteX81" fmla="*/ 118110 w 223520"/>
              <a:gd name="connsiteY81" fmla="*/ 189230 h 264159"/>
              <a:gd name="connsiteX82" fmla="*/ 111760 w 223520"/>
              <a:gd name="connsiteY82" fmla="*/ 168910 h 264159"/>
              <a:gd name="connsiteX83" fmla="*/ 106680 w 223520"/>
              <a:gd name="connsiteY83" fmla="*/ 189230 h 264159"/>
              <a:gd name="connsiteX84" fmla="*/ 142240 w 223520"/>
              <a:gd name="connsiteY84" fmla="*/ 156210 h 264159"/>
              <a:gd name="connsiteX85" fmla="*/ 142240 w 223520"/>
              <a:gd name="connsiteY85" fmla="*/ 212090 h 264159"/>
              <a:gd name="connsiteX86" fmla="*/ 154940 w 223520"/>
              <a:gd name="connsiteY86" fmla="*/ 212090 h 264159"/>
              <a:gd name="connsiteX87" fmla="*/ 154940 w 223520"/>
              <a:gd name="connsiteY87" fmla="*/ 193040 h 264159"/>
              <a:gd name="connsiteX88" fmla="*/ 162560 w 223520"/>
              <a:gd name="connsiteY88" fmla="*/ 193040 h 264159"/>
              <a:gd name="connsiteX89" fmla="*/ 175260 w 223520"/>
              <a:gd name="connsiteY89" fmla="*/ 212090 h 264159"/>
              <a:gd name="connsiteX90" fmla="*/ 189230 w 223520"/>
              <a:gd name="connsiteY90" fmla="*/ 212090 h 264159"/>
              <a:gd name="connsiteX91" fmla="*/ 175260 w 223520"/>
              <a:gd name="connsiteY91" fmla="*/ 191770 h 264159"/>
              <a:gd name="connsiteX92" fmla="*/ 179070 w 223520"/>
              <a:gd name="connsiteY92" fmla="*/ 189230 h 264159"/>
              <a:gd name="connsiteX93" fmla="*/ 181610 w 223520"/>
              <a:gd name="connsiteY93" fmla="*/ 185420 h 264159"/>
              <a:gd name="connsiteX94" fmla="*/ 182880 w 223520"/>
              <a:gd name="connsiteY94" fmla="*/ 180340 h 264159"/>
              <a:gd name="connsiteX95" fmla="*/ 182880 w 223520"/>
              <a:gd name="connsiteY95" fmla="*/ 173990 h 264159"/>
              <a:gd name="connsiteX96" fmla="*/ 181610 w 223520"/>
              <a:gd name="connsiteY96" fmla="*/ 166370 h 264159"/>
              <a:gd name="connsiteX97" fmla="*/ 177800 w 223520"/>
              <a:gd name="connsiteY97" fmla="*/ 160020 h 264159"/>
              <a:gd name="connsiteX98" fmla="*/ 170180 w 223520"/>
              <a:gd name="connsiteY98" fmla="*/ 156210 h 264159"/>
              <a:gd name="connsiteX99" fmla="*/ 158750 w 223520"/>
              <a:gd name="connsiteY99" fmla="*/ 154940 h 264159"/>
              <a:gd name="connsiteX100" fmla="*/ 149860 w 223520"/>
              <a:gd name="connsiteY100" fmla="*/ 154940 h 264159"/>
              <a:gd name="connsiteX101" fmla="*/ 142240 w 223520"/>
              <a:gd name="connsiteY101" fmla="*/ 156210 h 264159"/>
              <a:gd name="connsiteX102" fmla="*/ 168910 w 223520"/>
              <a:gd name="connsiteY102" fmla="*/ 181610 h 264159"/>
              <a:gd name="connsiteX103" fmla="*/ 161290 w 223520"/>
              <a:gd name="connsiteY103" fmla="*/ 182880 h 264159"/>
              <a:gd name="connsiteX104" fmla="*/ 154940 w 223520"/>
              <a:gd name="connsiteY104" fmla="*/ 182880 h 264159"/>
              <a:gd name="connsiteX105" fmla="*/ 154940 w 223520"/>
              <a:gd name="connsiteY105" fmla="*/ 167640 h 264159"/>
              <a:gd name="connsiteX106" fmla="*/ 157480 w 223520"/>
              <a:gd name="connsiteY106" fmla="*/ 167640 h 264159"/>
              <a:gd name="connsiteX107" fmla="*/ 160020 w 223520"/>
              <a:gd name="connsiteY107" fmla="*/ 167640 h 264159"/>
              <a:gd name="connsiteX108" fmla="*/ 165100 w 223520"/>
              <a:gd name="connsiteY108" fmla="*/ 167640 h 264159"/>
              <a:gd name="connsiteX109" fmla="*/ 167640 w 223520"/>
              <a:gd name="connsiteY109" fmla="*/ 168910 h 264159"/>
              <a:gd name="connsiteX110" fmla="*/ 168910 w 223520"/>
              <a:gd name="connsiteY110" fmla="*/ 171450 h 264159"/>
              <a:gd name="connsiteX111" fmla="*/ 168910 w 223520"/>
              <a:gd name="connsiteY111" fmla="*/ 175260 h 264159"/>
              <a:gd name="connsiteX112" fmla="*/ 168910 w 223520"/>
              <a:gd name="connsiteY112" fmla="*/ 18161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223520" h="264159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93040" y="0"/>
                </a:lnTo>
                <a:cubicBezTo>
                  <a:pt x="209550" y="0"/>
                  <a:pt x="223520" y="13970"/>
                  <a:pt x="223520" y="30480"/>
                </a:cubicBezTo>
                <a:lnTo>
                  <a:pt x="223520" y="233680"/>
                </a:lnTo>
                <a:cubicBezTo>
                  <a:pt x="223520" y="250190"/>
                  <a:pt x="209550" y="264160"/>
                  <a:pt x="193040" y="264160"/>
                </a:cubicBezTo>
                <a:lnTo>
                  <a:pt x="30480" y="264160"/>
                </a:lnTo>
                <a:cubicBezTo>
                  <a:pt x="13970" y="264160"/>
                  <a:pt x="0" y="250190"/>
                  <a:pt x="0" y="23368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93040" y="243840"/>
                </a:lnTo>
                <a:cubicBezTo>
                  <a:pt x="198120" y="243840"/>
                  <a:pt x="203200" y="238760"/>
                  <a:pt x="203200" y="233680"/>
                </a:cubicBezTo>
                <a:lnTo>
                  <a:pt x="203200" y="30480"/>
                </a:lnTo>
                <a:cubicBezTo>
                  <a:pt x="203200" y="25400"/>
                  <a:pt x="198120" y="20320"/>
                  <a:pt x="193040" y="20320"/>
                </a:cubicBezTo>
                <a:lnTo>
                  <a:pt x="71120" y="20320"/>
                </a:lnTo>
                <a:lnTo>
                  <a:pt x="71120" y="40640"/>
                </a:lnTo>
                <a:lnTo>
                  <a:pt x="50800" y="40640"/>
                </a:lnTo>
                <a:lnTo>
                  <a:pt x="50800" y="20320"/>
                </a:lnTo>
                <a:lnTo>
                  <a:pt x="30480" y="20320"/>
                </a:lnTo>
                <a:close/>
                <a:moveTo>
                  <a:pt x="71120" y="60960"/>
                </a:moveTo>
                <a:lnTo>
                  <a:pt x="71120" y="40640"/>
                </a:lnTo>
                <a:lnTo>
                  <a:pt x="91440" y="40640"/>
                </a:lnTo>
                <a:lnTo>
                  <a:pt x="91440" y="60960"/>
                </a:lnTo>
                <a:lnTo>
                  <a:pt x="71120" y="60960"/>
                </a:lnTo>
                <a:close/>
                <a:moveTo>
                  <a:pt x="71120" y="81280"/>
                </a:moveTo>
                <a:lnTo>
                  <a:pt x="50800" y="81280"/>
                </a:lnTo>
                <a:lnTo>
                  <a:pt x="50800" y="60960"/>
                </a:lnTo>
                <a:lnTo>
                  <a:pt x="71120" y="60960"/>
                </a:lnTo>
                <a:lnTo>
                  <a:pt x="71120" y="81280"/>
                </a:lnTo>
                <a:close/>
                <a:moveTo>
                  <a:pt x="71120" y="100330"/>
                </a:moveTo>
                <a:lnTo>
                  <a:pt x="91440" y="100330"/>
                </a:lnTo>
                <a:lnTo>
                  <a:pt x="91440" y="80010"/>
                </a:lnTo>
                <a:lnTo>
                  <a:pt x="71120" y="80010"/>
                </a:lnTo>
                <a:lnTo>
                  <a:pt x="71120" y="100330"/>
                </a:lnTo>
                <a:close/>
                <a:moveTo>
                  <a:pt x="71120" y="100330"/>
                </a:moveTo>
                <a:lnTo>
                  <a:pt x="71120" y="120650"/>
                </a:lnTo>
                <a:lnTo>
                  <a:pt x="50800" y="120650"/>
                </a:lnTo>
                <a:lnTo>
                  <a:pt x="50800" y="100330"/>
                </a:lnTo>
                <a:lnTo>
                  <a:pt x="71120" y="100330"/>
                </a:lnTo>
                <a:close/>
                <a:moveTo>
                  <a:pt x="39370" y="212090"/>
                </a:moveTo>
                <a:lnTo>
                  <a:pt x="39370" y="156210"/>
                </a:lnTo>
                <a:cubicBezTo>
                  <a:pt x="43180" y="156210"/>
                  <a:pt x="45720" y="156210"/>
                  <a:pt x="49530" y="156210"/>
                </a:cubicBezTo>
                <a:cubicBezTo>
                  <a:pt x="52070" y="156210"/>
                  <a:pt x="55880" y="156210"/>
                  <a:pt x="58420" y="156210"/>
                </a:cubicBezTo>
                <a:cubicBezTo>
                  <a:pt x="63500" y="156210"/>
                  <a:pt x="66040" y="156210"/>
                  <a:pt x="69850" y="157480"/>
                </a:cubicBezTo>
                <a:cubicBezTo>
                  <a:pt x="72390" y="158750"/>
                  <a:pt x="74930" y="160020"/>
                  <a:pt x="77470" y="161290"/>
                </a:cubicBezTo>
                <a:cubicBezTo>
                  <a:pt x="78740" y="162560"/>
                  <a:pt x="80010" y="165100"/>
                  <a:pt x="81280" y="167640"/>
                </a:cubicBezTo>
                <a:cubicBezTo>
                  <a:pt x="82550" y="170180"/>
                  <a:pt x="82550" y="172720"/>
                  <a:pt x="82550" y="175260"/>
                </a:cubicBezTo>
                <a:cubicBezTo>
                  <a:pt x="82550" y="177800"/>
                  <a:pt x="82550" y="179070"/>
                  <a:pt x="82550" y="181610"/>
                </a:cubicBezTo>
                <a:cubicBezTo>
                  <a:pt x="82550" y="182880"/>
                  <a:pt x="81280" y="185420"/>
                  <a:pt x="81280" y="186690"/>
                </a:cubicBezTo>
                <a:cubicBezTo>
                  <a:pt x="80010" y="187960"/>
                  <a:pt x="80010" y="189230"/>
                  <a:pt x="78740" y="190500"/>
                </a:cubicBezTo>
                <a:cubicBezTo>
                  <a:pt x="77470" y="191770"/>
                  <a:pt x="76200" y="193040"/>
                  <a:pt x="74930" y="193040"/>
                </a:cubicBezTo>
                <a:lnTo>
                  <a:pt x="88900" y="213360"/>
                </a:lnTo>
                <a:lnTo>
                  <a:pt x="72390" y="213360"/>
                </a:lnTo>
                <a:lnTo>
                  <a:pt x="59690" y="194310"/>
                </a:lnTo>
                <a:lnTo>
                  <a:pt x="52070" y="194310"/>
                </a:lnTo>
                <a:lnTo>
                  <a:pt x="52070" y="213360"/>
                </a:lnTo>
                <a:lnTo>
                  <a:pt x="39370" y="213360"/>
                </a:lnTo>
                <a:close/>
                <a:moveTo>
                  <a:pt x="58420" y="182880"/>
                </a:moveTo>
                <a:cubicBezTo>
                  <a:pt x="62230" y="182880"/>
                  <a:pt x="64770" y="182880"/>
                  <a:pt x="66040" y="181610"/>
                </a:cubicBezTo>
                <a:cubicBezTo>
                  <a:pt x="67310" y="180340"/>
                  <a:pt x="68580" y="177800"/>
                  <a:pt x="68580" y="175260"/>
                </a:cubicBezTo>
                <a:cubicBezTo>
                  <a:pt x="68580" y="173990"/>
                  <a:pt x="68580" y="172720"/>
                  <a:pt x="68580" y="171450"/>
                </a:cubicBezTo>
                <a:cubicBezTo>
                  <a:pt x="68580" y="170180"/>
                  <a:pt x="67310" y="170180"/>
                  <a:pt x="67310" y="168910"/>
                </a:cubicBezTo>
                <a:cubicBezTo>
                  <a:pt x="66040" y="167640"/>
                  <a:pt x="66040" y="167640"/>
                  <a:pt x="64770" y="167640"/>
                </a:cubicBezTo>
                <a:cubicBezTo>
                  <a:pt x="63500" y="167640"/>
                  <a:pt x="62230" y="167640"/>
                  <a:pt x="59690" y="167640"/>
                </a:cubicBezTo>
                <a:cubicBezTo>
                  <a:pt x="58420" y="167640"/>
                  <a:pt x="57150" y="167640"/>
                  <a:pt x="57150" y="167640"/>
                </a:cubicBezTo>
                <a:cubicBezTo>
                  <a:pt x="55880" y="167640"/>
                  <a:pt x="55880" y="167640"/>
                  <a:pt x="54610" y="167640"/>
                </a:cubicBezTo>
                <a:lnTo>
                  <a:pt x="54610" y="182880"/>
                </a:lnTo>
                <a:lnTo>
                  <a:pt x="58420" y="182880"/>
                </a:lnTo>
                <a:close/>
                <a:moveTo>
                  <a:pt x="121920" y="200660"/>
                </a:moveTo>
                <a:lnTo>
                  <a:pt x="104140" y="200660"/>
                </a:lnTo>
                <a:lnTo>
                  <a:pt x="100330" y="212090"/>
                </a:lnTo>
                <a:lnTo>
                  <a:pt x="87630" y="212090"/>
                </a:lnTo>
                <a:lnTo>
                  <a:pt x="105410" y="156210"/>
                </a:lnTo>
                <a:lnTo>
                  <a:pt x="120650" y="156210"/>
                </a:lnTo>
                <a:lnTo>
                  <a:pt x="138430" y="212090"/>
                </a:lnTo>
                <a:lnTo>
                  <a:pt x="124460" y="212090"/>
                </a:lnTo>
                <a:lnTo>
                  <a:pt x="121920" y="200660"/>
                </a:lnTo>
                <a:close/>
                <a:moveTo>
                  <a:pt x="106680" y="189230"/>
                </a:moveTo>
                <a:lnTo>
                  <a:pt x="118110" y="189230"/>
                </a:lnTo>
                <a:lnTo>
                  <a:pt x="111760" y="168910"/>
                </a:lnTo>
                <a:lnTo>
                  <a:pt x="106680" y="189230"/>
                </a:lnTo>
                <a:close/>
                <a:moveTo>
                  <a:pt x="142240" y="156210"/>
                </a:moveTo>
                <a:lnTo>
                  <a:pt x="142240" y="212090"/>
                </a:lnTo>
                <a:lnTo>
                  <a:pt x="154940" y="212090"/>
                </a:lnTo>
                <a:lnTo>
                  <a:pt x="154940" y="193040"/>
                </a:lnTo>
                <a:lnTo>
                  <a:pt x="162560" y="193040"/>
                </a:lnTo>
                <a:lnTo>
                  <a:pt x="175260" y="212090"/>
                </a:lnTo>
                <a:lnTo>
                  <a:pt x="189230" y="212090"/>
                </a:lnTo>
                <a:lnTo>
                  <a:pt x="175260" y="191770"/>
                </a:lnTo>
                <a:cubicBezTo>
                  <a:pt x="176530" y="190500"/>
                  <a:pt x="177800" y="190500"/>
                  <a:pt x="179070" y="189230"/>
                </a:cubicBezTo>
                <a:cubicBezTo>
                  <a:pt x="180340" y="187960"/>
                  <a:pt x="181610" y="186690"/>
                  <a:pt x="181610" y="185420"/>
                </a:cubicBezTo>
                <a:cubicBezTo>
                  <a:pt x="182880" y="184150"/>
                  <a:pt x="182880" y="182880"/>
                  <a:pt x="182880" y="180340"/>
                </a:cubicBezTo>
                <a:cubicBezTo>
                  <a:pt x="182880" y="179070"/>
                  <a:pt x="182880" y="176530"/>
                  <a:pt x="182880" y="173990"/>
                </a:cubicBezTo>
                <a:cubicBezTo>
                  <a:pt x="182880" y="171450"/>
                  <a:pt x="182880" y="167640"/>
                  <a:pt x="181610" y="166370"/>
                </a:cubicBezTo>
                <a:cubicBezTo>
                  <a:pt x="180340" y="163830"/>
                  <a:pt x="179070" y="162560"/>
                  <a:pt x="177800" y="160020"/>
                </a:cubicBezTo>
                <a:cubicBezTo>
                  <a:pt x="176530" y="158750"/>
                  <a:pt x="173990" y="157480"/>
                  <a:pt x="170180" y="156210"/>
                </a:cubicBezTo>
                <a:cubicBezTo>
                  <a:pt x="167640" y="154940"/>
                  <a:pt x="163830" y="154940"/>
                  <a:pt x="158750" y="154940"/>
                </a:cubicBezTo>
                <a:cubicBezTo>
                  <a:pt x="154940" y="154940"/>
                  <a:pt x="152400" y="154940"/>
                  <a:pt x="149860" y="154940"/>
                </a:cubicBezTo>
                <a:cubicBezTo>
                  <a:pt x="149860" y="156210"/>
                  <a:pt x="146050" y="156210"/>
                  <a:pt x="142240" y="156210"/>
                </a:cubicBezTo>
                <a:close/>
                <a:moveTo>
                  <a:pt x="168910" y="181610"/>
                </a:moveTo>
                <a:cubicBezTo>
                  <a:pt x="167640" y="182880"/>
                  <a:pt x="165100" y="182880"/>
                  <a:pt x="161290" y="182880"/>
                </a:cubicBezTo>
                <a:lnTo>
                  <a:pt x="154940" y="182880"/>
                </a:lnTo>
                <a:lnTo>
                  <a:pt x="154940" y="167640"/>
                </a:lnTo>
                <a:cubicBezTo>
                  <a:pt x="156210" y="167640"/>
                  <a:pt x="157480" y="167640"/>
                  <a:pt x="157480" y="167640"/>
                </a:cubicBezTo>
                <a:cubicBezTo>
                  <a:pt x="158750" y="167640"/>
                  <a:pt x="158750" y="167640"/>
                  <a:pt x="160020" y="167640"/>
                </a:cubicBezTo>
                <a:cubicBezTo>
                  <a:pt x="162560" y="167640"/>
                  <a:pt x="163830" y="167640"/>
                  <a:pt x="165100" y="167640"/>
                </a:cubicBezTo>
                <a:cubicBezTo>
                  <a:pt x="166370" y="167640"/>
                  <a:pt x="167640" y="168910"/>
                  <a:pt x="167640" y="168910"/>
                </a:cubicBezTo>
                <a:cubicBezTo>
                  <a:pt x="168910" y="168910"/>
                  <a:pt x="168910" y="170180"/>
                  <a:pt x="168910" y="171450"/>
                </a:cubicBezTo>
                <a:cubicBezTo>
                  <a:pt x="168910" y="172720"/>
                  <a:pt x="168910" y="173990"/>
                  <a:pt x="168910" y="175260"/>
                </a:cubicBezTo>
                <a:cubicBezTo>
                  <a:pt x="171450" y="177800"/>
                  <a:pt x="170180" y="180340"/>
                  <a:pt x="168910" y="18161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52" name="Полилиния: фигура 331">
            <a:extLst>
              <a:ext uri="{FF2B5EF4-FFF2-40B4-BE49-F238E27FC236}">
                <a16:creationId xmlns:a16="http://schemas.microsoft.com/office/drawing/2014/main" id="{1AA12524-D08C-A610-B493-7A9B76FD9D66}"/>
              </a:ext>
            </a:extLst>
          </p:cNvPr>
          <p:cNvSpPr/>
          <p:nvPr/>
        </p:nvSpPr>
        <p:spPr>
          <a:xfrm>
            <a:off x="4452982" y="3525637"/>
            <a:ext cx="223520" cy="264159"/>
          </a:xfrm>
          <a:custGeom>
            <a:avLst/>
            <a:gdLst>
              <a:gd name="connsiteX0" fmla="*/ 30480 w 223520"/>
              <a:gd name="connsiteY0" fmla="*/ 0 h 264159"/>
              <a:gd name="connsiteX1" fmla="*/ 0 w 223520"/>
              <a:gd name="connsiteY1" fmla="*/ 30480 h 264159"/>
              <a:gd name="connsiteX2" fmla="*/ 0 w 223520"/>
              <a:gd name="connsiteY2" fmla="*/ 233680 h 264159"/>
              <a:gd name="connsiteX3" fmla="*/ 30480 w 223520"/>
              <a:gd name="connsiteY3" fmla="*/ 264160 h 264159"/>
              <a:gd name="connsiteX4" fmla="*/ 193040 w 223520"/>
              <a:gd name="connsiteY4" fmla="*/ 264160 h 264159"/>
              <a:gd name="connsiteX5" fmla="*/ 223520 w 223520"/>
              <a:gd name="connsiteY5" fmla="*/ 233680 h 264159"/>
              <a:gd name="connsiteX6" fmla="*/ 223520 w 223520"/>
              <a:gd name="connsiteY6" fmla="*/ 30480 h 264159"/>
              <a:gd name="connsiteX7" fmla="*/ 193040 w 223520"/>
              <a:gd name="connsiteY7" fmla="*/ 0 h 264159"/>
              <a:gd name="connsiteX8" fmla="*/ 30480 w 223520"/>
              <a:gd name="connsiteY8" fmla="*/ 0 h 264159"/>
              <a:gd name="connsiteX9" fmla="*/ 20320 w 223520"/>
              <a:gd name="connsiteY9" fmla="*/ 30480 h 264159"/>
              <a:gd name="connsiteX10" fmla="*/ 30480 w 223520"/>
              <a:gd name="connsiteY10" fmla="*/ 20320 h 264159"/>
              <a:gd name="connsiteX11" fmla="*/ 193040 w 223520"/>
              <a:gd name="connsiteY11" fmla="*/ 20320 h 264159"/>
              <a:gd name="connsiteX12" fmla="*/ 203200 w 223520"/>
              <a:gd name="connsiteY12" fmla="*/ 30480 h 264159"/>
              <a:gd name="connsiteX13" fmla="*/ 203200 w 223520"/>
              <a:gd name="connsiteY13" fmla="*/ 233680 h 264159"/>
              <a:gd name="connsiteX14" fmla="*/ 193040 w 223520"/>
              <a:gd name="connsiteY14" fmla="*/ 243840 h 264159"/>
              <a:gd name="connsiteX15" fmla="*/ 30480 w 223520"/>
              <a:gd name="connsiteY15" fmla="*/ 243840 h 264159"/>
              <a:gd name="connsiteX16" fmla="*/ 20320 w 223520"/>
              <a:gd name="connsiteY16" fmla="*/ 233680 h 264159"/>
              <a:gd name="connsiteX17" fmla="*/ 20320 w 223520"/>
              <a:gd name="connsiteY17" fmla="*/ 30480 h 264159"/>
              <a:gd name="connsiteX18" fmla="*/ 172720 w 223520"/>
              <a:gd name="connsiteY18" fmla="*/ 121920 h 264159"/>
              <a:gd name="connsiteX19" fmla="*/ 50800 w 223520"/>
              <a:gd name="connsiteY19" fmla="*/ 121920 h 264159"/>
              <a:gd name="connsiteX20" fmla="*/ 50800 w 223520"/>
              <a:gd name="connsiteY20" fmla="*/ 101600 h 264159"/>
              <a:gd name="connsiteX21" fmla="*/ 172720 w 223520"/>
              <a:gd name="connsiteY21" fmla="*/ 101600 h 264159"/>
              <a:gd name="connsiteX22" fmla="*/ 172720 w 223520"/>
              <a:gd name="connsiteY22" fmla="*/ 121920 h 264159"/>
              <a:gd name="connsiteX23" fmla="*/ 50800 w 223520"/>
              <a:gd name="connsiteY23" fmla="*/ 81280 h 264159"/>
              <a:gd name="connsiteX24" fmla="*/ 172720 w 223520"/>
              <a:gd name="connsiteY24" fmla="*/ 81280 h 264159"/>
              <a:gd name="connsiteX25" fmla="*/ 172720 w 223520"/>
              <a:gd name="connsiteY25" fmla="*/ 60960 h 264159"/>
              <a:gd name="connsiteX26" fmla="*/ 50800 w 223520"/>
              <a:gd name="connsiteY26" fmla="*/ 60960 h 264159"/>
              <a:gd name="connsiteX27" fmla="*/ 50800 w 223520"/>
              <a:gd name="connsiteY27" fmla="*/ 81280 h 264159"/>
              <a:gd name="connsiteX28" fmla="*/ 111760 w 223520"/>
              <a:gd name="connsiteY28" fmla="*/ 214630 h 264159"/>
              <a:gd name="connsiteX29" fmla="*/ 124460 w 223520"/>
              <a:gd name="connsiteY29" fmla="*/ 176530 h 264159"/>
              <a:gd name="connsiteX30" fmla="*/ 138430 w 223520"/>
              <a:gd name="connsiteY30" fmla="*/ 198120 h 264159"/>
              <a:gd name="connsiteX31" fmla="*/ 147320 w 223520"/>
              <a:gd name="connsiteY31" fmla="*/ 203200 h 264159"/>
              <a:gd name="connsiteX32" fmla="*/ 162560 w 223520"/>
              <a:gd name="connsiteY32" fmla="*/ 203200 h 264159"/>
              <a:gd name="connsiteX33" fmla="*/ 172720 w 223520"/>
              <a:gd name="connsiteY33" fmla="*/ 193040 h 264159"/>
              <a:gd name="connsiteX34" fmla="*/ 162560 w 223520"/>
              <a:gd name="connsiteY34" fmla="*/ 182880 h 264159"/>
              <a:gd name="connsiteX35" fmla="*/ 152400 w 223520"/>
              <a:gd name="connsiteY35" fmla="*/ 182880 h 264159"/>
              <a:gd name="connsiteX36" fmla="*/ 130810 w 223520"/>
              <a:gd name="connsiteY36" fmla="*/ 148590 h 264159"/>
              <a:gd name="connsiteX37" fmla="*/ 110490 w 223520"/>
              <a:gd name="connsiteY37" fmla="*/ 151130 h 264159"/>
              <a:gd name="connsiteX38" fmla="*/ 97790 w 223520"/>
              <a:gd name="connsiteY38" fmla="*/ 190500 h 264159"/>
              <a:gd name="connsiteX39" fmla="*/ 88900 w 223520"/>
              <a:gd name="connsiteY39" fmla="*/ 177800 h 264159"/>
              <a:gd name="connsiteX40" fmla="*/ 80010 w 223520"/>
              <a:gd name="connsiteY40" fmla="*/ 172720 h 264159"/>
              <a:gd name="connsiteX41" fmla="*/ 59690 w 223520"/>
              <a:gd name="connsiteY41" fmla="*/ 172720 h 264159"/>
              <a:gd name="connsiteX42" fmla="*/ 49530 w 223520"/>
              <a:gd name="connsiteY42" fmla="*/ 182880 h 264159"/>
              <a:gd name="connsiteX43" fmla="*/ 59690 w 223520"/>
              <a:gd name="connsiteY43" fmla="*/ 193040 h 264159"/>
              <a:gd name="connsiteX44" fmla="*/ 74930 w 223520"/>
              <a:gd name="connsiteY44" fmla="*/ 193040 h 264159"/>
              <a:gd name="connsiteX45" fmla="*/ 91440 w 223520"/>
              <a:gd name="connsiteY45" fmla="*/ 217170 h 264159"/>
              <a:gd name="connsiteX46" fmla="*/ 111760 w 223520"/>
              <a:gd name="connsiteY46" fmla="*/ 21463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23520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233680"/>
                </a:lnTo>
                <a:cubicBezTo>
                  <a:pt x="203200" y="238760"/>
                  <a:pt x="198120" y="243840"/>
                  <a:pt x="19304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172720" y="121920"/>
                </a:moveTo>
                <a:lnTo>
                  <a:pt x="50800" y="121920"/>
                </a:lnTo>
                <a:lnTo>
                  <a:pt x="50800" y="101600"/>
                </a:lnTo>
                <a:lnTo>
                  <a:pt x="172720" y="101600"/>
                </a:lnTo>
                <a:lnTo>
                  <a:pt x="172720" y="121920"/>
                </a:lnTo>
                <a:close/>
                <a:moveTo>
                  <a:pt x="50800" y="81280"/>
                </a:moveTo>
                <a:lnTo>
                  <a:pt x="172720" y="81280"/>
                </a:lnTo>
                <a:lnTo>
                  <a:pt x="172720" y="60960"/>
                </a:lnTo>
                <a:lnTo>
                  <a:pt x="50800" y="60960"/>
                </a:lnTo>
                <a:lnTo>
                  <a:pt x="50800" y="81280"/>
                </a:lnTo>
                <a:close/>
                <a:moveTo>
                  <a:pt x="111760" y="214630"/>
                </a:moveTo>
                <a:lnTo>
                  <a:pt x="124460" y="176530"/>
                </a:lnTo>
                <a:lnTo>
                  <a:pt x="138430" y="198120"/>
                </a:lnTo>
                <a:cubicBezTo>
                  <a:pt x="140970" y="201930"/>
                  <a:pt x="143510" y="203200"/>
                  <a:pt x="147320" y="203200"/>
                </a:cubicBezTo>
                <a:lnTo>
                  <a:pt x="162560" y="203200"/>
                </a:lnTo>
                <a:cubicBezTo>
                  <a:pt x="167640" y="203200"/>
                  <a:pt x="172720" y="198120"/>
                  <a:pt x="172720" y="193040"/>
                </a:cubicBezTo>
                <a:cubicBezTo>
                  <a:pt x="172720" y="187960"/>
                  <a:pt x="167640" y="182880"/>
                  <a:pt x="162560" y="182880"/>
                </a:cubicBezTo>
                <a:lnTo>
                  <a:pt x="152400" y="182880"/>
                </a:lnTo>
                <a:lnTo>
                  <a:pt x="130810" y="148590"/>
                </a:lnTo>
                <a:cubicBezTo>
                  <a:pt x="125730" y="140970"/>
                  <a:pt x="114300" y="142240"/>
                  <a:pt x="110490" y="151130"/>
                </a:cubicBezTo>
                <a:lnTo>
                  <a:pt x="97790" y="190500"/>
                </a:lnTo>
                <a:lnTo>
                  <a:pt x="88900" y="177800"/>
                </a:lnTo>
                <a:cubicBezTo>
                  <a:pt x="86360" y="175260"/>
                  <a:pt x="83820" y="172720"/>
                  <a:pt x="80010" y="172720"/>
                </a:cubicBezTo>
                <a:lnTo>
                  <a:pt x="59690" y="172720"/>
                </a:lnTo>
                <a:cubicBezTo>
                  <a:pt x="54610" y="172720"/>
                  <a:pt x="49530" y="177800"/>
                  <a:pt x="49530" y="182880"/>
                </a:cubicBezTo>
                <a:cubicBezTo>
                  <a:pt x="49530" y="187960"/>
                  <a:pt x="54610" y="193040"/>
                  <a:pt x="59690" y="193040"/>
                </a:cubicBezTo>
                <a:lnTo>
                  <a:pt x="74930" y="193040"/>
                </a:lnTo>
                <a:lnTo>
                  <a:pt x="91440" y="217170"/>
                </a:lnTo>
                <a:cubicBezTo>
                  <a:pt x="97790" y="224790"/>
                  <a:pt x="109220" y="222250"/>
                  <a:pt x="111760" y="21463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53" name="Полилиния: фигура 334">
            <a:extLst>
              <a:ext uri="{FF2B5EF4-FFF2-40B4-BE49-F238E27FC236}">
                <a16:creationId xmlns:a16="http://schemas.microsoft.com/office/drawing/2014/main" id="{9D785DC7-066E-27F1-FBAA-D5DD28EE33B6}"/>
              </a:ext>
            </a:extLst>
          </p:cNvPr>
          <p:cNvSpPr/>
          <p:nvPr/>
        </p:nvSpPr>
        <p:spPr>
          <a:xfrm>
            <a:off x="5011782" y="3525637"/>
            <a:ext cx="223520" cy="264159"/>
          </a:xfrm>
          <a:custGeom>
            <a:avLst/>
            <a:gdLst>
              <a:gd name="connsiteX0" fmla="*/ 30480 w 223520"/>
              <a:gd name="connsiteY0" fmla="*/ 0 h 264159"/>
              <a:gd name="connsiteX1" fmla="*/ 0 w 223520"/>
              <a:gd name="connsiteY1" fmla="*/ 30480 h 264159"/>
              <a:gd name="connsiteX2" fmla="*/ 0 w 223520"/>
              <a:gd name="connsiteY2" fmla="*/ 233680 h 264159"/>
              <a:gd name="connsiteX3" fmla="*/ 30480 w 223520"/>
              <a:gd name="connsiteY3" fmla="*/ 264160 h 264159"/>
              <a:gd name="connsiteX4" fmla="*/ 193040 w 223520"/>
              <a:gd name="connsiteY4" fmla="*/ 264160 h 264159"/>
              <a:gd name="connsiteX5" fmla="*/ 223520 w 223520"/>
              <a:gd name="connsiteY5" fmla="*/ 233680 h 264159"/>
              <a:gd name="connsiteX6" fmla="*/ 223520 w 223520"/>
              <a:gd name="connsiteY6" fmla="*/ 30480 h 264159"/>
              <a:gd name="connsiteX7" fmla="*/ 193040 w 223520"/>
              <a:gd name="connsiteY7" fmla="*/ 0 h 264159"/>
              <a:gd name="connsiteX8" fmla="*/ 30480 w 223520"/>
              <a:gd name="connsiteY8" fmla="*/ 0 h 264159"/>
              <a:gd name="connsiteX9" fmla="*/ 20320 w 223520"/>
              <a:gd name="connsiteY9" fmla="*/ 30480 h 264159"/>
              <a:gd name="connsiteX10" fmla="*/ 30480 w 223520"/>
              <a:gd name="connsiteY10" fmla="*/ 20320 h 264159"/>
              <a:gd name="connsiteX11" fmla="*/ 193040 w 223520"/>
              <a:gd name="connsiteY11" fmla="*/ 20320 h 264159"/>
              <a:gd name="connsiteX12" fmla="*/ 203200 w 223520"/>
              <a:gd name="connsiteY12" fmla="*/ 30480 h 264159"/>
              <a:gd name="connsiteX13" fmla="*/ 203200 w 223520"/>
              <a:gd name="connsiteY13" fmla="*/ 233680 h 264159"/>
              <a:gd name="connsiteX14" fmla="*/ 193040 w 223520"/>
              <a:gd name="connsiteY14" fmla="*/ 243840 h 264159"/>
              <a:gd name="connsiteX15" fmla="*/ 30480 w 223520"/>
              <a:gd name="connsiteY15" fmla="*/ 243840 h 264159"/>
              <a:gd name="connsiteX16" fmla="*/ 20320 w 223520"/>
              <a:gd name="connsiteY16" fmla="*/ 233680 h 264159"/>
              <a:gd name="connsiteX17" fmla="*/ 20320 w 223520"/>
              <a:gd name="connsiteY17" fmla="*/ 30480 h 264159"/>
              <a:gd name="connsiteX18" fmla="*/ 121920 w 223520"/>
              <a:gd name="connsiteY18" fmla="*/ 203200 h 264159"/>
              <a:gd name="connsiteX19" fmla="*/ 50800 w 223520"/>
              <a:gd name="connsiteY19" fmla="*/ 203200 h 264159"/>
              <a:gd name="connsiteX20" fmla="*/ 50800 w 223520"/>
              <a:gd name="connsiteY20" fmla="*/ 182880 h 264159"/>
              <a:gd name="connsiteX21" fmla="*/ 121920 w 223520"/>
              <a:gd name="connsiteY21" fmla="*/ 182880 h 264159"/>
              <a:gd name="connsiteX22" fmla="*/ 121920 w 223520"/>
              <a:gd name="connsiteY22" fmla="*/ 203200 h 264159"/>
              <a:gd name="connsiteX23" fmla="*/ 50800 w 223520"/>
              <a:gd name="connsiteY23" fmla="*/ 162560 h 264159"/>
              <a:gd name="connsiteX24" fmla="*/ 172720 w 223520"/>
              <a:gd name="connsiteY24" fmla="*/ 162560 h 264159"/>
              <a:gd name="connsiteX25" fmla="*/ 172720 w 223520"/>
              <a:gd name="connsiteY25" fmla="*/ 142240 h 264159"/>
              <a:gd name="connsiteX26" fmla="*/ 50800 w 223520"/>
              <a:gd name="connsiteY26" fmla="*/ 142240 h 264159"/>
              <a:gd name="connsiteX27" fmla="*/ 50800 w 223520"/>
              <a:gd name="connsiteY27" fmla="*/ 162560 h 264159"/>
              <a:gd name="connsiteX28" fmla="*/ 71120 w 223520"/>
              <a:gd name="connsiteY28" fmla="*/ 111760 h 264159"/>
              <a:gd name="connsiteX29" fmla="*/ 111760 w 223520"/>
              <a:gd name="connsiteY29" fmla="*/ 71120 h 264159"/>
              <a:gd name="connsiteX30" fmla="*/ 128270 w 223520"/>
              <a:gd name="connsiteY30" fmla="*/ 74930 h 264159"/>
              <a:gd name="connsiteX31" fmla="*/ 135890 w 223520"/>
              <a:gd name="connsiteY31" fmla="*/ 55880 h 264159"/>
              <a:gd name="connsiteX32" fmla="*/ 111760 w 223520"/>
              <a:gd name="connsiteY32" fmla="*/ 50800 h 264159"/>
              <a:gd name="connsiteX33" fmla="*/ 50800 w 223520"/>
              <a:gd name="connsiteY33" fmla="*/ 111760 h 264159"/>
              <a:gd name="connsiteX34" fmla="*/ 71120 w 223520"/>
              <a:gd name="connsiteY34" fmla="*/ 111760 h 264159"/>
              <a:gd name="connsiteX35" fmla="*/ 140970 w 223520"/>
              <a:gd name="connsiteY35" fmla="*/ 82550 h 264159"/>
              <a:gd name="connsiteX36" fmla="*/ 153670 w 223520"/>
              <a:gd name="connsiteY36" fmla="*/ 111760 h 264159"/>
              <a:gd name="connsiteX37" fmla="*/ 173990 w 223520"/>
              <a:gd name="connsiteY37" fmla="*/ 111760 h 264159"/>
              <a:gd name="connsiteX38" fmla="*/ 156210 w 223520"/>
              <a:gd name="connsiteY38" fmla="*/ 68580 h 264159"/>
              <a:gd name="connsiteX39" fmla="*/ 140970 w 223520"/>
              <a:gd name="connsiteY39" fmla="*/ 8255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23520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233680"/>
                </a:lnTo>
                <a:cubicBezTo>
                  <a:pt x="203200" y="238760"/>
                  <a:pt x="198120" y="243840"/>
                  <a:pt x="19304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121920" y="203200"/>
                </a:moveTo>
                <a:lnTo>
                  <a:pt x="50800" y="203200"/>
                </a:lnTo>
                <a:lnTo>
                  <a:pt x="50800" y="182880"/>
                </a:lnTo>
                <a:lnTo>
                  <a:pt x="121920" y="182880"/>
                </a:lnTo>
                <a:lnTo>
                  <a:pt x="121920" y="203200"/>
                </a:lnTo>
                <a:close/>
                <a:moveTo>
                  <a:pt x="50800" y="162560"/>
                </a:moveTo>
                <a:lnTo>
                  <a:pt x="172720" y="162560"/>
                </a:lnTo>
                <a:lnTo>
                  <a:pt x="172720" y="142240"/>
                </a:lnTo>
                <a:lnTo>
                  <a:pt x="50800" y="142240"/>
                </a:lnTo>
                <a:lnTo>
                  <a:pt x="50800" y="162560"/>
                </a:lnTo>
                <a:close/>
                <a:moveTo>
                  <a:pt x="71120" y="111760"/>
                </a:moveTo>
                <a:cubicBezTo>
                  <a:pt x="71120" y="88900"/>
                  <a:pt x="88900" y="71120"/>
                  <a:pt x="111760" y="71120"/>
                </a:cubicBezTo>
                <a:cubicBezTo>
                  <a:pt x="118110" y="71120"/>
                  <a:pt x="123190" y="72390"/>
                  <a:pt x="128270" y="74930"/>
                </a:cubicBezTo>
                <a:lnTo>
                  <a:pt x="135890" y="55880"/>
                </a:lnTo>
                <a:cubicBezTo>
                  <a:pt x="128270" y="52070"/>
                  <a:pt x="120650" y="50800"/>
                  <a:pt x="111760" y="50800"/>
                </a:cubicBezTo>
                <a:cubicBezTo>
                  <a:pt x="78740" y="50800"/>
                  <a:pt x="50800" y="77470"/>
                  <a:pt x="50800" y="111760"/>
                </a:cubicBezTo>
                <a:lnTo>
                  <a:pt x="71120" y="111760"/>
                </a:lnTo>
                <a:close/>
                <a:moveTo>
                  <a:pt x="140970" y="82550"/>
                </a:moveTo>
                <a:cubicBezTo>
                  <a:pt x="148590" y="90170"/>
                  <a:pt x="153670" y="100330"/>
                  <a:pt x="153670" y="111760"/>
                </a:cubicBezTo>
                <a:lnTo>
                  <a:pt x="173990" y="111760"/>
                </a:lnTo>
                <a:cubicBezTo>
                  <a:pt x="173990" y="95250"/>
                  <a:pt x="166370" y="78740"/>
                  <a:pt x="156210" y="68580"/>
                </a:cubicBezTo>
                <a:lnTo>
                  <a:pt x="140970" y="8255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54" name="Полилиния: фигура 337">
            <a:extLst>
              <a:ext uri="{FF2B5EF4-FFF2-40B4-BE49-F238E27FC236}">
                <a16:creationId xmlns:a16="http://schemas.microsoft.com/office/drawing/2014/main" id="{2F26FC8A-6AE3-DDAE-0236-0171D5108922}"/>
              </a:ext>
            </a:extLst>
          </p:cNvPr>
          <p:cNvSpPr/>
          <p:nvPr/>
        </p:nvSpPr>
        <p:spPr>
          <a:xfrm>
            <a:off x="11142528" y="3526271"/>
            <a:ext cx="263068" cy="261801"/>
          </a:xfrm>
          <a:custGeom>
            <a:avLst/>
            <a:gdLst>
              <a:gd name="connsiteX0" fmla="*/ 209093 w 263068"/>
              <a:gd name="connsiteY0" fmla="*/ 5715 h 261801"/>
              <a:gd name="connsiteX1" fmla="*/ 179883 w 263068"/>
              <a:gd name="connsiteY1" fmla="*/ 5715 h 261801"/>
              <a:gd name="connsiteX2" fmla="*/ 157023 w 263068"/>
              <a:gd name="connsiteY2" fmla="*/ 28575 h 261801"/>
              <a:gd name="connsiteX3" fmla="*/ 153214 w 263068"/>
              <a:gd name="connsiteY3" fmla="*/ 24765 h 261801"/>
              <a:gd name="connsiteX4" fmla="*/ 125273 w 263068"/>
              <a:gd name="connsiteY4" fmla="*/ 24765 h 261801"/>
              <a:gd name="connsiteX5" fmla="*/ 24943 w 263068"/>
              <a:gd name="connsiteY5" fmla="*/ 122555 h 261801"/>
              <a:gd name="connsiteX6" fmla="*/ 27483 w 263068"/>
              <a:gd name="connsiteY6" fmla="*/ 240665 h 261801"/>
              <a:gd name="connsiteX7" fmla="*/ 139243 w 263068"/>
              <a:gd name="connsiteY7" fmla="*/ 238125 h 261801"/>
              <a:gd name="connsiteX8" fmla="*/ 240843 w 263068"/>
              <a:gd name="connsiteY8" fmla="*/ 136525 h 261801"/>
              <a:gd name="connsiteX9" fmla="*/ 240843 w 263068"/>
              <a:gd name="connsiteY9" fmla="*/ 107315 h 261801"/>
              <a:gd name="connsiteX10" fmla="*/ 235764 w 263068"/>
              <a:gd name="connsiteY10" fmla="*/ 102235 h 261801"/>
              <a:gd name="connsiteX11" fmla="*/ 257353 w 263068"/>
              <a:gd name="connsiteY11" fmla="*/ 80645 h 261801"/>
              <a:gd name="connsiteX12" fmla="*/ 257353 w 263068"/>
              <a:gd name="connsiteY12" fmla="*/ 51435 h 261801"/>
              <a:gd name="connsiteX13" fmla="*/ 209093 w 263068"/>
              <a:gd name="connsiteY13" fmla="*/ 5715 h 261801"/>
              <a:gd name="connsiteX14" fmla="*/ 219253 w 263068"/>
              <a:gd name="connsiteY14" fmla="*/ 88265 h 261801"/>
              <a:gd name="connsiteX15" fmla="*/ 240843 w 263068"/>
              <a:gd name="connsiteY15" fmla="*/ 66675 h 261801"/>
              <a:gd name="connsiteX16" fmla="*/ 193853 w 263068"/>
              <a:gd name="connsiteY16" fmla="*/ 19685 h 261801"/>
              <a:gd name="connsiteX17" fmla="*/ 170993 w 263068"/>
              <a:gd name="connsiteY17" fmla="*/ 42545 h 261801"/>
              <a:gd name="connsiteX18" fmla="*/ 219253 w 263068"/>
              <a:gd name="connsiteY18" fmla="*/ 88265 h 261801"/>
              <a:gd name="connsiteX19" fmla="*/ 124003 w 263068"/>
              <a:gd name="connsiteY19" fmla="*/ 224155 h 261801"/>
              <a:gd name="connsiteX20" fmla="*/ 40183 w 263068"/>
              <a:gd name="connsiteY20" fmla="*/ 226695 h 261801"/>
              <a:gd name="connsiteX21" fmla="*/ 38914 w 263068"/>
              <a:gd name="connsiteY21" fmla="*/ 137795 h 261801"/>
              <a:gd name="connsiteX22" fmla="*/ 139243 w 263068"/>
              <a:gd name="connsiteY22" fmla="*/ 40005 h 261801"/>
              <a:gd name="connsiteX23" fmla="*/ 225603 w 263068"/>
              <a:gd name="connsiteY23" fmla="*/ 122555 h 261801"/>
              <a:gd name="connsiteX24" fmla="*/ 124003 w 263068"/>
              <a:gd name="connsiteY24" fmla="*/ 224155 h 261801"/>
              <a:gd name="connsiteX25" fmla="*/ 146864 w 263068"/>
              <a:gd name="connsiteY25" fmla="*/ 74295 h 261801"/>
              <a:gd name="connsiteX26" fmla="*/ 132893 w 263068"/>
              <a:gd name="connsiteY26" fmla="*/ 74295 h 261801"/>
              <a:gd name="connsiteX27" fmla="*/ 132893 w 263068"/>
              <a:gd name="connsiteY27" fmla="*/ 88265 h 261801"/>
              <a:gd name="connsiteX28" fmla="*/ 173533 w 263068"/>
              <a:gd name="connsiteY28" fmla="*/ 128905 h 261801"/>
              <a:gd name="connsiteX29" fmla="*/ 187503 w 263068"/>
              <a:gd name="connsiteY29" fmla="*/ 128905 h 261801"/>
              <a:gd name="connsiteX30" fmla="*/ 187503 w 263068"/>
              <a:gd name="connsiteY30" fmla="*/ 114935 h 261801"/>
              <a:gd name="connsiteX31" fmla="*/ 146864 w 263068"/>
              <a:gd name="connsiteY31" fmla="*/ 74295 h 261801"/>
              <a:gd name="connsiteX32" fmla="*/ 83364 w 263068"/>
              <a:gd name="connsiteY32" fmla="*/ 158115 h 261801"/>
              <a:gd name="connsiteX33" fmla="*/ 63043 w 263068"/>
              <a:gd name="connsiteY33" fmla="*/ 178435 h 261801"/>
              <a:gd name="connsiteX34" fmla="*/ 83364 w 263068"/>
              <a:gd name="connsiteY34" fmla="*/ 198755 h 261801"/>
              <a:gd name="connsiteX35" fmla="*/ 103683 w 263068"/>
              <a:gd name="connsiteY35" fmla="*/ 178435 h 261801"/>
              <a:gd name="connsiteX36" fmla="*/ 83364 w 263068"/>
              <a:gd name="connsiteY36" fmla="*/ 158115 h 261801"/>
              <a:gd name="connsiteX37" fmla="*/ 42723 w 263068"/>
              <a:gd name="connsiteY37" fmla="*/ 178435 h 261801"/>
              <a:gd name="connsiteX38" fmla="*/ 83364 w 263068"/>
              <a:gd name="connsiteY38" fmla="*/ 137795 h 261801"/>
              <a:gd name="connsiteX39" fmla="*/ 124003 w 263068"/>
              <a:gd name="connsiteY39" fmla="*/ 178435 h 261801"/>
              <a:gd name="connsiteX40" fmla="*/ 83364 w 263068"/>
              <a:gd name="connsiteY40" fmla="*/ 219075 h 261801"/>
              <a:gd name="connsiteX41" fmla="*/ 42723 w 263068"/>
              <a:gd name="connsiteY41" fmla="*/ 178435 h 26180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3068" h="261801">
                <a:moveTo>
                  <a:pt x="209093" y="5715"/>
                </a:moveTo>
                <a:cubicBezTo>
                  <a:pt x="201473" y="-1905"/>
                  <a:pt x="188773" y="-1905"/>
                  <a:pt x="179883" y="5715"/>
                </a:cubicBezTo>
                <a:lnTo>
                  <a:pt x="157023" y="28575"/>
                </a:lnTo>
                <a:lnTo>
                  <a:pt x="153214" y="24765"/>
                </a:lnTo>
                <a:cubicBezTo>
                  <a:pt x="145593" y="17145"/>
                  <a:pt x="132893" y="17145"/>
                  <a:pt x="125273" y="24765"/>
                </a:cubicBezTo>
                <a:lnTo>
                  <a:pt x="24943" y="122555"/>
                </a:lnTo>
                <a:cubicBezTo>
                  <a:pt x="-9347" y="155575"/>
                  <a:pt x="-8077" y="210185"/>
                  <a:pt x="27483" y="240665"/>
                </a:cubicBezTo>
                <a:cubicBezTo>
                  <a:pt x="59233" y="269875"/>
                  <a:pt x="108764" y="268605"/>
                  <a:pt x="139243" y="238125"/>
                </a:cubicBezTo>
                <a:lnTo>
                  <a:pt x="240843" y="136525"/>
                </a:lnTo>
                <a:cubicBezTo>
                  <a:pt x="248464" y="128905"/>
                  <a:pt x="248464" y="114935"/>
                  <a:pt x="240843" y="107315"/>
                </a:cubicBezTo>
                <a:lnTo>
                  <a:pt x="235764" y="102235"/>
                </a:lnTo>
                <a:lnTo>
                  <a:pt x="257353" y="80645"/>
                </a:lnTo>
                <a:cubicBezTo>
                  <a:pt x="264973" y="73025"/>
                  <a:pt x="264973" y="60325"/>
                  <a:pt x="257353" y="51435"/>
                </a:cubicBezTo>
                <a:lnTo>
                  <a:pt x="209093" y="5715"/>
                </a:lnTo>
                <a:close/>
                <a:moveTo>
                  <a:pt x="219253" y="88265"/>
                </a:moveTo>
                <a:lnTo>
                  <a:pt x="240843" y="66675"/>
                </a:lnTo>
                <a:lnTo>
                  <a:pt x="193853" y="19685"/>
                </a:lnTo>
                <a:lnTo>
                  <a:pt x="170993" y="42545"/>
                </a:lnTo>
                <a:lnTo>
                  <a:pt x="219253" y="88265"/>
                </a:lnTo>
                <a:close/>
                <a:moveTo>
                  <a:pt x="124003" y="224155"/>
                </a:moveTo>
                <a:cubicBezTo>
                  <a:pt x="101143" y="247015"/>
                  <a:pt x="64314" y="248285"/>
                  <a:pt x="40183" y="226695"/>
                </a:cubicBezTo>
                <a:cubicBezTo>
                  <a:pt x="13514" y="202565"/>
                  <a:pt x="13514" y="161925"/>
                  <a:pt x="38914" y="137795"/>
                </a:cubicBezTo>
                <a:lnTo>
                  <a:pt x="139243" y="40005"/>
                </a:lnTo>
                <a:lnTo>
                  <a:pt x="225603" y="122555"/>
                </a:lnTo>
                <a:lnTo>
                  <a:pt x="124003" y="224155"/>
                </a:lnTo>
                <a:close/>
                <a:moveTo>
                  <a:pt x="146864" y="74295"/>
                </a:moveTo>
                <a:cubicBezTo>
                  <a:pt x="143053" y="70485"/>
                  <a:pt x="136703" y="70485"/>
                  <a:pt x="132893" y="74295"/>
                </a:cubicBezTo>
                <a:cubicBezTo>
                  <a:pt x="129083" y="78105"/>
                  <a:pt x="129083" y="84455"/>
                  <a:pt x="132893" y="88265"/>
                </a:cubicBezTo>
                <a:lnTo>
                  <a:pt x="173533" y="128905"/>
                </a:lnTo>
                <a:cubicBezTo>
                  <a:pt x="177343" y="132715"/>
                  <a:pt x="183693" y="132715"/>
                  <a:pt x="187503" y="128905"/>
                </a:cubicBezTo>
                <a:cubicBezTo>
                  <a:pt x="191314" y="125095"/>
                  <a:pt x="191314" y="118745"/>
                  <a:pt x="187503" y="114935"/>
                </a:cubicBezTo>
                <a:lnTo>
                  <a:pt x="146864" y="74295"/>
                </a:lnTo>
                <a:close/>
                <a:moveTo>
                  <a:pt x="83364" y="158115"/>
                </a:moveTo>
                <a:cubicBezTo>
                  <a:pt x="71933" y="158115"/>
                  <a:pt x="63043" y="167005"/>
                  <a:pt x="63043" y="178435"/>
                </a:cubicBezTo>
                <a:cubicBezTo>
                  <a:pt x="63043" y="189865"/>
                  <a:pt x="71933" y="198755"/>
                  <a:pt x="83364" y="198755"/>
                </a:cubicBezTo>
                <a:cubicBezTo>
                  <a:pt x="94793" y="198755"/>
                  <a:pt x="103683" y="189865"/>
                  <a:pt x="103683" y="178435"/>
                </a:cubicBezTo>
                <a:cubicBezTo>
                  <a:pt x="103683" y="167005"/>
                  <a:pt x="94793" y="158115"/>
                  <a:pt x="83364" y="158115"/>
                </a:cubicBezTo>
                <a:close/>
                <a:moveTo>
                  <a:pt x="42723" y="178435"/>
                </a:moveTo>
                <a:cubicBezTo>
                  <a:pt x="42723" y="155575"/>
                  <a:pt x="60503" y="137795"/>
                  <a:pt x="83364" y="137795"/>
                </a:cubicBezTo>
                <a:cubicBezTo>
                  <a:pt x="106223" y="137795"/>
                  <a:pt x="124003" y="155575"/>
                  <a:pt x="124003" y="178435"/>
                </a:cubicBezTo>
                <a:cubicBezTo>
                  <a:pt x="124003" y="201295"/>
                  <a:pt x="106223" y="219075"/>
                  <a:pt x="83364" y="219075"/>
                </a:cubicBezTo>
                <a:cubicBezTo>
                  <a:pt x="60503" y="219075"/>
                  <a:pt x="42723" y="200025"/>
                  <a:pt x="42723" y="178435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55" name="Полилиния: фигура 340">
            <a:extLst>
              <a:ext uri="{FF2B5EF4-FFF2-40B4-BE49-F238E27FC236}">
                <a16:creationId xmlns:a16="http://schemas.microsoft.com/office/drawing/2014/main" id="{33EF4E52-CF29-11D9-2AE2-4CC79082F3A8}"/>
              </a:ext>
            </a:extLst>
          </p:cNvPr>
          <p:cNvSpPr/>
          <p:nvPr/>
        </p:nvSpPr>
        <p:spPr>
          <a:xfrm>
            <a:off x="6139541" y="3526246"/>
            <a:ext cx="203200" cy="263550"/>
          </a:xfrm>
          <a:custGeom>
            <a:avLst/>
            <a:gdLst>
              <a:gd name="connsiteX0" fmla="*/ 38100 w 203200"/>
              <a:gd name="connsiteY0" fmla="*/ 34951 h 263550"/>
              <a:gd name="connsiteX1" fmla="*/ 113030 w 203200"/>
              <a:gd name="connsiteY1" fmla="*/ 20981 h 263550"/>
              <a:gd name="connsiteX2" fmla="*/ 113030 w 203200"/>
              <a:gd name="connsiteY2" fmla="*/ 48921 h 263550"/>
              <a:gd name="connsiteX3" fmla="*/ 52070 w 203200"/>
              <a:gd name="connsiteY3" fmla="*/ 48921 h 263550"/>
              <a:gd name="connsiteX4" fmla="*/ 41910 w 203200"/>
              <a:gd name="connsiteY4" fmla="*/ 59081 h 263550"/>
              <a:gd name="connsiteX5" fmla="*/ 52070 w 203200"/>
              <a:gd name="connsiteY5" fmla="*/ 69241 h 263550"/>
              <a:gd name="connsiteX6" fmla="*/ 184150 w 203200"/>
              <a:gd name="connsiteY6" fmla="*/ 69241 h 263550"/>
              <a:gd name="connsiteX7" fmla="*/ 184150 w 203200"/>
              <a:gd name="connsiteY7" fmla="*/ 241961 h 263550"/>
              <a:gd name="connsiteX8" fmla="*/ 21590 w 203200"/>
              <a:gd name="connsiteY8" fmla="*/ 241961 h 263550"/>
              <a:gd name="connsiteX9" fmla="*/ 21590 w 203200"/>
              <a:gd name="connsiteY9" fmla="*/ 54001 h 263550"/>
              <a:gd name="connsiteX10" fmla="*/ 38100 w 203200"/>
              <a:gd name="connsiteY10" fmla="*/ 34951 h 263550"/>
              <a:gd name="connsiteX11" fmla="*/ 132080 w 203200"/>
              <a:gd name="connsiteY11" fmla="*/ 10821 h 263550"/>
              <a:gd name="connsiteX12" fmla="*/ 132080 w 203200"/>
              <a:gd name="connsiteY12" fmla="*/ 50191 h 263550"/>
              <a:gd name="connsiteX13" fmla="*/ 191770 w 203200"/>
              <a:gd name="connsiteY13" fmla="*/ 50191 h 263550"/>
              <a:gd name="connsiteX14" fmla="*/ 203200 w 203200"/>
              <a:gd name="connsiteY14" fmla="*/ 61621 h 263550"/>
              <a:gd name="connsiteX15" fmla="*/ 203200 w 203200"/>
              <a:gd name="connsiteY15" fmla="*/ 252121 h 263550"/>
              <a:gd name="connsiteX16" fmla="*/ 191770 w 203200"/>
              <a:gd name="connsiteY16" fmla="*/ 263551 h 263550"/>
              <a:gd name="connsiteX17" fmla="*/ 11430 w 203200"/>
              <a:gd name="connsiteY17" fmla="*/ 263551 h 263550"/>
              <a:gd name="connsiteX18" fmla="*/ 0 w 203200"/>
              <a:gd name="connsiteY18" fmla="*/ 252121 h 263550"/>
              <a:gd name="connsiteX19" fmla="*/ 0 w 203200"/>
              <a:gd name="connsiteY19" fmla="*/ 55271 h 263550"/>
              <a:gd name="connsiteX20" fmla="*/ 33020 w 203200"/>
              <a:gd name="connsiteY20" fmla="*/ 15901 h 263550"/>
              <a:gd name="connsiteX21" fmla="*/ 118110 w 203200"/>
              <a:gd name="connsiteY21" fmla="*/ 661 h 263550"/>
              <a:gd name="connsiteX22" fmla="*/ 132080 w 203200"/>
              <a:gd name="connsiteY22" fmla="*/ 10821 h 263550"/>
              <a:gd name="connsiteX23" fmla="*/ 111760 w 203200"/>
              <a:gd name="connsiteY23" fmla="*/ 125121 h 263550"/>
              <a:gd name="connsiteX24" fmla="*/ 140970 w 203200"/>
              <a:gd name="connsiteY24" fmla="*/ 126391 h 263550"/>
              <a:gd name="connsiteX25" fmla="*/ 138430 w 203200"/>
              <a:gd name="connsiteY25" fmla="*/ 150521 h 263550"/>
              <a:gd name="connsiteX26" fmla="*/ 102870 w 203200"/>
              <a:gd name="connsiteY26" fmla="*/ 183541 h 263550"/>
              <a:gd name="connsiteX27" fmla="*/ 67310 w 203200"/>
              <a:gd name="connsiteY27" fmla="*/ 150521 h 263550"/>
              <a:gd name="connsiteX28" fmla="*/ 64770 w 203200"/>
              <a:gd name="connsiteY28" fmla="*/ 126391 h 263550"/>
              <a:gd name="connsiteX29" fmla="*/ 93980 w 203200"/>
              <a:gd name="connsiteY29" fmla="*/ 125121 h 263550"/>
              <a:gd name="connsiteX30" fmla="*/ 102870 w 203200"/>
              <a:gd name="connsiteY30" fmla="*/ 136551 h 263550"/>
              <a:gd name="connsiteX31" fmla="*/ 111760 w 203200"/>
              <a:gd name="connsiteY31" fmla="*/ 125121 h 263550"/>
              <a:gd name="connsiteX32" fmla="*/ 102870 w 203200"/>
              <a:gd name="connsiteY32" fmla="*/ 106071 h 263550"/>
              <a:gd name="connsiteX33" fmla="*/ 157480 w 203200"/>
              <a:gd name="connsiteY33" fmla="*/ 114961 h 263550"/>
              <a:gd name="connsiteX34" fmla="*/ 152400 w 203200"/>
              <a:gd name="connsiteY34" fmla="*/ 165761 h 263550"/>
              <a:gd name="connsiteX35" fmla="*/ 115570 w 203200"/>
              <a:gd name="connsiteY35" fmla="*/ 198781 h 263550"/>
              <a:gd name="connsiteX36" fmla="*/ 88900 w 203200"/>
              <a:gd name="connsiteY36" fmla="*/ 198781 h 263550"/>
              <a:gd name="connsiteX37" fmla="*/ 52070 w 203200"/>
              <a:gd name="connsiteY37" fmla="*/ 165761 h 263550"/>
              <a:gd name="connsiteX38" fmla="*/ 46990 w 203200"/>
              <a:gd name="connsiteY38" fmla="*/ 114961 h 263550"/>
              <a:gd name="connsiteX39" fmla="*/ 102870 w 203200"/>
              <a:gd name="connsiteY39" fmla="*/ 106071 h 263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03200" h="263550">
                <a:moveTo>
                  <a:pt x="38100" y="34951"/>
                </a:moveTo>
                <a:lnTo>
                  <a:pt x="113030" y="20981"/>
                </a:lnTo>
                <a:lnTo>
                  <a:pt x="113030" y="48921"/>
                </a:lnTo>
                <a:lnTo>
                  <a:pt x="52070" y="48921"/>
                </a:lnTo>
                <a:cubicBezTo>
                  <a:pt x="46990" y="48921"/>
                  <a:pt x="41910" y="54001"/>
                  <a:pt x="41910" y="59081"/>
                </a:cubicBezTo>
                <a:cubicBezTo>
                  <a:pt x="41910" y="64161"/>
                  <a:pt x="46990" y="69241"/>
                  <a:pt x="52070" y="69241"/>
                </a:cubicBezTo>
                <a:lnTo>
                  <a:pt x="184150" y="69241"/>
                </a:lnTo>
                <a:lnTo>
                  <a:pt x="184150" y="241961"/>
                </a:lnTo>
                <a:lnTo>
                  <a:pt x="21590" y="241961"/>
                </a:lnTo>
                <a:lnTo>
                  <a:pt x="21590" y="54001"/>
                </a:lnTo>
                <a:cubicBezTo>
                  <a:pt x="21590" y="45111"/>
                  <a:pt x="27940" y="36221"/>
                  <a:pt x="38100" y="34951"/>
                </a:cubicBezTo>
                <a:close/>
                <a:moveTo>
                  <a:pt x="132080" y="10821"/>
                </a:moveTo>
                <a:lnTo>
                  <a:pt x="132080" y="50191"/>
                </a:lnTo>
                <a:lnTo>
                  <a:pt x="191770" y="50191"/>
                </a:lnTo>
                <a:cubicBezTo>
                  <a:pt x="198120" y="50191"/>
                  <a:pt x="203200" y="55271"/>
                  <a:pt x="203200" y="61621"/>
                </a:cubicBezTo>
                <a:lnTo>
                  <a:pt x="203200" y="252121"/>
                </a:lnTo>
                <a:cubicBezTo>
                  <a:pt x="203200" y="258471"/>
                  <a:pt x="198120" y="263551"/>
                  <a:pt x="191770" y="263551"/>
                </a:cubicBezTo>
                <a:lnTo>
                  <a:pt x="11430" y="263551"/>
                </a:lnTo>
                <a:cubicBezTo>
                  <a:pt x="5080" y="263551"/>
                  <a:pt x="0" y="258471"/>
                  <a:pt x="0" y="252121"/>
                </a:cubicBezTo>
                <a:lnTo>
                  <a:pt x="0" y="55271"/>
                </a:lnTo>
                <a:cubicBezTo>
                  <a:pt x="0" y="36221"/>
                  <a:pt x="13970" y="18441"/>
                  <a:pt x="33020" y="15901"/>
                </a:cubicBezTo>
                <a:lnTo>
                  <a:pt x="118110" y="661"/>
                </a:lnTo>
                <a:cubicBezTo>
                  <a:pt x="125730" y="-1879"/>
                  <a:pt x="132080" y="3201"/>
                  <a:pt x="132080" y="10821"/>
                </a:cubicBezTo>
                <a:close/>
                <a:moveTo>
                  <a:pt x="111760" y="125121"/>
                </a:moveTo>
                <a:cubicBezTo>
                  <a:pt x="119380" y="116231"/>
                  <a:pt x="133350" y="116231"/>
                  <a:pt x="140970" y="126391"/>
                </a:cubicBezTo>
                <a:cubicBezTo>
                  <a:pt x="146050" y="134011"/>
                  <a:pt x="144780" y="144171"/>
                  <a:pt x="138430" y="150521"/>
                </a:cubicBezTo>
                <a:lnTo>
                  <a:pt x="102870" y="183541"/>
                </a:lnTo>
                <a:lnTo>
                  <a:pt x="67310" y="150521"/>
                </a:lnTo>
                <a:cubicBezTo>
                  <a:pt x="60960" y="144171"/>
                  <a:pt x="59690" y="134011"/>
                  <a:pt x="64770" y="126391"/>
                </a:cubicBezTo>
                <a:cubicBezTo>
                  <a:pt x="71120" y="116231"/>
                  <a:pt x="86360" y="116231"/>
                  <a:pt x="93980" y="125121"/>
                </a:cubicBezTo>
                <a:lnTo>
                  <a:pt x="102870" y="136551"/>
                </a:lnTo>
                <a:lnTo>
                  <a:pt x="111760" y="125121"/>
                </a:lnTo>
                <a:close/>
                <a:moveTo>
                  <a:pt x="102870" y="106071"/>
                </a:moveTo>
                <a:cubicBezTo>
                  <a:pt x="119380" y="93371"/>
                  <a:pt x="144780" y="95911"/>
                  <a:pt x="157480" y="114961"/>
                </a:cubicBezTo>
                <a:cubicBezTo>
                  <a:pt x="168910" y="130201"/>
                  <a:pt x="166370" y="151791"/>
                  <a:pt x="152400" y="165761"/>
                </a:cubicBezTo>
                <a:lnTo>
                  <a:pt x="115570" y="198781"/>
                </a:lnTo>
                <a:cubicBezTo>
                  <a:pt x="107950" y="205131"/>
                  <a:pt x="96520" y="205131"/>
                  <a:pt x="88900" y="198781"/>
                </a:cubicBezTo>
                <a:lnTo>
                  <a:pt x="52070" y="165761"/>
                </a:lnTo>
                <a:cubicBezTo>
                  <a:pt x="38100" y="153061"/>
                  <a:pt x="35560" y="131471"/>
                  <a:pt x="46990" y="114961"/>
                </a:cubicBezTo>
                <a:cubicBezTo>
                  <a:pt x="59690" y="95911"/>
                  <a:pt x="85090" y="93371"/>
                  <a:pt x="102870" y="106071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56" name="Полилиния: фигура 343">
            <a:extLst>
              <a:ext uri="{FF2B5EF4-FFF2-40B4-BE49-F238E27FC236}">
                <a16:creationId xmlns:a16="http://schemas.microsoft.com/office/drawing/2014/main" id="{D0B077F9-309A-8D4A-C17C-0B396C016B45}"/>
              </a:ext>
            </a:extLst>
          </p:cNvPr>
          <p:cNvSpPr/>
          <p:nvPr/>
        </p:nvSpPr>
        <p:spPr>
          <a:xfrm>
            <a:off x="5551532" y="3545957"/>
            <a:ext cx="264159" cy="223520"/>
          </a:xfrm>
          <a:custGeom>
            <a:avLst/>
            <a:gdLst>
              <a:gd name="connsiteX0" fmla="*/ 30480 w 264159"/>
              <a:gd name="connsiteY0" fmla="*/ 0 h 223520"/>
              <a:gd name="connsiteX1" fmla="*/ 0 w 264159"/>
              <a:gd name="connsiteY1" fmla="*/ 30480 h 223520"/>
              <a:gd name="connsiteX2" fmla="*/ 0 w 264159"/>
              <a:gd name="connsiteY2" fmla="*/ 132080 h 223520"/>
              <a:gd name="connsiteX3" fmla="*/ 0 w 264159"/>
              <a:gd name="connsiteY3" fmla="*/ 193040 h 223520"/>
              <a:gd name="connsiteX4" fmla="*/ 30480 w 264159"/>
              <a:gd name="connsiteY4" fmla="*/ 223520 h 223520"/>
              <a:gd name="connsiteX5" fmla="*/ 233680 w 264159"/>
              <a:gd name="connsiteY5" fmla="*/ 223520 h 223520"/>
              <a:gd name="connsiteX6" fmla="*/ 264160 w 264159"/>
              <a:gd name="connsiteY6" fmla="*/ 193040 h 223520"/>
              <a:gd name="connsiteX7" fmla="*/ 264160 w 264159"/>
              <a:gd name="connsiteY7" fmla="*/ 132080 h 223520"/>
              <a:gd name="connsiteX8" fmla="*/ 264160 w 264159"/>
              <a:gd name="connsiteY8" fmla="*/ 30480 h 223520"/>
              <a:gd name="connsiteX9" fmla="*/ 233680 w 264159"/>
              <a:gd name="connsiteY9" fmla="*/ 0 h 223520"/>
              <a:gd name="connsiteX10" fmla="*/ 30480 w 264159"/>
              <a:gd name="connsiteY10" fmla="*/ 0 h 223520"/>
              <a:gd name="connsiteX11" fmla="*/ 242570 w 264159"/>
              <a:gd name="connsiteY11" fmla="*/ 121920 h 223520"/>
              <a:gd name="connsiteX12" fmla="*/ 242570 w 264159"/>
              <a:gd name="connsiteY12" fmla="*/ 30480 h 223520"/>
              <a:gd name="connsiteX13" fmla="*/ 232410 w 264159"/>
              <a:gd name="connsiteY13" fmla="*/ 20320 h 223520"/>
              <a:gd name="connsiteX14" fmla="*/ 29210 w 264159"/>
              <a:gd name="connsiteY14" fmla="*/ 20320 h 223520"/>
              <a:gd name="connsiteX15" fmla="*/ 19050 w 264159"/>
              <a:gd name="connsiteY15" fmla="*/ 30480 h 223520"/>
              <a:gd name="connsiteX16" fmla="*/ 19050 w 264159"/>
              <a:gd name="connsiteY16" fmla="*/ 121920 h 223520"/>
              <a:gd name="connsiteX17" fmla="*/ 83820 w 264159"/>
              <a:gd name="connsiteY17" fmla="*/ 121920 h 223520"/>
              <a:gd name="connsiteX18" fmla="*/ 93980 w 264159"/>
              <a:gd name="connsiteY18" fmla="*/ 129540 h 223520"/>
              <a:gd name="connsiteX19" fmla="*/ 129540 w 264159"/>
              <a:gd name="connsiteY19" fmla="*/ 152400 h 223520"/>
              <a:gd name="connsiteX20" fmla="*/ 165100 w 264159"/>
              <a:gd name="connsiteY20" fmla="*/ 129540 h 223520"/>
              <a:gd name="connsiteX21" fmla="*/ 175260 w 264159"/>
              <a:gd name="connsiteY21" fmla="*/ 121920 h 223520"/>
              <a:gd name="connsiteX22" fmla="*/ 242570 w 264159"/>
              <a:gd name="connsiteY22" fmla="*/ 121920 h 223520"/>
              <a:gd name="connsiteX23" fmla="*/ 20320 w 264159"/>
              <a:gd name="connsiteY23" fmla="*/ 142240 h 223520"/>
              <a:gd name="connsiteX24" fmla="*/ 80010 w 264159"/>
              <a:gd name="connsiteY24" fmla="*/ 142240 h 223520"/>
              <a:gd name="connsiteX25" fmla="*/ 132080 w 264159"/>
              <a:gd name="connsiteY25" fmla="*/ 172720 h 223520"/>
              <a:gd name="connsiteX26" fmla="*/ 184150 w 264159"/>
              <a:gd name="connsiteY26" fmla="*/ 142240 h 223520"/>
              <a:gd name="connsiteX27" fmla="*/ 243840 w 264159"/>
              <a:gd name="connsiteY27" fmla="*/ 142240 h 223520"/>
              <a:gd name="connsiteX28" fmla="*/ 243840 w 264159"/>
              <a:gd name="connsiteY28" fmla="*/ 193040 h 223520"/>
              <a:gd name="connsiteX29" fmla="*/ 233680 w 264159"/>
              <a:gd name="connsiteY29" fmla="*/ 203200 h 223520"/>
              <a:gd name="connsiteX30" fmla="*/ 30480 w 264159"/>
              <a:gd name="connsiteY30" fmla="*/ 203200 h 223520"/>
              <a:gd name="connsiteX31" fmla="*/ 20320 w 264159"/>
              <a:gd name="connsiteY31" fmla="*/ 193040 h 223520"/>
              <a:gd name="connsiteX32" fmla="*/ 20320 w 264159"/>
              <a:gd name="connsiteY32" fmla="*/ 142240 h 223520"/>
              <a:gd name="connsiteX33" fmla="*/ 222250 w 264159"/>
              <a:gd name="connsiteY33" fmla="*/ 60960 h 223520"/>
              <a:gd name="connsiteX34" fmla="*/ 39370 w 264159"/>
              <a:gd name="connsiteY34" fmla="*/ 60960 h 223520"/>
              <a:gd name="connsiteX35" fmla="*/ 39370 w 264159"/>
              <a:gd name="connsiteY35" fmla="*/ 40640 h 223520"/>
              <a:gd name="connsiteX36" fmla="*/ 222250 w 264159"/>
              <a:gd name="connsiteY36" fmla="*/ 40640 h 223520"/>
              <a:gd name="connsiteX37" fmla="*/ 222250 w 264159"/>
              <a:gd name="connsiteY37" fmla="*/ 60960 h 223520"/>
              <a:gd name="connsiteX38" fmla="*/ 40640 w 264159"/>
              <a:gd name="connsiteY38" fmla="*/ 101600 h 223520"/>
              <a:gd name="connsiteX39" fmla="*/ 223520 w 264159"/>
              <a:gd name="connsiteY39" fmla="*/ 101600 h 223520"/>
              <a:gd name="connsiteX40" fmla="*/ 223520 w 264159"/>
              <a:gd name="connsiteY40" fmla="*/ 81280 h 223520"/>
              <a:gd name="connsiteX41" fmla="*/ 40640 w 264159"/>
              <a:gd name="connsiteY41" fmla="*/ 81280 h 223520"/>
              <a:gd name="connsiteX42" fmla="*/ 40640 w 264159"/>
              <a:gd name="connsiteY42" fmla="*/ 10160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64159" h="223520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132080"/>
                </a:lnTo>
                <a:lnTo>
                  <a:pt x="0" y="193040"/>
                </a:lnTo>
                <a:cubicBezTo>
                  <a:pt x="0" y="209550"/>
                  <a:pt x="13970" y="223520"/>
                  <a:pt x="30480" y="223520"/>
                </a:cubicBezTo>
                <a:lnTo>
                  <a:pt x="233680" y="223520"/>
                </a:lnTo>
                <a:cubicBezTo>
                  <a:pt x="250190" y="223520"/>
                  <a:pt x="264160" y="209550"/>
                  <a:pt x="264160" y="193040"/>
                </a:cubicBezTo>
                <a:lnTo>
                  <a:pt x="264160" y="132080"/>
                </a:lnTo>
                <a:lnTo>
                  <a:pt x="264160" y="30480"/>
                </a:lnTo>
                <a:cubicBezTo>
                  <a:pt x="264160" y="13970"/>
                  <a:pt x="250190" y="0"/>
                  <a:pt x="233680" y="0"/>
                </a:cubicBezTo>
                <a:lnTo>
                  <a:pt x="30480" y="0"/>
                </a:lnTo>
                <a:close/>
                <a:moveTo>
                  <a:pt x="242570" y="121920"/>
                </a:moveTo>
                <a:lnTo>
                  <a:pt x="242570" y="30480"/>
                </a:lnTo>
                <a:cubicBezTo>
                  <a:pt x="242570" y="25400"/>
                  <a:pt x="237490" y="20320"/>
                  <a:pt x="232410" y="20320"/>
                </a:cubicBezTo>
                <a:lnTo>
                  <a:pt x="29210" y="20320"/>
                </a:lnTo>
                <a:cubicBezTo>
                  <a:pt x="24130" y="20320"/>
                  <a:pt x="19050" y="25400"/>
                  <a:pt x="19050" y="30480"/>
                </a:cubicBezTo>
                <a:lnTo>
                  <a:pt x="19050" y="121920"/>
                </a:lnTo>
                <a:lnTo>
                  <a:pt x="83820" y="121920"/>
                </a:lnTo>
                <a:cubicBezTo>
                  <a:pt x="88900" y="121920"/>
                  <a:pt x="92710" y="124460"/>
                  <a:pt x="93980" y="129540"/>
                </a:cubicBezTo>
                <a:cubicBezTo>
                  <a:pt x="96520" y="137160"/>
                  <a:pt x="107950" y="152400"/>
                  <a:pt x="129540" y="152400"/>
                </a:cubicBezTo>
                <a:cubicBezTo>
                  <a:pt x="151130" y="152400"/>
                  <a:pt x="162560" y="137160"/>
                  <a:pt x="165100" y="129540"/>
                </a:cubicBezTo>
                <a:cubicBezTo>
                  <a:pt x="166370" y="125730"/>
                  <a:pt x="171450" y="121920"/>
                  <a:pt x="175260" y="121920"/>
                </a:cubicBezTo>
                <a:lnTo>
                  <a:pt x="242570" y="121920"/>
                </a:lnTo>
                <a:close/>
                <a:moveTo>
                  <a:pt x="20320" y="142240"/>
                </a:moveTo>
                <a:lnTo>
                  <a:pt x="80010" y="142240"/>
                </a:lnTo>
                <a:cubicBezTo>
                  <a:pt x="87630" y="154940"/>
                  <a:pt x="104140" y="172720"/>
                  <a:pt x="132080" y="172720"/>
                </a:cubicBezTo>
                <a:cubicBezTo>
                  <a:pt x="160020" y="172720"/>
                  <a:pt x="177800" y="154940"/>
                  <a:pt x="184150" y="142240"/>
                </a:cubicBezTo>
                <a:lnTo>
                  <a:pt x="243840" y="142240"/>
                </a:lnTo>
                <a:lnTo>
                  <a:pt x="243840" y="193040"/>
                </a:lnTo>
                <a:cubicBezTo>
                  <a:pt x="243840" y="198120"/>
                  <a:pt x="238760" y="203200"/>
                  <a:pt x="233680" y="203200"/>
                </a:cubicBezTo>
                <a:lnTo>
                  <a:pt x="30480" y="203200"/>
                </a:lnTo>
                <a:cubicBezTo>
                  <a:pt x="25400" y="203200"/>
                  <a:pt x="20320" y="198120"/>
                  <a:pt x="20320" y="193040"/>
                </a:cubicBezTo>
                <a:lnTo>
                  <a:pt x="20320" y="142240"/>
                </a:lnTo>
                <a:close/>
                <a:moveTo>
                  <a:pt x="222250" y="60960"/>
                </a:moveTo>
                <a:lnTo>
                  <a:pt x="39370" y="60960"/>
                </a:lnTo>
                <a:lnTo>
                  <a:pt x="39370" y="40640"/>
                </a:lnTo>
                <a:lnTo>
                  <a:pt x="222250" y="40640"/>
                </a:lnTo>
                <a:lnTo>
                  <a:pt x="222250" y="60960"/>
                </a:lnTo>
                <a:close/>
                <a:moveTo>
                  <a:pt x="40640" y="101600"/>
                </a:moveTo>
                <a:lnTo>
                  <a:pt x="223520" y="101600"/>
                </a:lnTo>
                <a:lnTo>
                  <a:pt x="223520" y="81280"/>
                </a:lnTo>
                <a:lnTo>
                  <a:pt x="40640" y="81280"/>
                </a:lnTo>
                <a:lnTo>
                  <a:pt x="40640" y="1016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57" name="Полилиния: фигура 346">
            <a:extLst>
              <a:ext uri="{FF2B5EF4-FFF2-40B4-BE49-F238E27FC236}">
                <a16:creationId xmlns:a16="http://schemas.microsoft.com/office/drawing/2014/main" id="{BBD2C04B-BF86-D915-73A0-E9E77A4DB2C4}"/>
              </a:ext>
            </a:extLst>
          </p:cNvPr>
          <p:cNvSpPr/>
          <p:nvPr/>
        </p:nvSpPr>
        <p:spPr>
          <a:xfrm>
            <a:off x="7248252" y="3525637"/>
            <a:ext cx="223519" cy="264159"/>
          </a:xfrm>
          <a:custGeom>
            <a:avLst/>
            <a:gdLst>
              <a:gd name="connsiteX0" fmla="*/ 0 w 223519"/>
              <a:gd name="connsiteY0" fmla="*/ 30480 h 264159"/>
              <a:gd name="connsiteX1" fmla="*/ 30480 w 223519"/>
              <a:gd name="connsiteY1" fmla="*/ 0 h 264159"/>
              <a:gd name="connsiteX2" fmla="*/ 193040 w 223519"/>
              <a:gd name="connsiteY2" fmla="*/ 0 h 264159"/>
              <a:gd name="connsiteX3" fmla="*/ 223520 w 223519"/>
              <a:gd name="connsiteY3" fmla="*/ 30480 h 264159"/>
              <a:gd name="connsiteX4" fmla="*/ 223520 w 223519"/>
              <a:gd name="connsiteY4" fmla="*/ 233680 h 264159"/>
              <a:gd name="connsiteX5" fmla="*/ 193040 w 223519"/>
              <a:gd name="connsiteY5" fmla="*/ 264160 h 264159"/>
              <a:gd name="connsiteX6" fmla="*/ 30480 w 223519"/>
              <a:gd name="connsiteY6" fmla="*/ 264160 h 264159"/>
              <a:gd name="connsiteX7" fmla="*/ 0 w 223519"/>
              <a:gd name="connsiteY7" fmla="*/ 233680 h 264159"/>
              <a:gd name="connsiteX8" fmla="*/ 0 w 223519"/>
              <a:gd name="connsiteY8" fmla="*/ 30480 h 264159"/>
              <a:gd name="connsiteX9" fmla="*/ 30480 w 223519"/>
              <a:gd name="connsiteY9" fmla="*/ 20320 h 264159"/>
              <a:gd name="connsiteX10" fmla="*/ 20320 w 223519"/>
              <a:gd name="connsiteY10" fmla="*/ 30480 h 264159"/>
              <a:gd name="connsiteX11" fmla="*/ 20320 w 223519"/>
              <a:gd name="connsiteY11" fmla="*/ 233680 h 264159"/>
              <a:gd name="connsiteX12" fmla="*/ 30480 w 223519"/>
              <a:gd name="connsiteY12" fmla="*/ 243840 h 264159"/>
              <a:gd name="connsiteX13" fmla="*/ 193040 w 223519"/>
              <a:gd name="connsiteY13" fmla="*/ 243840 h 264159"/>
              <a:gd name="connsiteX14" fmla="*/ 203200 w 223519"/>
              <a:gd name="connsiteY14" fmla="*/ 233680 h 264159"/>
              <a:gd name="connsiteX15" fmla="*/ 203200 w 223519"/>
              <a:gd name="connsiteY15" fmla="*/ 30480 h 264159"/>
              <a:gd name="connsiteX16" fmla="*/ 193040 w 223519"/>
              <a:gd name="connsiteY16" fmla="*/ 20320 h 264159"/>
              <a:gd name="connsiteX17" fmla="*/ 30480 w 223519"/>
              <a:gd name="connsiteY17" fmla="*/ 20320 h 264159"/>
              <a:gd name="connsiteX18" fmla="*/ 50800 w 223519"/>
              <a:gd name="connsiteY18" fmla="*/ 132080 h 264159"/>
              <a:gd name="connsiteX19" fmla="*/ 172720 w 223519"/>
              <a:gd name="connsiteY19" fmla="*/ 132080 h 264159"/>
              <a:gd name="connsiteX20" fmla="*/ 172720 w 223519"/>
              <a:gd name="connsiteY20" fmla="*/ 111760 h 264159"/>
              <a:gd name="connsiteX21" fmla="*/ 50800 w 223519"/>
              <a:gd name="connsiteY21" fmla="*/ 111760 h 264159"/>
              <a:gd name="connsiteX22" fmla="*/ 50800 w 223519"/>
              <a:gd name="connsiteY22" fmla="*/ 132080 h 264159"/>
              <a:gd name="connsiteX23" fmla="*/ 172720 w 223519"/>
              <a:gd name="connsiteY23" fmla="*/ 81280 h 264159"/>
              <a:gd name="connsiteX24" fmla="*/ 50800 w 223519"/>
              <a:gd name="connsiteY24" fmla="*/ 81280 h 264159"/>
              <a:gd name="connsiteX25" fmla="*/ 50800 w 223519"/>
              <a:gd name="connsiteY25" fmla="*/ 60960 h 264159"/>
              <a:gd name="connsiteX26" fmla="*/ 172720 w 223519"/>
              <a:gd name="connsiteY26" fmla="*/ 60960 h 264159"/>
              <a:gd name="connsiteX27" fmla="*/ 172720 w 223519"/>
              <a:gd name="connsiteY27" fmla="*/ 81280 h 264159"/>
              <a:gd name="connsiteX28" fmla="*/ 91440 w 223519"/>
              <a:gd name="connsiteY28" fmla="*/ 182880 h 264159"/>
              <a:gd name="connsiteX29" fmla="*/ 50800 w 223519"/>
              <a:gd name="connsiteY29" fmla="*/ 182880 h 264159"/>
              <a:gd name="connsiteX30" fmla="*/ 50800 w 223519"/>
              <a:gd name="connsiteY30" fmla="*/ 162560 h 264159"/>
              <a:gd name="connsiteX31" fmla="*/ 91440 w 223519"/>
              <a:gd name="connsiteY31" fmla="*/ 162560 h 264159"/>
              <a:gd name="connsiteX32" fmla="*/ 91440 w 223519"/>
              <a:gd name="connsiteY32" fmla="*/ 182880 h 264159"/>
              <a:gd name="connsiteX33" fmla="*/ 152400 w 223519"/>
              <a:gd name="connsiteY33" fmla="*/ 182880 h 264159"/>
              <a:gd name="connsiteX34" fmla="*/ 142240 w 223519"/>
              <a:gd name="connsiteY34" fmla="*/ 193040 h 264159"/>
              <a:gd name="connsiteX35" fmla="*/ 132080 w 223519"/>
              <a:gd name="connsiteY35" fmla="*/ 182880 h 264159"/>
              <a:gd name="connsiteX36" fmla="*/ 142240 w 223519"/>
              <a:gd name="connsiteY36" fmla="*/ 172720 h 264159"/>
              <a:gd name="connsiteX37" fmla="*/ 152400 w 223519"/>
              <a:gd name="connsiteY37" fmla="*/ 182880 h 264159"/>
              <a:gd name="connsiteX38" fmla="*/ 172720 w 223519"/>
              <a:gd name="connsiteY38" fmla="*/ 182880 h 264159"/>
              <a:gd name="connsiteX39" fmla="*/ 142240 w 223519"/>
              <a:gd name="connsiteY39" fmla="*/ 213360 h 264159"/>
              <a:gd name="connsiteX40" fmla="*/ 111760 w 223519"/>
              <a:gd name="connsiteY40" fmla="*/ 182880 h 264159"/>
              <a:gd name="connsiteX41" fmla="*/ 142240 w 223519"/>
              <a:gd name="connsiteY41" fmla="*/ 152400 h 264159"/>
              <a:gd name="connsiteX42" fmla="*/ 172720 w 223519"/>
              <a:gd name="connsiteY42" fmla="*/ 1828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23519" h="264159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93040" y="0"/>
                </a:lnTo>
                <a:cubicBezTo>
                  <a:pt x="209550" y="0"/>
                  <a:pt x="223520" y="13970"/>
                  <a:pt x="223520" y="30480"/>
                </a:cubicBezTo>
                <a:lnTo>
                  <a:pt x="223520" y="233680"/>
                </a:lnTo>
                <a:cubicBezTo>
                  <a:pt x="223520" y="250190"/>
                  <a:pt x="209550" y="264160"/>
                  <a:pt x="193040" y="264160"/>
                </a:cubicBezTo>
                <a:lnTo>
                  <a:pt x="30480" y="264160"/>
                </a:lnTo>
                <a:cubicBezTo>
                  <a:pt x="13970" y="264160"/>
                  <a:pt x="0" y="250190"/>
                  <a:pt x="0" y="23368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93040" y="243840"/>
                </a:lnTo>
                <a:cubicBezTo>
                  <a:pt x="198120" y="243840"/>
                  <a:pt x="203200" y="238760"/>
                  <a:pt x="203200" y="233680"/>
                </a:cubicBezTo>
                <a:lnTo>
                  <a:pt x="203200" y="30480"/>
                </a:lnTo>
                <a:cubicBezTo>
                  <a:pt x="203200" y="25400"/>
                  <a:pt x="198120" y="20320"/>
                  <a:pt x="193040" y="20320"/>
                </a:cubicBezTo>
                <a:lnTo>
                  <a:pt x="30480" y="20320"/>
                </a:lnTo>
                <a:close/>
                <a:moveTo>
                  <a:pt x="50800" y="132080"/>
                </a:moveTo>
                <a:lnTo>
                  <a:pt x="172720" y="132080"/>
                </a:lnTo>
                <a:lnTo>
                  <a:pt x="172720" y="111760"/>
                </a:lnTo>
                <a:lnTo>
                  <a:pt x="50800" y="111760"/>
                </a:lnTo>
                <a:lnTo>
                  <a:pt x="50800" y="132080"/>
                </a:lnTo>
                <a:close/>
                <a:moveTo>
                  <a:pt x="172720" y="81280"/>
                </a:moveTo>
                <a:lnTo>
                  <a:pt x="50800" y="81280"/>
                </a:lnTo>
                <a:lnTo>
                  <a:pt x="50800" y="60960"/>
                </a:lnTo>
                <a:lnTo>
                  <a:pt x="172720" y="60960"/>
                </a:lnTo>
                <a:lnTo>
                  <a:pt x="172720" y="81280"/>
                </a:lnTo>
                <a:close/>
                <a:moveTo>
                  <a:pt x="91440" y="182880"/>
                </a:moveTo>
                <a:lnTo>
                  <a:pt x="50800" y="182880"/>
                </a:lnTo>
                <a:lnTo>
                  <a:pt x="50800" y="162560"/>
                </a:lnTo>
                <a:lnTo>
                  <a:pt x="91440" y="162560"/>
                </a:lnTo>
                <a:lnTo>
                  <a:pt x="91440" y="182880"/>
                </a:lnTo>
                <a:close/>
                <a:moveTo>
                  <a:pt x="152400" y="182880"/>
                </a:moveTo>
                <a:cubicBezTo>
                  <a:pt x="152400" y="187960"/>
                  <a:pt x="147320" y="193040"/>
                  <a:pt x="142240" y="193040"/>
                </a:cubicBezTo>
                <a:cubicBezTo>
                  <a:pt x="137160" y="193040"/>
                  <a:pt x="132080" y="187960"/>
                  <a:pt x="132080" y="182880"/>
                </a:cubicBezTo>
                <a:cubicBezTo>
                  <a:pt x="132080" y="177800"/>
                  <a:pt x="137160" y="172720"/>
                  <a:pt x="142240" y="172720"/>
                </a:cubicBezTo>
                <a:cubicBezTo>
                  <a:pt x="147320" y="172720"/>
                  <a:pt x="152400" y="176530"/>
                  <a:pt x="152400" y="182880"/>
                </a:cubicBezTo>
                <a:close/>
                <a:moveTo>
                  <a:pt x="172720" y="182880"/>
                </a:moveTo>
                <a:cubicBezTo>
                  <a:pt x="172720" y="199390"/>
                  <a:pt x="158750" y="213360"/>
                  <a:pt x="142240" y="213360"/>
                </a:cubicBezTo>
                <a:cubicBezTo>
                  <a:pt x="125730" y="213360"/>
                  <a:pt x="111760" y="199390"/>
                  <a:pt x="111760" y="182880"/>
                </a:cubicBezTo>
                <a:cubicBezTo>
                  <a:pt x="111760" y="166370"/>
                  <a:pt x="125730" y="152400"/>
                  <a:pt x="142240" y="152400"/>
                </a:cubicBezTo>
                <a:cubicBezTo>
                  <a:pt x="158750" y="152400"/>
                  <a:pt x="172720" y="165100"/>
                  <a:pt x="172720" y="1828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58" name="Полилиния: фигура 349">
            <a:extLst>
              <a:ext uri="{FF2B5EF4-FFF2-40B4-BE49-F238E27FC236}">
                <a16:creationId xmlns:a16="http://schemas.microsoft.com/office/drawing/2014/main" id="{AEDCE2F4-45AA-D427-8225-EC8DFD6E448F}"/>
              </a:ext>
            </a:extLst>
          </p:cNvPr>
          <p:cNvSpPr/>
          <p:nvPr/>
        </p:nvSpPr>
        <p:spPr>
          <a:xfrm>
            <a:off x="8351881" y="3530716"/>
            <a:ext cx="252653" cy="252653"/>
          </a:xfrm>
          <a:custGeom>
            <a:avLst/>
            <a:gdLst>
              <a:gd name="connsiteX0" fmla="*/ 91440 w 252653"/>
              <a:gd name="connsiteY0" fmla="*/ 10160 h 252653"/>
              <a:gd name="connsiteX1" fmla="*/ 81280 w 252653"/>
              <a:gd name="connsiteY1" fmla="*/ 0 h 252653"/>
              <a:gd name="connsiteX2" fmla="*/ 71120 w 252653"/>
              <a:gd name="connsiteY2" fmla="*/ 10160 h 252653"/>
              <a:gd name="connsiteX3" fmla="*/ 71120 w 252653"/>
              <a:gd name="connsiteY3" fmla="*/ 30480 h 252653"/>
              <a:gd name="connsiteX4" fmla="*/ 81280 w 252653"/>
              <a:gd name="connsiteY4" fmla="*/ 40640 h 252653"/>
              <a:gd name="connsiteX5" fmla="*/ 91440 w 252653"/>
              <a:gd name="connsiteY5" fmla="*/ 30480 h 252653"/>
              <a:gd name="connsiteX6" fmla="*/ 91440 w 252653"/>
              <a:gd name="connsiteY6" fmla="*/ 10160 h 252653"/>
              <a:gd name="connsiteX7" fmla="*/ 27940 w 252653"/>
              <a:gd name="connsiteY7" fmla="*/ 13970 h 252653"/>
              <a:gd name="connsiteX8" fmla="*/ 13970 w 252653"/>
              <a:gd name="connsiteY8" fmla="*/ 13970 h 252653"/>
              <a:gd name="connsiteX9" fmla="*/ 13970 w 252653"/>
              <a:gd name="connsiteY9" fmla="*/ 27940 h 252653"/>
              <a:gd name="connsiteX10" fmla="*/ 34290 w 252653"/>
              <a:gd name="connsiteY10" fmla="*/ 48260 h 252653"/>
              <a:gd name="connsiteX11" fmla="*/ 48261 w 252653"/>
              <a:gd name="connsiteY11" fmla="*/ 48260 h 252653"/>
              <a:gd name="connsiteX12" fmla="*/ 48261 w 252653"/>
              <a:gd name="connsiteY12" fmla="*/ 34290 h 252653"/>
              <a:gd name="connsiteX13" fmla="*/ 27940 w 252653"/>
              <a:gd name="connsiteY13" fmla="*/ 13970 h 252653"/>
              <a:gd name="connsiteX14" fmla="*/ 134620 w 252653"/>
              <a:gd name="connsiteY14" fmla="*/ 219710 h 252653"/>
              <a:gd name="connsiteX15" fmla="*/ 96520 w 252653"/>
              <a:gd name="connsiteY15" fmla="*/ 97790 h 252653"/>
              <a:gd name="connsiteX16" fmla="*/ 218440 w 252653"/>
              <a:gd name="connsiteY16" fmla="*/ 135890 h 252653"/>
              <a:gd name="connsiteX17" fmla="*/ 189230 w 252653"/>
              <a:gd name="connsiteY17" fmla="*/ 153670 h 252653"/>
              <a:gd name="connsiteX18" fmla="*/ 186690 w 252653"/>
              <a:gd name="connsiteY18" fmla="*/ 171450 h 252653"/>
              <a:gd name="connsiteX19" fmla="*/ 209550 w 252653"/>
              <a:gd name="connsiteY19" fmla="*/ 194310 h 252653"/>
              <a:gd name="connsiteX20" fmla="*/ 193040 w 252653"/>
              <a:gd name="connsiteY20" fmla="*/ 210820 h 252653"/>
              <a:gd name="connsiteX21" fmla="*/ 170180 w 252653"/>
              <a:gd name="connsiteY21" fmla="*/ 187960 h 252653"/>
              <a:gd name="connsiteX22" fmla="*/ 152400 w 252653"/>
              <a:gd name="connsiteY22" fmla="*/ 190500 h 252653"/>
              <a:gd name="connsiteX23" fmla="*/ 134620 w 252653"/>
              <a:gd name="connsiteY23" fmla="*/ 219710 h 252653"/>
              <a:gd name="connsiteX24" fmla="*/ 86361 w 252653"/>
              <a:gd name="connsiteY24" fmla="*/ 72390 h 252653"/>
              <a:gd name="connsiteX25" fmla="*/ 72390 w 252653"/>
              <a:gd name="connsiteY25" fmla="*/ 86360 h 252653"/>
              <a:gd name="connsiteX26" fmla="*/ 121920 w 252653"/>
              <a:gd name="connsiteY26" fmla="*/ 245110 h 252653"/>
              <a:gd name="connsiteX27" fmla="*/ 142240 w 252653"/>
              <a:gd name="connsiteY27" fmla="*/ 247650 h 252653"/>
              <a:gd name="connsiteX28" fmla="*/ 165100 w 252653"/>
              <a:gd name="connsiteY28" fmla="*/ 209550 h 252653"/>
              <a:gd name="connsiteX29" fmla="*/ 185420 w 252653"/>
              <a:gd name="connsiteY29" fmla="*/ 229870 h 252653"/>
              <a:gd name="connsiteX30" fmla="*/ 200661 w 252653"/>
              <a:gd name="connsiteY30" fmla="*/ 229870 h 252653"/>
              <a:gd name="connsiteX31" fmla="*/ 229870 w 252653"/>
              <a:gd name="connsiteY31" fmla="*/ 200660 h 252653"/>
              <a:gd name="connsiteX32" fmla="*/ 229870 w 252653"/>
              <a:gd name="connsiteY32" fmla="*/ 185420 h 252653"/>
              <a:gd name="connsiteX33" fmla="*/ 209550 w 252653"/>
              <a:gd name="connsiteY33" fmla="*/ 165100 h 252653"/>
              <a:gd name="connsiteX34" fmla="*/ 247650 w 252653"/>
              <a:gd name="connsiteY34" fmla="*/ 142240 h 252653"/>
              <a:gd name="connsiteX35" fmla="*/ 245111 w 252653"/>
              <a:gd name="connsiteY35" fmla="*/ 121920 h 252653"/>
              <a:gd name="connsiteX36" fmla="*/ 86361 w 252653"/>
              <a:gd name="connsiteY36" fmla="*/ 72390 h 252653"/>
              <a:gd name="connsiteX37" fmla="*/ 0 w 252653"/>
              <a:gd name="connsiteY37" fmla="*/ 81280 h 252653"/>
              <a:gd name="connsiteX38" fmla="*/ 10161 w 252653"/>
              <a:gd name="connsiteY38" fmla="*/ 71120 h 252653"/>
              <a:gd name="connsiteX39" fmla="*/ 30480 w 252653"/>
              <a:gd name="connsiteY39" fmla="*/ 71120 h 252653"/>
              <a:gd name="connsiteX40" fmla="*/ 40640 w 252653"/>
              <a:gd name="connsiteY40" fmla="*/ 81280 h 252653"/>
              <a:gd name="connsiteX41" fmla="*/ 30480 w 252653"/>
              <a:gd name="connsiteY41" fmla="*/ 91440 h 252653"/>
              <a:gd name="connsiteX42" fmla="*/ 10161 w 252653"/>
              <a:gd name="connsiteY42" fmla="*/ 91440 h 252653"/>
              <a:gd name="connsiteX43" fmla="*/ 0 w 252653"/>
              <a:gd name="connsiteY43" fmla="*/ 81280 h 252653"/>
              <a:gd name="connsiteX44" fmla="*/ 48261 w 252653"/>
              <a:gd name="connsiteY44" fmla="*/ 115570 h 252653"/>
              <a:gd name="connsiteX45" fmla="*/ 48261 w 252653"/>
              <a:gd name="connsiteY45" fmla="*/ 129540 h 252653"/>
              <a:gd name="connsiteX46" fmla="*/ 27940 w 252653"/>
              <a:gd name="connsiteY46" fmla="*/ 149860 h 252653"/>
              <a:gd name="connsiteX47" fmla="*/ 13970 w 252653"/>
              <a:gd name="connsiteY47" fmla="*/ 149860 h 252653"/>
              <a:gd name="connsiteX48" fmla="*/ 13970 w 252653"/>
              <a:gd name="connsiteY48" fmla="*/ 135890 h 252653"/>
              <a:gd name="connsiteX49" fmla="*/ 34290 w 252653"/>
              <a:gd name="connsiteY49" fmla="*/ 115570 h 252653"/>
              <a:gd name="connsiteX50" fmla="*/ 48261 w 252653"/>
              <a:gd name="connsiteY50" fmla="*/ 115570 h 252653"/>
              <a:gd name="connsiteX51" fmla="*/ 149861 w 252653"/>
              <a:gd name="connsiteY51" fmla="*/ 27940 h 252653"/>
              <a:gd name="connsiteX52" fmla="*/ 149861 w 252653"/>
              <a:gd name="connsiteY52" fmla="*/ 13970 h 252653"/>
              <a:gd name="connsiteX53" fmla="*/ 135890 w 252653"/>
              <a:gd name="connsiteY53" fmla="*/ 13970 h 252653"/>
              <a:gd name="connsiteX54" fmla="*/ 115570 w 252653"/>
              <a:gd name="connsiteY54" fmla="*/ 34290 h 252653"/>
              <a:gd name="connsiteX55" fmla="*/ 115570 w 252653"/>
              <a:gd name="connsiteY55" fmla="*/ 48260 h 252653"/>
              <a:gd name="connsiteX56" fmla="*/ 129540 w 252653"/>
              <a:gd name="connsiteY56" fmla="*/ 48260 h 252653"/>
              <a:gd name="connsiteX57" fmla="*/ 149861 w 252653"/>
              <a:gd name="connsiteY57" fmla="*/ 27940 h 252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252653" h="252653">
                <a:moveTo>
                  <a:pt x="91440" y="10160"/>
                </a:moveTo>
                <a:cubicBezTo>
                  <a:pt x="91440" y="5080"/>
                  <a:pt x="86361" y="0"/>
                  <a:pt x="81280" y="0"/>
                </a:cubicBezTo>
                <a:cubicBezTo>
                  <a:pt x="76200" y="0"/>
                  <a:pt x="71120" y="5080"/>
                  <a:pt x="71120" y="10160"/>
                </a:cubicBezTo>
                <a:lnTo>
                  <a:pt x="71120" y="30480"/>
                </a:lnTo>
                <a:cubicBezTo>
                  <a:pt x="71120" y="35560"/>
                  <a:pt x="76200" y="40640"/>
                  <a:pt x="81280" y="40640"/>
                </a:cubicBezTo>
                <a:cubicBezTo>
                  <a:pt x="86361" y="40640"/>
                  <a:pt x="91440" y="35560"/>
                  <a:pt x="91440" y="30480"/>
                </a:cubicBezTo>
                <a:lnTo>
                  <a:pt x="91440" y="10160"/>
                </a:lnTo>
                <a:close/>
                <a:moveTo>
                  <a:pt x="27940" y="13970"/>
                </a:moveTo>
                <a:cubicBezTo>
                  <a:pt x="24130" y="10160"/>
                  <a:pt x="17780" y="10160"/>
                  <a:pt x="13970" y="13970"/>
                </a:cubicBezTo>
                <a:cubicBezTo>
                  <a:pt x="10161" y="17780"/>
                  <a:pt x="10161" y="24130"/>
                  <a:pt x="13970" y="27940"/>
                </a:cubicBezTo>
                <a:lnTo>
                  <a:pt x="34290" y="48260"/>
                </a:lnTo>
                <a:cubicBezTo>
                  <a:pt x="38100" y="52070"/>
                  <a:pt x="44450" y="52070"/>
                  <a:pt x="48261" y="48260"/>
                </a:cubicBezTo>
                <a:cubicBezTo>
                  <a:pt x="52070" y="44450"/>
                  <a:pt x="52070" y="38100"/>
                  <a:pt x="48261" y="34290"/>
                </a:cubicBezTo>
                <a:lnTo>
                  <a:pt x="27940" y="13970"/>
                </a:lnTo>
                <a:close/>
                <a:moveTo>
                  <a:pt x="134620" y="219710"/>
                </a:moveTo>
                <a:lnTo>
                  <a:pt x="96520" y="97790"/>
                </a:lnTo>
                <a:lnTo>
                  <a:pt x="218440" y="135890"/>
                </a:lnTo>
                <a:lnTo>
                  <a:pt x="189230" y="153670"/>
                </a:lnTo>
                <a:cubicBezTo>
                  <a:pt x="182880" y="157480"/>
                  <a:pt x="181611" y="166370"/>
                  <a:pt x="186690" y="171450"/>
                </a:cubicBezTo>
                <a:lnTo>
                  <a:pt x="209550" y="194310"/>
                </a:lnTo>
                <a:lnTo>
                  <a:pt x="193040" y="210820"/>
                </a:lnTo>
                <a:lnTo>
                  <a:pt x="170180" y="187960"/>
                </a:lnTo>
                <a:cubicBezTo>
                  <a:pt x="165100" y="182880"/>
                  <a:pt x="156211" y="184150"/>
                  <a:pt x="152400" y="190500"/>
                </a:cubicBezTo>
                <a:lnTo>
                  <a:pt x="134620" y="219710"/>
                </a:lnTo>
                <a:close/>
                <a:moveTo>
                  <a:pt x="86361" y="72390"/>
                </a:moveTo>
                <a:cubicBezTo>
                  <a:pt x="77470" y="69850"/>
                  <a:pt x="69850" y="77470"/>
                  <a:pt x="72390" y="86360"/>
                </a:cubicBezTo>
                <a:lnTo>
                  <a:pt x="121920" y="245110"/>
                </a:lnTo>
                <a:cubicBezTo>
                  <a:pt x="124461" y="254000"/>
                  <a:pt x="137161" y="255270"/>
                  <a:pt x="142240" y="247650"/>
                </a:cubicBezTo>
                <a:lnTo>
                  <a:pt x="165100" y="209550"/>
                </a:lnTo>
                <a:lnTo>
                  <a:pt x="185420" y="229870"/>
                </a:lnTo>
                <a:cubicBezTo>
                  <a:pt x="189230" y="233680"/>
                  <a:pt x="196850" y="233680"/>
                  <a:pt x="200661" y="229870"/>
                </a:cubicBezTo>
                <a:lnTo>
                  <a:pt x="229870" y="200660"/>
                </a:lnTo>
                <a:cubicBezTo>
                  <a:pt x="233680" y="196850"/>
                  <a:pt x="233680" y="189230"/>
                  <a:pt x="229870" y="185420"/>
                </a:cubicBezTo>
                <a:lnTo>
                  <a:pt x="209550" y="165100"/>
                </a:lnTo>
                <a:lnTo>
                  <a:pt x="247650" y="142240"/>
                </a:lnTo>
                <a:cubicBezTo>
                  <a:pt x="255270" y="137160"/>
                  <a:pt x="254000" y="124460"/>
                  <a:pt x="245111" y="121920"/>
                </a:cubicBezTo>
                <a:lnTo>
                  <a:pt x="86361" y="72390"/>
                </a:lnTo>
                <a:close/>
                <a:moveTo>
                  <a:pt x="0" y="81280"/>
                </a:moveTo>
                <a:cubicBezTo>
                  <a:pt x="0" y="76200"/>
                  <a:pt x="5080" y="71120"/>
                  <a:pt x="10161" y="71120"/>
                </a:cubicBezTo>
                <a:lnTo>
                  <a:pt x="30480" y="71120"/>
                </a:lnTo>
                <a:cubicBezTo>
                  <a:pt x="35561" y="71120"/>
                  <a:pt x="40640" y="76200"/>
                  <a:pt x="40640" y="81280"/>
                </a:cubicBezTo>
                <a:cubicBezTo>
                  <a:pt x="40640" y="86360"/>
                  <a:pt x="35561" y="91440"/>
                  <a:pt x="30480" y="91440"/>
                </a:cubicBezTo>
                <a:lnTo>
                  <a:pt x="10161" y="91440"/>
                </a:lnTo>
                <a:cubicBezTo>
                  <a:pt x="5080" y="91440"/>
                  <a:pt x="0" y="87630"/>
                  <a:pt x="0" y="81280"/>
                </a:cubicBezTo>
                <a:close/>
                <a:moveTo>
                  <a:pt x="48261" y="115570"/>
                </a:moveTo>
                <a:cubicBezTo>
                  <a:pt x="52070" y="119380"/>
                  <a:pt x="52070" y="125730"/>
                  <a:pt x="48261" y="129540"/>
                </a:cubicBezTo>
                <a:lnTo>
                  <a:pt x="27940" y="149860"/>
                </a:lnTo>
                <a:cubicBezTo>
                  <a:pt x="24130" y="153670"/>
                  <a:pt x="17780" y="153670"/>
                  <a:pt x="13970" y="149860"/>
                </a:cubicBezTo>
                <a:cubicBezTo>
                  <a:pt x="10161" y="146050"/>
                  <a:pt x="10161" y="139700"/>
                  <a:pt x="13970" y="135890"/>
                </a:cubicBezTo>
                <a:lnTo>
                  <a:pt x="34290" y="115570"/>
                </a:lnTo>
                <a:cubicBezTo>
                  <a:pt x="38100" y="110490"/>
                  <a:pt x="44450" y="110490"/>
                  <a:pt x="48261" y="115570"/>
                </a:cubicBezTo>
                <a:close/>
                <a:moveTo>
                  <a:pt x="149861" y="27940"/>
                </a:moveTo>
                <a:cubicBezTo>
                  <a:pt x="153670" y="24130"/>
                  <a:pt x="153670" y="17780"/>
                  <a:pt x="149861" y="13970"/>
                </a:cubicBezTo>
                <a:cubicBezTo>
                  <a:pt x="146050" y="10160"/>
                  <a:pt x="139700" y="10160"/>
                  <a:pt x="135890" y="13970"/>
                </a:cubicBezTo>
                <a:lnTo>
                  <a:pt x="115570" y="34290"/>
                </a:lnTo>
                <a:cubicBezTo>
                  <a:pt x="111761" y="38100"/>
                  <a:pt x="111761" y="44450"/>
                  <a:pt x="115570" y="48260"/>
                </a:cubicBezTo>
                <a:cubicBezTo>
                  <a:pt x="119380" y="52070"/>
                  <a:pt x="125730" y="52070"/>
                  <a:pt x="129540" y="48260"/>
                </a:cubicBezTo>
                <a:lnTo>
                  <a:pt x="149861" y="279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59" name="Полилиния: фигура 354">
            <a:extLst>
              <a:ext uri="{FF2B5EF4-FFF2-40B4-BE49-F238E27FC236}">
                <a16:creationId xmlns:a16="http://schemas.microsoft.com/office/drawing/2014/main" id="{6EEDCD82-FDD9-7A9E-1A23-9873F9650E3B}"/>
              </a:ext>
            </a:extLst>
          </p:cNvPr>
          <p:cNvSpPr/>
          <p:nvPr/>
        </p:nvSpPr>
        <p:spPr>
          <a:xfrm>
            <a:off x="6709771" y="3525637"/>
            <a:ext cx="182880" cy="264159"/>
          </a:xfrm>
          <a:custGeom>
            <a:avLst/>
            <a:gdLst>
              <a:gd name="connsiteX0" fmla="*/ 30480 w 182880"/>
              <a:gd name="connsiteY0" fmla="*/ 0 h 264159"/>
              <a:gd name="connsiteX1" fmla="*/ 0 w 182880"/>
              <a:gd name="connsiteY1" fmla="*/ 30480 h 264159"/>
              <a:gd name="connsiteX2" fmla="*/ 0 w 182880"/>
              <a:gd name="connsiteY2" fmla="*/ 233680 h 264159"/>
              <a:gd name="connsiteX3" fmla="*/ 30480 w 182880"/>
              <a:gd name="connsiteY3" fmla="*/ 264160 h 264159"/>
              <a:gd name="connsiteX4" fmla="*/ 152400 w 182880"/>
              <a:gd name="connsiteY4" fmla="*/ 264160 h 264159"/>
              <a:gd name="connsiteX5" fmla="*/ 182880 w 182880"/>
              <a:gd name="connsiteY5" fmla="*/ 233680 h 264159"/>
              <a:gd name="connsiteX6" fmla="*/ 182880 w 182880"/>
              <a:gd name="connsiteY6" fmla="*/ 30480 h 264159"/>
              <a:gd name="connsiteX7" fmla="*/ 152400 w 182880"/>
              <a:gd name="connsiteY7" fmla="*/ 0 h 264159"/>
              <a:gd name="connsiteX8" fmla="*/ 30480 w 182880"/>
              <a:gd name="connsiteY8" fmla="*/ 0 h 264159"/>
              <a:gd name="connsiteX9" fmla="*/ 20320 w 182880"/>
              <a:gd name="connsiteY9" fmla="*/ 30480 h 264159"/>
              <a:gd name="connsiteX10" fmla="*/ 30480 w 182880"/>
              <a:gd name="connsiteY10" fmla="*/ 20320 h 264159"/>
              <a:gd name="connsiteX11" fmla="*/ 152400 w 182880"/>
              <a:gd name="connsiteY11" fmla="*/ 20320 h 264159"/>
              <a:gd name="connsiteX12" fmla="*/ 162560 w 182880"/>
              <a:gd name="connsiteY12" fmla="*/ 30480 h 264159"/>
              <a:gd name="connsiteX13" fmla="*/ 162560 w 182880"/>
              <a:gd name="connsiteY13" fmla="*/ 233680 h 264159"/>
              <a:gd name="connsiteX14" fmla="*/ 152400 w 182880"/>
              <a:gd name="connsiteY14" fmla="*/ 243840 h 264159"/>
              <a:gd name="connsiteX15" fmla="*/ 30480 w 182880"/>
              <a:gd name="connsiteY15" fmla="*/ 243840 h 264159"/>
              <a:gd name="connsiteX16" fmla="*/ 20320 w 182880"/>
              <a:gd name="connsiteY16" fmla="*/ 233680 h 264159"/>
              <a:gd name="connsiteX17" fmla="*/ 20320 w 182880"/>
              <a:gd name="connsiteY17" fmla="*/ 30480 h 264159"/>
              <a:gd name="connsiteX18" fmla="*/ 116840 w 182880"/>
              <a:gd name="connsiteY18" fmla="*/ 30480 h 264159"/>
              <a:gd name="connsiteX19" fmla="*/ 127000 w 182880"/>
              <a:gd name="connsiteY19" fmla="*/ 40640 h 264159"/>
              <a:gd name="connsiteX20" fmla="*/ 116840 w 182880"/>
              <a:gd name="connsiteY20" fmla="*/ 50800 h 264159"/>
              <a:gd name="connsiteX21" fmla="*/ 66040 w 182880"/>
              <a:gd name="connsiteY21" fmla="*/ 50800 h 264159"/>
              <a:gd name="connsiteX22" fmla="*/ 55880 w 182880"/>
              <a:gd name="connsiteY22" fmla="*/ 40640 h 264159"/>
              <a:gd name="connsiteX23" fmla="*/ 66040 w 182880"/>
              <a:gd name="connsiteY23" fmla="*/ 30480 h 264159"/>
              <a:gd name="connsiteX24" fmla="*/ 116840 w 182880"/>
              <a:gd name="connsiteY24" fmla="*/ 30480 h 264159"/>
              <a:gd name="connsiteX25" fmla="*/ 91440 w 182880"/>
              <a:gd name="connsiteY25" fmla="*/ 71120 h 264159"/>
              <a:gd name="connsiteX26" fmla="*/ 101600 w 182880"/>
              <a:gd name="connsiteY26" fmla="*/ 81280 h 264159"/>
              <a:gd name="connsiteX27" fmla="*/ 101600 w 182880"/>
              <a:gd name="connsiteY27" fmla="*/ 101600 h 264159"/>
              <a:gd name="connsiteX28" fmla="*/ 121920 w 182880"/>
              <a:gd name="connsiteY28" fmla="*/ 101600 h 264159"/>
              <a:gd name="connsiteX29" fmla="*/ 132080 w 182880"/>
              <a:gd name="connsiteY29" fmla="*/ 111760 h 264159"/>
              <a:gd name="connsiteX30" fmla="*/ 121920 w 182880"/>
              <a:gd name="connsiteY30" fmla="*/ 121920 h 264159"/>
              <a:gd name="connsiteX31" fmla="*/ 101600 w 182880"/>
              <a:gd name="connsiteY31" fmla="*/ 121920 h 264159"/>
              <a:gd name="connsiteX32" fmla="*/ 101600 w 182880"/>
              <a:gd name="connsiteY32" fmla="*/ 142240 h 264159"/>
              <a:gd name="connsiteX33" fmla="*/ 91440 w 182880"/>
              <a:gd name="connsiteY33" fmla="*/ 152400 h 264159"/>
              <a:gd name="connsiteX34" fmla="*/ 81280 w 182880"/>
              <a:gd name="connsiteY34" fmla="*/ 142240 h 264159"/>
              <a:gd name="connsiteX35" fmla="*/ 81280 w 182880"/>
              <a:gd name="connsiteY35" fmla="*/ 121920 h 264159"/>
              <a:gd name="connsiteX36" fmla="*/ 60960 w 182880"/>
              <a:gd name="connsiteY36" fmla="*/ 121920 h 264159"/>
              <a:gd name="connsiteX37" fmla="*/ 50800 w 182880"/>
              <a:gd name="connsiteY37" fmla="*/ 111760 h 264159"/>
              <a:gd name="connsiteX38" fmla="*/ 60960 w 182880"/>
              <a:gd name="connsiteY38" fmla="*/ 101600 h 264159"/>
              <a:gd name="connsiteX39" fmla="*/ 81280 w 182880"/>
              <a:gd name="connsiteY39" fmla="*/ 101600 h 264159"/>
              <a:gd name="connsiteX40" fmla="*/ 81280 w 182880"/>
              <a:gd name="connsiteY40" fmla="*/ 81280 h 264159"/>
              <a:gd name="connsiteX41" fmla="*/ 91440 w 182880"/>
              <a:gd name="connsiteY41" fmla="*/ 71120 h 264159"/>
              <a:gd name="connsiteX42" fmla="*/ 60960 w 182880"/>
              <a:gd name="connsiteY42" fmla="*/ 167640 h 264159"/>
              <a:gd name="connsiteX43" fmla="*/ 60960 w 182880"/>
              <a:gd name="connsiteY43" fmla="*/ 187960 h 264159"/>
              <a:gd name="connsiteX44" fmla="*/ 40640 w 182880"/>
              <a:gd name="connsiteY44" fmla="*/ 187960 h 264159"/>
              <a:gd name="connsiteX45" fmla="*/ 40640 w 182880"/>
              <a:gd name="connsiteY45" fmla="*/ 167640 h 264159"/>
              <a:gd name="connsiteX46" fmla="*/ 60960 w 182880"/>
              <a:gd name="connsiteY46" fmla="*/ 167640 h 264159"/>
              <a:gd name="connsiteX47" fmla="*/ 60960 w 182880"/>
              <a:gd name="connsiteY47" fmla="*/ 223520 h 264159"/>
              <a:gd name="connsiteX48" fmla="*/ 60960 w 182880"/>
              <a:gd name="connsiteY48" fmla="*/ 203200 h 264159"/>
              <a:gd name="connsiteX49" fmla="*/ 40640 w 182880"/>
              <a:gd name="connsiteY49" fmla="*/ 203200 h 264159"/>
              <a:gd name="connsiteX50" fmla="*/ 40640 w 182880"/>
              <a:gd name="connsiteY50" fmla="*/ 223520 h 264159"/>
              <a:gd name="connsiteX51" fmla="*/ 60960 w 182880"/>
              <a:gd name="connsiteY51" fmla="*/ 223520 h 264159"/>
              <a:gd name="connsiteX52" fmla="*/ 81280 w 182880"/>
              <a:gd name="connsiteY52" fmla="*/ 167640 h 264159"/>
              <a:gd name="connsiteX53" fmla="*/ 142240 w 182880"/>
              <a:gd name="connsiteY53" fmla="*/ 167640 h 264159"/>
              <a:gd name="connsiteX54" fmla="*/ 142240 w 182880"/>
              <a:gd name="connsiteY54" fmla="*/ 187960 h 264159"/>
              <a:gd name="connsiteX55" fmla="*/ 81280 w 182880"/>
              <a:gd name="connsiteY55" fmla="*/ 187960 h 264159"/>
              <a:gd name="connsiteX56" fmla="*/ 81280 w 182880"/>
              <a:gd name="connsiteY56" fmla="*/ 167640 h 264159"/>
              <a:gd name="connsiteX57" fmla="*/ 142240 w 182880"/>
              <a:gd name="connsiteY57" fmla="*/ 203200 h 264159"/>
              <a:gd name="connsiteX58" fmla="*/ 81280 w 182880"/>
              <a:gd name="connsiteY58" fmla="*/ 203200 h 264159"/>
              <a:gd name="connsiteX59" fmla="*/ 81280 w 182880"/>
              <a:gd name="connsiteY59" fmla="*/ 223520 h 264159"/>
              <a:gd name="connsiteX60" fmla="*/ 142240 w 182880"/>
              <a:gd name="connsiteY60" fmla="*/ 223520 h 264159"/>
              <a:gd name="connsiteX61" fmla="*/ 142240 w 182880"/>
              <a:gd name="connsiteY61" fmla="*/ 20320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182880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52400" y="264160"/>
                </a:lnTo>
                <a:cubicBezTo>
                  <a:pt x="168910" y="264160"/>
                  <a:pt x="182880" y="250190"/>
                  <a:pt x="182880" y="233680"/>
                </a:cubicBezTo>
                <a:lnTo>
                  <a:pt x="182880" y="30480"/>
                </a:lnTo>
                <a:cubicBezTo>
                  <a:pt x="182880" y="13970"/>
                  <a:pt x="168910" y="0"/>
                  <a:pt x="15240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52400" y="20320"/>
                </a:lnTo>
                <a:cubicBezTo>
                  <a:pt x="157480" y="20320"/>
                  <a:pt x="162560" y="25400"/>
                  <a:pt x="162560" y="30480"/>
                </a:cubicBezTo>
                <a:lnTo>
                  <a:pt x="162560" y="233680"/>
                </a:lnTo>
                <a:cubicBezTo>
                  <a:pt x="162560" y="238760"/>
                  <a:pt x="157480" y="243840"/>
                  <a:pt x="15240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116840" y="30480"/>
                </a:moveTo>
                <a:cubicBezTo>
                  <a:pt x="121920" y="30480"/>
                  <a:pt x="127000" y="35560"/>
                  <a:pt x="127000" y="40640"/>
                </a:cubicBezTo>
                <a:cubicBezTo>
                  <a:pt x="127000" y="45720"/>
                  <a:pt x="121920" y="50800"/>
                  <a:pt x="116840" y="50800"/>
                </a:cubicBezTo>
                <a:lnTo>
                  <a:pt x="66040" y="50800"/>
                </a:lnTo>
                <a:cubicBezTo>
                  <a:pt x="60960" y="50800"/>
                  <a:pt x="55880" y="45720"/>
                  <a:pt x="55880" y="40640"/>
                </a:cubicBezTo>
                <a:cubicBezTo>
                  <a:pt x="55880" y="35560"/>
                  <a:pt x="60960" y="30480"/>
                  <a:pt x="66040" y="30480"/>
                </a:cubicBezTo>
                <a:lnTo>
                  <a:pt x="116840" y="30480"/>
                </a:lnTo>
                <a:close/>
                <a:moveTo>
                  <a:pt x="91440" y="71120"/>
                </a:moveTo>
                <a:cubicBezTo>
                  <a:pt x="96520" y="71120"/>
                  <a:pt x="101600" y="76200"/>
                  <a:pt x="101600" y="81280"/>
                </a:cubicBezTo>
                <a:lnTo>
                  <a:pt x="101600" y="101600"/>
                </a:lnTo>
                <a:lnTo>
                  <a:pt x="121920" y="101600"/>
                </a:lnTo>
                <a:cubicBezTo>
                  <a:pt x="127000" y="101600"/>
                  <a:pt x="132080" y="106680"/>
                  <a:pt x="132080" y="111760"/>
                </a:cubicBezTo>
                <a:cubicBezTo>
                  <a:pt x="132080" y="116840"/>
                  <a:pt x="127000" y="121920"/>
                  <a:pt x="121920" y="121920"/>
                </a:cubicBezTo>
                <a:lnTo>
                  <a:pt x="101600" y="121920"/>
                </a:lnTo>
                <a:lnTo>
                  <a:pt x="101600" y="142240"/>
                </a:lnTo>
                <a:cubicBezTo>
                  <a:pt x="101600" y="147320"/>
                  <a:pt x="96520" y="152400"/>
                  <a:pt x="91440" y="152400"/>
                </a:cubicBezTo>
                <a:cubicBezTo>
                  <a:pt x="86360" y="152400"/>
                  <a:pt x="81280" y="147320"/>
                  <a:pt x="81280" y="142240"/>
                </a:cubicBezTo>
                <a:lnTo>
                  <a:pt x="81280" y="121920"/>
                </a:lnTo>
                <a:lnTo>
                  <a:pt x="60960" y="121920"/>
                </a:lnTo>
                <a:cubicBezTo>
                  <a:pt x="55880" y="121920"/>
                  <a:pt x="50800" y="116840"/>
                  <a:pt x="50800" y="111760"/>
                </a:cubicBezTo>
                <a:cubicBezTo>
                  <a:pt x="50800" y="106680"/>
                  <a:pt x="55880" y="101600"/>
                  <a:pt x="60960" y="101600"/>
                </a:cubicBezTo>
                <a:lnTo>
                  <a:pt x="81280" y="101600"/>
                </a:lnTo>
                <a:lnTo>
                  <a:pt x="81280" y="81280"/>
                </a:lnTo>
                <a:cubicBezTo>
                  <a:pt x="81280" y="74930"/>
                  <a:pt x="85090" y="71120"/>
                  <a:pt x="91440" y="71120"/>
                </a:cubicBezTo>
                <a:close/>
                <a:moveTo>
                  <a:pt x="60960" y="167640"/>
                </a:moveTo>
                <a:lnTo>
                  <a:pt x="60960" y="187960"/>
                </a:lnTo>
                <a:lnTo>
                  <a:pt x="40640" y="187960"/>
                </a:lnTo>
                <a:lnTo>
                  <a:pt x="40640" y="167640"/>
                </a:lnTo>
                <a:lnTo>
                  <a:pt x="60960" y="167640"/>
                </a:lnTo>
                <a:close/>
                <a:moveTo>
                  <a:pt x="60960" y="223520"/>
                </a:moveTo>
                <a:lnTo>
                  <a:pt x="60960" y="203200"/>
                </a:lnTo>
                <a:lnTo>
                  <a:pt x="40640" y="203200"/>
                </a:lnTo>
                <a:lnTo>
                  <a:pt x="40640" y="223520"/>
                </a:lnTo>
                <a:lnTo>
                  <a:pt x="60960" y="223520"/>
                </a:lnTo>
                <a:close/>
                <a:moveTo>
                  <a:pt x="81280" y="167640"/>
                </a:moveTo>
                <a:lnTo>
                  <a:pt x="142240" y="167640"/>
                </a:lnTo>
                <a:lnTo>
                  <a:pt x="142240" y="187960"/>
                </a:lnTo>
                <a:lnTo>
                  <a:pt x="81280" y="187960"/>
                </a:lnTo>
                <a:lnTo>
                  <a:pt x="81280" y="167640"/>
                </a:lnTo>
                <a:close/>
                <a:moveTo>
                  <a:pt x="142240" y="203200"/>
                </a:moveTo>
                <a:lnTo>
                  <a:pt x="81280" y="203200"/>
                </a:lnTo>
                <a:lnTo>
                  <a:pt x="81280" y="223520"/>
                </a:lnTo>
                <a:lnTo>
                  <a:pt x="142240" y="223520"/>
                </a:lnTo>
                <a:lnTo>
                  <a:pt x="142240" y="2032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60" name="Полилиния: фигура 355">
            <a:extLst>
              <a:ext uri="{FF2B5EF4-FFF2-40B4-BE49-F238E27FC236}">
                <a16:creationId xmlns:a16="http://schemas.microsoft.com/office/drawing/2014/main" id="{6D72D192-3244-46C2-4226-E9C8F3C094FD}"/>
              </a:ext>
            </a:extLst>
          </p:cNvPr>
          <p:cNvSpPr/>
          <p:nvPr/>
        </p:nvSpPr>
        <p:spPr>
          <a:xfrm>
            <a:off x="3894182" y="3525637"/>
            <a:ext cx="223520" cy="264159"/>
          </a:xfrm>
          <a:custGeom>
            <a:avLst/>
            <a:gdLst>
              <a:gd name="connsiteX0" fmla="*/ 71120 w 223520"/>
              <a:gd name="connsiteY0" fmla="*/ 20320 h 264159"/>
              <a:gd name="connsiteX1" fmla="*/ 60960 w 223520"/>
              <a:gd name="connsiteY1" fmla="*/ 30480 h 264159"/>
              <a:gd name="connsiteX2" fmla="*/ 60960 w 223520"/>
              <a:gd name="connsiteY2" fmla="*/ 40640 h 264159"/>
              <a:gd name="connsiteX3" fmla="*/ 152400 w 223520"/>
              <a:gd name="connsiteY3" fmla="*/ 40640 h 264159"/>
              <a:gd name="connsiteX4" fmla="*/ 182880 w 223520"/>
              <a:gd name="connsiteY4" fmla="*/ 71120 h 264159"/>
              <a:gd name="connsiteX5" fmla="*/ 182880 w 223520"/>
              <a:gd name="connsiteY5" fmla="*/ 203200 h 264159"/>
              <a:gd name="connsiteX6" fmla="*/ 193040 w 223520"/>
              <a:gd name="connsiteY6" fmla="*/ 203200 h 264159"/>
              <a:gd name="connsiteX7" fmla="*/ 203200 w 223520"/>
              <a:gd name="connsiteY7" fmla="*/ 193040 h 264159"/>
              <a:gd name="connsiteX8" fmla="*/ 203200 w 223520"/>
              <a:gd name="connsiteY8" fmla="*/ 30480 h 264159"/>
              <a:gd name="connsiteX9" fmla="*/ 193040 w 223520"/>
              <a:gd name="connsiteY9" fmla="*/ 20320 h 264159"/>
              <a:gd name="connsiteX10" fmla="*/ 71120 w 223520"/>
              <a:gd name="connsiteY10" fmla="*/ 20320 h 264159"/>
              <a:gd name="connsiteX11" fmla="*/ 40640 w 223520"/>
              <a:gd name="connsiteY11" fmla="*/ 30480 h 264159"/>
              <a:gd name="connsiteX12" fmla="*/ 40640 w 223520"/>
              <a:gd name="connsiteY12" fmla="*/ 40640 h 264159"/>
              <a:gd name="connsiteX13" fmla="*/ 30480 w 223520"/>
              <a:gd name="connsiteY13" fmla="*/ 40640 h 264159"/>
              <a:gd name="connsiteX14" fmla="*/ 0 w 223520"/>
              <a:gd name="connsiteY14" fmla="*/ 71120 h 264159"/>
              <a:gd name="connsiteX15" fmla="*/ 0 w 223520"/>
              <a:gd name="connsiteY15" fmla="*/ 233680 h 264159"/>
              <a:gd name="connsiteX16" fmla="*/ 30480 w 223520"/>
              <a:gd name="connsiteY16" fmla="*/ 264160 h 264159"/>
              <a:gd name="connsiteX17" fmla="*/ 152400 w 223520"/>
              <a:gd name="connsiteY17" fmla="*/ 264160 h 264159"/>
              <a:gd name="connsiteX18" fmla="*/ 182880 w 223520"/>
              <a:gd name="connsiteY18" fmla="*/ 233680 h 264159"/>
              <a:gd name="connsiteX19" fmla="*/ 182880 w 223520"/>
              <a:gd name="connsiteY19" fmla="*/ 223520 h 264159"/>
              <a:gd name="connsiteX20" fmla="*/ 193040 w 223520"/>
              <a:gd name="connsiteY20" fmla="*/ 223520 h 264159"/>
              <a:gd name="connsiteX21" fmla="*/ 223520 w 223520"/>
              <a:gd name="connsiteY21" fmla="*/ 193040 h 264159"/>
              <a:gd name="connsiteX22" fmla="*/ 223520 w 223520"/>
              <a:gd name="connsiteY22" fmla="*/ 30480 h 264159"/>
              <a:gd name="connsiteX23" fmla="*/ 193040 w 223520"/>
              <a:gd name="connsiteY23" fmla="*/ 0 h 264159"/>
              <a:gd name="connsiteX24" fmla="*/ 71120 w 223520"/>
              <a:gd name="connsiteY24" fmla="*/ 0 h 264159"/>
              <a:gd name="connsiteX25" fmla="*/ 40640 w 223520"/>
              <a:gd name="connsiteY25" fmla="*/ 30480 h 264159"/>
              <a:gd name="connsiteX26" fmla="*/ 162560 w 223520"/>
              <a:gd name="connsiteY26" fmla="*/ 213360 h 264159"/>
              <a:gd name="connsiteX27" fmla="*/ 162560 w 223520"/>
              <a:gd name="connsiteY27" fmla="*/ 233680 h 264159"/>
              <a:gd name="connsiteX28" fmla="*/ 152400 w 223520"/>
              <a:gd name="connsiteY28" fmla="*/ 243840 h 264159"/>
              <a:gd name="connsiteX29" fmla="*/ 30480 w 223520"/>
              <a:gd name="connsiteY29" fmla="*/ 243840 h 264159"/>
              <a:gd name="connsiteX30" fmla="*/ 20320 w 223520"/>
              <a:gd name="connsiteY30" fmla="*/ 233680 h 264159"/>
              <a:gd name="connsiteX31" fmla="*/ 20320 w 223520"/>
              <a:gd name="connsiteY31" fmla="*/ 71120 h 264159"/>
              <a:gd name="connsiteX32" fmla="*/ 30480 w 223520"/>
              <a:gd name="connsiteY32" fmla="*/ 60960 h 264159"/>
              <a:gd name="connsiteX33" fmla="*/ 50800 w 223520"/>
              <a:gd name="connsiteY33" fmla="*/ 60960 h 264159"/>
              <a:gd name="connsiteX34" fmla="*/ 152400 w 223520"/>
              <a:gd name="connsiteY34" fmla="*/ 60960 h 264159"/>
              <a:gd name="connsiteX35" fmla="*/ 162560 w 223520"/>
              <a:gd name="connsiteY35" fmla="*/ 71120 h 264159"/>
              <a:gd name="connsiteX36" fmla="*/ 162560 w 223520"/>
              <a:gd name="connsiteY36" fmla="*/ 213360 h 264159"/>
              <a:gd name="connsiteX37" fmla="*/ 40640 w 223520"/>
              <a:gd name="connsiteY37" fmla="*/ 111760 h 264159"/>
              <a:gd name="connsiteX38" fmla="*/ 142240 w 223520"/>
              <a:gd name="connsiteY38" fmla="*/ 111760 h 264159"/>
              <a:gd name="connsiteX39" fmla="*/ 142240 w 223520"/>
              <a:gd name="connsiteY39" fmla="*/ 91440 h 264159"/>
              <a:gd name="connsiteX40" fmla="*/ 40640 w 223520"/>
              <a:gd name="connsiteY40" fmla="*/ 91440 h 264159"/>
              <a:gd name="connsiteX41" fmla="*/ 40640 w 223520"/>
              <a:gd name="connsiteY41" fmla="*/ 111760 h 264159"/>
              <a:gd name="connsiteX42" fmla="*/ 142240 w 223520"/>
              <a:gd name="connsiteY42" fmla="*/ 162560 h 264159"/>
              <a:gd name="connsiteX43" fmla="*/ 40640 w 223520"/>
              <a:gd name="connsiteY43" fmla="*/ 162560 h 264159"/>
              <a:gd name="connsiteX44" fmla="*/ 40640 w 223520"/>
              <a:gd name="connsiteY44" fmla="*/ 142240 h 264159"/>
              <a:gd name="connsiteX45" fmla="*/ 142240 w 223520"/>
              <a:gd name="connsiteY45" fmla="*/ 142240 h 264159"/>
              <a:gd name="connsiteX46" fmla="*/ 142240 w 223520"/>
              <a:gd name="connsiteY46" fmla="*/ 162560 h 264159"/>
              <a:gd name="connsiteX47" fmla="*/ 40640 w 223520"/>
              <a:gd name="connsiteY47" fmla="*/ 213360 h 264159"/>
              <a:gd name="connsiteX48" fmla="*/ 142240 w 223520"/>
              <a:gd name="connsiteY48" fmla="*/ 213360 h 264159"/>
              <a:gd name="connsiteX49" fmla="*/ 142240 w 223520"/>
              <a:gd name="connsiteY49" fmla="*/ 193040 h 264159"/>
              <a:gd name="connsiteX50" fmla="*/ 40640 w 223520"/>
              <a:gd name="connsiteY50" fmla="*/ 193040 h 264159"/>
              <a:gd name="connsiteX51" fmla="*/ 40640 w 223520"/>
              <a:gd name="connsiteY51" fmla="*/ 2133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223520" h="264159">
                <a:moveTo>
                  <a:pt x="71120" y="20320"/>
                </a:moveTo>
                <a:cubicBezTo>
                  <a:pt x="66040" y="20320"/>
                  <a:pt x="60960" y="25400"/>
                  <a:pt x="60960" y="30480"/>
                </a:cubicBezTo>
                <a:lnTo>
                  <a:pt x="60960" y="40640"/>
                </a:lnTo>
                <a:lnTo>
                  <a:pt x="152400" y="40640"/>
                </a:lnTo>
                <a:cubicBezTo>
                  <a:pt x="168910" y="40640"/>
                  <a:pt x="182880" y="54610"/>
                  <a:pt x="182880" y="71120"/>
                </a:cubicBezTo>
                <a:lnTo>
                  <a:pt x="182880" y="203200"/>
                </a:lnTo>
                <a:lnTo>
                  <a:pt x="193040" y="203200"/>
                </a:lnTo>
                <a:cubicBezTo>
                  <a:pt x="198120" y="203200"/>
                  <a:pt x="203200" y="198120"/>
                  <a:pt x="203200" y="193040"/>
                </a:cubicBezTo>
                <a:lnTo>
                  <a:pt x="203200" y="30480"/>
                </a:lnTo>
                <a:cubicBezTo>
                  <a:pt x="203200" y="25400"/>
                  <a:pt x="198120" y="20320"/>
                  <a:pt x="193040" y="20320"/>
                </a:cubicBezTo>
                <a:lnTo>
                  <a:pt x="71120" y="20320"/>
                </a:lnTo>
                <a:close/>
                <a:moveTo>
                  <a:pt x="40640" y="30480"/>
                </a:moveTo>
                <a:lnTo>
                  <a:pt x="40640" y="40640"/>
                </a:lnTo>
                <a:lnTo>
                  <a:pt x="30480" y="40640"/>
                </a:lnTo>
                <a:cubicBezTo>
                  <a:pt x="13970" y="40640"/>
                  <a:pt x="0" y="54610"/>
                  <a:pt x="0" y="7112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52400" y="264160"/>
                </a:lnTo>
                <a:cubicBezTo>
                  <a:pt x="168910" y="264160"/>
                  <a:pt x="182880" y="250190"/>
                  <a:pt x="182880" y="233680"/>
                </a:cubicBezTo>
                <a:lnTo>
                  <a:pt x="182880" y="223520"/>
                </a:lnTo>
                <a:lnTo>
                  <a:pt x="193040" y="223520"/>
                </a:lnTo>
                <a:cubicBezTo>
                  <a:pt x="209550" y="223520"/>
                  <a:pt x="223520" y="209550"/>
                  <a:pt x="223520" y="19304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71120" y="0"/>
                </a:lnTo>
                <a:cubicBezTo>
                  <a:pt x="54610" y="0"/>
                  <a:pt x="40640" y="13970"/>
                  <a:pt x="40640" y="30480"/>
                </a:cubicBezTo>
                <a:close/>
                <a:moveTo>
                  <a:pt x="162560" y="213360"/>
                </a:moveTo>
                <a:lnTo>
                  <a:pt x="162560" y="233680"/>
                </a:lnTo>
                <a:cubicBezTo>
                  <a:pt x="162560" y="238760"/>
                  <a:pt x="157480" y="243840"/>
                  <a:pt x="15240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71120"/>
                </a:lnTo>
                <a:cubicBezTo>
                  <a:pt x="20320" y="66040"/>
                  <a:pt x="25400" y="60960"/>
                  <a:pt x="30480" y="60960"/>
                </a:cubicBezTo>
                <a:lnTo>
                  <a:pt x="50800" y="60960"/>
                </a:lnTo>
                <a:lnTo>
                  <a:pt x="152400" y="60960"/>
                </a:lnTo>
                <a:cubicBezTo>
                  <a:pt x="157480" y="60960"/>
                  <a:pt x="162560" y="66040"/>
                  <a:pt x="162560" y="71120"/>
                </a:cubicBezTo>
                <a:lnTo>
                  <a:pt x="162560" y="213360"/>
                </a:lnTo>
                <a:close/>
                <a:moveTo>
                  <a:pt x="40640" y="111760"/>
                </a:moveTo>
                <a:lnTo>
                  <a:pt x="142240" y="111760"/>
                </a:lnTo>
                <a:lnTo>
                  <a:pt x="142240" y="91440"/>
                </a:lnTo>
                <a:lnTo>
                  <a:pt x="40640" y="91440"/>
                </a:lnTo>
                <a:lnTo>
                  <a:pt x="40640" y="111760"/>
                </a:lnTo>
                <a:close/>
                <a:moveTo>
                  <a:pt x="142240" y="162560"/>
                </a:moveTo>
                <a:lnTo>
                  <a:pt x="40640" y="162560"/>
                </a:lnTo>
                <a:lnTo>
                  <a:pt x="40640" y="142240"/>
                </a:lnTo>
                <a:lnTo>
                  <a:pt x="142240" y="142240"/>
                </a:lnTo>
                <a:lnTo>
                  <a:pt x="142240" y="162560"/>
                </a:lnTo>
                <a:close/>
                <a:moveTo>
                  <a:pt x="40640" y="213360"/>
                </a:moveTo>
                <a:lnTo>
                  <a:pt x="142240" y="213360"/>
                </a:lnTo>
                <a:lnTo>
                  <a:pt x="142240" y="193040"/>
                </a:lnTo>
                <a:lnTo>
                  <a:pt x="40640" y="193040"/>
                </a:lnTo>
                <a:lnTo>
                  <a:pt x="40640" y="2133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61" name="Полилиния: фигура 359">
            <a:extLst>
              <a:ext uri="{FF2B5EF4-FFF2-40B4-BE49-F238E27FC236}">
                <a16:creationId xmlns:a16="http://schemas.microsoft.com/office/drawing/2014/main" id="{AAE383B2-7D58-1609-001F-03F1CBD74579}"/>
              </a:ext>
            </a:extLst>
          </p:cNvPr>
          <p:cNvSpPr/>
          <p:nvPr/>
        </p:nvSpPr>
        <p:spPr>
          <a:xfrm>
            <a:off x="2197462" y="4940856"/>
            <a:ext cx="264160" cy="203200"/>
          </a:xfrm>
          <a:custGeom>
            <a:avLst/>
            <a:gdLst>
              <a:gd name="connsiteX0" fmla="*/ 20320 w 264160"/>
              <a:gd name="connsiteY0" fmla="*/ 21590 h 203200"/>
              <a:gd name="connsiteX1" fmla="*/ 20320 w 264160"/>
              <a:gd name="connsiteY1" fmla="*/ 143510 h 203200"/>
              <a:gd name="connsiteX2" fmla="*/ 243840 w 264160"/>
              <a:gd name="connsiteY2" fmla="*/ 143510 h 203200"/>
              <a:gd name="connsiteX3" fmla="*/ 243840 w 264160"/>
              <a:gd name="connsiteY3" fmla="*/ 21590 h 203200"/>
              <a:gd name="connsiteX4" fmla="*/ 20320 w 264160"/>
              <a:gd name="connsiteY4" fmla="*/ 21590 h 203200"/>
              <a:gd name="connsiteX5" fmla="*/ 0 w 264160"/>
              <a:gd name="connsiteY5" fmla="*/ 11430 h 203200"/>
              <a:gd name="connsiteX6" fmla="*/ 11430 w 264160"/>
              <a:gd name="connsiteY6" fmla="*/ 0 h 203200"/>
              <a:gd name="connsiteX7" fmla="*/ 252730 w 264160"/>
              <a:gd name="connsiteY7" fmla="*/ 0 h 203200"/>
              <a:gd name="connsiteX8" fmla="*/ 264160 w 264160"/>
              <a:gd name="connsiteY8" fmla="*/ 11430 h 203200"/>
              <a:gd name="connsiteX9" fmla="*/ 264160 w 264160"/>
              <a:gd name="connsiteY9" fmla="*/ 151130 h 203200"/>
              <a:gd name="connsiteX10" fmla="*/ 252730 w 264160"/>
              <a:gd name="connsiteY10" fmla="*/ 162560 h 203200"/>
              <a:gd name="connsiteX11" fmla="*/ 11430 w 264160"/>
              <a:gd name="connsiteY11" fmla="*/ 162560 h 203200"/>
              <a:gd name="connsiteX12" fmla="*/ 0 w 264160"/>
              <a:gd name="connsiteY12" fmla="*/ 151130 h 203200"/>
              <a:gd name="connsiteX13" fmla="*/ 0 w 264160"/>
              <a:gd name="connsiteY13" fmla="*/ 11430 h 203200"/>
              <a:gd name="connsiteX14" fmla="*/ 59690 w 264160"/>
              <a:gd name="connsiteY14" fmla="*/ 62230 h 203200"/>
              <a:gd name="connsiteX15" fmla="*/ 69850 w 264160"/>
              <a:gd name="connsiteY15" fmla="*/ 72390 h 203200"/>
              <a:gd name="connsiteX16" fmla="*/ 69850 w 264160"/>
              <a:gd name="connsiteY16" fmla="*/ 92710 h 203200"/>
              <a:gd name="connsiteX17" fmla="*/ 59690 w 264160"/>
              <a:gd name="connsiteY17" fmla="*/ 102870 h 203200"/>
              <a:gd name="connsiteX18" fmla="*/ 49530 w 264160"/>
              <a:gd name="connsiteY18" fmla="*/ 92710 h 203200"/>
              <a:gd name="connsiteX19" fmla="*/ 49530 w 264160"/>
              <a:gd name="connsiteY19" fmla="*/ 72390 h 203200"/>
              <a:gd name="connsiteX20" fmla="*/ 59690 w 264160"/>
              <a:gd name="connsiteY20" fmla="*/ 62230 h 203200"/>
              <a:gd name="connsiteX21" fmla="*/ 201930 w 264160"/>
              <a:gd name="connsiteY21" fmla="*/ 62230 h 203200"/>
              <a:gd name="connsiteX22" fmla="*/ 212090 w 264160"/>
              <a:gd name="connsiteY22" fmla="*/ 72390 h 203200"/>
              <a:gd name="connsiteX23" fmla="*/ 212090 w 264160"/>
              <a:gd name="connsiteY23" fmla="*/ 92710 h 203200"/>
              <a:gd name="connsiteX24" fmla="*/ 201930 w 264160"/>
              <a:gd name="connsiteY24" fmla="*/ 102870 h 203200"/>
              <a:gd name="connsiteX25" fmla="*/ 191770 w 264160"/>
              <a:gd name="connsiteY25" fmla="*/ 92710 h 203200"/>
              <a:gd name="connsiteX26" fmla="*/ 191770 w 264160"/>
              <a:gd name="connsiteY26" fmla="*/ 72390 h 203200"/>
              <a:gd name="connsiteX27" fmla="*/ 201930 w 264160"/>
              <a:gd name="connsiteY27" fmla="*/ 62230 h 203200"/>
              <a:gd name="connsiteX28" fmla="*/ 0 w 264160"/>
              <a:gd name="connsiteY28" fmla="*/ 193040 h 203200"/>
              <a:gd name="connsiteX29" fmla="*/ 10160 w 264160"/>
              <a:gd name="connsiteY29" fmla="*/ 182880 h 203200"/>
              <a:gd name="connsiteX30" fmla="*/ 254000 w 264160"/>
              <a:gd name="connsiteY30" fmla="*/ 182880 h 203200"/>
              <a:gd name="connsiteX31" fmla="*/ 264160 w 264160"/>
              <a:gd name="connsiteY31" fmla="*/ 193040 h 203200"/>
              <a:gd name="connsiteX32" fmla="*/ 254000 w 264160"/>
              <a:gd name="connsiteY32" fmla="*/ 203200 h 203200"/>
              <a:gd name="connsiteX33" fmla="*/ 10160 w 264160"/>
              <a:gd name="connsiteY33" fmla="*/ 203200 h 203200"/>
              <a:gd name="connsiteX34" fmla="*/ 0 w 264160"/>
              <a:gd name="connsiteY34" fmla="*/ 193040 h 203200"/>
              <a:gd name="connsiteX35" fmla="*/ 95250 w 264160"/>
              <a:gd name="connsiteY35" fmla="*/ 64770 h 203200"/>
              <a:gd name="connsiteX36" fmla="*/ 87630 w 264160"/>
              <a:gd name="connsiteY36" fmla="*/ 72390 h 203200"/>
              <a:gd name="connsiteX37" fmla="*/ 95250 w 264160"/>
              <a:gd name="connsiteY37" fmla="*/ 80010 h 203200"/>
              <a:gd name="connsiteX38" fmla="*/ 97790 w 264160"/>
              <a:gd name="connsiteY38" fmla="*/ 80010 h 203200"/>
              <a:gd name="connsiteX39" fmla="*/ 97790 w 264160"/>
              <a:gd name="connsiteY39" fmla="*/ 82550 h 203200"/>
              <a:gd name="connsiteX40" fmla="*/ 97790 w 264160"/>
              <a:gd name="connsiteY40" fmla="*/ 90170 h 203200"/>
              <a:gd name="connsiteX41" fmla="*/ 95250 w 264160"/>
              <a:gd name="connsiteY41" fmla="*/ 90170 h 203200"/>
              <a:gd name="connsiteX42" fmla="*/ 87630 w 264160"/>
              <a:gd name="connsiteY42" fmla="*/ 97790 h 203200"/>
              <a:gd name="connsiteX43" fmla="*/ 95250 w 264160"/>
              <a:gd name="connsiteY43" fmla="*/ 105410 h 203200"/>
              <a:gd name="connsiteX44" fmla="*/ 102870 w 264160"/>
              <a:gd name="connsiteY44" fmla="*/ 105410 h 203200"/>
              <a:gd name="connsiteX45" fmla="*/ 109220 w 264160"/>
              <a:gd name="connsiteY45" fmla="*/ 115570 h 203200"/>
              <a:gd name="connsiteX46" fmla="*/ 140970 w 264160"/>
              <a:gd name="connsiteY46" fmla="*/ 130810 h 203200"/>
              <a:gd name="connsiteX47" fmla="*/ 170180 w 264160"/>
              <a:gd name="connsiteY47" fmla="*/ 120650 h 203200"/>
              <a:gd name="connsiteX48" fmla="*/ 171450 w 264160"/>
              <a:gd name="connsiteY48" fmla="*/ 110490 h 203200"/>
              <a:gd name="connsiteX49" fmla="*/ 161290 w 264160"/>
              <a:gd name="connsiteY49" fmla="*/ 109220 h 203200"/>
              <a:gd name="connsiteX50" fmla="*/ 140970 w 264160"/>
              <a:gd name="connsiteY50" fmla="*/ 115570 h 203200"/>
              <a:gd name="connsiteX51" fmla="*/ 120650 w 264160"/>
              <a:gd name="connsiteY51" fmla="*/ 106680 h 203200"/>
              <a:gd name="connsiteX52" fmla="*/ 119380 w 264160"/>
              <a:gd name="connsiteY52" fmla="*/ 105410 h 203200"/>
              <a:gd name="connsiteX53" fmla="*/ 135890 w 264160"/>
              <a:gd name="connsiteY53" fmla="*/ 105410 h 203200"/>
              <a:gd name="connsiteX54" fmla="*/ 143510 w 264160"/>
              <a:gd name="connsiteY54" fmla="*/ 97790 h 203200"/>
              <a:gd name="connsiteX55" fmla="*/ 135890 w 264160"/>
              <a:gd name="connsiteY55" fmla="*/ 90170 h 203200"/>
              <a:gd name="connsiteX56" fmla="*/ 114300 w 264160"/>
              <a:gd name="connsiteY56" fmla="*/ 90170 h 203200"/>
              <a:gd name="connsiteX57" fmla="*/ 114300 w 264160"/>
              <a:gd name="connsiteY57" fmla="*/ 82550 h 203200"/>
              <a:gd name="connsiteX58" fmla="*/ 114300 w 264160"/>
              <a:gd name="connsiteY58" fmla="*/ 80010 h 203200"/>
              <a:gd name="connsiteX59" fmla="*/ 137160 w 264160"/>
              <a:gd name="connsiteY59" fmla="*/ 80010 h 203200"/>
              <a:gd name="connsiteX60" fmla="*/ 144780 w 264160"/>
              <a:gd name="connsiteY60" fmla="*/ 72390 h 203200"/>
              <a:gd name="connsiteX61" fmla="*/ 137160 w 264160"/>
              <a:gd name="connsiteY61" fmla="*/ 64770 h 203200"/>
              <a:gd name="connsiteX62" fmla="*/ 118110 w 264160"/>
              <a:gd name="connsiteY62" fmla="*/ 64770 h 203200"/>
              <a:gd name="connsiteX63" fmla="*/ 121920 w 264160"/>
              <a:gd name="connsiteY63" fmla="*/ 58420 h 203200"/>
              <a:gd name="connsiteX64" fmla="*/ 142240 w 264160"/>
              <a:gd name="connsiteY64" fmla="*/ 49530 h 203200"/>
              <a:gd name="connsiteX65" fmla="*/ 162560 w 264160"/>
              <a:gd name="connsiteY65" fmla="*/ 55880 h 203200"/>
              <a:gd name="connsiteX66" fmla="*/ 172720 w 264160"/>
              <a:gd name="connsiteY66" fmla="*/ 54610 h 203200"/>
              <a:gd name="connsiteX67" fmla="*/ 171450 w 264160"/>
              <a:gd name="connsiteY67" fmla="*/ 44450 h 203200"/>
              <a:gd name="connsiteX68" fmla="*/ 142240 w 264160"/>
              <a:gd name="connsiteY68" fmla="*/ 34290 h 203200"/>
              <a:gd name="connsiteX69" fmla="*/ 110490 w 264160"/>
              <a:gd name="connsiteY69" fmla="*/ 49530 h 203200"/>
              <a:gd name="connsiteX70" fmla="*/ 101600 w 264160"/>
              <a:gd name="connsiteY70" fmla="*/ 64770 h 203200"/>
              <a:gd name="connsiteX71" fmla="*/ 95250 w 264160"/>
              <a:gd name="connsiteY71" fmla="*/ 6477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</a:cxnLst>
            <a:rect l="l" t="t" r="r" b="b"/>
            <a:pathLst>
              <a:path w="264160" h="203200">
                <a:moveTo>
                  <a:pt x="20320" y="21590"/>
                </a:moveTo>
                <a:lnTo>
                  <a:pt x="20320" y="143510"/>
                </a:lnTo>
                <a:lnTo>
                  <a:pt x="243840" y="143510"/>
                </a:lnTo>
                <a:lnTo>
                  <a:pt x="243840" y="21590"/>
                </a:lnTo>
                <a:lnTo>
                  <a:pt x="20320" y="21590"/>
                </a:lnTo>
                <a:close/>
                <a:moveTo>
                  <a:pt x="0" y="11430"/>
                </a:moveTo>
                <a:cubicBezTo>
                  <a:pt x="0" y="5080"/>
                  <a:pt x="5080" y="0"/>
                  <a:pt x="11430" y="0"/>
                </a:cubicBezTo>
                <a:lnTo>
                  <a:pt x="252730" y="0"/>
                </a:lnTo>
                <a:cubicBezTo>
                  <a:pt x="259080" y="0"/>
                  <a:pt x="264160" y="5080"/>
                  <a:pt x="264160" y="11430"/>
                </a:cubicBezTo>
                <a:lnTo>
                  <a:pt x="264160" y="151130"/>
                </a:lnTo>
                <a:cubicBezTo>
                  <a:pt x="264160" y="157480"/>
                  <a:pt x="259080" y="162560"/>
                  <a:pt x="252730" y="162560"/>
                </a:cubicBezTo>
                <a:lnTo>
                  <a:pt x="11430" y="162560"/>
                </a:lnTo>
                <a:cubicBezTo>
                  <a:pt x="5080" y="162560"/>
                  <a:pt x="0" y="157480"/>
                  <a:pt x="0" y="151130"/>
                </a:cubicBezTo>
                <a:lnTo>
                  <a:pt x="0" y="11430"/>
                </a:lnTo>
                <a:close/>
                <a:moveTo>
                  <a:pt x="59690" y="62230"/>
                </a:moveTo>
                <a:cubicBezTo>
                  <a:pt x="64770" y="62230"/>
                  <a:pt x="69850" y="67310"/>
                  <a:pt x="69850" y="72390"/>
                </a:cubicBezTo>
                <a:lnTo>
                  <a:pt x="69850" y="92710"/>
                </a:lnTo>
                <a:cubicBezTo>
                  <a:pt x="69850" y="97790"/>
                  <a:pt x="64770" y="102870"/>
                  <a:pt x="59690" y="102870"/>
                </a:cubicBezTo>
                <a:cubicBezTo>
                  <a:pt x="54610" y="102870"/>
                  <a:pt x="49530" y="97790"/>
                  <a:pt x="49530" y="92710"/>
                </a:cubicBezTo>
                <a:lnTo>
                  <a:pt x="49530" y="72390"/>
                </a:lnTo>
                <a:cubicBezTo>
                  <a:pt x="49530" y="66040"/>
                  <a:pt x="54610" y="62230"/>
                  <a:pt x="59690" y="62230"/>
                </a:cubicBezTo>
                <a:close/>
                <a:moveTo>
                  <a:pt x="201930" y="62230"/>
                </a:moveTo>
                <a:cubicBezTo>
                  <a:pt x="207010" y="62230"/>
                  <a:pt x="212090" y="67310"/>
                  <a:pt x="212090" y="72390"/>
                </a:cubicBezTo>
                <a:lnTo>
                  <a:pt x="212090" y="92710"/>
                </a:lnTo>
                <a:cubicBezTo>
                  <a:pt x="212090" y="97790"/>
                  <a:pt x="207010" y="102870"/>
                  <a:pt x="201930" y="102870"/>
                </a:cubicBezTo>
                <a:cubicBezTo>
                  <a:pt x="196850" y="102870"/>
                  <a:pt x="191770" y="97790"/>
                  <a:pt x="191770" y="92710"/>
                </a:cubicBezTo>
                <a:lnTo>
                  <a:pt x="191770" y="72390"/>
                </a:lnTo>
                <a:cubicBezTo>
                  <a:pt x="191770" y="66040"/>
                  <a:pt x="196850" y="62230"/>
                  <a:pt x="201930" y="62230"/>
                </a:cubicBezTo>
                <a:close/>
                <a:moveTo>
                  <a:pt x="0" y="193040"/>
                </a:moveTo>
                <a:cubicBezTo>
                  <a:pt x="0" y="187960"/>
                  <a:pt x="5080" y="182880"/>
                  <a:pt x="10160" y="182880"/>
                </a:cubicBezTo>
                <a:lnTo>
                  <a:pt x="254000" y="182880"/>
                </a:lnTo>
                <a:cubicBezTo>
                  <a:pt x="259080" y="182880"/>
                  <a:pt x="264160" y="187960"/>
                  <a:pt x="264160" y="193040"/>
                </a:cubicBezTo>
                <a:cubicBezTo>
                  <a:pt x="264160" y="198120"/>
                  <a:pt x="259080" y="203200"/>
                  <a:pt x="254000" y="203200"/>
                </a:cubicBezTo>
                <a:lnTo>
                  <a:pt x="10160" y="203200"/>
                </a:lnTo>
                <a:cubicBezTo>
                  <a:pt x="3810" y="203200"/>
                  <a:pt x="0" y="199390"/>
                  <a:pt x="0" y="193040"/>
                </a:cubicBezTo>
                <a:close/>
                <a:moveTo>
                  <a:pt x="95250" y="64770"/>
                </a:moveTo>
                <a:cubicBezTo>
                  <a:pt x="91440" y="64770"/>
                  <a:pt x="87630" y="68580"/>
                  <a:pt x="87630" y="72390"/>
                </a:cubicBezTo>
                <a:cubicBezTo>
                  <a:pt x="87630" y="76200"/>
                  <a:pt x="91440" y="80010"/>
                  <a:pt x="95250" y="80010"/>
                </a:cubicBezTo>
                <a:lnTo>
                  <a:pt x="97790" y="80010"/>
                </a:lnTo>
                <a:cubicBezTo>
                  <a:pt x="97790" y="81280"/>
                  <a:pt x="97790" y="81280"/>
                  <a:pt x="97790" y="82550"/>
                </a:cubicBezTo>
                <a:cubicBezTo>
                  <a:pt x="97790" y="85090"/>
                  <a:pt x="97790" y="87630"/>
                  <a:pt x="97790" y="90170"/>
                </a:cubicBezTo>
                <a:lnTo>
                  <a:pt x="95250" y="90170"/>
                </a:lnTo>
                <a:cubicBezTo>
                  <a:pt x="91440" y="90170"/>
                  <a:pt x="87630" y="93980"/>
                  <a:pt x="87630" y="97790"/>
                </a:cubicBezTo>
                <a:cubicBezTo>
                  <a:pt x="87630" y="101600"/>
                  <a:pt x="91440" y="105410"/>
                  <a:pt x="95250" y="105410"/>
                </a:cubicBezTo>
                <a:lnTo>
                  <a:pt x="102870" y="105410"/>
                </a:lnTo>
                <a:cubicBezTo>
                  <a:pt x="104140" y="109220"/>
                  <a:pt x="106680" y="113030"/>
                  <a:pt x="109220" y="115570"/>
                </a:cubicBezTo>
                <a:cubicBezTo>
                  <a:pt x="116840" y="124460"/>
                  <a:pt x="128270" y="130810"/>
                  <a:pt x="140970" y="130810"/>
                </a:cubicBezTo>
                <a:cubicBezTo>
                  <a:pt x="152400" y="130810"/>
                  <a:pt x="162560" y="127000"/>
                  <a:pt x="170180" y="120650"/>
                </a:cubicBezTo>
                <a:cubicBezTo>
                  <a:pt x="173990" y="118110"/>
                  <a:pt x="173990" y="113030"/>
                  <a:pt x="171450" y="110490"/>
                </a:cubicBezTo>
                <a:cubicBezTo>
                  <a:pt x="168910" y="106680"/>
                  <a:pt x="163830" y="106680"/>
                  <a:pt x="161290" y="109220"/>
                </a:cubicBezTo>
                <a:cubicBezTo>
                  <a:pt x="156210" y="113030"/>
                  <a:pt x="148590" y="115570"/>
                  <a:pt x="140970" y="115570"/>
                </a:cubicBezTo>
                <a:cubicBezTo>
                  <a:pt x="132080" y="115570"/>
                  <a:pt x="125730" y="111760"/>
                  <a:pt x="120650" y="106680"/>
                </a:cubicBezTo>
                <a:cubicBezTo>
                  <a:pt x="120650" y="106680"/>
                  <a:pt x="120650" y="105410"/>
                  <a:pt x="119380" y="105410"/>
                </a:cubicBezTo>
                <a:lnTo>
                  <a:pt x="135890" y="105410"/>
                </a:lnTo>
                <a:cubicBezTo>
                  <a:pt x="139700" y="105410"/>
                  <a:pt x="143510" y="101600"/>
                  <a:pt x="143510" y="97790"/>
                </a:cubicBezTo>
                <a:cubicBezTo>
                  <a:pt x="143510" y="93980"/>
                  <a:pt x="139700" y="90170"/>
                  <a:pt x="135890" y="90170"/>
                </a:cubicBezTo>
                <a:lnTo>
                  <a:pt x="114300" y="90170"/>
                </a:lnTo>
                <a:cubicBezTo>
                  <a:pt x="114300" y="87630"/>
                  <a:pt x="114300" y="85090"/>
                  <a:pt x="114300" y="82550"/>
                </a:cubicBezTo>
                <a:cubicBezTo>
                  <a:pt x="114300" y="81280"/>
                  <a:pt x="114300" y="81280"/>
                  <a:pt x="114300" y="80010"/>
                </a:cubicBezTo>
                <a:lnTo>
                  <a:pt x="137160" y="80010"/>
                </a:lnTo>
                <a:cubicBezTo>
                  <a:pt x="140970" y="80010"/>
                  <a:pt x="144780" y="76200"/>
                  <a:pt x="144780" y="72390"/>
                </a:cubicBezTo>
                <a:cubicBezTo>
                  <a:pt x="144780" y="68580"/>
                  <a:pt x="140970" y="64770"/>
                  <a:pt x="137160" y="64770"/>
                </a:cubicBezTo>
                <a:lnTo>
                  <a:pt x="118110" y="64770"/>
                </a:lnTo>
                <a:cubicBezTo>
                  <a:pt x="119380" y="62230"/>
                  <a:pt x="120650" y="60960"/>
                  <a:pt x="121920" y="58420"/>
                </a:cubicBezTo>
                <a:cubicBezTo>
                  <a:pt x="127000" y="53340"/>
                  <a:pt x="133350" y="49530"/>
                  <a:pt x="142240" y="49530"/>
                </a:cubicBezTo>
                <a:cubicBezTo>
                  <a:pt x="149860" y="49530"/>
                  <a:pt x="156210" y="52070"/>
                  <a:pt x="162560" y="55880"/>
                </a:cubicBezTo>
                <a:cubicBezTo>
                  <a:pt x="166370" y="58420"/>
                  <a:pt x="170180" y="57150"/>
                  <a:pt x="172720" y="54610"/>
                </a:cubicBezTo>
                <a:cubicBezTo>
                  <a:pt x="175260" y="50800"/>
                  <a:pt x="173990" y="46990"/>
                  <a:pt x="171450" y="44450"/>
                </a:cubicBezTo>
                <a:cubicBezTo>
                  <a:pt x="163830" y="38100"/>
                  <a:pt x="153670" y="34290"/>
                  <a:pt x="142240" y="34290"/>
                </a:cubicBezTo>
                <a:cubicBezTo>
                  <a:pt x="128270" y="34290"/>
                  <a:pt x="118110" y="39370"/>
                  <a:pt x="110490" y="49530"/>
                </a:cubicBezTo>
                <a:cubicBezTo>
                  <a:pt x="106680" y="54610"/>
                  <a:pt x="104140" y="59690"/>
                  <a:pt x="101600" y="64770"/>
                </a:cubicBezTo>
                <a:lnTo>
                  <a:pt x="95250" y="6477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62" name="Полилиния: фигура 361">
            <a:extLst>
              <a:ext uri="{FF2B5EF4-FFF2-40B4-BE49-F238E27FC236}">
                <a16:creationId xmlns:a16="http://schemas.microsoft.com/office/drawing/2014/main" id="{C3B20715-BF60-07D8-8C2B-3BC905ACD54F}"/>
              </a:ext>
            </a:extLst>
          </p:cNvPr>
          <p:cNvSpPr/>
          <p:nvPr/>
        </p:nvSpPr>
        <p:spPr>
          <a:xfrm>
            <a:off x="3329984" y="3525637"/>
            <a:ext cx="233997" cy="264159"/>
          </a:xfrm>
          <a:custGeom>
            <a:avLst/>
            <a:gdLst>
              <a:gd name="connsiteX0" fmla="*/ 203518 w 233997"/>
              <a:gd name="connsiteY0" fmla="*/ 0 h 264159"/>
              <a:gd name="connsiteX1" fmla="*/ 233998 w 233997"/>
              <a:gd name="connsiteY1" fmla="*/ 30480 h 264159"/>
              <a:gd name="connsiteX2" fmla="*/ 233998 w 233997"/>
              <a:gd name="connsiteY2" fmla="*/ 233680 h 264159"/>
              <a:gd name="connsiteX3" fmla="*/ 203518 w 233997"/>
              <a:gd name="connsiteY3" fmla="*/ 264160 h 264159"/>
              <a:gd name="connsiteX4" fmla="*/ 127318 w 233997"/>
              <a:gd name="connsiteY4" fmla="*/ 264160 h 264159"/>
              <a:gd name="connsiteX5" fmla="*/ 117157 w 233997"/>
              <a:gd name="connsiteY5" fmla="*/ 254000 h 264159"/>
              <a:gd name="connsiteX6" fmla="*/ 127318 w 233997"/>
              <a:gd name="connsiteY6" fmla="*/ 243840 h 264159"/>
              <a:gd name="connsiteX7" fmla="*/ 203518 w 233997"/>
              <a:gd name="connsiteY7" fmla="*/ 243840 h 264159"/>
              <a:gd name="connsiteX8" fmla="*/ 213677 w 233997"/>
              <a:gd name="connsiteY8" fmla="*/ 233680 h 264159"/>
              <a:gd name="connsiteX9" fmla="*/ 213677 w 233997"/>
              <a:gd name="connsiteY9" fmla="*/ 30480 h 264159"/>
              <a:gd name="connsiteX10" fmla="*/ 203518 w 233997"/>
              <a:gd name="connsiteY10" fmla="*/ 20320 h 264159"/>
              <a:gd name="connsiteX11" fmla="*/ 40957 w 233997"/>
              <a:gd name="connsiteY11" fmla="*/ 20320 h 264159"/>
              <a:gd name="connsiteX12" fmla="*/ 30798 w 233997"/>
              <a:gd name="connsiteY12" fmla="*/ 30480 h 264159"/>
              <a:gd name="connsiteX13" fmla="*/ 30798 w 233997"/>
              <a:gd name="connsiteY13" fmla="*/ 132080 h 264159"/>
              <a:gd name="connsiteX14" fmla="*/ 20637 w 233997"/>
              <a:gd name="connsiteY14" fmla="*/ 142240 h 264159"/>
              <a:gd name="connsiteX15" fmla="*/ 10477 w 233997"/>
              <a:gd name="connsiteY15" fmla="*/ 132080 h 264159"/>
              <a:gd name="connsiteX16" fmla="*/ 10477 w 233997"/>
              <a:gd name="connsiteY16" fmla="*/ 30480 h 264159"/>
              <a:gd name="connsiteX17" fmla="*/ 40957 w 233997"/>
              <a:gd name="connsiteY17" fmla="*/ 0 h 264159"/>
              <a:gd name="connsiteX18" fmla="*/ 203518 w 233997"/>
              <a:gd name="connsiteY18" fmla="*/ 0 h 264159"/>
              <a:gd name="connsiteX19" fmla="*/ 183198 w 233997"/>
              <a:gd name="connsiteY19" fmla="*/ 81280 h 264159"/>
              <a:gd name="connsiteX20" fmla="*/ 61277 w 233997"/>
              <a:gd name="connsiteY20" fmla="*/ 81280 h 264159"/>
              <a:gd name="connsiteX21" fmla="*/ 61277 w 233997"/>
              <a:gd name="connsiteY21" fmla="*/ 60960 h 264159"/>
              <a:gd name="connsiteX22" fmla="*/ 183198 w 233997"/>
              <a:gd name="connsiteY22" fmla="*/ 60960 h 264159"/>
              <a:gd name="connsiteX23" fmla="*/ 183198 w 233997"/>
              <a:gd name="connsiteY23" fmla="*/ 81280 h 264159"/>
              <a:gd name="connsiteX24" fmla="*/ 183198 w 233997"/>
              <a:gd name="connsiteY24" fmla="*/ 132080 h 264159"/>
              <a:gd name="connsiteX25" fmla="*/ 61277 w 233997"/>
              <a:gd name="connsiteY25" fmla="*/ 132080 h 264159"/>
              <a:gd name="connsiteX26" fmla="*/ 61277 w 233997"/>
              <a:gd name="connsiteY26" fmla="*/ 111760 h 264159"/>
              <a:gd name="connsiteX27" fmla="*/ 183198 w 233997"/>
              <a:gd name="connsiteY27" fmla="*/ 111760 h 264159"/>
              <a:gd name="connsiteX28" fmla="*/ 183198 w 233997"/>
              <a:gd name="connsiteY28" fmla="*/ 132080 h 264159"/>
              <a:gd name="connsiteX29" fmla="*/ 132398 w 233997"/>
              <a:gd name="connsiteY29" fmla="*/ 182880 h 264159"/>
              <a:gd name="connsiteX30" fmla="*/ 183198 w 233997"/>
              <a:gd name="connsiteY30" fmla="*/ 182880 h 264159"/>
              <a:gd name="connsiteX31" fmla="*/ 183198 w 233997"/>
              <a:gd name="connsiteY31" fmla="*/ 162560 h 264159"/>
              <a:gd name="connsiteX32" fmla="*/ 132398 w 233997"/>
              <a:gd name="connsiteY32" fmla="*/ 162560 h 264159"/>
              <a:gd name="connsiteX33" fmla="*/ 132398 w 233997"/>
              <a:gd name="connsiteY33" fmla="*/ 182880 h 264159"/>
              <a:gd name="connsiteX34" fmla="*/ 16827 w 233997"/>
              <a:gd name="connsiteY34" fmla="*/ 232410 h 264159"/>
              <a:gd name="connsiteX35" fmla="*/ 2857 w 233997"/>
              <a:gd name="connsiteY35" fmla="*/ 246380 h 264159"/>
              <a:gd name="connsiteX36" fmla="*/ 2857 w 233997"/>
              <a:gd name="connsiteY36" fmla="*/ 260350 h 264159"/>
              <a:gd name="connsiteX37" fmla="*/ 16827 w 233997"/>
              <a:gd name="connsiteY37" fmla="*/ 260350 h 264159"/>
              <a:gd name="connsiteX38" fmla="*/ 30798 w 233997"/>
              <a:gd name="connsiteY38" fmla="*/ 246380 h 264159"/>
              <a:gd name="connsiteX39" fmla="*/ 54927 w 233997"/>
              <a:gd name="connsiteY39" fmla="*/ 254000 h 264159"/>
              <a:gd name="connsiteX40" fmla="*/ 100648 w 233997"/>
              <a:gd name="connsiteY40" fmla="*/ 208280 h 264159"/>
              <a:gd name="connsiteX41" fmla="*/ 54927 w 233997"/>
              <a:gd name="connsiteY41" fmla="*/ 162560 h 264159"/>
              <a:gd name="connsiteX42" fmla="*/ 9207 w 233997"/>
              <a:gd name="connsiteY42" fmla="*/ 208280 h 264159"/>
              <a:gd name="connsiteX43" fmla="*/ 16827 w 233997"/>
              <a:gd name="connsiteY43" fmla="*/ 232410 h 264159"/>
              <a:gd name="connsiteX44" fmla="*/ 30798 w 233997"/>
              <a:gd name="connsiteY44" fmla="*/ 208280 h 264159"/>
              <a:gd name="connsiteX45" fmla="*/ 56198 w 233997"/>
              <a:gd name="connsiteY45" fmla="*/ 182880 h 264159"/>
              <a:gd name="connsiteX46" fmla="*/ 81598 w 233997"/>
              <a:gd name="connsiteY46" fmla="*/ 208280 h 264159"/>
              <a:gd name="connsiteX47" fmla="*/ 56198 w 233997"/>
              <a:gd name="connsiteY47" fmla="*/ 233680 h 264159"/>
              <a:gd name="connsiteX48" fmla="*/ 30798 w 233997"/>
              <a:gd name="connsiteY48" fmla="*/ 2082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33997" h="264159">
                <a:moveTo>
                  <a:pt x="203518" y="0"/>
                </a:moveTo>
                <a:cubicBezTo>
                  <a:pt x="220027" y="0"/>
                  <a:pt x="233998" y="13970"/>
                  <a:pt x="233998" y="30480"/>
                </a:cubicBezTo>
                <a:lnTo>
                  <a:pt x="233998" y="233680"/>
                </a:lnTo>
                <a:cubicBezTo>
                  <a:pt x="233998" y="250190"/>
                  <a:pt x="220027" y="264160"/>
                  <a:pt x="203518" y="264160"/>
                </a:cubicBezTo>
                <a:lnTo>
                  <a:pt x="127318" y="264160"/>
                </a:lnTo>
                <a:cubicBezTo>
                  <a:pt x="122237" y="264160"/>
                  <a:pt x="117157" y="259080"/>
                  <a:pt x="117157" y="254000"/>
                </a:cubicBezTo>
                <a:cubicBezTo>
                  <a:pt x="117157" y="248920"/>
                  <a:pt x="122237" y="243840"/>
                  <a:pt x="127318" y="243840"/>
                </a:cubicBezTo>
                <a:lnTo>
                  <a:pt x="203518" y="243840"/>
                </a:lnTo>
                <a:cubicBezTo>
                  <a:pt x="208598" y="243840"/>
                  <a:pt x="213677" y="238760"/>
                  <a:pt x="213677" y="233680"/>
                </a:cubicBezTo>
                <a:lnTo>
                  <a:pt x="213677" y="30480"/>
                </a:lnTo>
                <a:cubicBezTo>
                  <a:pt x="213677" y="25400"/>
                  <a:pt x="208598" y="20320"/>
                  <a:pt x="203518" y="20320"/>
                </a:cubicBezTo>
                <a:lnTo>
                  <a:pt x="40957" y="20320"/>
                </a:lnTo>
                <a:cubicBezTo>
                  <a:pt x="35877" y="20320"/>
                  <a:pt x="30798" y="25400"/>
                  <a:pt x="30798" y="30480"/>
                </a:cubicBezTo>
                <a:lnTo>
                  <a:pt x="30798" y="132080"/>
                </a:lnTo>
                <a:cubicBezTo>
                  <a:pt x="30798" y="137160"/>
                  <a:pt x="25718" y="142240"/>
                  <a:pt x="20637" y="142240"/>
                </a:cubicBezTo>
                <a:cubicBezTo>
                  <a:pt x="15557" y="142240"/>
                  <a:pt x="10477" y="137160"/>
                  <a:pt x="10477" y="132080"/>
                </a:cubicBezTo>
                <a:lnTo>
                  <a:pt x="10477" y="30480"/>
                </a:lnTo>
                <a:cubicBezTo>
                  <a:pt x="10477" y="13970"/>
                  <a:pt x="24448" y="0"/>
                  <a:pt x="40957" y="0"/>
                </a:cubicBezTo>
                <a:lnTo>
                  <a:pt x="203518" y="0"/>
                </a:lnTo>
                <a:close/>
                <a:moveTo>
                  <a:pt x="183198" y="81280"/>
                </a:moveTo>
                <a:lnTo>
                  <a:pt x="61277" y="81280"/>
                </a:lnTo>
                <a:lnTo>
                  <a:pt x="61277" y="60960"/>
                </a:lnTo>
                <a:lnTo>
                  <a:pt x="183198" y="60960"/>
                </a:lnTo>
                <a:lnTo>
                  <a:pt x="183198" y="81280"/>
                </a:lnTo>
                <a:close/>
                <a:moveTo>
                  <a:pt x="183198" y="132080"/>
                </a:moveTo>
                <a:lnTo>
                  <a:pt x="61277" y="132080"/>
                </a:lnTo>
                <a:lnTo>
                  <a:pt x="61277" y="111760"/>
                </a:lnTo>
                <a:lnTo>
                  <a:pt x="183198" y="111760"/>
                </a:lnTo>
                <a:lnTo>
                  <a:pt x="183198" y="132080"/>
                </a:lnTo>
                <a:close/>
                <a:moveTo>
                  <a:pt x="132398" y="182880"/>
                </a:moveTo>
                <a:lnTo>
                  <a:pt x="183198" y="182880"/>
                </a:lnTo>
                <a:lnTo>
                  <a:pt x="183198" y="162560"/>
                </a:lnTo>
                <a:lnTo>
                  <a:pt x="132398" y="162560"/>
                </a:lnTo>
                <a:lnTo>
                  <a:pt x="132398" y="182880"/>
                </a:lnTo>
                <a:close/>
                <a:moveTo>
                  <a:pt x="16827" y="232410"/>
                </a:moveTo>
                <a:lnTo>
                  <a:pt x="2857" y="246380"/>
                </a:lnTo>
                <a:cubicBezTo>
                  <a:pt x="-952" y="250190"/>
                  <a:pt x="-952" y="256540"/>
                  <a:pt x="2857" y="260350"/>
                </a:cubicBezTo>
                <a:cubicBezTo>
                  <a:pt x="6668" y="264160"/>
                  <a:pt x="13018" y="264160"/>
                  <a:pt x="16827" y="260350"/>
                </a:cubicBezTo>
                <a:lnTo>
                  <a:pt x="30798" y="246380"/>
                </a:lnTo>
                <a:cubicBezTo>
                  <a:pt x="38418" y="250190"/>
                  <a:pt x="46037" y="254000"/>
                  <a:pt x="54927" y="254000"/>
                </a:cubicBezTo>
                <a:cubicBezTo>
                  <a:pt x="80327" y="254000"/>
                  <a:pt x="100648" y="233680"/>
                  <a:pt x="100648" y="208280"/>
                </a:cubicBezTo>
                <a:cubicBezTo>
                  <a:pt x="100648" y="182880"/>
                  <a:pt x="80327" y="162560"/>
                  <a:pt x="54927" y="162560"/>
                </a:cubicBezTo>
                <a:cubicBezTo>
                  <a:pt x="29527" y="162560"/>
                  <a:pt x="9207" y="182880"/>
                  <a:pt x="9207" y="208280"/>
                </a:cubicBezTo>
                <a:cubicBezTo>
                  <a:pt x="10477" y="217170"/>
                  <a:pt x="13018" y="224790"/>
                  <a:pt x="16827" y="232410"/>
                </a:cubicBezTo>
                <a:close/>
                <a:moveTo>
                  <a:pt x="30798" y="208280"/>
                </a:moveTo>
                <a:cubicBezTo>
                  <a:pt x="30798" y="194310"/>
                  <a:pt x="42227" y="182880"/>
                  <a:pt x="56198" y="182880"/>
                </a:cubicBezTo>
                <a:cubicBezTo>
                  <a:pt x="70168" y="182880"/>
                  <a:pt x="81598" y="194310"/>
                  <a:pt x="81598" y="208280"/>
                </a:cubicBezTo>
                <a:cubicBezTo>
                  <a:pt x="81598" y="222250"/>
                  <a:pt x="70168" y="233680"/>
                  <a:pt x="56198" y="233680"/>
                </a:cubicBezTo>
                <a:cubicBezTo>
                  <a:pt x="42227" y="233680"/>
                  <a:pt x="30798" y="222250"/>
                  <a:pt x="30798" y="2082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63" name="Полилиния: фигура 364">
            <a:extLst>
              <a:ext uri="{FF2B5EF4-FFF2-40B4-BE49-F238E27FC236}">
                <a16:creationId xmlns:a16="http://schemas.microsoft.com/office/drawing/2014/main" id="{6BF83497-6EC3-5D54-2805-FFB73244488F}"/>
              </a:ext>
            </a:extLst>
          </p:cNvPr>
          <p:cNvSpPr/>
          <p:nvPr/>
        </p:nvSpPr>
        <p:spPr>
          <a:xfrm>
            <a:off x="8924652" y="2144983"/>
            <a:ext cx="223519" cy="264160"/>
          </a:xfrm>
          <a:custGeom>
            <a:avLst/>
            <a:gdLst>
              <a:gd name="connsiteX0" fmla="*/ 31750 w 223519"/>
              <a:gd name="connsiteY0" fmla="*/ 21590 h 264160"/>
              <a:gd name="connsiteX1" fmla="*/ 21590 w 223519"/>
              <a:gd name="connsiteY1" fmla="*/ 31750 h 264160"/>
              <a:gd name="connsiteX2" fmla="*/ 21590 w 223519"/>
              <a:gd name="connsiteY2" fmla="*/ 234950 h 264160"/>
              <a:gd name="connsiteX3" fmla="*/ 31750 w 223519"/>
              <a:gd name="connsiteY3" fmla="*/ 245110 h 264160"/>
              <a:gd name="connsiteX4" fmla="*/ 194310 w 223519"/>
              <a:gd name="connsiteY4" fmla="*/ 245110 h 264160"/>
              <a:gd name="connsiteX5" fmla="*/ 204470 w 223519"/>
              <a:gd name="connsiteY5" fmla="*/ 234950 h 264160"/>
              <a:gd name="connsiteX6" fmla="*/ 204470 w 223519"/>
              <a:gd name="connsiteY6" fmla="*/ 92710 h 264160"/>
              <a:gd name="connsiteX7" fmla="*/ 144780 w 223519"/>
              <a:gd name="connsiteY7" fmla="*/ 92710 h 264160"/>
              <a:gd name="connsiteX8" fmla="*/ 133350 w 223519"/>
              <a:gd name="connsiteY8" fmla="*/ 81280 h 264160"/>
              <a:gd name="connsiteX9" fmla="*/ 133350 w 223519"/>
              <a:gd name="connsiteY9" fmla="*/ 21590 h 264160"/>
              <a:gd name="connsiteX10" fmla="*/ 31750 w 223519"/>
              <a:gd name="connsiteY10" fmla="*/ 21590 h 264160"/>
              <a:gd name="connsiteX11" fmla="*/ 153670 w 223519"/>
              <a:gd name="connsiteY11" fmla="*/ 72390 h 264160"/>
              <a:gd name="connsiteX12" fmla="*/ 200660 w 223519"/>
              <a:gd name="connsiteY12" fmla="*/ 72390 h 264160"/>
              <a:gd name="connsiteX13" fmla="*/ 153670 w 223519"/>
              <a:gd name="connsiteY13" fmla="*/ 25400 h 264160"/>
              <a:gd name="connsiteX14" fmla="*/ 153670 w 223519"/>
              <a:gd name="connsiteY14" fmla="*/ 72390 h 264160"/>
              <a:gd name="connsiteX15" fmla="*/ 223520 w 223519"/>
              <a:gd name="connsiteY15" fmla="*/ 233680 h 264160"/>
              <a:gd name="connsiteX16" fmla="*/ 223520 w 223519"/>
              <a:gd name="connsiteY16" fmla="*/ 81280 h 264160"/>
              <a:gd name="connsiteX17" fmla="*/ 223520 w 223519"/>
              <a:gd name="connsiteY17" fmla="*/ 71120 h 264160"/>
              <a:gd name="connsiteX18" fmla="*/ 219710 w 223519"/>
              <a:gd name="connsiteY18" fmla="*/ 63500 h 264160"/>
              <a:gd name="connsiteX19" fmla="*/ 160020 w 223519"/>
              <a:gd name="connsiteY19" fmla="*/ 3810 h 264160"/>
              <a:gd name="connsiteX20" fmla="*/ 152400 w 223519"/>
              <a:gd name="connsiteY20" fmla="*/ 0 h 264160"/>
              <a:gd name="connsiteX21" fmla="*/ 142240 w 223519"/>
              <a:gd name="connsiteY21" fmla="*/ 0 h 264160"/>
              <a:gd name="connsiteX22" fmla="*/ 30480 w 223519"/>
              <a:gd name="connsiteY22" fmla="*/ 0 h 264160"/>
              <a:gd name="connsiteX23" fmla="*/ 0 w 223519"/>
              <a:gd name="connsiteY23" fmla="*/ 30480 h 264160"/>
              <a:gd name="connsiteX24" fmla="*/ 0 w 223519"/>
              <a:gd name="connsiteY24" fmla="*/ 233680 h 264160"/>
              <a:gd name="connsiteX25" fmla="*/ 30480 w 223519"/>
              <a:gd name="connsiteY25" fmla="*/ 264160 h 264160"/>
              <a:gd name="connsiteX26" fmla="*/ 193040 w 223519"/>
              <a:gd name="connsiteY26" fmla="*/ 264160 h 264160"/>
              <a:gd name="connsiteX27" fmla="*/ 223520 w 223519"/>
              <a:gd name="connsiteY27" fmla="*/ 233680 h 264160"/>
              <a:gd name="connsiteX28" fmla="*/ 92710 w 223519"/>
              <a:gd name="connsiteY28" fmla="*/ 157480 h 264160"/>
              <a:gd name="connsiteX29" fmla="*/ 97790 w 223519"/>
              <a:gd name="connsiteY29" fmla="*/ 157480 h 264160"/>
              <a:gd name="connsiteX30" fmla="*/ 102870 w 223519"/>
              <a:gd name="connsiteY30" fmla="*/ 157480 h 264160"/>
              <a:gd name="connsiteX31" fmla="*/ 107950 w 223519"/>
              <a:gd name="connsiteY31" fmla="*/ 157480 h 264160"/>
              <a:gd name="connsiteX32" fmla="*/ 113030 w 223519"/>
              <a:gd name="connsiteY32" fmla="*/ 157480 h 264160"/>
              <a:gd name="connsiteX33" fmla="*/ 125730 w 223519"/>
              <a:gd name="connsiteY33" fmla="*/ 158750 h 264160"/>
              <a:gd name="connsiteX34" fmla="*/ 134620 w 223519"/>
              <a:gd name="connsiteY34" fmla="*/ 163830 h 264160"/>
              <a:gd name="connsiteX35" fmla="*/ 139700 w 223519"/>
              <a:gd name="connsiteY35" fmla="*/ 172720 h 264160"/>
              <a:gd name="connsiteX36" fmla="*/ 140970 w 223519"/>
              <a:gd name="connsiteY36" fmla="*/ 184150 h 264160"/>
              <a:gd name="connsiteX37" fmla="*/ 134620 w 223519"/>
              <a:gd name="connsiteY37" fmla="*/ 207010 h 264160"/>
              <a:gd name="connsiteX38" fmla="*/ 113030 w 223519"/>
              <a:gd name="connsiteY38" fmla="*/ 214630 h 264160"/>
              <a:gd name="connsiteX39" fmla="*/ 104140 w 223519"/>
              <a:gd name="connsiteY39" fmla="*/ 214630 h 264160"/>
              <a:gd name="connsiteX40" fmla="*/ 95250 w 223519"/>
              <a:gd name="connsiteY40" fmla="*/ 214630 h 264160"/>
              <a:gd name="connsiteX41" fmla="*/ 95250 w 223519"/>
              <a:gd name="connsiteY41" fmla="*/ 157480 h 264160"/>
              <a:gd name="connsiteX42" fmla="*/ 106680 w 223519"/>
              <a:gd name="connsiteY42" fmla="*/ 201930 h 264160"/>
              <a:gd name="connsiteX43" fmla="*/ 109220 w 223519"/>
              <a:gd name="connsiteY43" fmla="*/ 201930 h 264160"/>
              <a:gd name="connsiteX44" fmla="*/ 111760 w 223519"/>
              <a:gd name="connsiteY44" fmla="*/ 201930 h 264160"/>
              <a:gd name="connsiteX45" fmla="*/ 123190 w 223519"/>
              <a:gd name="connsiteY45" fmla="*/ 198120 h 264160"/>
              <a:gd name="connsiteX46" fmla="*/ 127000 w 223519"/>
              <a:gd name="connsiteY46" fmla="*/ 184150 h 264160"/>
              <a:gd name="connsiteX47" fmla="*/ 123190 w 223519"/>
              <a:gd name="connsiteY47" fmla="*/ 171450 h 264160"/>
              <a:gd name="connsiteX48" fmla="*/ 113030 w 223519"/>
              <a:gd name="connsiteY48" fmla="*/ 167640 h 264160"/>
              <a:gd name="connsiteX49" fmla="*/ 109220 w 223519"/>
              <a:gd name="connsiteY49" fmla="*/ 167640 h 264160"/>
              <a:gd name="connsiteX50" fmla="*/ 106680 w 223519"/>
              <a:gd name="connsiteY50" fmla="*/ 167640 h 264160"/>
              <a:gd name="connsiteX51" fmla="*/ 106680 w 223519"/>
              <a:gd name="connsiteY51" fmla="*/ 201930 h 264160"/>
              <a:gd name="connsiteX52" fmla="*/ 41910 w 223519"/>
              <a:gd name="connsiteY52" fmla="*/ 157480 h 264160"/>
              <a:gd name="connsiteX53" fmla="*/ 46990 w 223519"/>
              <a:gd name="connsiteY53" fmla="*/ 157480 h 264160"/>
              <a:gd name="connsiteX54" fmla="*/ 50800 w 223519"/>
              <a:gd name="connsiteY54" fmla="*/ 157480 h 264160"/>
              <a:gd name="connsiteX55" fmla="*/ 55880 w 223519"/>
              <a:gd name="connsiteY55" fmla="*/ 157480 h 264160"/>
              <a:gd name="connsiteX56" fmla="*/ 60960 w 223519"/>
              <a:gd name="connsiteY56" fmla="*/ 157480 h 264160"/>
              <a:gd name="connsiteX57" fmla="*/ 72390 w 223519"/>
              <a:gd name="connsiteY57" fmla="*/ 158750 h 264160"/>
              <a:gd name="connsiteX58" fmla="*/ 80010 w 223519"/>
              <a:gd name="connsiteY58" fmla="*/ 162560 h 264160"/>
              <a:gd name="connsiteX59" fmla="*/ 85090 w 223519"/>
              <a:gd name="connsiteY59" fmla="*/ 168910 h 264160"/>
              <a:gd name="connsiteX60" fmla="*/ 86360 w 223519"/>
              <a:gd name="connsiteY60" fmla="*/ 177800 h 264160"/>
              <a:gd name="connsiteX61" fmla="*/ 80010 w 223519"/>
              <a:gd name="connsiteY61" fmla="*/ 194310 h 264160"/>
              <a:gd name="connsiteX62" fmla="*/ 59690 w 223519"/>
              <a:gd name="connsiteY62" fmla="*/ 199390 h 264160"/>
              <a:gd name="connsiteX63" fmla="*/ 57150 w 223519"/>
              <a:gd name="connsiteY63" fmla="*/ 199390 h 264160"/>
              <a:gd name="connsiteX64" fmla="*/ 54610 w 223519"/>
              <a:gd name="connsiteY64" fmla="*/ 199390 h 264160"/>
              <a:gd name="connsiteX65" fmla="*/ 54610 w 223519"/>
              <a:gd name="connsiteY65" fmla="*/ 213360 h 264160"/>
              <a:gd name="connsiteX66" fmla="*/ 41910 w 223519"/>
              <a:gd name="connsiteY66" fmla="*/ 213360 h 264160"/>
              <a:gd name="connsiteX67" fmla="*/ 41910 w 223519"/>
              <a:gd name="connsiteY67" fmla="*/ 157480 h 264160"/>
              <a:gd name="connsiteX68" fmla="*/ 54610 w 223519"/>
              <a:gd name="connsiteY68" fmla="*/ 187960 h 264160"/>
              <a:gd name="connsiteX69" fmla="*/ 57150 w 223519"/>
              <a:gd name="connsiteY69" fmla="*/ 187960 h 264160"/>
              <a:gd name="connsiteX70" fmla="*/ 59690 w 223519"/>
              <a:gd name="connsiteY70" fmla="*/ 187960 h 264160"/>
              <a:gd name="connsiteX71" fmla="*/ 66040 w 223519"/>
              <a:gd name="connsiteY71" fmla="*/ 186690 h 264160"/>
              <a:gd name="connsiteX72" fmla="*/ 69850 w 223519"/>
              <a:gd name="connsiteY72" fmla="*/ 184150 h 264160"/>
              <a:gd name="connsiteX73" fmla="*/ 72390 w 223519"/>
              <a:gd name="connsiteY73" fmla="*/ 180340 h 264160"/>
              <a:gd name="connsiteX74" fmla="*/ 73660 w 223519"/>
              <a:gd name="connsiteY74" fmla="*/ 175260 h 264160"/>
              <a:gd name="connsiteX75" fmla="*/ 73660 w 223519"/>
              <a:gd name="connsiteY75" fmla="*/ 170180 h 264160"/>
              <a:gd name="connsiteX76" fmla="*/ 71120 w 223519"/>
              <a:gd name="connsiteY76" fmla="*/ 167640 h 264160"/>
              <a:gd name="connsiteX77" fmla="*/ 67310 w 223519"/>
              <a:gd name="connsiteY77" fmla="*/ 165100 h 264160"/>
              <a:gd name="connsiteX78" fmla="*/ 60960 w 223519"/>
              <a:gd name="connsiteY78" fmla="*/ 163830 h 264160"/>
              <a:gd name="connsiteX79" fmla="*/ 58420 w 223519"/>
              <a:gd name="connsiteY79" fmla="*/ 163830 h 264160"/>
              <a:gd name="connsiteX80" fmla="*/ 55880 w 223519"/>
              <a:gd name="connsiteY80" fmla="*/ 163830 h 264160"/>
              <a:gd name="connsiteX81" fmla="*/ 55880 w 223519"/>
              <a:gd name="connsiteY81" fmla="*/ 187960 h 264160"/>
              <a:gd name="connsiteX82" fmla="*/ 147320 w 223519"/>
              <a:gd name="connsiteY82" fmla="*/ 157480 h 264160"/>
              <a:gd name="connsiteX83" fmla="*/ 186690 w 223519"/>
              <a:gd name="connsiteY83" fmla="*/ 157480 h 264160"/>
              <a:gd name="connsiteX84" fmla="*/ 186690 w 223519"/>
              <a:gd name="connsiteY84" fmla="*/ 168910 h 264160"/>
              <a:gd name="connsiteX85" fmla="*/ 160020 w 223519"/>
              <a:gd name="connsiteY85" fmla="*/ 168910 h 264160"/>
              <a:gd name="connsiteX86" fmla="*/ 160020 w 223519"/>
              <a:gd name="connsiteY86" fmla="*/ 181610 h 264160"/>
              <a:gd name="connsiteX87" fmla="*/ 185420 w 223519"/>
              <a:gd name="connsiteY87" fmla="*/ 181610 h 264160"/>
              <a:gd name="connsiteX88" fmla="*/ 185420 w 223519"/>
              <a:gd name="connsiteY88" fmla="*/ 193040 h 264160"/>
              <a:gd name="connsiteX89" fmla="*/ 160020 w 223519"/>
              <a:gd name="connsiteY89" fmla="*/ 193040 h 264160"/>
              <a:gd name="connsiteX90" fmla="*/ 160020 w 223519"/>
              <a:gd name="connsiteY90" fmla="*/ 213360 h 264160"/>
              <a:gd name="connsiteX91" fmla="*/ 147320 w 223519"/>
              <a:gd name="connsiteY91" fmla="*/ 213360 h 264160"/>
              <a:gd name="connsiteX92" fmla="*/ 147320 w 223519"/>
              <a:gd name="connsiteY92" fmla="*/ 157480 h 264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</a:cxnLst>
            <a:rect l="l" t="t" r="r" b="b"/>
            <a:pathLst>
              <a:path w="223519" h="264160">
                <a:moveTo>
                  <a:pt x="31750" y="21590"/>
                </a:moveTo>
                <a:cubicBezTo>
                  <a:pt x="26670" y="21590"/>
                  <a:pt x="21590" y="26670"/>
                  <a:pt x="21590" y="31750"/>
                </a:cubicBezTo>
                <a:lnTo>
                  <a:pt x="21590" y="234950"/>
                </a:lnTo>
                <a:cubicBezTo>
                  <a:pt x="21590" y="240030"/>
                  <a:pt x="26670" y="245110"/>
                  <a:pt x="31750" y="245110"/>
                </a:cubicBezTo>
                <a:lnTo>
                  <a:pt x="194310" y="245110"/>
                </a:lnTo>
                <a:cubicBezTo>
                  <a:pt x="199390" y="245110"/>
                  <a:pt x="204470" y="240030"/>
                  <a:pt x="204470" y="234950"/>
                </a:cubicBezTo>
                <a:lnTo>
                  <a:pt x="204470" y="92710"/>
                </a:lnTo>
                <a:lnTo>
                  <a:pt x="144780" y="92710"/>
                </a:lnTo>
                <a:cubicBezTo>
                  <a:pt x="138430" y="92710"/>
                  <a:pt x="133350" y="87630"/>
                  <a:pt x="133350" y="81280"/>
                </a:cubicBezTo>
                <a:lnTo>
                  <a:pt x="133350" y="21590"/>
                </a:lnTo>
                <a:lnTo>
                  <a:pt x="31750" y="21590"/>
                </a:lnTo>
                <a:close/>
                <a:moveTo>
                  <a:pt x="153670" y="72390"/>
                </a:moveTo>
                <a:lnTo>
                  <a:pt x="200660" y="72390"/>
                </a:lnTo>
                <a:lnTo>
                  <a:pt x="153670" y="25400"/>
                </a:lnTo>
                <a:lnTo>
                  <a:pt x="153670" y="72390"/>
                </a:lnTo>
                <a:close/>
                <a:moveTo>
                  <a:pt x="223520" y="233680"/>
                </a:moveTo>
                <a:lnTo>
                  <a:pt x="223520" y="8128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10820" y="264160"/>
                  <a:pt x="223520" y="251460"/>
                  <a:pt x="223520" y="233680"/>
                </a:cubicBezTo>
                <a:close/>
                <a:moveTo>
                  <a:pt x="92710" y="157480"/>
                </a:moveTo>
                <a:cubicBezTo>
                  <a:pt x="93980" y="157480"/>
                  <a:pt x="96520" y="157480"/>
                  <a:pt x="97790" y="157480"/>
                </a:cubicBezTo>
                <a:cubicBezTo>
                  <a:pt x="99060" y="157480"/>
                  <a:pt x="100330" y="157480"/>
                  <a:pt x="102870" y="157480"/>
                </a:cubicBezTo>
                <a:cubicBezTo>
                  <a:pt x="104140" y="157480"/>
                  <a:pt x="105410" y="157480"/>
                  <a:pt x="107950" y="157480"/>
                </a:cubicBezTo>
                <a:cubicBezTo>
                  <a:pt x="109220" y="157480"/>
                  <a:pt x="111760" y="157480"/>
                  <a:pt x="113030" y="157480"/>
                </a:cubicBezTo>
                <a:cubicBezTo>
                  <a:pt x="118110" y="157480"/>
                  <a:pt x="123190" y="157480"/>
                  <a:pt x="125730" y="158750"/>
                </a:cubicBezTo>
                <a:cubicBezTo>
                  <a:pt x="129540" y="160020"/>
                  <a:pt x="132080" y="161290"/>
                  <a:pt x="134620" y="163830"/>
                </a:cubicBezTo>
                <a:cubicBezTo>
                  <a:pt x="137160" y="166370"/>
                  <a:pt x="138430" y="168910"/>
                  <a:pt x="139700" y="172720"/>
                </a:cubicBezTo>
                <a:cubicBezTo>
                  <a:pt x="140970" y="176530"/>
                  <a:pt x="140970" y="180340"/>
                  <a:pt x="140970" y="184150"/>
                </a:cubicBezTo>
                <a:cubicBezTo>
                  <a:pt x="140970" y="194310"/>
                  <a:pt x="138430" y="201930"/>
                  <a:pt x="134620" y="207010"/>
                </a:cubicBezTo>
                <a:cubicBezTo>
                  <a:pt x="129540" y="212090"/>
                  <a:pt x="123190" y="214630"/>
                  <a:pt x="113030" y="214630"/>
                </a:cubicBezTo>
                <a:cubicBezTo>
                  <a:pt x="109220" y="214630"/>
                  <a:pt x="106680" y="214630"/>
                  <a:pt x="104140" y="214630"/>
                </a:cubicBezTo>
                <a:cubicBezTo>
                  <a:pt x="101600" y="214630"/>
                  <a:pt x="99060" y="214630"/>
                  <a:pt x="95250" y="214630"/>
                </a:cubicBezTo>
                <a:lnTo>
                  <a:pt x="95250" y="157480"/>
                </a:lnTo>
                <a:close/>
                <a:moveTo>
                  <a:pt x="106680" y="201930"/>
                </a:moveTo>
                <a:cubicBezTo>
                  <a:pt x="107950" y="201930"/>
                  <a:pt x="109220" y="201930"/>
                  <a:pt x="109220" y="201930"/>
                </a:cubicBezTo>
                <a:cubicBezTo>
                  <a:pt x="110490" y="201930"/>
                  <a:pt x="110490" y="201930"/>
                  <a:pt x="111760" y="201930"/>
                </a:cubicBezTo>
                <a:cubicBezTo>
                  <a:pt x="116840" y="201930"/>
                  <a:pt x="120650" y="200660"/>
                  <a:pt x="123190" y="198120"/>
                </a:cubicBezTo>
                <a:cubicBezTo>
                  <a:pt x="125730" y="195580"/>
                  <a:pt x="127000" y="190500"/>
                  <a:pt x="127000" y="184150"/>
                </a:cubicBezTo>
                <a:cubicBezTo>
                  <a:pt x="127000" y="177800"/>
                  <a:pt x="125730" y="173990"/>
                  <a:pt x="123190" y="171450"/>
                </a:cubicBezTo>
                <a:cubicBezTo>
                  <a:pt x="120650" y="168910"/>
                  <a:pt x="116840" y="167640"/>
                  <a:pt x="113030" y="167640"/>
                </a:cubicBezTo>
                <a:cubicBezTo>
                  <a:pt x="111760" y="167640"/>
                  <a:pt x="110490" y="167640"/>
                  <a:pt x="109220" y="167640"/>
                </a:cubicBezTo>
                <a:cubicBezTo>
                  <a:pt x="107950" y="167640"/>
                  <a:pt x="106680" y="167640"/>
                  <a:pt x="106680" y="167640"/>
                </a:cubicBezTo>
                <a:lnTo>
                  <a:pt x="106680" y="201930"/>
                </a:lnTo>
                <a:close/>
                <a:moveTo>
                  <a:pt x="41910" y="157480"/>
                </a:moveTo>
                <a:cubicBezTo>
                  <a:pt x="43180" y="157480"/>
                  <a:pt x="45720" y="157480"/>
                  <a:pt x="46990" y="157480"/>
                </a:cubicBezTo>
                <a:cubicBezTo>
                  <a:pt x="48260" y="157480"/>
                  <a:pt x="49530" y="157480"/>
                  <a:pt x="50800" y="157480"/>
                </a:cubicBezTo>
                <a:cubicBezTo>
                  <a:pt x="52070" y="157480"/>
                  <a:pt x="53340" y="157480"/>
                  <a:pt x="55880" y="157480"/>
                </a:cubicBezTo>
                <a:cubicBezTo>
                  <a:pt x="57150" y="157480"/>
                  <a:pt x="59690" y="157480"/>
                  <a:pt x="60960" y="157480"/>
                </a:cubicBezTo>
                <a:cubicBezTo>
                  <a:pt x="66040" y="157480"/>
                  <a:pt x="69850" y="157480"/>
                  <a:pt x="72390" y="158750"/>
                </a:cubicBezTo>
                <a:cubicBezTo>
                  <a:pt x="76200" y="160020"/>
                  <a:pt x="78740" y="161290"/>
                  <a:pt x="80010" y="162560"/>
                </a:cubicBezTo>
                <a:cubicBezTo>
                  <a:pt x="82550" y="163830"/>
                  <a:pt x="83820" y="166370"/>
                  <a:pt x="85090" y="168910"/>
                </a:cubicBezTo>
                <a:cubicBezTo>
                  <a:pt x="86360" y="171450"/>
                  <a:pt x="86360" y="173990"/>
                  <a:pt x="86360" y="177800"/>
                </a:cubicBezTo>
                <a:cubicBezTo>
                  <a:pt x="86360" y="185420"/>
                  <a:pt x="83820" y="190500"/>
                  <a:pt x="80010" y="194310"/>
                </a:cubicBezTo>
                <a:cubicBezTo>
                  <a:pt x="76200" y="198120"/>
                  <a:pt x="69850" y="199390"/>
                  <a:pt x="59690" y="199390"/>
                </a:cubicBezTo>
                <a:lnTo>
                  <a:pt x="57150" y="199390"/>
                </a:lnTo>
                <a:cubicBezTo>
                  <a:pt x="55880" y="199390"/>
                  <a:pt x="55880" y="199390"/>
                  <a:pt x="54610" y="199390"/>
                </a:cubicBezTo>
                <a:lnTo>
                  <a:pt x="54610" y="213360"/>
                </a:lnTo>
                <a:lnTo>
                  <a:pt x="41910" y="213360"/>
                </a:lnTo>
                <a:lnTo>
                  <a:pt x="41910" y="157480"/>
                </a:lnTo>
                <a:close/>
                <a:moveTo>
                  <a:pt x="54610" y="187960"/>
                </a:moveTo>
                <a:cubicBezTo>
                  <a:pt x="55880" y="187960"/>
                  <a:pt x="57150" y="187960"/>
                  <a:pt x="57150" y="187960"/>
                </a:cubicBezTo>
                <a:lnTo>
                  <a:pt x="59690" y="187960"/>
                </a:lnTo>
                <a:cubicBezTo>
                  <a:pt x="62230" y="187960"/>
                  <a:pt x="63500" y="187960"/>
                  <a:pt x="66040" y="186690"/>
                </a:cubicBezTo>
                <a:cubicBezTo>
                  <a:pt x="67310" y="186690"/>
                  <a:pt x="68580" y="185420"/>
                  <a:pt x="69850" y="184150"/>
                </a:cubicBezTo>
                <a:cubicBezTo>
                  <a:pt x="71120" y="182880"/>
                  <a:pt x="71120" y="181610"/>
                  <a:pt x="72390" y="180340"/>
                </a:cubicBezTo>
                <a:cubicBezTo>
                  <a:pt x="72390" y="179070"/>
                  <a:pt x="73660" y="177800"/>
                  <a:pt x="73660" y="175260"/>
                </a:cubicBezTo>
                <a:cubicBezTo>
                  <a:pt x="73660" y="173990"/>
                  <a:pt x="73660" y="171450"/>
                  <a:pt x="73660" y="170180"/>
                </a:cubicBezTo>
                <a:cubicBezTo>
                  <a:pt x="73660" y="168910"/>
                  <a:pt x="72390" y="167640"/>
                  <a:pt x="71120" y="167640"/>
                </a:cubicBezTo>
                <a:cubicBezTo>
                  <a:pt x="69850" y="166370"/>
                  <a:pt x="68580" y="166370"/>
                  <a:pt x="67310" y="165100"/>
                </a:cubicBezTo>
                <a:cubicBezTo>
                  <a:pt x="66040" y="165100"/>
                  <a:pt x="63500" y="163830"/>
                  <a:pt x="60960" y="163830"/>
                </a:cubicBezTo>
                <a:cubicBezTo>
                  <a:pt x="59690" y="163830"/>
                  <a:pt x="58420" y="163830"/>
                  <a:pt x="58420" y="163830"/>
                </a:cubicBezTo>
                <a:cubicBezTo>
                  <a:pt x="57150" y="163830"/>
                  <a:pt x="57150" y="163830"/>
                  <a:pt x="55880" y="163830"/>
                </a:cubicBezTo>
                <a:lnTo>
                  <a:pt x="55880" y="187960"/>
                </a:lnTo>
                <a:close/>
                <a:moveTo>
                  <a:pt x="147320" y="157480"/>
                </a:moveTo>
                <a:lnTo>
                  <a:pt x="186690" y="157480"/>
                </a:lnTo>
                <a:lnTo>
                  <a:pt x="186690" y="168910"/>
                </a:lnTo>
                <a:lnTo>
                  <a:pt x="160020" y="168910"/>
                </a:lnTo>
                <a:lnTo>
                  <a:pt x="160020" y="181610"/>
                </a:lnTo>
                <a:lnTo>
                  <a:pt x="185420" y="181610"/>
                </a:lnTo>
                <a:lnTo>
                  <a:pt x="185420" y="193040"/>
                </a:lnTo>
                <a:lnTo>
                  <a:pt x="160020" y="193040"/>
                </a:lnTo>
                <a:lnTo>
                  <a:pt x="160020" y="213360"/>
                </a:lnTo>
                <a:lnTo>
                  <a:pt x="147320" y="213360"/>
                </a:lnTo>
                <a:lnTo>
                  <a:pt x="147320" y="1574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64" name="Полилиния: фигура 367">
            <a:extLst>
              <a:ext uri="{FF2B5EF4-FFF2-40B4-BE49-F238E27FC236}">
                <a16:creationId xmlns:a16="http://schemas.microsoft.com/office/drawing/2014/main" id="{6B71216E-8F73-9932-3DAE-19CB719E51D7}"/>
              </a:ext>
            </a:extLst>
          </p:cNvPr>
          <p:cNvSpPr/>
          <p:nvPr/>
        </p:nvSpPr>
        <p:spPr>
          <a:xfrm>
            <a:off x="9484721" y="2144983"/>
            <a:ext cx="223520" cy="264160"/>
          </a:xfrm>
          <a:custGeom>
            <a:avLst/>
            <a:gdLst>
              <a:gd name="connsiteX0" fmla="*/ 30480 w 223520"/>
              <a:gd name="connsiteY0" fmla="*/ 21590 h 264160"/>
              <a:gd name="connsiteX1" fmla="*/ 20320 w 223520"/>
              <a:gd name="connsiteY1" fmla="*/ 31750 h 264160"/>
              <a:gd name="connsiteX2" fmla="*/ 20320 w 223520"/>
              <a:gd name="connsiteY2" fmla="*/ 234950 h 264160"/>
              <a:gd name="connsiteX3" fmla="*/ 30480 w 223520"/>
              <a:gd name="connsiteY3" fmla="*/ 245110 h 264160"/>
              <a:gd name="connsiteX4" fmla="*/ 193040 w 223520"/>
              <a:gd name="connsiteY4" fmla="*/ 245110 h 264160"/>
              <a:gd name="connsiteX5" fmla="*/ 203200 w 223520"/>
              <a:gd name="connsiteY5" fmla="*/ 234950 h 264160"/>
              <a:gd name="connsiteX6" fmla="*/ 203200 w 223520"/>
              <a:gd name="connsiteY6" fmla="*/ 92710 h 264160"/>
              <a:gd name="connsiteX7" fmla="*/ 143510 w 223520"/>
              <a:gd name="connsiteY7" fmla="*/ 92710 h 264160"/>
              <a:gd name="connsiteX8" fmla="*/ 132080 w 223520"/>
              <a:gd name="connsiteY8" fmla="*/ 81280 h 264160"/>
              <a:gd name="connsiteX9" fmla="*/ 132080 w 223520"/>
              <a:gd name="connsiteY9" fmla="*/ 21590 h 264160"/>
              <a:gd name="connsiteX10" fmla="*/ 30480 w 223520"/>
              <a:gd name="connsiteY10" fmla="*/ 21590 h 264160"/>
              <a:gd name="connsiteX11" fmla="*/ 152400 w 223520"/>
              <a:gd name="connsiteY11" fmla="*/ 72390 h 264160"/>
              <a:gd name="connsiteX12" fmla="*/ 199390 w 223520"/>
              <a:gd name="connsiteY12" fmla="*/ 72390 h 264160"/>
              <a:gd name="connsiteX13" fmla="*/ 152400 w 223520"/>
              <a:gd name="connsiteY13" fmla="*/ 25400 h 264160"/>
              <a:gd name="connsiteX14" fmla="*/ 152400 w 223520"/>
              <a:gd name="connsiteY14" fmla="*/ 72390 h 264160"/>
              <a:gd name="connsiteX15" fmla="*/ 223520 w 223520"/>
              <a:gd name="connsiteY15" fmla="*/ 233680 h 264160"/>
              <a:gd name="connsiteX16" fmla="*/ 223520 w 223520"/>
              <a:gd name="connsiteY16" fmla="*/ 81280 h 264160"/>
              <a:gd name="connsiteX17" fmla="*/ 223520 w 223520"/>
              <a:gd name="connsiteY17" fmla="*/ 71120 h 264160"/>
              <a:gd name="connsiteX18" fmla="*/ 219710 w 223520"/>
              <a:gd name="connsiteY18" fmla="*/ 63500 h 264160"/>
              <a:gd name="connsiteX19" fmla="*/ 160020 w 223520"/>
              <a:gd name="connsiteY19" fmla="*/ 3810 h 264160"/>
              <a:gd name="connsiteX20" fmla="*/ 152400 w 223520"/>
              <a:gd name="connsiteY20" fmla="*/ 0 h 264160"/>
              <a:gd name="connsiteX21" fmla="*/ 142240 w 223520"/>
              <a:gd name="connsiteY21" fmla="*/ 0 h 264160"/>
              <a:gd name="connsiteX22" fmla="*/ 30480 w 223520"/>
              <a:gd name="connsiteY22" fmla="*/ 0 h 264160"/>
              <a:gd name="connsiteX23" fmla="*/ 0 w 223520"/>
              <a:gd name="connsiteY23" fmla="*/ 30480 h 264160"/>
              <a:gd name="connsiteX24" fmla="*/ 0 w 223520"/>
              <a:gd name="connsiteY24" fmla="*/ 233680 h 264160"/>
              <a:gd name="connsiteX25" fmla="*/ 30480 w 223520"/>
              <a:gd name="connsiteY25" fmla="*/ 264160 h 264160"/>
              <a:gd name="connsiteX26" fmla="*/ 193040 w 223520"/>
              <a:gd name="connsiteY26" fmla="*/ 264160 h 264160"/>
              <a:gd name="connsiteX27" fmla="*/ 223520 w 223520"/>
              <a:gd name="connsiteY27" fmla="*/ 233680 h 264160"/>
              <a:gd name="connsiteX28" fmla="*/ 170180 w 223520"/>
              <a:gd name="connsiteY28" fmla="*/ 194310 h 264160"/>
              <a:gd name="connsiteX29" fmla="*/ 172720 w 223520"/>
              <a:gd name="connsiteY29" fmla="*/ 198120 h 264160"/>
              <a:gd name="connsiteX30" fmla="*/ 170180 w 223520"/>
              <a:gd name="connsiteY30" fmla="*/ 201930 h 264160"/>
              <a:gd name="connsiteX31" fmla="*/ 162560 w 223520"/>
              <a:gd name="connsiteY31" fmla="*/ 203200 h 264160"/>
              <a:gd name="connsiteX32" fmla="*/ 156210 w 223520"/>
              <a:gd name="connsiteY32" fmla="*/ 203200 h 264160"/>
              <a:gd name="connsiteX33" fmla="*/ 151130 w 223520"/>
              <a:gd name="connsiteY33" fmla="*/ 201930 h 264160"/>
              <a:gd name="connsiteX34" fmla="*/ 147320 w 223520"/>
              <a:gd name="connsiteY34" fmla="*/ 199390 h 264160"/>
              <a:gd name="connsiteX35" fmla="*/ 144780 w 223520"/>
              <a:gd name="connsiteY35" fmla="*/ 196850 h 264160"/>
              <a:gd name="connsiteX36" fmla="*/ 144780 w 223520"/>
              <a:gd name="connsiteY36" fmla="*/ 209550 h 264160"/>
              <a:gd name="connsiteX37" fmla="*/ 152400 w 223520"/>
              <a:gd name="connsiteY37" fmla="*/ 212090 h 264160"/>
              <a:gd name="connsiteX38" fmla="*/ 162560 w 223520"/>
              <a:gd name="connsiteY38" fmla="*/ 213360 h 264160"/>
              <a:gd name="connsiteX39" fmla="*/ 172720 w 223520"/>
              <a:gd name="connsiteY39" fmla="*/ 212090 h 264160"/>
              <a:gd name="connsiteX40" fmla="*/ 180340 w 223520"/>
              <a:gd name="connsiteY40" fmla="*/ 208280 h 264160"/>
              <a:gd name="connsiteX41" fmla="*/ 184150 w 223520"/>
              <a:gd name="connsiteY41" fmla="*/ 203200 h 264160"/>
              <a:gd name="connsiteX42" fmla="*/ 185420 w 223520"/>
              <a:gd name="connsiteY42" fmla="*/ 195580 h 264160"/>
              <a:gd name="connsiteX43" fmla="*/ 182880 w 223520"/>
              <a:gd name="connsiteY43" fmla="*/ 186690 h 264160"/>
              <a:gd name="connsiteX44" fmla="*/ 177800 w 223520"/>
              <a:gd name="connsiteY44" fmla="*/ 181610 h 264160"/>
              <a:gd name="connsiteX45" fmla="*/ 170180 w 223520"/>
              <a:gd name="connsiteY45" fmla="*/ 179070 h 264160"/>
              <a:gd name="connsiteX46" fmla="*/ 162560 w 223520"/>
              <a:gd name="connsiteY46" fmla="*/ 176530 h 264160"/>
              <a:gd name="connsiteX47" fmla="*/ 157480 w 223520"/>
              <a:gd name="connsiteY47" fmla="*/ 173990 h 264160"/>
              <a:gd name="connsiteX48" fmla="*/ 154940 w 223520"/>
              <a:gd name="connsiteY48" fmla="*/ 170180 h 264160"/>
              <a:gd name="connsiteX49" fmla="*/ 154940 w 223520"/>
              <a:gd name="connsiteY49" fmla="*/ 167640 h 264160"/>
              <a:gd name="connsiteX50" fmla="*/ 156210 w 223520"/>
              <a:gd name="connsiteY50" fmla="*/ 166370 h 264160"/>
              <a:gd name="connsiteX51" fmla="*/ 158750 w 223520"/>
              <a:gd name="connsiteY51" fmla="*/ 165100 h 264160"/>
              <a:gd name="connsiteX52" fmla="*/ 163830 w 223520"/>
              <a:gd name="connsiteY52" fmla="*/ 165100 h 264160"/>
              <a:gd name="connsiteX53" fmla="*/ 172720 w 223520"/>
              <a:gd name="connsiteY53" fmla="*/ 166370 h 264160"/>
              <a:gd name="connsiteX54" fmla="*/ 180340 w 223520"/>
              <a:gd name="connsiteY54" fmla="*/ 170180 h 264160"/>
              <a:gd name="connsiteX55" fmla="*/ 180340 w 223520"/>
              <a:gd name="connsiteY55" fmla="*/ 157480 h 264160"/>
              <a:gd name="connsiteX56" fmla="*/ 172720 w 223520"/>
              <a:gd name="connsiteY56" fmla="*/ 154940 h 264160"/>
              <a:gd name="connsiteX57" fmla="*/ 162560 w 223520"/>
              <a:gd name="connsiteY57" fmla="*/ 153670 h 264160"/>
              <a:gd name="connsiteX58" fmla="*/ 152400 w 223520"/>
              <a:gd name="connsiteY58" fmla="*/ 154940 h 264160"/>
              <a:gd name="connsiteX59" fmla="*/ 146050 w 223520"/>
              <a:gd name="connsiteY59" fmla="*/ 158750 h 264160"/>
              <a:gd name="connsiteX60" fmla="*/ 142240 w 223520"/>
              <a:gd name="connsiteY60" fmla="*/ 163830 h 264160"/>
              <a:gd name="connsiteX61" fmla="*/ 140970 w 223520"/>
              <a:gd name="connsiteY61" fmla="*/ 170180 h 264160"/>
              <a:gd name="connsiteX62" fmla="*/ 143510 w 223520"/>
              <a:gd name="connsiteY62" fmla="*/ 179070 h 264160"/>
              <a:gd name="connsiteX63" fmla="*/ 148590 w 223520"/>
              <a:gd name="connsiteY63" fmla="*/ 184150 h 264160"/>
              <a:gd name="connsiteX64" fmla="*/ 154940 w 223520"/>
              <a:gd name="connsiteY64" fmla="*/ 186690 h 264160"/>
              <a:gd name="connsiteX65" fmla="*/ 161290 w 223520"/>
              <a:gd name="connsiteY65" fmla="*/ 189230 h 264160"/>
              <a:gd name="connsiteX66" fmla="*/ 170180 w 223520"/>
              <a:gd name="connsiteY66" fmla="*/ 194310 h 264160"/>
              <a:gd name="connsiteX67" fmla="*/ 57150 w 223520"/>
              <a:gd name="connsiteY67" fmla="*/ 184150 h 264160"/>
              <a:gd name="connsiteX68" fmla="*/ 41910 w 223520"/>
              <a:gd name="connsiteY68" fmla="*/ 157480 h 264160"/>
              <a:gd name="connsiteX69" fmla="*/ 57150 w 223520"/>
              <a:gd name="connsiteY69" fmla="*/ 157480 h 264160"/>
              <a:gd name="connsiteX70" fmla="*/ 67310 w 223520"/>
              <a:gd name="connsiteY70" fmla="*/ 176530 h 264160"/>
              <a:gd name="connsiteX71" fmla="*/ 77470 w 223520"/>
              <a:gd name="connsiteY71" fmla="*/ 157480 h 264160"/>
              <a:gd name="connsiteX72" fmla="*/ 92710 w 223520"/>
              <a:gd name="connsiteY72" fmla="*/ 157480 h 264160"/>
              <a:gd name="connsiteX73" fmla="*/ 77470 w 223520"/>
              <a:gd name="connsiteY73" fmla="*/ 184150 h 264160"/>
              <a:gd name="connsiteX74" fmla="*/ 93980 w 223520"/>
              <a:gd name="connsiteY74" fmla="*/ 212090 h 264160"/>
              <a:gd name="connsiteX75" fmla="*/ 78740 w 223520"/>
              <a:gd name="connsiteY75" fmla="*/ 212090 h 264160"/>
              <a:gd name="connsiteX76" fmla="*/ 67310 w 223520"/>
              <a:gd name="connsiteY76" fmla="*/ 191770 h 264160"/>
              <a:gd name="connsiteX77" fmla="*/ 57150 w 223520"/>
              <a:gd name="connsiteY77" fmla="*/ 212090 h 264160"/>
              <a:gd name="connsiteX78" fmla="*/ 41910 w 223520"/>
              <a:gd name="connsiteY78" fmla="*/ 212090 h 264160"/>
              <a:gd name="connsiteX79" fmla="*/ 57150 w 223520"/>
              <a:gd name="connsiteY79" fmla="*/ 184150 h 264160"/>
              <a:gd name="connsiteX80" fmla="*/ 110490 w 223520"/>
              <a:gd name="connsiteY80" fmla="*/ 157480 h 264160"/>
              <a:gd name="connsiteX81" fmla="*/ 97790 w 223520"/>
              <a:gd name="connsiteY81" fmla="*/ 157480 h 264160"/>
              <a:gd name="connsiteX82" fmla="*/ 97790 w 223520"/>
              <a:gd name="connsiteY82" fmla="*/ 212090 h 264160"/>
              <a:gd name="connsiteX83" fmla="*/ 138430 w 223520"/>
              <a:gd name="connsiteY83" fmla="*/ 212090 h 264160"/>
              <a:gd name="connsiteX84" fmla="*/ 138430 w 223520"/>
              <a:gd name="connsiteY84" fmla="*/ 200660 h 264160"/>
              <a:gd name="connsiteX85" fmla="*/ 110490 w 223520"/>
              <a:gd name="connsiteY85" fmla="*/ 200660 h 264160"/>
              <a:gd name="connsiteX86" fmla="*/ 110490 w 223520"/>
              <a:gd name="connsiteY86" fmla="*/ 157480 h 264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223520" h="264160">
                <a:moveTo>
                  <a:pt x="30480" y="21590"/>
                </a:moveTo>
                <a:cubicBezTo>
                  <a:pt x="25400" y="21590"/>
                  <a:pt x="20320" y="26670"/>
                  <a:pt x="20320" y="31750"/>
                </a:cubicBezTo>
                <a:lnTo>
                  <a:pt x="20320" y="234950"/>
                </a:lnTo>
                <a:cubicBezTo>
                  <a:pt x="20320" y="240030"/>
                  <a:pt x="25400" y="245110"/>
                  <a:pt x="30480" y="245110"/>
                </a:cubicBezTo>
                <a:lnTo>
                  <a:pt x="193040" y="245110"/>
                </a:lnTo>
                <a:cubicBezTo>
                  <a:pt x="198120" y="245110"/>
                  <a:pt x="203200" y="240030"/>
                  <a:pt x="203200" y="234950"/>
                </a:cubicBezTo>
                <a:lnTo>
                  <a:pt x="203200" y="92710"/>
                </a:lnTo>
                <a:lnTo>
                  <a:pt x="143510" y="92710"/>
                </a:lnTo>
                <a:cubicBezTo>
                  <a:pt x="137160" y="92710"/>
                  <a:pt x="132080" y="87630"/>
                  <a:pt x="132080" y="81280"/>
                </a:cubicBezTo>
                <a:lnTo>
                  <a:pt x="132080" y="21590"/>
                </a:lnTo>
                <a:lnTo>
                  <a:pt x="30480" y="21590"/>
                </a:lnTo>
                <a:close/>
                <a:moveTo>
                  <a:pt x="152400" y="72390"/>
                </a:moveTo>
                <a:lnTo>
                  <a:pt x="199390" y="72390"/>
                </a:lnTo>
                <a:lnTo>
                  <a:pt x="152400" y="25400"/>
                </a:lnTo>
                <a:lnTo>
                  <a:pt x="152400" y="72390"/>
                </a:lnTo>
                <a:close/>
                <a:moveTo>
                  <a:pt x="223520" y="233680"/>
                </a:moveTo>
                <a:lnTo>
                  <a:pt x="223520" y="8128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1460"/>
                  <a:pt x="223520" y="233680"/>
                </a:cubicBezTo>
                <a:close/>
                <a:moveTo>
                  <a:pt x="170180" y="194310"/>
                </a:moveTo>
                <a:cubicBezTo>
                  <a:pt x="171450" y="195580"/>
                  <a:pt x="172720" y="196850"/>
                  <a:pt x="172720" y="198120"/>
                </a:cubicBezTo>
                <a:cubicBezTo>
                  <a:pt x="172720" y="199390"/>
                  <a:pt x="171450" y="200660"/>
                  <a:pt x="170180" y="201930"/>
                </a:cubicBezTo>
                <a:cubicBezTo>
                  <a:pt x="168910" y="203200"/>
                  <a:pt x="166370" y="203200"/>
                  <a:pt x="162560" y="203200"/>
                </a:cubicBezTo>
                <a:cubicBezTo>
                  <a:pt x="160020" y="203200"/>
                  <a:pt x="158750" y="203200"/>
                  <a:pt x="156210" y="203200"/>
                </a:cubicBezTo>
                <a:cubicBezTo>
                  <a:pt x="154940" y="203200"/>
                  <a:pt x="152400" y="201930"/>
                  <a:pt x="151130" y="201930"/>
                </a:cubicBezTo>
                <a:cubicBezTo>
                  <a:pt x="149860" y="201930"/>
                  <a:pt x="148590" y="200660"/>
                  <a:pt x="147320" y="199390"/>
                </a:cubicBezTo>
                <a:cubicBezTo>
                  <a:pt x="146050" y="198120"/>
                  <a:pt x="144780" y="198120"/>
                  <a:pt x="144780" y="196850"/>
                </a:cubicBezTo>
                <a:lnTo>
                  <a:pt x="144780" y="209550"/>
                </a:lnTo>
                <a:cubicBezTo>
                  <a:pt x="147320" y="210820"/>
                  <a:pt x="149860" y="212090"/>
                  <a:pt x="152400" y="212090"/>
                </a:cubicBezTo>
                <a:cubicBezTo>
                  <a:pt x="156210" y="213360"/>
                  <a:pt x="160020" y="213360"/>
                  <a:pt x="162560" y="213360"/>
                </a:cubicBezTo>
                <a:cubicBezTo>
                  <a:pt x="166370" y="213360"/>
                  <a:pt x="170180" y="213360"/>
                  <a:pt x="172720" y="212090"/>
                </a:cubicBezTo>
                <a:cubicBezTo>
                  <a:pt x="175260" y="210820"/>
                  <a:pt x="177800" y="210820"/>
                  <a:pt x="180340" y="208280"/>
                </a:cubicBezTo>
                <a:cubicBezTo>
                  <a:pt x="181610" y="207010"/>
                  <a:pt x="184150" y="205740"/>
                  <a:pt x="184150" y="203200"/>
                </a:cubicBezTo>
                <a:cubicBezTo>
                  <a:pt x="185420" y="200660"/>
                  <a:pt x="185420" y="198120"/>
                  <a:pt x="185420" y="195580"/>
                </a:cubicBezTo>
                <a:cubicBezTo>
                  <a:pt x="185420" y="191770"/>
                  <a:pt x="184150" y="189230"/>
                  <a:pt x="182880" y="186690"/>
                </a:cubicBezTo>
                <a:cubicBezTo>
                  <a:pt x="181610" y="184150"/>
                  <a:pt x="179070" y="182880"/>
                  <a:pt x="177800" y="181610"/>
                </a:cubicBezTo>
                <a:cubicBezTo>
                  <a:pt x="175260" y="180340"/>
                  <a:pt x="172720" y="179070"/>
                  <a:pt x="170180" y="179070"/>
                </a:cubicBezTo>
                <a:cubicBezTo>
                  <a:pt x="167640" y="177800"/>
                  <a:pt x="165100" y="177800"/>
                  <a:pt x="162560" y="176530"/>
                </a:cubicBezTo>
                <a:cubicBezTo>
                  <a:pt x="160020" y="175260"/>
                  <a:pt x="158750" y="175260"/>
                  <a:pt x="157480" y="173990"/>
                </a:cubicBezTo>
                <a:cubicBezTo>
                  <a:pt x="156210" y="172720"/>
                  <a:pt x="154940" y="171450"/>
                  <a:pt x="154940" y="170180"/>
                </a:cubicBezTo>
                <a:cubicBezTo>
                  <a:pt x="154940" y="168910"/>
                  <a:pt x="154940" y="168910"/>
                  <a:pt x="154940" y="167640"/>
                </a:cubicBezTo>
                <a:cubicBezTo>
                  <a:pt x="154940" y="167640"/>
                  <a:pt x="156210" y="166370"/>
                  <a:pt x="156210" y="166370"/>
                </a:cubicBezTo>
                <a:cubicBezTo>
                  <a:pt x="157480" y="166370"/>
                  <a:pt x="157480" y="165100"/>
                  <a:pt x="158750" y="165100"/>
                </a:cubicBezTo>
                <a:cubicBezTo>
                  <a:pt x="160020" y="165100"/>
                  <a:pt x="161290" y="165100"/>
                  <a:pt x="163830" y="165100"/>
                </a:cubicBezTo>
                <a:cubicBezTo>
                  <a:pt x="166370" y="165100"/>
                  <a:pt x="170180" y="165100"/>
                  <a:pt x="172720" y="166370"/>
                </a:cubicBezTo>
                <a:cubicBezTo>
                  <a:pt x="175260" y="167640"/>
                  <a:pt x="177800" y="168910"/>
                  <a:pt x="180340" y="170180"/>
                </a:cubicBezTo>
                <a:lnTo>
                  <a:pt x="180340" y="157480"/>
                </a:lnTo>
                <a:cubicBezTo>
                  <a:pt x="177800" y="156210"/>
                  <a:pt x="175260" y="156210"/>
                  <a:pt x="172720" y="154940"/>
                </a:cubicBezTo>
                <a:cubicBezTo>
                  <a:pt x="170180" y="154940"/>
                  <a:pt x="166370" y="153670"/>
                  <a:pt x="162560" y="153670"/>
                </a:cubicBezTo>
                <a:cubicBezTo>
                  <a:pt x="158750" y="153670"/>
                  <a:pt x="154940" y="153670"/>
                  <a:pt x="152400" y="154940"/>
                </a:cubicBezTo>
                <a:cubicBezTo>
                  <a:pt x="149860" y="156210"/>
                  <a:pt x="147320" y="156210"/>
                  <a:pt x="146050" y="158750"/>
                </a:cubicBezTo>
                <a:cubicBezTo>
                  <a:pt x="144780" y="160020"/>
                  <a:pt x="143510" y="161290"/>
                  <a:pt x="142240" y="163830"/>
                </a:cubicBezTo>
                <a:cubicBezTo>
                  <a:pt x="140970" y="166370"/>
                  <a:pt x="140970" y="167640"/>
                  <a:pt x="140970" y="170180"/>
                </a:cubicBezTo>
                <a:cubicBezTo>
                  <a:pt x="140970" y="173990"/>
                  <a:pt x="142240" y="176530"/>
                  <a:pt x="143510" y="179070"/>
                </a:cubicBezTo>
                <a:cubicBezTo>
                  <a:pt x="144780" y="181610"/>
                  <a:pt x="146050" y="182880"/>
                  <a:pt x="148590" y="184150"/>
                </a:cubicBezTo>
                <a:cubicBezTo>
                  <a:pt x="151130" y="185420"/>
                  <a:pt x="152400" y="186690"/>
                  <a:pt x="154940" y="186690"/>
                </a:cubicBezTo>
                <a:cubicBezTo>
                  <a:pt x="157480" y="187960"/>
                  <a:pt x="160020" y="187960"/>
                  <a:pt x="161290" y="189230"/>
                </a:cubicBezTo>
                <a:cubicBezTo>
                  <a:pt x="167640" y="191770"/>
                  <a:pt x="168910" y="193040"/>
                  <a:pt x="170180" y="194310"/>
                </a:cubicBezTo>
                <a:close/>
                <a:moveTo>
                  <a:pt x="57150" y="184150"/>
                </a:moveTo>
                <a:lnTo>
                  <a:pt x="41910" y="157480"/>
                </a:lnTo>
                <a:lnTo>
                  <a:pt x="57150" y="157480"/>
                </a:lnTo>
                <a:lnTo>
                  <a:pt x="67310" y="176530"/>
                </a:lnTo>
                <a:lnTo>
                  <a:pt x="77470" y="157480"/>
                </a:lnTo>
                <a:lnTo>
                  <a:pt x="92710" y="157480"/>
                </a:lnTo>
                <a:lnTo>
                  <a:pt x="77470" y="184150"/>
                </a:lnTo>
                <a:lnTo>
                  <a:pt x="93980" y="212090"/>
                </a:lnTo>
                <a:lnTo>
                  <a:pt x="78740" y="212090"/>
                </a:lnTo>
                <a:lnTo>
                  <a:pt x="67310" y="191770"/>
                </a:lnTo>
                <a:lnTo>
                  <a:pt x="57150" y="212090"/>
                </a:lnTo>
                <a:lnTo>
                  <a:pt x="41910" y="212090"/>
                </a:lnTo>
                <a:lnTo>
                  <a:pt x="57150" y="184150"/>
                </a:lnTo>
                <a:close/>
                <a:moveTo>
                  <a:pt x="110490" y="157480"/>
                </a:moveTo>
                <a:lnTo>
                  <a:pt x="97790" y="157480"/>
                </a:lnTo>
                <a:lnTo>
                  <a:pt x="97790" y="212090"/>
                </a:lnTo>
                <a:lnTo>
                  <a:pt x="138430" y="212090"/>
                </a:lnTo>
                <a:lnTo>
                  <a:pt x="138430" y="200660"/>
                </a:lnTo>
                <a:lnTo>
                  <a:pt x="110490" y="200660"/>
                </a:lnTo>
                <a:lnTo>
                  <a:pt x="110490" y="1574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65" name="Полилиния: фигура 370">
            <a:extLst>
              <a:ext uri="{FF2B5EF4-FFF2-40B4-BE49-F238E27FC236}">
                <a16:creationId xmlns:a16="http://schemas.microsoft.com/office/drawing/2014/main" id="{FE817E20-FC6A-8383-E68B-EEDACAC8500B}"/>
              </a:ext>
            </a:extLst>
          </p:cNvPr>
          <p:cNvSpPr/>
          <p:nvPr/>
        </p:nvSpPr>
        <p:spPr>
          <a:xfrm>
            <a:off x="2216512" y="3525637"/>
            <a:ext cx="223520" cy="264159"/>
          </a:xfrm>
          <a:custGeom>
            <a:avLst/>
            <a:gdLst>
              <a:gd name="connsiteX0" fmla="*/ 30480 w 223520"/>
              <a:gd name="connsiteY0" fmla="*/ 20320 h 264159"/>
              <a:gd name="connsiteX1" fmla="*/ 20320 w 223520"/>
              <a:gd name="connsiteY1" fmla="*/ 30480 h 264159"/>
              <a:gd name="connsiteX2" fmla="*/ 20320 w 223520"/>
              <a:gd name="connsiteY2" fmla="*/ 233680 h 264159"/>
              <a:gd name="connsiteX3" fmla="*/ 30480 w 223520"/>
              <a:gd name="connsiteY3" fmla="*/ 243840 h 264159"/>
              <a:gd name="connsiteX4" fmla="*/ 193040 w 223520"/>
              <a:gd name="connsiteY4" fmla="*/ 243840 h 264159"/>
              <a:gd name="connsiteX5" fmla="*/ 203200 w 223520"/>
              <a:gd name="connsiteY5" fmla="*/ 233680 h 264159"/>
              <a:gd name="connsiteX6" fmla="*/ 203200 w 223520"/>
              <a:gd name="connsiteY6" fmla="*/ 91440 h 264159"/>
              <a:gd name="connsiteX7" fmla="*/ 143510 w 223520"/>
              <a:gd name="connsiteY7" fmla="*/ 91440 h 264159"/>
              <a:gd name="connsiteX8" fmla="*/ 132080 w 223520"/>
              <a:gd name="connsiteY8" fmla="*/ 80010 h 264159"/>
              <a:gd name="connsiteX9" fmla="*/ 132080 w 223520"/>
              <a:gd name="connsiteY9" fmla="*/ 20320 h 264159"/>
              <a:gd name="connsiteX10" fmla="*/ 30480 w 223520"/>
              <a:gd name="connsiteY10" fmla="*/ 20320 h 264159"/>
              <a:gd name="connsiteX11" fmla="*/ 152400 w 223520"/>
              <a:gd name="connsiteY11" fmla="*/ 71120 h 264159"/>
              <a:gd name="connsiteX12" fmla="*/ 199390 w 223520"/>
              <a:gd name="connsiteY12" fmla="*/ 71120 h 264159"/>
              <a:gd name="connsiteX13" fmla="*/ 152400 w 223520"/>
              <a:gd name="connsiteY13" fmla="*/ 24130 h 264159"/>
              <a:gd name="connsiteX14" fmla="*/ 152400 w 223520"/>
              <a:gd name="connsiteY14" fmla="*/ 71120 h 264159"/>
              <a:gd name="connsiteX15" fmla="*/ 223520 w 223520"/>
              <a:gd name="connsiteY15" fmla="*/ 233680 h 264159"/>
              <a:gd name="connsiteX16" fmla="*/ 223520 w 223520"/>
              <a:gd name="connsiteY16" fmla="*/ 81280 h 264159"/>
              <a:gd name="connsiteX17" fmla="*/ 223520 w 223520"/>
              <a:gd name="connsiteY17" fmla="*/ 71120 h 264159"/>
              <a:gd name="connsiteX18" fmla="*/ 219710 w 223520"/>
              <a:gd name="connsiteY18" fmla="*/ 63500 h 264159"/>
              <a:gd name="connsiteX19" fmla="*/ 160020 w 223520"/>
              <a:gd name="connsiteY19" fmla="*/ 3810 h 264159"/>
              <a:gd name="connsiteX20" fmla="*/ 152400 w 223520"/>
              <a:gd name="connsiteY20" fmla="*/ 0 h 264159"/>
              <a:gd name="connsiteX21" fmla="*/ 142240 w 223520"/>
              <a:gd name="connsiteY21" fmla="*/ 0 h 264159"/>
              <a:gd name="connsiteX22" fmla="*/ 30480 w 223520"/>
              <a:gd name="connsiteY22" fmla="*/ 0 h 264159"/>
              <a:gd name="connsiteX23" fmla="*/ 0 w 223520"/>
              <a:gd name="connsiteY23" fmla="*/ 30480 h 264159"/>
              <a:gd name="connsiteX24" fmla="*/ 0 w 223520"/>
              <a:gd name="connsiteY24" fmla="*/ 233680 h 264159"/>
              <a:gd name="connsiteX25" fmla="*/ 30480 w 223520"/>
              <a:gd name="connsiteY25" fmla="*/ 264160 h 264159"/>
              <a:gd name="connsiteX26" fmla="*/ 193040 w 223520"/>
              <a:gd name="connsiteY26" fmla="*/ 264160 h 264159"/>
              <a:gd name="connsiteX27" fmla="*/ 223520 w 223520"/>
              <a:gd name="connsiteY27" fmla="*/ 233680 h 264159"/>
              <a:gd name="connsiteX28" fmla="*/ 160020 w 223520"/>
              <a:gd name="connsiteY28" fmla="*/ 170180 h 264159"/>
              <a:gd name="connsiteX29" fmla="*/ 161290 w 223520"/>
              <a:gd name="connsiteY29" fmla="*/ 156210 h 264159"/>
              <a:gd name="connsiteX30" fmla="*/ 147320 w 223520"/>
              <a:gd name="connsiteY30" fmla="*/ 154940 h 264159"/>
              <a:gd name="connsiteX31" fmla="*/ 109220 w 223520"/>
              <a:gd name="connsiteY31" fmla="*/ 189230 h 264159"/>
              <a:gd name="connsiteX32" fmla="*/ 91440 w 223520"/>
              <a:gd name="connsiteY32" fmla="*/ 171450 h 264159"/>
              <a:gd name="connsiteX33" fmla="*/ 76200 w 223520"/>
              <a:gd name="connsiteY33" fmla="*/ 170180 h 264159"/>
              <a:gd name="connsiteX34" fmla="*/ 46990 w 223520"/>
              <a:gd name="connsiteY34" fmla="*/ 195580 h 264159"/>
              <a:gd name="connsiteX35" fmla="*/ 45720 w 223520"/>
              <a:gd name="connsiteY35" fmla="*/ 209550 h 264159"/>
              <a:gd name="connsiteX36" fmla="*/ 59690 w 223520"/>
              <a:gd name="connsiteY36" fmla="*/ 210820 h 264159"/>
              <a:gd name="connsiteX37" fmla="*/ 82550 w 223520"/>
              <a:gd name="connsiteY37" fmla="*/ 191770 h 264159"/>
              <a:gd name="connsiteX38" fmla="*/ 100330 w 223520"/>
              <a:gd name="connsiteY38" fmla="*/ 209550 h 264159"/>
              <a:gd name="connsiteX39" fmla="*/ 115570 w 223520"/>
              <a:gd name="connsiteY39" fmla="*/ 209550 h 264159"/>
              <a:gd name="connsiteX40" fmla="*/ 160020 w 223520"/>
              <a:gd name="connsiteY40" fmla="*/ 1701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23520" h="264159"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233680"/>
                </a:lnTo>
                <a:cubicBezTo>
                  <a:pt x="20320" y="238760"/>
                  <a:pt x="25400" y="243840"/>
                  <a:pt x="30480" y="243840"/>
                </a:cubicBezTo>
                <a:lnTo>
                  <a:pt x="193040" y="243840"/>
                </a:lnTo>
                <a:cubicBezTo>
                  <a:pt x="198120" y="243840"/>
                  <a:pt x="203200" y="238760"/>
                  <a:pt x="203200" y="233680"/>
                </a:cubicBezTo>
                <a:lnTo>
                  <a:pt x="203200" y="91440"/>
                </a:lnTo>
                <a:lnTo>
                  <a:pt x="143510" y="91440"/>
                </a:lnTo>
                <a:cubicBezTo>
                  <a:pt x="137160" y="91440"/>
                  <a:pt x="132080" y="86360"/>
                  <a:pt x="132080" y="80010"/>
                </a:cubicBezTo>
                <a:lnTo>
                  <a:pt x="132080" y="20320"/>
                </a:lnTo>
                <a:lnTo>
                  <a:pt x="30480" y="20320"/>
                </a:lnTo>
                <a:close/>
                <a:moveTo>
                  <a:pt x="152400" y="71120"/>
                </a:moveTo>
                <a:lnTo>
                  <a:pt x="199390" y="71120"/>
                </a:lnTo>
                <a:lnTo>
                  <a:pt x="152400" y="24130"/>
                </a:lnTo>
                <a:lnTo>
                  <a:pt x="152400" y="71120"/>
                </a:lnTo>
                <a:close/>
                <a:moveTo>
                  <a:pt x="223520" y="233680"/>
                </a:moveTo>
                <a:lnTo>
                  <a:pt x="223520" y="81280"/>
                </a:lnTo>
                <a:lnTo>
                  <a:pt x="223520" y="71120"/>
                </a:lnTo>
                <a:cubicBezTo>
                  <a:pt x="223520" y="68580"/>
                  <a:pt x="222250" y="64770"/>
                  <a:pt x="219710" y="63500"/>
                </a:cubicBezTo>
                <a:lnTo>
                  <a:pt x="160020" y="3810"/>
                </a:lnTo>
                <a:cubicBezTo>
                  <a:pt x="157480" y="1270"/>
                  <a:pt x="154940" y="0"/>
                  <a:pt x="152400" y="0"/>
                </a:cubicBezTo>
                <a:lnTo>
                  <a:pt x="142240" y="0"/>
                </a:lnTo>
                <a:lnTo>
                  <a:pt x="30480" y="0"/>
                </a:ln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2890"/>
                  <a:pt x="223520" y="250190"/>
                  <a:pt x="223520" y="233680"/>
                </a:cubicBezTo>
                <a:close/>
                <a:moveTo>
                  <a:pt x="160020" y="170180"/>
                </a:moveTo>
                <a:cubicBezTo>
                  <a:pt x="163830" y="166370"/>
                  <a:pt x="165100" y="160020"/>
                  <a:pt x="161290" y="156210"/>
                </a:cubicBezTo>
                <a:cubicBezTo>
                  <a:pt x="157480" y="152400"/>
                  <a:pt x="151130" y="151130"/>
                  <a:pt x="147320" y="154940"/>
                </a:cubicBezTo>
                <a:lnTo>
                  <a:pt x="109220" y="189230"/>
                </a:lnTo>
                <a:lnTo>
                  <a:pt x="91440" y="171450"/>
                </a:lnTo>
                <a:cubicBezTo>
                  <a:pt x="87630" y="167640"/>
                  <a:pt x="81280" y="167640"/>
                  <a:pt x="76200" y="170180"/>
                </a:cubicBezTo>
                <a:lnTo>
                  <a:pt x="46990" y="195580"/>
                </a:lnTo>
                <a:cubicBezTo>
                  <a:pt x="43180" y="199390"/>
                  <a:pt x="41910" y="205740"/>
                  <a:pt x="45720" y="209550"/>
                </a:cubicBezTo>
                <a:cubicBezTo>
                  <a:pt x="49530" y="213360"/>
                  <a:pt x="55880" y="214630"/>
                  <a:pt x="59690" y="210820"/>
                </a:cubicBezTo>
                <a:lnTo>
                  <a:pt x="82550" y="191770"/>
                </a:lnTo>
                <a:lnTo>
                  <a:pt x="100330" y="209550"/>
                </a:lnTo>
                <a:cubicBezTo>
                  <a:pt x="104140" y="213360"/>
                  <a:pt x="111760" y="213360"/>
                  <a:pt x="115570" y="209550"/>
                </a:cubicBezTo>
                <a:lnTo>
                  <a:pt x="160020" y="1701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866" name="Рисунок 2">
            <a:extLst>
              <a:ext uri="{FF2B5EF4-FFF2-40B4-BE49-F238E27FC236}">
                <a16:creationId xmlns:a16="http://schemas.microsoft.com/office/drawing/2014/main" id="{2CB9FB11-17CF-B80E-7580-8B213B5C609D}"/>
              </a:ext>
            </a:extLst>
          </p:cNvPr>
          <p:cNvGrpSpPr/>
          <p:nvPr/>
        </p:nvGrpSpPr>
        <p:grpSpPr>
          <a:xfrm>
            <a:off x="1657712" y="3526907"/>
            <a:ext cx="223520" cy="264159"/>
            <a:chOff x="1816100" y="3068320"/>
            <a:chExt cx="223520" cy="264159"/>
          </a:xfrm>
          <a:solidFill>
            <a:schemeClr val="tx1"/>
          </a:solidFill>
        </p:grpSpPr>
        <p:sp>
          <p:nvSpPr>
            <p:cNvPr id="867" name="Полилиния: фигура 374">
              <a:extLst>
                <a:ext uri="{FF2B5EF4-FFF2-40B4-BE49-F238E27FC236}">
                  <a16:creationId xmlns:a16="http://schemas.microsoft.com/office/drawing/2014/main" id="{64760F11-EF50-1F1B-8AA2-11D22BB878CD}"/>
                </a:ext>
              </a:extLst>
            </p:cNvPr>
            <p:cNvSpPr/>
            <p:nvPr/>
          </p:nvSpPr>
          <p:spPr>
            <a:xfrm>
              <a:off x="1897379" y="3188970"/>
              <a:ext cx="20516" cy="20319"/>
            </a:xfrm>
            <a:custGeom>
              <a:avLst/>
              <a:gdLst>
                <a:gd name="connsiteX0" fmla="*/ 10160 w 20516"/>
                <a:gd name="connsiteY0" fmla="*/ 0 h 20319"/>
                <a:gd name="connsiteX1" fmla="*/ 10160 w 20516"/>
                <a:gd name="connsiteY1" fmla="*/ 0 h 20319"/>
                <a:gd name="connsiteX2" fmla="*/ 0 w 20516"/>
                <a:gd name="connsiteY2" fmla="*/ 10160 h 20319"/>
                <a:gd name="connsiteX3" fmla="*/ 10160 w 20516"/>
                <a:gd name="connsiteY3" fmla="*/ 20320 h 20319"/>
                <a:gd name="connsiteX4" fmla="*/ 10160 w 20516"/>
                <a:gd name="connsiteY4" fmla="*/ 20320 h 20319"/>
                <a:gd name="connsiteX5" fmla="*/ 10160 w 20516"/>
                <a:gd name="connsiteY5" fmla="*/ 20320 h 20319"/>
                <a:gd name="connsiteX6" fmla="*/ 20320 w 20516"/>
                <a:gd name="connsiteY6" fmla="*/ 10160 h 20319"/>
                <a:gd name="connsiteX7" fmla="*/ 10160 w 20516"/>
                <a:gd name="connsiteY7" fmla="*/ 0 h 20319"/>
                <a:gd name="connsiteX8" fmla="*/ 10160 w 20516"/>
                <a:gd name="connsiteY8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16" h="20319">
                  <a:moveTo>
                    <a:pt x="10160" y="0"/>
                  </a:moveTo>
                  <a:cubicBezTo>
                    <a:pt x="10160" y="0"/>
                    <a:pt x="10160" y="0"/>
                    <a:pt x="10160" y="0"/>
                  </a:cubicBezTo>
                  <a:cubicBezTo>
                    <a:pt x="381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0160" y="20320"/>
                  </a:lnTo>
                  <a:lnTo>
                    <a:pt x="10160" y="20320"/>
                  </a:lnTo>
                  <a:cubicBezTo>
                    <a:pt x="15240" y="20320"/>
                    <a:pt x="20320" y="16510"/>
                    <a:pt x="20320" y="10160"/>
                  </a:cubicBezTo>
                  <a:cubicBezTo>
                    <a:pt x="21590" y="3810"/>
                    <a:pt x="16510" y="0"/>
                    <a:pt x="10160" y="0"/>
                  </a:cubicBezTo>
                  <a:cubicBezTo>
                    <a:pt x="11430" y="0"/>
                    <a:pt x="1016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68" name="Полилиния: фигура 375">
              <a:extLst>
                <a:ext uri="{FF2B5EF4-FFF2-40B4-BE49-F238E27FC236}">
                  <a16:creationId xmlns:a16="http://schemas.microsoft.com/office/drawing/2014/main" id="{0B908F85-FD75-1C5C-400A-A9953F09ED7A}"/>
                </a:ext>
              </a:extLst>
            </p:cNvPr>
            <p:cNvSpPr/>
            <p:nvPr/>
          </p:nvSpPr>
          <p:spPr>
            <a:xfrm>
              <a:off x="1926272" y="3200082"/>
              <a:ext cx="20637" cy="19685"/>
            </a:xfrm>
            <a:custGeom>
              <a:avLst/>
              <a:gdLst>
                <a:gd name="connsiteX0" fmla="*/ 16827 w 20637"/>
                <a:gd name="connsiteY0" fmla="*/ 2858 h 19685"/>
                <a:gd name="connsiteX1" fmla="*/ 2857 w 20637"/>
                <a:gd name="connsiteY1" fmla="*/ 2858 h 19685"/>
                <a:gd name="connsiteX2" fmla="*/ 2857 w 20637"/>
                <a:gd name="connsiteY2" fmla="*/ 16828 h 19685"/>
                <a:gd name="connsiteX3" fmla="*/ 2857 w 20637"/>
                <a:gd name="connsiteY3" fmla="*/ 16828 h 19685"/>
                <a:gd name="connsiteX4" fmla="*/ 16827 w 20637"/>
                <a:gd name="connsiteY4" fmla="*/ 16828 h 19685"/>
                <a:gd name="connsiteX5" fmla="*/ 16827 w 20637"/>
                <a:gd name="connsiteY5" fmla="*/ 2858 h 19685"/>
                <a:gd name="connsiteX6" fmla="*/ 16827 w 20637"/>
                <a:gd name="connsiteY6" fmla="*/ 2858 h 19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637" h="19685">
                  <a:moveTo>
                    <a:pt x="16827" y="2858"/>
                  </a:moveTo>
                  <a:cubicBezTo>
                    <a:pt x="13017" y="-953"/>
                    <a:pt x="6667" y="-953"/>
                    <a:pt x="2857" y="2858"/>
                  </a:cubicBezTo>
                  <a:cubicBezTo>
                    <a:pt x="-952" y="6668"/>
                    <a:pt x="-952" y="13018"/>
                    <a:pt x="2857" y="16828"/>
                  </a:cubicBezTo>
                  <a:cubicBezTo>
                    <a:pt x="2857" y="16828"/>
                    <a:pt x="2857" y="16828"/>
                    <a:pt x="2857" y="16828"/>
                  </a:cubicBezTo>
                  <a:cubicBezTo>
                    <a:pt x="6667" y="20638"/>
                    <a:pt x="13017" y="20638"/>
                    <a:pt x="16827" y="16828"/>
                  </a:cubicBezTo>
                  <a:cubicBezTo>
                    <a:pt x="21907" y="14288"/>
                    <a:pt x="21907" y="7938"/>
                    <a:pt x="16827" y="2858"/>
                  </a:cubicBezTo>
                  <a:cubicBezTo>
                    <a:pt x="18098" y="2858"/>
                    <a:pt x="16827" y="2858"/>
                    <a:pt x="16827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69" name="Полилиния: фигура 376">
              <a:extLst>
                <a:ext uri="{FF2B5EF4-FFF2-40B4-BE49-F238E27FC236}">
                  <a16:creationId xmlns:a16="http://schemas.microsoft.com/office/drawing/2014/main" id="{B62D916A-6586-679F-D8DF-C1D0D30BCD21}"/>
                </a:ext>
              </a:extLst>
            </p:cNvPr>
            <p:cNvSpPr/>
            <p:nvPr/>
          </p:nvSpPr>
          <p:spPr>
            <a:xfrm>
              <a:off x="1867852" y="3200082"/>
              <a:ext cx="20955" cy="20813"/>
            </a:xfrm>
            <a:custGeom>
              <a:avLst/>
              <a:gdLst>
                <a:gd name="connsiteX0" fmla="*/ 18097 w 20955"/>
                <a:gd name="connsiteY0" fmla="*/ 16828 h 20813"/>
                <a:gd name="connsiteX1" fmla="*/ 18097 w 20955"/>
                <a:gd name="connsiteY1" fmla="*/ 2858 h 20813"/>
                <a:gd name="connsiteX2" fmla="*/ 4127 w 20955"/>
                <a:gd name="connsiteY2" fmla="*/ 2858 h 20813"/>
                <a:gd name="connsiteX3" fmla="*/ 2858 w 20955"/>
                <a:gd name="connsiteY3" fmla="*/ 4128 h 20813"/>
                <a:gd name="connsiteX4" fmla="*/ 2858 w 20955"/>
                <a:gd name="connsiteY4" fmla="*/ 18097 h 20813"/>
                <a:gd name="connsiteX5" fmla="*/ 18097 w 20955"/>
                <a:gd name="connsiteY5" fmla="*/ 16828 h 20813"/>
                <a:gd name="connsiteX6" fmla="*/ 18097 w 20955"/>
                <a:gd name="connsiteY6" fmla="*/ 16828 h 208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955" h="20813">
                  <a:moveTo>
                    <a:pt x="18097" y="16828"/>
                  </a:moveTo>
                  <a:cubicBezTo>
                    <a:pt x="21908" y="13018"/>
                    <a:pt x="21908" y="6668"/>
                    <a:pt x="18097" y="2858"/>
                  </a:cubicBezTo>
                  <a:cubicBezTo>
                    <a:pt x="14287" y="-953"/>
                    <a:pt x="7937" y="-953"/>
                    <a:pt x="4127" y="2858"/>
                  </a:cubicBezTo>
                  <a:cubicBezTo>
                    <a:pt x="4127" y="2858"/>
                    <a:pt x="4127" y="2858"/>
                    <a:pt x="2858" y="4128"/>
                  </a:cubicBezTo>
                  <a:cubicBezTo>
                    <a:pt x="-953" y="7938"/>
                    <a:pt x="-953" y="14288"/>
                    <a:pt x="2858" y="18097"/>
                  </a:cubicBezTo>
                  <a:cubicBezTo>
                    <a:pt x="7937" y="21908"/>
                    <a:pt x="14287" y="21908"/>
                    <a:pt x="18097" y="16828"/>
                  </a:cubicBezTo>
                  <a:cubicBezTo>
                    <a:pt x="18097" y="18097"/>
                    <a:pt x="18097" y="18097"/>
                    <a:pt x="18097" y="1682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70" name="Полилиния: фигура 377">
              <a:extLst>
                <a:ext uri="{FF2B5EF4-FFF2-40B4-BE49-F238E27FC236}">
                  <a16:creationId xmlns:a16="http://schemas.microsoft.com/office/drawing/2014/main" id="{7CAD636B-EB2F-D709-8FB7-685112E2ADC6}"/>
                </a:ext>
              </a:extLst>
            </p:cNvPr>
            <p:cNvSpPr/>
            <p:nvPr/>
          </p:nvSpPr>
          <p:spPr>
            <a:xfrm>
              <a:off x="1938020" y="3228339"/>
              <a:ext cx="20319" cy="20560"/>
            </a:xfrm>
            <a:custGeom>
              <a:avLst/>
              <a:gdLst>
                <a:gd name="connsiteX0" fmla="*/ 20320 w 20319"/>
                <a:gd name="connsiteY0" fmla="*/ 10160 h 20560"/>
                <a:gd name="connsiteX1" fmla="*/ 10160 w 20319"/>
                <a:gd name="connsiteY1" fmla="*/ 0 h 20560"/>
                <a:gd name="connsiteX2" fmla="*/ 0 w 20319"/>
                <a:gd name="connsiteY2" fmla="*/ 10160 h 20560"/>
                <a:gd name="connsiteX3" fmla="*/ 0 w 20319"/>
                <a:gd name="connsiteY3" fmla="*/ 10160 h 20560"/>
                <a:gd name="connsiteX4" fmla="*/ 0 w 20319"/>
                <a:gd name="connsiteY4" fmla="*/ 10160 h 20560"/>
                <a:gd name="connsiteX5" fmla="*/ 10160 w 20319"/>
                <a:gd name="connsiteY5" fmla="*/ 20320 h 20560"/>
                <a:gd name="connsiteX6" fmla="*/ 20320 w 20319"/>
                <a:gd name="connsiteY6" fmla="*/ 10160 h 20560"/>
                <a:gd name="connsiteX7" fmla="*/ 20320 w 20319"/>
                <a:gd name="connsiteY7" fmla="*/ 10160 h 20560"/>
                <a:gd name="connsiteX8" fmla="*/ 20320 w 20319"/>
                <a:gd name="connsiteY8" fmla="*/ 10160 h 20560"/>
                <a:gd name="connsiteX9" fmla="*/ 20320 w 20319"/>
                <a:gd name="connsiteY9" fmla="*/ 10160 h 20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0319" h="20560">
                  <a:moveTo>
                    <a:pt x="20320" y="10160"/>
                  </a:move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lnTo>
                    <a:pt x="0" y="10160"/>
                  </a:lnTo>
                  <a:lnTo>
                    <a:pt x="0" y="10160"/>
                  </a:lnTo>
                  <a:cubicBezTo>
                    <a:pt x="0" y="15240"/>
                    <a:pt x="3810" y="20320"/>
                    <a:pt x="10160" y="20320"/>
                  </a:cubicBezTo>
                  <a:cubicBezTo>
                    <a:pt x="15240" y="21590"/>
                    <a:pt x="20320" y="17780"/>
                    <a:pt x="20320" y="10160"/>
                  </a:cubicBezTo>
                  <a:cubicBezTo>
                    <a:pt x="20320" y="11430"/>
                    <a:pt x="20320" y="11430"/>
                    <a:pt x="20320" y="10160"/>
                  </a:cubicBezTo>
                  <a:cubicBezTo>
                    <a:pt x="20320" y="11430"/>
                    <a:pt x="20320" y="11430"/>
                    <a:pt x="20320" y="10160"/>
                  </a:cubicBezTo>
                  <a:cubicBezTo>
                    <a:pt x="20320" y="10160"/>
                    <a:pt x="20320" y="1016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71" name="Полилиния: фигура 378">
              <a:extLst>
                <a:ext uri="{FF2B5EF4-FFF2-40B4-BE49-F238E27FC236}">
                  <a16:creationId xmlns:a16="http://schemas.microsoft.com/office/drawing/2014/main" id="{19F824C1-8EB9-9BD8-1DD6-7DB5A8791E4D}"/>
                </a:ext>
              </a:extLst>
            </p:cNvPr>
            <p:cNvSpPr/>
            <p:nvPr/>
          </p:nvSpPr>
          <p:spPr>
            <a:xfrm>
              <a:off x="1856739" y="3228339"/>
              <a:ext cx="20320" cy="20515"/>
            </a:xfrm>
            <a:custGeom>
              <a:avLst/>
              <a:gdLst>
                <a:gd name="connsiteX0" fmla="*/ 20320 w 20320"/>
                <a:gd name="connsiteY0" fmla="*/ 10160 h 20515"/>
                <a:gd name="connsiteX1" fmla="*/ 10160 w 20320"/>
                <a:gd name="connsiteY1" fmla="*/ 0 h 20515"/>
                <a:gd name="connsiteX2" fmla="*/ 0 w 20320"/>
                <a:gd name="connsiteY2" fmla="*/ 10160 h 20515"/>
                <a:gd name="connsiteX3" fmla="*/ 0 w 20320"/>
                <a:gd name="connsiteY3" fmla="*/ 10160 h 20515"/>
                <a:gd name="connsiteX4" fmla="*/ 0 w 20320"/>
                <a:gd name="connsiteY4" fmla="*/ 10160 h 20515"/>
                <a:gd name="connsiteX5" fmla="*/ 10160 w 20320"/>
                <a:gd name="connsiteY5" fmla="*/ 20320 h 20515"/>
                <a:gd name="connsiteX6" fmla="*/ 20320 w 20320"/>
                <a:gd name="connsiteY6" fmla="*/ 10160 h 20515"/>
                <a:gd name="connsiteX7" fmla="*/ 20320 w 20320"/>
                <a:gd name="connsiteY7" fmla="*/ 10160 h 20515"/>
                <a:gd name="connsiteX8" fmla="*/ 20320 w 20320"/>
                <a:gd name="connsiteY8" fmla="*/ 10160 h 205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20515">
                  <a:moveTo>
                    <a:pt x="20320" y="10160"/>
                  </a:moveTo>
                  <a:cubicBezTo>
                    <a:pt x="20320" y="5080"/>
                    <a:pt x="16510" y="0"/>
                    <a:pt x="10160" y="0"/>
                  </a:cubicBezTo>
                  <a:cubicBezTo>
                    <a:pt x="5080" y="0"/>
                    <a:pt x="0" y="3810"/>
                    <a:pt x="0" y="10160"/>
                  </a:cubicBezTo>
                  <a:cubicBezTo>
                    <a:pt x="0" y="10160"/>
                    <a:pt x="0" y="10160"/>
                    <a:pt x="0" y="10160"/>
                  </a:cubicBezTo>
                  <a:cubicBezTo>
                    <a:pt x="0" y="10160"/>
                    <a:pt x="0" y="1016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6510" y="21590"/>
                    <a:pt x="20320" y="16510"/>
                    <a:pt x="20320" y="10160"/>
                  </a:cubicBezTo>
                  <a:lnTo>
                    <a:pt x="20320" y="10160"/>
                  </a:lnTo>
                  <a:lnTo>
                    <a:pt x="2032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72" name="Полилиния: фигура 379">
              <a:extLst>
                <a:ext uri="{FF2B5EF4-FFF2-40B4-BE49-F238E27FC236}">
                  <a16:creationId xmlns:a16="http://schemas.microsoft.com/office/drawing/2014/main" id="{898E9944-8184-FBED-F450-275BA05B1BB5}"/>
                </a:ext>
              </a:extLst>
            </p:cNvPr>
            <p:cNvSpPr/>
            <p:nvPr/>
          </p:nvSpPr>
          <p:spPr>
            <a:xfrm>
              <a:off x="1927542" y="3258502"/>
              <a:ext cx="19684" cy="19685"/>
            </a:xfrm>
            <a:custGeom>
              <a:avLst/>
              <a:gdLst>
                <a:gd name="connsiteX0" fmla="*/ 16828 w 19684"/>
                <a:gd name="connsiteY0" fmla="*/ 16827 h 19685"/>
                <a:gd name="connsiteX1" fmla="*/ 16828 w 19684"/>
                <a:gd name="connsiteY1" fmla="*/ 2857 h 19685"/>
                <a:gd name="connsiteX2" fmla="*/ 2858 w 19684"/>
                <a:gd name="connsiteY2" fmla="*/ 2857 h 19685"/>
                <a:gd name="connsiteX3" fmla="*/ 2858 w 19684"/>
                <a:gd name="connsiteY3" fmla="*/ 2857 h 19685"/>
                <a:gd name="connsiteX4" fmla="*/ 2858 w 19684"/>
                <a:gd name="connsiteY4" fmla="*/ 16827 h 19685"/>
                <a:gd name="connsiteX5" fmla="*/ 16828 w 19684"/>
                <a:gd name="connsiteY5" fmla="*/ 16827 h 19685"/>
                <a:gd name="connsiteX6" fmla="*/ 16828 w 19684"/>
                <a:gd name="connsiteY6" fmla="*/ 16827 h 19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9684" h="19685">
                  <a:moveTo>
                    <a:pt x="16828" y="16827"/>
                  </a:moveTo>
                  <a:cubicBezTo>
                    <a:pt x="20637" y="13018"/>
                    <a:pt x="20637" y="6668"/>
                    <a:pt x="16828" y="2857"/>
                  </a:cubicBezTo>
                  <a:cubicBezTo>
                    <a:pt x="13018" y="-952"/>
                    <a:pt x="6668" y="-952"/>
                    <a:pt x="2858" y="2857"/>
                  </a:cubicBezTo>
                  <a:cubicBezTo>
                    <a:pt x="2858" y="2857"/>
                    <a:pt x="2858" y="2857"/>
                    <a:pt x="2858" y="2857"/>
                  </a:cubicBezTo>
                  <a:cubicBezTo>
                    <a:pt x="-953" y="6668"/>
                    <a:pt x="-953" y="13018"/>
                    <a:pt x="2858" y="16827"/>
                  </a:cubicBezTo>
                  <a:cubicBezTo>
                    <a:pt x="5397" y="20638"/>
                    <a:pt x="11747" y="20638"/>
                    <a:pt x="16828" y="16827"/>
                  </a:cubicBezTo>
                  <a:cubicBezTo>
                    <a:pt x="15558" y="16827"/>
                    <a:pt x="16828" y="16827"/>
                    <a:pt x="16828" y="16827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73" name="Полилиния: фигура 380">
              <a:extLst>
                <a:ext uri="{FF2B5EF4-FFF2-40B4-BE49-F238E27FC236}">
                  <a16:creationId xmlns:a16="http://schemas.microsoft.com/office/drawing/2014/main" id="{EC0AF852-373E-1F15-3391-146E656AFFBC}"/>
                </a:ext>
              </a:extLst>
            </p:cNvPr>
            <p:cNvSpPr/>
            <p:nvPr/>
          </p:nvSpPr>
          <p:spPr>
            <a:xfrm>
              <a:off x="1869122" y="3257232"/>
              <a:ext cx="20813" cy="20955"/>
            </a:xfrm>
            <a:custGeom>
              <a:avLst/>
              <a:gdLst>
                <a:gd name="connsiteX0" fmla="*/ 16827 w 20813"/>
                <a:gd name="connsiteY0" fmla="*/ 2858 h 20955"/>
                <a:gd name="connsiteX1" fmla="*/ 2857 w 20813"/>
                <a:gd name="connsiteY1" fmla="*/ 2858 h 20955"/>
                <a:gd name="connsiteX2" fmla="*/ 2857 w 20813"/>
                <a:gd name="connsiteY2" fmla="*/ 16827 h 20955"/>
                <a:gd name="connsiteX3" fmla="*/ 4127 w 20813"/>
                <a:gd name="connsiteY3" fmla="*/ 18097 h 20955"/>
                <a:gd name="connsiteX4" fmla="*/ 18098 w 20813"/>
                <a:gd name="connsiteY4" fmla="*/ 18097 h 20955"/>
                <a:gd name="connsiteX5" fmla="*/ 16827 w 20813"/>
                <a:gd name="connsiteY5" fmla="*/ 2858 h 20955"/>
                <a:gd name="connsiteX6" fmla="*/ 16827 w 20813"/>
                <a:gd name="connsiteY6" fmla="*/ 2858 h 209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813" h="20955">
                  <a:moveTo>
                    <a:pt x="16827" y="2858"/>
                  </a:moveTo>
                  <a:cubicBezTo>
                    <a:pt x="13017" y="-953"/>
                    <a:pt x="6667" y="-953"/>
                    <a:pt x="2857" y="2858"/>
                  </a:cubicBezTo>
                  <a:cubicBezTo>
                    <a:pt x="-952" y="6668"/>
                    <a:pt x="-952" y="13018"/>
                    <a:pt x="2857" y="16827"/>
                  </a:cubicBezTo>
                  <a:cubicBezTo>
                    <a:pt x="2857" y="16827"/>
                    <a:pt x="2857" y="16827"/>
                    <a:pt x="4127" y="18097"/>
                  </a:cubicBezTo>
                  <a:cubicBezTo>
                    <a:pt x="7938" y="21908"/>
                    <a:pt x="14288" y="21908"/>
                    <a:pt x="18098" y="18097"/>
                  </a:cubicBezTo>
                  <a:cubicBezTo>
                    <a:pt x="21907" y="14288"/>
                    <a:pt x="21907" y="7938"/>
                    <a:pt x="16827" y="2858"/>
                  </a:cubicBezTo>
                  <a:cubicBezTo>
                    <a:pt x="16827" y="4127"/>
                    <a:pt x="16827" y="2858"/>
                    <a:pt x="16827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74" name="Полилиния: фигура 381">
              <a:extLst>
                <a:ext uri="{FF2B5EF4-FFF2-40B4-BE49-F238E27FC236}">
                  <a16:creationId xmlns:a16="http://schemas.microsoft.com/office/drawing/2014/main" id="{C320A7A4-417C-18E5-B3A0-248EFF8EA893}"/>
                </a:ext>
              </a:extLst>
            </p:cNvPr>
            <p:cNvSpPr/>
            <p:nvPr/>
          </p:nvSpPr>
          <p:spPr>
            <a:xfrm>
              <a:off x="1897379" y="3270250"/>
              <a:ext cx="20516" cy="20320"/>
            </a:xfrm>
            <a:custGeom>
              <a:avLst/>
              <a:gdLst>
                <a:gd name="connsiteX0" fmla="*/ 10160 w 20516"/>
                <a:gd name="connsiteY0" fmla="*/ 0 h 20320"/>
                <a:gd name="connsiteX1" fmla="*/ 0 w 20516"/>
                <a:gd name="connsiteY1" fmla="*/ 10160 h 20320"/>
                <a:gd name="connsiteX2" fmla="*/ 10160 w 20516"/>
                <a:gd name="connsiteY2" fmla="*/ 20320 h 20320"/>
                <a:gd name="connsiteX3" fmla="*/ 10160 w 20516"/>
                <a:gd name="connsiteY3" fmla="*/ 20320 h 20320"/>
                <a:gd name="connsiteX4" fmla="*/ 10160 w 20516"/>
                <a:gd name="connsiteY4" fmla="*/ 20320 h 20320"/>
                <a:gd name="connsiteX5" fmla="*/ 20320 w 20516"/>
                <a:gd name="connsiteY5" fmla="*/ 10160 h 20320"/>
                <a:gd name="connsiteX6" fmla="*/ 10160 w 20516"/>
                <a:gd name="connsiteY6" fmla="*/ 0 h 20320"/>
                <a:gd name="connsiteX7" fmla="*/ 10160 w 20516"/>
                <a:gd name="connsiteY7" fmla="*/ 0 h 20320"/>
                <a:gd name="connsiteX8" fmla="*/ 10160 w 20516"/>
                <a:gd name="connsiteY8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16" h="20320">
                  <a:moveTo>
                    <a:pt x="10160" y="0"/>
                  </a:moveTo>
                  <a:cubicBezTo>
                    <a:pt x="5080" y="0"/>
                    <a:pt x="0" y="3810"/>
                    <a:pt x="0" y="10160"/>
                  </a:cubicBezTo>
                  <a:cubicBezTo>
                    <a:pt x="0" y="15240"/>
                    <a:pt x="3810" y="20320"/>
                    <a:pt x="10160" y="20320"/>
                  </a:cubicBezTo>
                  <a:cubicBezTo>
                    <a:pt x="10160" y="20320"/>
                    <a:pt x="10160" y="20320"/>
                    <a:pt x="10160" y="20320"/>
                  </a:cubicBezTo>
                  <a:cubicBezTo>
                    <a:pt x="10160" y="20320"/>
                    <a:pt x="1016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1590" y="3810"/>
                    <a:pt x="16510" y="0"/>
                    <a:pt x="10160" y="0"/>
                  </a:cubicBezTo>
                  <a:lnTo>
                    <a:pt x="10160" y="0"/>
                  </a:ln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75" name="Полилиния: фигура 382">
              <a:extLst>
                <a:ext uri="{FF2B5EF4-FFF2-40B4-BE49-F238E27FC236}">
                  <a16:creationId xmlns:a16="http://schemas.microsoft.com/office/drawing/2014/main" id="{14C4DB7A-F190-E2DA-26F1-8DEC933D5AA1}"/>
                </a:ext>
              </a:extLst>
            </p:cNvPr>
            <p:cNvSpPr/>
            <p:nvPr/>
          </p:nvSpPr>
          <p:spPr>
            <a:xfrm>
              <a:off x="1816100" y="3068320"/>
              <a:ext cx="223520" cy="264159"/>
            </a:xfrm>
            <a:custGeom>
              <a:avLst/>
              <a:gdLst>
                <a:gd name="connsiteX0" fmla="*/ 223520 w 223520"/>
                <a:gd name="connsiteY0" fmla="*/ 232410 h 264159"/>
                <a:gd name="connsiteX1" fmla="*/ 223520 w 223520"/>
                <a:gd name="connsiteY1" fmla="*/ 71120 h 264159"/>
                <a:gd name="connsiteX2" fmla="*/ 219710 w 223520"/>
                <a:gd name="connsiteY2" fmla="*/ 63500 h 264159"/>
                <a:gd name="connsiteX3" fmla="*/ 160020 w 223520"/>
                <a:gd name="connsiteY3" fmla="*/ 3810 h 264159"/>
                <a:gd name="connsiteX4" fmla="*/ 152400 w 223520"/>
                <a:gd name="connsiteY4" fmla="*/ 0 h 264159"/>
                <a:gd name="connsiteX5" fmla="*/ 30480 w 223520"/>
                <a:gd name="connsiteY5" fmla="*/ 0 h 264159"/>
                <a:gd name="connsiteX6" fmla="*/ 0 w 223520"/>
                <a:gd name="connsiteY6" fmla="*/ 30480 h 264159"/>
                <a:gd name="connsiteX7" fmla="*/ 0 w 223520"/>
                <a:gd name="connsiteY7" fmla="*/ 233680 h 264159"/>
                <a:gd name="connsiteX8" fmla="*/ 30480 w 223520"/>
                <a:gd name="connsiteY8" fmla="*/ 264160 h 264159"/>
                <a:gd name="connsiteX9" fmla="*/ 193040 w 223520"/>
                <a:gd name="connsiteY9" fmla="*/ 264160 h 264159"/>
                <a:gd name="connsiteX10" fmla="*/ 223520 w 223520"/>
                <a:gd name="connsiteY10" fmla="*/ 232410 h 264159"/>
                <a:gd name="connsiteX11" fmla="*/ 30480 w 223520"/>
                <a:gd name="connsiteY11" fmla="*/ 19050 h 264159"/>
                <a:gd name="connsiteX12" fmla="*/ 20320 w 223520"/>
                <a:gd name="connsiteY12" fmla="*/ 29210 h 264159"/>
                <a:gd name="connsiteX13" fmla="*/ 20320 w 223520"/>
                <a:gd name="connsiteY13" fmla="*/ 232410 h 264159"/>
                <a:gd name="connsiteX14" fmla="*/ 30480 w 223520"/>
                <a:gd name="connsiteY14" fmla="*/ 242570 h 264159"/>
                <a:gd name="connsiteX15" fmla="*/ 193040 w 223520"/>
                <a:gd name="connsiteY15" fmla="*/ 242570 h 264159"/>
                <a:gd name="connsiteX16" fmla="*/ 203200 w 223520"/>
                <a:gd name="connsiteY16" fmla="*/ 232410 h 264159"/>
                <a:gd name="connsiteX17" fmla="*/ 203200 w 223520"/>
                <a:gd name="connsiteY17" fmla="*/ 90170 h 264159"/>
                <a:gd name="connsiteX18" fmla="*/ 143510 w 223520"/>
                <a:gd name="connsiteY18" fmla="*/ 90170 h 264159"/>
                <a:gd name="connsiteX19" fmla="*/ 132080 w 223520"/>
                <a:gd name="connsiteY19" fmla="*/ 78740 h 264159"/>
                <a:gd name="connsiteX20" fmla="*/ 132080 w 223520"/>
                <a:gd name="connsiteY20" fmla="*/ 19050 h 264159"/>
                <a:gd name="connsiteX21" fmla="*/ 30480 w 223520"/>
                <a:gd name="connsiteY21" fmla="*/ 19050 h 264159"/>
                <a:gd name="connsiteX22" fmla="*/ 152400 w 223520"/>
                <a:gd name="connsiteY22" fmla="*/ 69850 h 264159"/>
                <a:gd name="connsiteX23" fmla="*/ 199390 w 223520"/>
                <a:gd name="connsiteY23" fmla="*/ 69850 h 264159"/>
                <a:gd name="connsiteX24" fmla="*/ 152400 w 223520"/>
                <a:gd name="connsiteY24" fmla="*/ 22860 h 264159"/>
                <a:gd name="connsiteX25" fmla="*/ 152400 w 223520"/>
                <a:gd name="connsiteY25" fmla="*/ 6985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23520" h="264159">
                  <a:moveTo>
                    <a:pt x="223520" y="232410"/>
                  </a:moveTo>
                  <a:lnTo>
                    <a:pt x="223520" y="71120"/>
                  </a:lnTo>
                  <a:cubicBezTo>
                    <a:pt x="223520" y="68580"/>
                    <a:pt x="222250" y="64770"/>
                    <a:pt x="219710" y="63500"/>
                  </a:cubicBezTo>
                  <a:lnTo>
                    <a:pt x="160020" y="3810"/>
                  </a:lnTo>
                  <a:cubicBezTo>
                    <a:pt x="157480" y="1270"/>
                    <a:pt x="154940" y="0"/>
                    <a:pt x="152400" y="0"/>
                  </a:cubicBezTo>
                  <a:lnTo>
                    <a:pt x="30480" y="0"/>
                  </a:lnTo>
                  <a:cubicBezTo>
                    <a:pt x="13970" y="0"/>
                    <a:pt x="0" y="13970"/>
                    <a:pt x="0" y="30480"/>
                  </a:cubicBezTo>
                  <a:lnTo>
                    <a:pt x="0" y="233680"/>
                  </a:lnTo>
                  <a:cubicBezTo>
                    <a:pt x="0" y="250190"/>
                    <a:pt x="13970" y="264160"/>
                    <a:pt x="30480" y="264160"/>
                  </a:cubicBezTo>
                  <a:lnTo>
                    <a:pt x="193040" y="264160"/>
                  </a:lnTo>
                  <a:cubicBezTo>
                    <a:pt x="209550" y="261620"/>
                    <a:pt x="223520" y="248920"/>
                    <a:pt x="223520" y="232410"/>
                  </a:cubicBezTo>
                  <a:close/>
                  <a:moveTo>
                    <a:pt x="30480" y="19050"/>
                  </a:moveTo>
                  <a:cubicBezTo>
                    <a:pt x="25400" y="19050"/>
                    <a:pt x="20320" y="24130"/>
                    <a:pt x="20320" y="29210"/>
                  </a:cubicBezTo>
                  <a:lnTo>
                    <a:pt x="20320" y="232410"/>
                  </a:lnTo>
                  <a:cubicBezTo>
                    <a:pt x="20320" y="237490"/>
                    <a:pt x="25400" y="242570"/>
                    <a:pt x="30480" y="242570"/>
                  </a:cubicBezTo>
                  <a:lnTo>
                    <a:pt x="193040" y="242570"/>
                  </a:lnTo>
                  <a:cubicBezTo>
                    <a:pt x="198120" y="242570"/>
                    <a:pt x="203200" y="237490"/>
                    <a:pt x="203200" y="232410"/>
                  </a:cubicBezTo>
                  <a:lnTo>
                    <a:pt x="203200" y="90170"/>
                  </a:lnTo>
                  <a:lnTo>
                    <a:pt x="143510" y="90170"/>
                  </a:lnTo>
                  <a:cubicBezTo>
                    <a:pt x="137160" y="90170"/>
                    <a:pt x="132080" y="85090"/>
                    <a:pt x="132080" y="78740"/>
                  </a:cubicBezTo>
                  <a:lnTo>
                    <a:pt x="132080" y="19050"/>
                  </a:lnTo>
                  <a:lnTo>
                    <a:pt x="30480" y="19050"/>
                  </a:lnTo>
                  <a:close/>
                  <a:moveTo>
                    <a:pt x="152400" y="69850"/>
                  </a:moveTo>
                  <a:lnTo>
                    <a:pt x="199390" y="69850"/>
                  </a:lnTo>
                  <a:lnTo>
                    <a:pt x="152400" y="22860"/>
                  </a:lnTo>
                  <a:lnTo>
                    <a:pt x="152400" y="6985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76" name="Полилиния: фигура 385">
            <a:extLst>
              <a:ext uri="{FF2B5EF4-FFF2-40B4-BE49-F238E27FC236}">
                <a16:creationId xmlns:a16="http://schemas.microsoft.com/office/drawing/2014/main" id="{789E54BC-B273-484D-32BC-0FBDAE8C0EC3}"/>
              </a:ext>
            </a:extLst>
          </p:cNvPr>
          <p:cNvSpPr/>
          <p:nvPr/>
        </p:nvSpPr>
        <p:spPr>
          <a:xfrm>
            <a:off x="2776582" y="3525637"/>
            <a:ext cx="223519" cy="264159"/>
          </a:xfrm>
          <a:custGeom>
            <a:avLst/>
            <a:gdLst>
              <a:gd name="connsiteX0" fmla="*/ 20320 w 223519"/>
              <a:gd name="connsiteY0" fmla="*/ 30480 h 264159"/>
              <a:gd name="connsiteX1" fmla="*/ 30480 w 223519"/>
              <a:gd name="connsiteY1" fmla="*/ 20320 h 264159"/>
              <a:gd name="connsiteX2" fmla="*/ 132080 w 223519"/>
              <a:gd name="connsiteY2" fmla="*/ 20320 h 264159"/>
              <a:gd name="connsiteX3" fmla="*/ 132080 w 223519"/>
              <a:gd name="connsiteY3" fmla="*/ 80010 h 264159"/>
              <a:gd name="connsiteX4" fmla="*/ 143510 w 223519"/>
              <a:gd name="connsiteY4" fmla="*/ 91440 h 264159"/>
              <a:gd name="connsiteX5" fmla="*/ 203200 w 223519"/>
              <a:gd name="connsiteY5" fmla="*/ 91440 h 264159"/>
              <a:gd name="connsiteX6" fmla="*/ 203200 w 223519"/>
              <a:gd name="connsiteY6" fmla="*/ 168910 h 264159"/>
              <a:gd name="connsiteX7" fmla="*/ 185420 w 223519"/>
              <a:gd name="connsiteY7" fmla="*/ 151130 h 264159"/>
              <a:gd name="connsiteX8" fmla="*/ 170180 w 223519"/>
              <a:gd name="connsiteY8" fmla="*/ 151130 h 264159"/>
              <a:gd name="connsiteX9" fmla="*/ 152400 w 223519"/>
              <a:gd name="connsiteY9" fmla="*/ 168910 h 264159"/>
              <a:gd name="connsiteX10" fmla="*/ 114300 w 223519"/>
              <a:gd name="connsiteY10" fmla="*/ 130810 h 264159"/>
              <a:gd name="connsiteX11" fmla="*/ 99060 w 223519"/>
              <a:gd name="connsiteY11" fmla="*/ 130810 h 264159"/>
              <a:gd name="connsiteX12" fmla="*/ 20320 w 223519"/>
              <a:gd name="connsiteY12" fmla="*/ 200660 h 264159"/>
              <a:gd name="connsiteX13" fmla="*/ 20320 w 223519"/>
              <a:gd name="connsiteY13" fmla="*/ 30480 h 264159"/>
              <a:gd name="connsiteX14" fmla="*/ 20320 w 223519"/>
              <a:gd name="connsiteY14" fmla="*/ 227330 h 264159"/>
              <a:gd name="connsiteX15" fmla="*/ 20320 w 223519"/>
              <a:gd name="connsiteY15" fmla="*/ 232410 h 264159"/>
              <a:gd name="connsiteX16" fmla="*/ 30480 w 223519"/>
              <a:gd name="connsiteY16" fmla="*/ 242570 h 264159"/>
              <a:gd name="connsiteX17" fmla="*/ 193040 w 223519"/>
              <a:gd name="connsiteY17" fmla="*/ 242570 h 264159"/>
              <a:gd name="connsiteX18" fmla="*/ 203200 w 223519"/>
              <a:gd name="connsiteY18" fmla="*/ 232410 h 264159"/>
              <a:gd name="connsiteX19" fmla="*/ 203200 w 223519"/>
              <a:gd name="connsiteY19" fmla="*/ 196850 h 264159"/>
              <a:gd name="connsiteX20" fmla="*/ 177800 w 223519"/>
              <a:gd name="connsiteY20" fmla="*/ 171450 h 264159"/>
              <a:gd name="connsiteX21" fmla="*/ 160020 w 223519"/>
              <a:gd name="connsiteY21" fmla="*/ 189230 h 264159"/>
              <a:gd name="connsiteX22" fmla="*/ 144780 w 223519"/>
              <a:gd name="connsiteY22" fmla="*/ 189230 h 264159"/>
              <a:gd name="connsiteX23" fmla="*/ 106680 w 223519"/>
              <a:gd name="connsiteY23" fmla="*/ 151130 h 264159"/>
              <a:gd name="connsiteX24" fmla="*/ 20320 w 223519"/>
              <a:gd name="connsiteY24" fmla="*/ 227330 h 264159"/>
              <a:gd name="connsiteX25" fmla="*/ 198120 w 223519"/>
              <a:gd name="connsiteY25" fmla="*/ 71120 h 264159"/>
              <a:gd name="connsiteX26" fmla="*/ 151130 w 223519"/>
              <a:gd name="connsiteY26" fmla="*/ 24130 h 264159"/>
              <a:gd name="connsiteX27" fmla="*/ 151130 w 223519"/>
              <a:gd name="connsiteY27" fmla="*/ 71120 h 264159"/>
              <a:gd name="connsiteX28" fmla="*/ 198120 w 223519"/>
              <a:gd name="connsiteY28" fmla="*/ 71120 h 264159"/>
              <a:gd name="connsiteX29" fmla="*/ 30480 w 223519"/>
              <a:gd name="connsiteY29" fmla="*/ 0 h 264159"/>
              <a:gd name="connsiteX30" fmla="*/ 0 w 223519"/>
              <a:gd name="connsiteY30" fmla="*/ 30480 h 264159"/>
              <a:gd name="connsiteX31" fmla="*/ 0 w 223519"/>
              <a:gd name="connsiteY31" fmla="*/ 233680 h 264159"/>
              <a:gd name="connsiteX32" fmla="*/ 30480 w 223519"/>
              <a:gd name="connsiteY32" fmla="*/ 264160 h 264159"/>
              <a:gd name="connsiteX33" fmla="*/ 193040 w 223519"/>
              <a:gd name="connsiteY33" fmla="*/ 264160 h 264159"/>
              <a:gd name="connsiteX34" fmla="*/ 223520 w 223519"/>
              <a:gd name="connsiteY34" fmla="*/ 233680 h 264159"/>
              <a:gd name="connsiteX35" fmla="*/ 223520 w 223519"/>
              <a:gd name="connsiteY35" fmla="*/ 72390 h 264159"/>
              <a:gd name="connsiteX36" fmla="*/ 219710 w 223519"/>
              <a:gd name="connsiteY36" fmla="*/ 64770 h 264159"/>
              <a:gd name="connsiteX37" fmla="*/ 160020 w 223519"/>
              <a:gd name="connsiteY37" fmla="*/ 5080 h 264159"/>
              <a:gd name="connsiteX38" fmla="*/ 152400 w 223519"/>
              <a:gd name="connsiteY38" fmla="*/ 1270 h 264159"/>
              <a:gd name="connsiteX39" fmla="*/ 30480 w 223519"/>
              <a:gd name="connsiteY39" fmla="*/ 1270 h 264159"/>
              <a:gd name="connsiteX40" fmla="*/ 71120 w 223519"/>
              <a:gd name="connsiteY40" fmla="*/ 91440 h 264159"/>
              <a:gd name="connsiteX41" fmla="*/ 81280 w 223519"/>
              <a:gd name="connsiteY41" fmla="*/ 81280 h 264159"/>
              <a:gd name="connsiteX42" fmla="*/ 71120 w 223519"/>
              <a:gd name="connsiteY42" fmla="*/ 71120 h 264159"/>
              <a:gd name="connsiteX43" fmla="*/ 60960 w 223519"/>
              <a:gd name="connsiteY43" fmla="*/ 81280 h 264159"/>
              <a:gd name="connsiteX44" fmla="*/ 71120 w 223519"/>
              <a:gd name="connsiteY44" fmla="*/ 91440 h 264159"/>
              <a:gd name="connsiteX45" fmla="*/ 71120 w 223519"/>
              <a:gd name="connsiteY45" fmla="*/ 111760 h 264159"/>
              <a:gd name="connsiteX46" fmla="*/ 101600 w 223519"/>
              <a:gd name="connsiteY46" fmla="*/ 81280 h 264159"/>
              <a:gd name="connsiteX47" fmla="*/ 71120 w 223519"/>
              <a:gd name="connsiteY47" fmla="*/ 50800 h 264159"/>
              <a:gd name="connsiteX48" fmla="*/ 40640 w 223519"/>
              <a:gd name="connsiteY48" fmla="*/ 81280 h 264159"/>
              <a:gd name="connsiteX49" fmla="*/ 71120 w 223519"/>
              <a:gd name="connsiteY49" fmla="*/ 1117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23519" h="264159"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32080" y="20320"/>
                </a:lnTo>
                <a:lnTo>
                  <a:pt x="132080" y="80010"/>
                </a:lnTo>
                <a:cubicBezTo>
                  <a:pt x="132080" y="86360"/>
                  <a:pt x="137160" y="91440"/>
                  <a:pt x="143510" y="91440"/>
                </a:cubicBezTo>
                <a:lnTo>
                  <a:pt x="203200" y="91440"/>
                </a:lnTo>
                <a:lnTo>
                  <a:pt x="203200" y="168910"/>
                </a:lnTo>
                <a:lnTo>
                  <a:pt x="185420" y="151130"/>
                </a:lnTo>
                <a:cubicBezTo>
                  <a:pt x="181610" y="147320"/>
                  <a:pt x="173990" y="147320"/>
                  <a:pt x="170180" y="151130"/>
                </a:cubicBezTo>
                <a:lnTo>
                  <a:pt x="152400" y="168910"/>
                </a:lnTo>
                <a:lnTo>
                  <a:pt x="114300" y="130810"/>
                </a:lnTo>
                <a:cubicBezTo>
                  <a:pt x="110490" y="127000"/>
                  <a:pt x="102870" y="127000"/>
                  <a:pt x="99060" y="130810"/>
                </a:cubicBezTo>
                <a:lnTo>
                  <a:pt x="20320" y="200660"/>
                </a:lnTo>
                <a:lnTo>
                  <a:pt x="20320" y="30480"/>
                </a:lnTo>
                <a:close/>
                <a:moveTo>
                  <a:pt x="20320" y="227330"/>
                </a:moveTo>
                <a:lnTo>
                  <a:pt x="20320" y="232410"/>
                </a:lnTo>
                <a:cubicBezTo>
                  <a:pt x="20320" y="237490"/>
                  <a:pt x="25400" y="242570"/>
                  <a:pt x="30480" y="242570"/>
                </a:cubicBezTo>
                <a:lnTo>
                  <a:pt x="193040" y="242570"/>
                </a:lnTo>
                <a:cubicBezTo>
                  <a:pt x="198120" y="242570"/>
                  <a:pt x="203200" y="237490"/>
                  <a:pt x="203200" y="232410"/>
                </a:cubicBezTo>
                <a:lnTo>
                  <a:pt x="203200" y="196850"/>
                </a:lnTo>
                <a:lnTo>
                  <a:pt x="177800" y="171450"/>
                </a:lnTo>
                <a:lnTo>
                  <a:pt x="160020" y="189230"/>
                </a:lnTo>
                <a:cubicBezTo>
                  <a:pt x="156210" y="193040"/>
                  <a:pt x="148590" y="193040"/>
                  <a:pt x="144780" y="189230"/>
                </a:cubicBezTo>
                <a:lnTo>
                  <a:pt x="106680" y="151130"/>
                </a:lnTo>
                <a:lnTo>
                  <a:pt x="20320" y="227330"/>
                </a:lnTo>
                <a:close/>
                <a:moveTo>
                  <a:pt x="198120" y="71120"/>
                </a:moveTo>
                <a:lnTo>
                  <a:pt x="151130" y="24130"/>
                </a:lnTo>
                <a:lnTo>
                  <a:pt x="151130" y="71120"/>
                </a:lnTo>
                <a:lnTo>
                  <a:pt x="198120" y="71120"/>
                </a:lnTo>
                <a:close/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72390"/>
                </a:lnTo>
                <a:cubicBezTo>
                  <a:pt x="223520" y="69850"/>
                  <a:pt x="222250" y="66040"/>
                  <a:pt x="219710" y="64770"/>
                </a:cubicBezTo>
                <a:lnTo>
                  <a:pt x="160020" y="5080"/>
                </a:lnTo>
                <a:cubicBezTo>
                  <a:pt x="157480" y="2540"/>
                  <a:pt x="154940" y="1270"/>
                  <a:pt x="152400" y="1270"/>
                </a:cubicBezTo>
                <a:lnTo>
                  <a:pt x="30480" y="1270"/>
                </a:lnTo>
                <a:close/>
                <a:moveTo>
                  <a:pt x="71120" y="91440"/>
                </a:moveTo>
                <a:cubicBezTo>
                  <a:pt x="76200" y="91440"/>
                  <a:pt x="81280" y="86360"/>
                  <a:pt x="81280" y="81280"/>
                </a:cubicBezTo>
                <a:cubicBezTo>
                  <a:pt x="81280" y="76200"/>
                  <a:pt x="76200" y="71120"/>
                  <a:pt x="71120" y="71120"/>
                </a:cubicBezTo>
                <a:cubicBezTo>
                  <a:pt x="66040" y="71120"/>
                  <a:pt x="60960" y="76200"/>
                  <a:pt x="60960" y="81280"/>
                </a:cubicBezTo>
                <a:cubicBezTo>
                  <a:pt x="60960" y="86360"/>
                  <a:pt x="64770" y="91440"/>
                  <a:pt x="71120" y="91440"/>
                </a:cubicBezTo>
                <a:close/>
                <a:moveTo>
                  <a:pt x="71120" y="111760"/>
                </a:moveTo>
                <a:cubicBezTo>
                  <a:pt x="87630" y="111760"/>
                  <a:pt x="101600" y="97790"/>
                  <a:pt x="101600" y="81280"/>
                </a:cubicBezTo>
                <a:cubicBezTo>
                  <a:pt x="101600" y="64770"/>
                  <a:pt x="87630" y="50800"/>
                  <a:pt x="71120" y="50800"/>
                </a:cubicBezTo>
                <a:cubicBezTo>
                  <a:pt x="54610" y="50800"/>
                  <a:pt x="40640" y="64770"/>
                  <a:pt x="40640" y="81280"/>
                </a:cubicBezTo>
                <a:cubicBezTo>
                  <a:pt x="40640" y="97790"/>
                  <a:pt x="53340" y="111760"/>
                  <a:pt x="71120" y="1117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877" name="Рисунок 2">
            <a:extLst>
              <a:ext uri="{FF2B5EF4-FFF2-40B4-BE49-F238E27FC236}">
                <a16:creationId xmlns:a16="http://schemas.microsoft.com/office/drawing/2014/main" id="{39FBBD38-4D66-B542-9796-A343687D7388}"/>
              </a:ext>
            </a:extLst>
          </p:cNvPr>
          <p:cNvGrpSpPr/>
          <p:nvPr/>
        </p:nvGrpSpPr>
        <p:grpSpPr>
          <a:xfrm>
            <a:off x="7796892" y="3525637"/>
            <a:ext cx="243839" cy="264159"/>
            <a:chOff x="7955280" y="3067050"/>
            <a:chExt cx="243839" cy="264159"/>
          </a:xfrm>
          <a:solidFill>
            <a:schemeClr val="tx1"/>
          </a:solidFill>
        </p:grpSpPr>
        <p:sp>
          <p:nvSpPr>
            <p:cNvPr id="878" name="Полилиния: фигура 389">
              <a:extLst>
                <a:ext uri="{FF2B5EF4-FFF2-40B4-BE49-F238E27FC236}">
                  <a16:creationId xmlns:a16="http://schemas.microsoft.com/office/drawing/2014/main" id="{08397188-8913-7767-8D2D-8A63A19E17A3}"/>
                </a:ext>
              </a:extLst>
            </p:cNvPr>
            <p:cNvSpPr/>
            <p:nvPr/>
          </p:nvSpPr>
          <p:spPr>
            <a:xfrm>
              <a:off x="7995919" y="3067050"/>
              <a:ext cx="162560" cy="71120"/>
            </a:xfrm>
            <a:custGeom>
              <a:avLst/>
              <a:gdLst>
                <a:gd name="connsiteX0" fmla="*/ 20320 w 162560"/>
                <a:gd name="connsiteY0" fmla="*/ 30480 h 71120"/>
                <a:gd name="connsiteX1" fmla="*/ 30480 w 162560"/>
                <a:gd name="connsiteY1" fmla="*/ 20320 h 71120"/>
                <a:gd name="connsiteX2" fmla="*/ 132080 w 162560"/>
                <a:gd name="connsiteY2" fmla="*/ 20320 h 71120"/>
                <a:gd name="connsiteX3" fmla="*/ 142240 w 162560"/>
                <a:gd name="connsiteY3" fmla="*/ 30480 h 71120"/>
                <a:gd name="connsiteX4" fmla="*/ 142240 w 162560"/>
                <a:gd name="connsiteY4" fmla="*/ 60960 h 71120"/>
                <a:gd name="connsiteX5" fmla="*/ 152400 w 162560"/>
                <a:gd name="connsiteY5" fmla="*/ 71120 h 71120"/>
                <a:gd name="connsiteX6" fmla="*/ 162561 w 162560"/>
                <a:gd name="connsiteY6" fmla="*/ 60960 h 71120"/>
                <a:gd name="connsiteX7" fmla="*/ 162561 w 162560"/>
                <a:gd name="connsiteY7" fmla="*/ 30480 h 71120"/>
                <a:gd name="connsiteX8" fmla="*/ 132080 w 162560"/>
                <a:gd name="connsiteY8" fmla="*/ 0 h 71120"/>
                <a:gd name="connsiteX9" fmla="*/ 30480 w 162560"/>
                <a:gd name="connsiteY9" fmla="*/ 0 h 71120"/>
                <a:gd name="connsiteX10" fmla="*/ 0 w 162560"/>
                <a:gd name="connsiteY10" fmla="*/ 30480 h 71120"/>
                <a:gd name="connsiteX11" fmla="*/ 0 w 162560"/>
                <a:gd name="connsiteY11" fmla="*/ 60960 h 71120"/>
                <a:gd name="connsiteX12" fmla="*/ 10161 w 162560"/>
                <a:gd name="connsiteY12" fmla="*/ 71120 h 71120"/>
                <a:gd name="connsiteX13" fmla="*/ 20320 w 162560"/>
                <a:gd name="connsiteY13" fmla="*/ 60960 h 71120"/>
                <a:gd name="connsiteX14" fmla="*/ 20320 w 162560"/>
                <a:gd name="connsiteY14" fmla="*/ 30480 h 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62560" h="71120">
                  <a:moveTo>
                    <a:pt x="20320" y="30480"/>
                  </a:moveTo>
                  <a:cubicBezTo>
                    <a:pt x="20320" y="25400"/>
                    <a:pt x="25400" y="20320"/>
                    <a:pt x="30480" y="20320"/>
                  </a:cubicBezTo>
                  <a:lnTo>
                    <a:pt x="132080" y="20320"/>
                  </a:lnTo>
                  <a:cubicBezTo>
                    <a:pt x="137161" y="20320"/>
                    <a:pt x="142240" y="25400"/>
                    <a:pt x="142240" y="30480"/>
                  </a:cubicBezTo>
                  <a:lnTo>
                    <a:pt x="142240" y="60960"/>
                  </a:lnTo>
                  <a:cubicBezTo>
                    <a:pt x="142240" y="66040"/>
                    <a:pt x="147320" y="71120"/>
                    <a:pt x="152400" y="71120"/>
                  </a:cubicBezTo>
                  <a:cubicBezTo>
                    <a:pt x="157480" y="71120"/>
                    <a:pt x="162561" y="66040"/>
                    <a:pt x="162561" y="60960"/>
                  </a:cubicBezTo>
                  <a:lnTo>
                    <a:pt x="162561" y="30480"/>
                  </a:lnTo>
                  <a:cubicBezTo>
                    <a:pt x="162561" y="13970"/>
                    <a:pt x="148590" y="0"/>
                    <a:pt x="132080" y="0"/>
                  </a:cubicBezTo>
                  <a:lnTo>
                    <a:pt x="30480" y="0"/>
                  </a:lnTo>
                  <a:cubicBezTo>
                    <a:pt x="13970" y="0"/>
                    <a:pt x="0" y="13970"/>
                    <a:pt x="0" y="30480"/>
                  </a:cubicBezTo>
                  <a:lnTo>
                    <a:pt x="0" y="60960"/>
                  </a:lnTo>
                  <a:cubicBezTo>
                    <a:pt x="0" y="66040"/>
                    <a:pt x="5080" y="71120"/>
                    <a:pt x="10161" y="71120"/>
                  </a:cubicBezTo>
                  <a:cubicBezTo>
                    <a:pt x="15240" y="71120"/>
                    <a:pt x="20320" y="66040"/>
                    <a:pt x="20320" y="60960"/>
                  </a:cubicBezTo>
                  <a:lnTo>
                    <a:pt x="20320" y="304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79" name="Полилиния: фигура 390">
              <a:extLst>
                <a:ext uri="{FF2B5EF4-FFF2-40B4-BE49-F238E27FC236}">
                  <a16:creationId xmlns:a16="http://schemas.microsoft.com/office/drawing/2014/main" id="{0A10D00A-FF1C-ADC7-BE9D-5F92E7B5F436}"/>
                </a:ext>
              </a:extLst>
            </p:cNvPr>
            <p:cNvSpPr/>
            <p:nvPr/>
          </p:nvSpPr>
          <p:spPr>
            <a:xfrm>
              <a:off x="7955280" y="3158489"/>
              <a:ext cx="243839" cy="121919"/>
            </a:xfrm>
            <a:custGeom>
              <a:avLst/>
              <a:gdLst>
                <a:gd name="connsiteX0" fmla="*/ 20320 w 243839"/>
                <a:gd name="connsiteY0" fmla="*/ 0 h 121919"/>
                <a:gd name="connsiteX1" fmla="*/ 0 w 243839"/>
                <a:gd name="connsiteY1" fmla="*/ 20320 h 121919"/>
                <a:gd name="connsiteX2" fmla="*/ 0 w 243839"/>
                <a:gd name="connsiteY2" fmla="*/ 111760 h 121919"/>
                <a:gd name="connsiteX3" fmla="*/ 10160 w 243839"/>
                <a:gd name="connsiteY3" fmla="*/ 121920 h 121919"/>
                <a:gd name="connsiteX4" fmla="*/ 20320 w 243839"/>
                <a:gd name="connsiteY4" fmla="*/ 111760 h 121919"/>
                <a:gd name="connsiteX5" fmla="*/ 20320 w 243839"/>
                <a:gd name="connsiteY5" fmla="*/ 20320 h 121919"/>
                <a:gd name="connsiteX6" fmla="*/ 223520 w 243839"/>
                <a:gd name="connsiteY6" fmla="*/ 20320 h 121919"/>
                <a:gd name="connsiteX7" fmla="*/ 223520 w 243839"/>
                <a:gd name="connsiteY7" fmla="*/ 111760 h 121919"/>
                <a:gd name="connsiteX8" fmla="*/ 233680 w 243839"/>
                <a:gd name="connsiteY8" fmla="*/ 121920 h 121919"/>
                <a:gd name="connsiteX9" fmla="*/ 243839 w 243839"/>
                <a:gd name="connsiteY9" fmla="*/ 111760 h 121919"/>
                <a:gd name="connsiteX10" fmla="*/ 243839 w 243839"/>
                <a:gd name="connsiteY10" fmla="*/ 20320 h 121919"/>
                <a:gd name="connsiteX11" fmla="*/ 223520 w 243839"/>
                <a:gd name="connsiteY11" fmla="*/ 0 h 121919"/>
                <a:gd name="connsiteX12" fmla="*/ 20320 w 243839"/>
                <a:gd name="connsiteY12" fmla="*/ 0 h 121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43839" h="121919">
                  <a:moveTo>
                    <a:pt x="20320" y="0"/>
                  </a:moveTo>
                  <a:cubicBezTo>
                    <a:pt x="8889" y="0"/>
                    <a:pt x="0" y="8890"/>
                    <a:pt x="0" y="20320"/>
                  </a:cubicBezTo>
                  <a:lnTo>
                    <a:pt x="0" y="111760"/>
                  </a:lnTo>
                  <a:cubicBezTo>
                    <a:pt x="0" y="116840"/>
                    <a:pt x="5080" y="121920"/>
                    <a:pt x="10160" y="121920"/>
                  </a:cubicBezTo>
                  <a:cubicBezTo>
                    <a:pt x="15239" y="121920"/>
                    <a:pt x="20320" y="116840"/>
                    <a:pt x="20320" y="111760"/>
                  </a:cubicBezTo>
                  <a:lnTo>
                    <a:pt x="20320" y="20320"/>
                  </a:lnTo>
                  <a:lnTo>
                    <a:pt x="223520" y="20320"/>
                  </a:lnTo>
                  <a:lnTo>
                    <a:pt x="223520" y="111760"/>
                  </a:lnTo>
                  <a:cubicBezTo>
                    <a:pt x="223520" y="116840"/>
                    <a:pt x="228600" y="121920"/>
                    <a:pt x="233680" y="121920"/>
                  </a:cubicBezTo>
                  <a:cubicBezTo>
                    <a:pt x="238760" y="121920"/>
                    <a:pt x="243839" y="116840"/>
                    <a:pt x="243839" y="111760"/>
                  </a:cubicBezTo>
                  <a:lnTo>
                    <a:pt x="243839" y="20320"/>
                  </a:lnTo>
                  <a:cubicBezTo>
                    <a:pt x="243839" y="8890"/>
                    <a:pt x="234950" y="0"/>
                    <a:pt x="223520" y="0"/>
                  </a:cubicBezTo>
                  <a:lnTo>
                    <a:pt x="2032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80" name="Полилиния: фигура 391">
              <a:extLst>
                <a:ext uri="{FF2B5EF4-FFF2-40B4-BE49-F238E27FC236}">
                  <a16:creationId xmlns:a16="http://schemas.microsoft.com/office/drawing/2014/main" id="{F6632CFE-12EA-F523-6E26-9CD02923ADC5}"/>
                </a:ext>
              </a:extLst>
            </p:cNvPr>
            <p:cNvSpPr/>
            <p:nvPr/>
          </p:nvSpPr>
          <p:spPr>
            <a:xfrm>
              <a:off x="8117840" y="3199129"/>
              <a:ext cx="40640" cy="20320"/>
            </a:xfrm>
            <a:custGeom>
              <a:avLst/>
              <a:gdLst>
                <a:gd name="connsiteX0" fmla="*/ 0 w 40640"/>
                <a:gd name="connsiteY0" fmla="*/ 10160 h 20320"/>
                <a:gd name="connsiteX1" fmla="*/ 10160 w 40640"/>
                <a:gd name="connsiteY1" fmla="*/ 0 h 20320"/>
                <a:gd name="connsiteX2" fmla="*/ 30480 w 40640"/>
                <a:gd name="connsiteY2" fmla="*/ 0 h 20320"/>
                <a:gd name="connsiteX3" fmla="*/ 40640 w 40640"/>
                <a:gd name="connsiteY3" fmla="*/ 10160 h 20320"/>
                <a:gd name="connsiteX4" fmla="*/ 30480 w 40640"/>
                <a:gd name="connsiteY4" fmla="*/ 20320 h 20320"/>
                <a:gd name="connsiteX5" fmla="*/ 10160 w 40640"/>
                <a:gd name="connsiteY5" fmla="*/ 20320 h 20320"/>
                <a:gd name="connsiteX6" fmla="*/ 0 w 40640"/>
                <a:gd name="connsiteY6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0640" h="2032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30480" y="0"/>
                  </a:lnTo>
                  <a:cubicBezTo>
                    <a:pt x="35560" y="0"/>
                    <a:pt x="40640" y="5080"/>
                    <a:pt x="40640" y="10160"/>
                  </a:cubicBezTo>
                  <a:cubicBezTo>
                    <a:pt x="40640" y="15240"/>
                    <a:pt x="35560" y="20320"/>
                    <a:pt x="30480" y="20320"/>
                  </a:cubicBezTo>
                  <a:lnTo>
                    <a:pt x="10160" y="20320"/>
                  </a:ln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81" name="Полилиния: фигура 392">
              <a:extLst>
                <a:ext uri="{FF2B5EF4-FFF2-40B4-BE49-F238E27FC236}">
                  <a16:creationId xmlns:a16="http://schemas.microsoft.com/office/drawing/2014/main" id="{AEC1E115-8A99-E5E2-D16E-C142D953A10E}"/>
                </a:ext>
              </a:extLst>
            </p:cNvPr>
            <p:cNvSpPr/>
            <p:nvPr/>
          </p:nvSpPr>
          <p:spPr>
            <a:xfrm>
              <a:off x="7995919" y="3249929"/>
              <a:ext cx="162560" cy="81279"/>
            </a:xfrm>
            <a:custGeom>
              <a:avLst/>
              <a:gdLst>
                <a:gd name="connsiteX0" fmla="*/ 11430 w 162560"/>
                <a:gd name="connsiteY0" fmla="*/ 0 h 81279"/>
                <a:gd name="connsiteX1" fmla="*/ 0 w 162560"/>
                <a:gd name="connsiteY1" fmla="*/ 11430 h 81279"/>
                <a:gd name="connsiteX2" fmla="*/ 0 w 162560"/>
                <a:gd name="connsiteY2" fmla="*/ 50800 h 81279"/>
                <a:gd name="connsiteX3" fmla="*/ 30480 w 162560"/>
                <a:gd name="connsiteY3" fmla="*/ 81280 h 81279"/>
                <a:gd name="connsiteX4" fmla="*/ 132080 w 162560"/>
                <a:gd name="connsiteY4" fmla="*/ 81280 h 81279"/>
                <a:gd name="connsiteX5" fmla="*/ 162561 w 162560"/>
                <a:gd name="connsiteY5" fmla="*/ 50800 h 81279"/>
                <a:gd name="connsiteX6" fmla="*/ 162561 w 162560"/>
                <a:gd name="connsiteY6" fmla="*/ 11430 h 81279"/>
                <a:gd name="connsiteX7" fmla="*/ 151130 w 162560"/>
                <a:gd name="connsiteY7" fmla="*/ 0 h 81279"/>
                <a:gd name="connsiteX8" fmla="*/ 11430 w 162560"/>
                <a:gd name="connsiteY8" fmla="*/ 0 h 81279"/>
                <a:gd name="connsiteX9" fmla="*/ 20320 w 162560"/>
                <a:gd name="connsiteY9" fmla="*/ 50800 h 81279"/>
                <a:gd name="connsiteX10" fmla="*/ 20320 w 162560"/>
                <a:gd name="connsiteY10" fmla="*/ 20320 h 81279"/>
                <a:gd name="connsiteX11" fmla="*/ 142240 w 162560"/>
                <a:gd name="connsiteY11" fmla="*/ 20320 h 81279"/>
                <a:gd name="connsiteX12" fmla="*/ 142240 w 162560"/>
                <a:gd name="connsiteY12" fmla="*/ 50800 h 81279"/>
                <a:gd name="connsiteX13" fmla="*/ 132080 w 162560"/>
                <a:gd name="connsiteY13" fmla="*/ 60960 h 81279"/>
                <a:gd name="connsiteX14" fmla="*/ 30480 w 162560"/>
                <a:gd name="connsiteY14" fmla="*/ 60960 h 81279"/>
                <a:gd name="connsiteX15" fmla="*/ 20320 w 162560"/>
                <a:gd name="connsiteY15" fmla="*/ 50800 h 81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62560" h="81279">
                  <a:moveTo>
                    <a:pt x="11430" y="0"/>
                  </a:moveTo>
                  <a:cubicBezTo>
                    <a:pt x="5080" y="0"/>
                    <a:pt x="0" y="5080"/>
                    <a:pt x="0" y="11430"/>
                  </a:cubicBezTo>
                  <a:lnTo>
                    <a:pt x="0" y="50800"/>
                  </a:lnTo>
                  <a:cubicBezTo>
                    <a:pt x="0" y="67310"/>
                    <a:pt x="13970" y="81280"/>
                    <a:pt x="30480" y="81280"/>
                  </a:cubicBezTo>
                  <a:lnTo>
                    <a:pt x="132080" y="81280"/>
                  </a:lnTo>
                  <a:cubicBezTo>
                    <a:pt x="148590" y="81280"/>
                    <a:pt x="162561" y="67310"/>
                    <a:pt x="162561" y="50800"/>
                  </a:cubicBezTo>
                  <a:lnTo>
                    <a:pt x="162561" y="11430"/>
                  </a:lnTo>
                  <a:cubicBezTo>
                    <a:pt x="162561" y="5080"/>
                    <a:pt x="157480" y="0"/>
                    <a:pt x="151130" y="0"/>
                  </a:cubicBezTo>
                  <a:lnTo>
                    <a:pt x="11430" y="0"/>
                  </a:lnTo>
                  <a:close/>
                  <a:moveTo>
                    <a:pt x="20320" y="50800"/>
                  </a:moveTo>
                  <a:lnTo>
                    <a:pt x="20320" y="20320"/>
                  </a:lnTo>
                  <a:lnTo>
                    <a:pt x="142240" y="20320"/>
                  </a:lnTo>
                  <a:lnTo>
                    <a:pt x="142240" y="50800"/>
                  </a:lnTo>
                  <a:cubicBezTo>
                    <a:pt x="142240" y="55880"/>
                    <a:pt x="137161" y="60960"/>
                    <a:pt x="132080" y="60960"/>
                  </a:cubicBezTo>
                  <a:lnTo>
                    <a:pt x="30480" y="60960"/>
                  </a:lnTo>
                  <a:cubicBezTo>
                    <a:pt x="25400" y="60960"/>
                    <a:pt x="20320" y="55880"/>
                    <a:pt x="20320" y="508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882" name="Полилиния: фигура 395">
            <a:extLst>
              <a:ext uri="{FF2B5EF4-FFF2-40B4-BE49-F238E27FC236}">
                <a16:creationId xmlns:a16="http://schemas.microsoft.com/office/drawing/2014/main" id="{276F5658-6846-C14A-C1A1-236F7B29A83C}"/>
              </a:ext>
            </a:extLst>
          </p:cNvPr>
          <p:cNvSpPr/>
          <p:nvPr/>
        </p:nvSpPr>
        <p:spPr>
          <a:xfrm>
            <a:off x="535031" y="4901486"/>
            <a:ext cx="233680" cy="284479"/>
          </a:xfrm>
          <a:custGeom>
            <a:avLst/>
            <a:gdLst>
              <a:gd name="connsiteX0" fmla="*/ 101600 w 233680"/>
              <a:gd name="connsiteY0" fmla="*/ 20320 h 284479"/>
              <a:gd name="connsiteX1" fmla="*/ 63500 w 233680"/>
              <a:gd name="connsiteY1" fmla="*/ 24130 h 284479"/>
              <a:gd name="connsiteX2" fmla="*/ 55880 w 233680"/>
              <a:gd name="connsiteY2" fmla="*/ 35560 h 284479"/>
              <a:gd name="connsiteX3" fmla="*/ 55880 w 233680"/>
              <a:gd name="connsiteY3" fmla="*/ 50800 h 284479"/>
              <a:gd name="connsiteX4" fmla="*/ 101600 w 233680"/>
              <a:gd name="connsiteY4" fmla="*/ 39370 h 284479"/>
              <a:gd name="connsiteX5" fmla="*/ 147320 w 233680"/>
              <a:gd name="connsiteY5" fmla="*/ 50800 h 284479"/>
              <a:gd name="connsiteX6" fmla="*/ 147320 w 233680"/>
              <a:gd name="connsiteY6" fmla="*/ 35560 h 284479"/>
              <a:gd name="connsiteX7" fmla="*/ 139700 w 233680"/>
              <a:gd name="connsiteY7" fmla="*/ 24130 h 284479"/>
              <a:gd name="connsiteX8" fmla="*/ 101600 w 233680"/>
              <a:gd name="connsiteY8" fmla="*/ 20320 h 284479"/>
              <a:gd name="connsiteX9" fmla="*/ 35560 w 233680"/>
              <a:gd name="connsiteY9" fmla="*/ 35560 h 284479"/>
              <a:gd name="connsiteX10" fmla="*/ 35560 w 233680"/>
              <a:gd name="connsiteY10" fmla="*/ 64770 h 284479"/>
              <a:gd name="connsiteX11" fmla="*/ 0 w 233680"/>
              <a:gd name="connsiteY11" fmla="*/ 142240 h 284479"/>
              <a:gd name="connsiteX12" fmla="*/ 35560 w 233680"/>
              <a:gd name="connsiteY12" fmla="*/ 219710 h 284479"/>
              <a:gd name="connsiteX13" fmla="*/ 35560 w 233680"/>
              <a:gd name="connsiteY13" fmla="*/ 248920 h 284479"/>
              <a:gd name="connsiteX14" fmla="*/ 57150 w 233680"/>
              <a:gd name="connsiteY14" fmla="*/ 279400 h 284479"/>
              <a:gd name="connsiteX15" fmla="*/ 101600 w 233680"/>
              <a:gd name="connsiteY15" fmla="*/ 284480 h 284479"/>
              <a:gd name="connsiteX16" fmla="*/ 146050 w 233680"/>
              <a:gd name="connsiteY16" fmla="*/ 279400 h 284479"/>
              <a:gd name="connsiteX17" fmla="*/ 167640 w 233680"/>
              <a:gd name="connsiteY17" fmla="*/ 248920 h 284479"/>
              <a:gd name="connsiteX18" fmla="*/ 167640 w 233680"/>
              <a:gd name="connsiteY18" fmla="*/ 219710 h 284479"/>
              <a:gd name="connsiteX19" fmla="*/ 203200 w 233680"/>
              <a:gd name="connsiteY19" fmla="*/ 142240 h 284479"/>
              <a:gd name="connsiteX20" fmla="*/ 167640 w 233680"/>
              <a:gd name="connsiteY20" fmla="*/ 64770 h 284479"/>
              <a:gd name="connsiteX21" fmla="*/ 167640 w 233680"/>
              <a:gd name="connsiteY21" fmla="*/ 35560 h 284479"/>
              <a:gd name="connsiteX22" fmla="*/ 146050 w 233680"/>
              <a:gd name="connsiteY22" fmla="*/ 5080 h 284479"/>
              <a:gd name="connsiteX23" fmla="*/ 101600 w 233680"/>
              <a:gd name="connsiteY23" fmla="*/ 0 h 284479"/>
              <a:gd name="connsiteX24" fmla="*/ 57150 w 233680"/>
              <a:gd name="connsiteY24" fmla="*/ 5080 h 284479"/>
              <a:gd name="connsiteX25" fmla="*/ 35560 w 233680"/>
              <a:gd name="connsiteY25" fmla="*/ 35560 h 284479"/>
              <a:gd name="connsiteX26" fmla="*/ 147320 w 233680"/>
              <a:gd name="connsiteY26" fmla="*/ 232410 h 284479"/>
              <a:gd name="connsiteX27" fmla="*/ 101600 w 233680"/>
              <a:gd name="connsiteY27" fmla="*/ 243840 h 284479"/>
              <a:gd name="connsiteX28" fmla="*/ 55880 w 233680"/>
              <a:gd name="connsiteY28" fmla="*/ 232410 h 284479"/>
              <a:gd name="connsiteX29" fmla="*/ 55880 w 233680"/>
              <a:gd name="connsiteY29" fmla="*/ 247650 h 284479"/>
              <a:gd name="connsiteX30" fmla="*/ 63500 w 233680"/>
              <a:gd name="connsiteY30" fmla="*/ 259080 h 284479"/>
              <a:gd name="connsiteX31" fmla="*/ 101600 w 233680"/>
              <a:gd name="connsiteY31" fmla="*/ 262890 h 284479"/>
              <a:gd name="connsiteX32" fmla="*/ 139700 w 233680"/>
              <a:gd name="connsiteY32" fmla="*/ 259080 h 284479"/>
              <a:gd name="connsiteX33" fmla="*/ 147320 w 233680"/>
              <a:gd name="connsiteY33" fmla="*/ 247650 h 284479"/>
              <a:gd name="connsiteX34" fmla="*/ 147320 w 233680"/>
              <a:gd name="connsiteY34" fmla="*/ 232410 h 284479"/>
              <a:gd name="connsiteX35" fmla="*/ 101600 w 233680"/>
              <a:gd name="connsiteY35" fmla="*/ 60960 h 284479"/>
              <a:gd name="connsiteX36" fmla="*/ 20320 w 233680"/>
              <a:gd name="connsiteY36" fmla="*/ 142240 h 284479"/>
              <a:gd name="connsiteX37" fmla="*/ 101600 w 233680"/>
              <a:gd name="connsiteY37" fmla="*/ 223520 h 284479"/>
              <a:gd name="connsiteX38" fmla="*/ 182880 w 233680"/>
              <a:gd name="connsiteY38" fmla="*/ 142240 h 284479"/>
              <a:gd name="connsiteX39" fmla="*/ 101600 w 233680"/>
              <a:gd name="connsiteY39" fmla="*/ 60960 h 284479"/>
              <a:gd name="connsiteX40" fmla="*/ 223520 w 233680"/>
              <a:gd name="connsiteY40" fmla="*/ 121920 h 284479"/>
              <a:gd name="connsiteX41" fmla="*/ 233680 w 233680"/>
              <a:gd name="connsiteY41" fmla="*/ 132080 h 284479"/>
              <a:gd name="connsiteX42" fmla="*/ 233680 w 233680"/>
              <a:gd name="connsiteY42" fmla="*/ 152400 h 284479"/>
              <a:gd name="connsiteX43" fmla="*/ 223520 w 233680"/>
              <a:gd name="connsiteY43" fmla="*/ 162560 h 284479"/>
              <a:gd name="connsiteX44" fmla="*/ 213360 w 233680"/>
              <a:gd name="connsiteY44" fmla="*/ 152400 h 284479"/>
              <a:gd name="connsiteX45" fmla="*/ 213360 w 233680"/>
              <a:gd name="connsiteY45" fmla="*/ 132080 h 284479"/>
              <a:gd name="connsiteX46" fmla="*/ 223520 w 233680"/>
              <a:gd name="connsiteY46" fmla="*/ 121920 h 284479"/>
              <a:gd name="connsiteX47" fmla="*/ 121920 w 233680"/>
              <a:gd name="connsiteY47" fmla="*/ 106680 h 284479"/>
              <a:gd name="connsiteX48" fmla="*/ 111760 w 233680"/>
              <a:gd name="connsiteY48" fmla="*/ 96520 h 284479"/>
              <a:gd name="connsiteX49" fmla="*/ 101600 w 233680"/>
              <a:gd name="connsiteY49" fmla="*/ 106680 h 284479"/>
              <a:gd name="connsiteX50" fmla="*/ 101600 w 233680"/>
              <a:gd name="connsiteY50" fmla="*/ 142240 h 284479"/>
              <a:gd name="connsiteX51" fmla="*/ 81280 w 233680"/>
              <a:gd name="connsiteY51" fmla="*/ 142240 h 284479"/>
              <a:gd name="connsiteX52" fmla="*/ 71120 w 233680"/>
              <a:gd name="connsiteY52" fmla="*/ 152400 h 284479"/>
              <a:gd name="connsiteX53" fmla="*/ 81280 w 233680"/>
              <a:gd name="connsiteY53" fmla="*/ 162560 h 284479"/>
              <a:gd name="connsiteX54" fmla="*/ 110490 w 233680"/>
              <a:gd name="connsiteY54" fmla="*/ 162560 h 284479"/>
              <a:gd name="connsiteX55" fmla="*/ 121920 w 233680"/>
              <a:gd name="connsiteY55" fmla="*/ 151130 h 284479"/>
              <a:gd name="connsiteX56" fmla="*/ 121920 w 233680"/>
              <a:gd name="connsiteY56" fmla="*/ 106680 h 284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</a:cxnLst>
            <a:rect l="l" t="t" r="r" b="b"/>
            <a:pathLst>
              <a:path w="233680" h="284479">
                <a:moveTo>
                  <a:pt x="101600" y="20320"/>
                </a:moveTo>
                <a:cubicBezTo>
                  <a:pt x="83820" y="20320"/>
                  <a:pt x="71120" y="21590"/>
                  <a:pt x="63500" y="24130"/>
                </a:cubicBezTo>
                <a:cubicBezTo>
                  <a:pt x="59690" y="25400"/>
                  <a:pt x="55880" y="29210"/>
                  <a:pt x="55880" y="35560"/>
                </a:cubicBezTo>
                <a:lnTo>
                  <a:pt x="55880" y="50800"/>
                </a:lnTo>
                <a:cubicBezTo>
                  <a:pt x="69850" y="44450"/>
                  <a:pt x="85090" y="39370"/>
                  <a:pt x="101600" y="39370"/>
                </a:cubicBezTo>
                <a:cubicBezTo>
                  <a:pt x="118110" y="39370"/>
                  <a:pt x="133350" y="43180"/>
                  <a:pt x="147320" y="50800"/>
                </a:cubicBezTo>
                <a:lnTo>
                  <a:pt x="147320" y="35560"/>
                </a:lnTo>
                <a:cubicBezTo>
                  <a:pt x="147320" y="29210"/>
                  <a:pt x="143510" y="25400"/>
                  <a:pt x="139700" y="24130"/>
                </a:cubicBezTo>
                <a:cubicBezTo>
                  <a:pt x="130810" y="21590"/>
                  <a:pt x="119380" y="20320"/>
                  <a:pt x="101600" y="20320"/>
                </a:cubicBezTo>
                <a:close/>
                <a:moveTo>
                  <a:pt x="35560" y="35560"/>
                </a:moveTo>
                <a:lnTo>
                  <a:pt x="35560" y="64770"/>
                </a:lnTo>
                <a:cubicBezTo>
                  <a:pt x="13970" y="83820"/>
                  <a:pt x="0" y="110490"/>
                  <a:pt x="0" y="142240"/>
                </a:cubicBezTo>
                <a:cubicBezTo>
                  <a:pt x="0" y="172720"/>
                  <a:pt x="13970" y="200660"/>
                  <a:pt x="35560" y="219710"/>
                </a:cubicBezTo>
                <a:lnTo>
                  <a:pt x="35560" y="248920"/>
                </a:lnTo>
                <a:cubicBezTo>
                  <a:pt x="35560" y="261620"/>
                  <a:pt x="43180" y="275590"/>
                  <a:pt x="57150" y="279400"/>
                </a:cubicBezTo>
                <a:cubicBezTo>
                  <a:pt x="67310" y="281940"/>
                  <a:pt x="81280" y="284480"/>
                  <a:pt x="101600" y="284480"/>
                </a:cubicBezTo>
                <a:cubicBezTo>
                  <a:pt x="120650" y="284480"/>
                  <a:pt x="134620" y="281940"/>
                  <a:pt x="146050" y="279400"/>
                </a:cubicBezTo>
                <a:cubicBezTo>
                  <a:pt x="161290" y="275590"/>
                  <a:pt x="167640" y="261620"/>
                  <a:pt x="167640" y="248920"/>
                </a:cubicBezTo>
                <a:lnTo>
                  <a:pt x="167640" y="219710"/>
                </a:lnTo>
                <a:cubicBezTo>
                  <a:pt x="189230" y="200660"/>
                  <a:pt x="203200" y="173990"/>
                  <a:pt x="203200" y="142240"/>
                </a:cubicBezTo>
                <a:cubicBezTo>
                  <a:pt x="203200" y="111760"/>
                  <a:pt x="189230" y="83820"/>
                  <a:pt x="167640" y="64770"/>
                </a:cubicBezTo>
                <a:lnTo>
                  <a:pt x="167640" y="35560"/>
                </a:lnTo>
                <a:cubicBezTo>
                  <a:pt x="167640" y="22860"/>
                  <a:pt x="160020" y="8890"/>
                  <a:pt x="146050" y="5080"/>
                </a:cubicBezTo>
                <a:cubicBezTo>
                  <a:pt x="135890" y="2540"/>
                  <a:pt x="121920" y="0"/>
                  <a:pt x="101600" y="0"/>
                </a:cubicBezTo>
                <a:cubicBezTo>
                  <a:pt x="82550" y="0"/>
                  <a:pt x="68580" y="2540"/>
                  <a:pt x="57150" y="5080"/>
                </a:cubicBezTo>
                <a:cubicBezTo>
                  <a:pt x="43180" y="8890"/>
                  <a:pt x="35560" y="22860"/>
                  <a:pt x="35560" y="35560"/>
                </a:cubicBezTo>
                <a:close/>
                <a:moveTo>
                  <a:pt x="147320" y="232410"/>
                </a:moveTo>
                <a:cubicBezTo>
                  <a:pt x="133350" y="238760"/>
                  <a:pt x="118110" y="243840"/>
                  <a:pt x="101600" y="243840"/>
                </a:cubicBezTo>
                <a:cubicBezTo>
                  <a:pt x="85090" y="243840"/>
                  <a:pt x="69850" y="240030"/>
                  <a:pt x="55880" y="232410"/>
                </a:cubicBezTo>
                <a:lnTo>
                  <a:pt x="55880" y="247650"/>
                </a:lnTo>
                <a:cubicBezTo>
                  <a:pt x="55880" y="254000"/>
                  <a:pt x="59690" y="257810"/>
                  <a:pt x="63500" y="259080"/>
                </a:cubicBezTo>
                <a:cubicBezTo>
                  <a:pt x="72390" y="261620"/>
                  <a:pt x="83820" y="262890"/>
                  <a:pt x="101600" y="262890"/>
                </a:cubicBezTo>
                <a:cubicBezTo>
                  <a:pt x="119380" y="262890"/>
                  <a:pt x="132080" y="261620"/>
                  <a:pt x="139700" y="259080"/>
                </a:cubicBezTo>
                <a:cubicBezTo>
                  <a:pt x="143510" y="257810"/>
                  <a:pt x="147320" y="254000"/>
                  <a:pt x="147320" y="247650"/>
                </a:cubicBezTo>
                <a:lnTo>
                  <a:pt x="147320" y="232410"/>
                </a:lnTo>
                <a:close/>
                <a:moveTo>
                  <a:pt x="101600" y="60960"/>
                </a:moveTo>
                <a:cubicBezTo>
                  <a:pt x="57150" y="60960"/>
                  <a:pt x="20320" y="97790"/>
                  <a:pt x="20320" y="142240"/>
                </a:cubicBezTo>
                <a:cubicBezTo>
                  <a:pt x="20320" y="186690"/>
                  <a:pt x="57150" y="223520"/>
                  <a:pt x="101600" y="223520"/>
                </a:cubicBezTo>
                <a:cubicBezTo>
                  <a:pt x="146050" y="223520"/>
                  <a:pt x="182880" y="186690"/>
                  <a:pt x="182880" y="142240"/>
                </a:cubicBezTo>
                <a:cubicBezTo>
                  <a:pt x="182880" y="96520"/>
                  <a:pt x="146050" y="60960"/>
                  <a:pt x="101600" y="60960"/>
                </a:cubicBezTo>
                <a:close/>
                <a:moveTo>
                  <a:pt x="223520" y="121920"/>
                </a:moveTo>
                <a:cubicBezTo>
                  <a:pt x="228600" y="121920"/>
                  <a:pt x="233680" y="127000"/>
                  <a:pt x="233680" y="132080"/>
                </a:cubicBezTo>
                <a:lnTo>
                  <a:pt x="233680" y="152400"/>
                </a:lnTo>
                <a:cubicBezTo>
                  <a:pt x="233680" y="157480"/>
                  <a:pt x="228600" y="162560"/>
                  <a:pt x="223520" y="162560"/>
                </a:cubicBezTo>
                <a:cubicBezTo>
                  <a:pt x="218440" y="162560"/>
                  <a:pt x="213360" y="157480"/>
                  <a:pt x="213360" y="152400"/>
                </a:cubicBezTo>
                <a:lnTo>
                  <a:pt x="213360" y="132080"/>
                </a:lnTo>
                <a:cubicBezTo>
                  <a:pt x="213360" y="125730"/>
                  <a:pt x="217170" y="121920"/>
                  <a:pt x="223520" y="121920"/>
                </a:cubicBezTo>
                <a:close/>
                <a:moveTo>
                  <a:pt x="121920" y="106680"/>
                </a:moveTo>
                <a:cubicBezTo>
                  <a:pt x="121920" y="101600"/>
                  <a:pt x="116840" y="96520"/>
                  <a:pt x="111760" y="96520"/>
                </a:cubicBezTo>
                <a:cubicBezTo>
                  <a:pt x="106680" y="96520"/>
                  <a:pt x="101600" y="101600"/>
                  <a:pt x="101600" y="106680"/>
                </a:cubicBezTo>
                <a:lnTo>
                  <a:pt x="101600" y="142240"/>
                </a:lnTo>
                <a:lnTo>
                  <a:pt x="81280" y="142240"/>
                </a:lnTo>
                <a:cubicBezTo>
                  <a:pt x="76200" y="142240"/>
                  <a:pt x="71120" y="147320"/>
                  <a:pt x="71120" y="152400"/>
                </a:cubicBezTo>
                <a:cubicBezTo>
                  <a:pt x="71120" y="157480"/>
                  <a:pt x="76200" y="162560"/>
                  <a:pt x="81280" y="162560"/>
                </a:cubicBezTo>
                <a:lnTo>
                  <a:pt x="110490" y="162560"/>
                </a:lnTo>
                <a:cubicBezTo>
                  <a:pt x="116840" y="162560"/>
                  <a:pt x="121920" y="157480"/>
                  <a:pt x="121920" y="151130"/>
                </a:cubicBezTo>
                <a:lnTo>
                  <a:pt x="121920" y="1066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83" name="Полилиния: фигура 398">
            <a:extLst>
              <a:ext uri="{FF2B5EF4-FFF2-40B4-BE49-F238E27FC236}">
                <a16:creationId xmlns:a16="http://schemas.microsoft.com/office/drawing/2014/main" id="{E8BF9CE3-1549-1BA5-942E-1457A76151EC}"/>
              </a:ext>
            </a:extLst>
          </p:cNvPr>
          <p:cNvSpPr/>
          <p:nvPr/>
        </p:nvSpPr>
        <p:spPr>
          <a:xfrm>
            <a:off x="1088751" y="4926886"/>
            <a:ext cx="243840" cy="233679"/>
          </a:xfrm>
          <a:custGeom>
            <a:avLst/>
            <a:gdLst>
              <a:gd name="connsiteX0" fmla="*/ 20320 w 243840"/>
              <a:gd name="connsiteY0" fmla="*/ 121920 h 233679"/>
              <a:gd name="connsiteX1" fmla="*/ 121920 w 243840"/>
              <a:gd name="connsiteY1" fmla="*/ 20320 h 233679"/>
              <a:gd name="connsiteX2" fmla="*/ 223520 w 243840"/>
              <a:gd name="connsiteY2" fmla="*/ 121920 h 233679"/>
              <a:gd name="connsiteX3" fmla="*/ 223520 w 243840"/>
              <a:gd name="connsiteY3" fmla="*/ 132080 h 233679"/>
              <a:gd name="connsiteX4" fmla="*/ 182880 w 243840"/>
              <a:gd name="connsiteY4" fmla="*/ 132080 h 233679"/>
              <a:gd name="connsiteX5" fmla="*/ 172720 w 243840"/>
              <a:gd name="connsiteY5" fmla="*/ 142240 h 233679"/>
              <a:gd name="connsiteX6" fmla="*/ 172720 w 243840"/>
              <a:gd name="connsiteY6" fmla="*/ 223520 h 233679"/>
              <a:gd name="connsiteX7" fmla="*/ 182880 w 243840"/>
              <a:gd name="connsiteY7" fmla="*/ 233680 h 233679"/>
              <a:gd name="connsiteX8" fmla="*/ 203200 w 243840"/>
              <a:gd name="connsiteY8" fmla="*/ 233680 h 233679"/>
              <a:gd name="connsiteX9" fmla="*/ 243840 w 243840"/>
              <a:gd name="connsiteY9" fmla="*/ 193040 h 233679"/>
              <a:gd name="connsiteX10" fmla="*/ 243840 w 243840"/>
              <a:gd name="connsiteY10" fmla="*/ 151130 h 233679"/>
              <a:gd name="connsiteX11" fmla="*/ 243840 w 243840"/>
              <a:gd name="connsiteY11" fmla="*/ 142240 h 233679"/>
              <a:gd name="connsiteX12" fmla="*/ 243840 w 243840"/>
              <a:gd name="connsiteY12" fmla="*/ 121920 h 233679"/>
              <a:gd name="connsiteX13" fmla="*/ 121920 w 243840"/>
              <a:gd name="connsiteY13" fmla="*/ 0 h 233679"/>
              <a:gd name="connsiteX14" fmla="*/ 0 w 243840"/>
              <a:gd name="connsiteY14" fmla="*/ 121920 h 233679"/>
              <a:gd name="connsiteX15" fmla="*/ 0 w 243840"/>
              <a:gd name="connsiteY15" fmla="*/ 142240 h 233679"/>
              <a:gd name="connsiteX16" fmla="*/ 0 w 243840"/>
              <a:gd name="connsiteY16" fmla="*/ 151130 h 233679"/>
              <a:gd name="connsiteX17" fmla="*/ 0 w 243840"/>
              <a:gd name="connsiteY17" fmla="*/ 193040 h 233679"/>
              <a:gd name="connsiteX18" fmla="*/ 40640 w 243840"/>
              <a:gd name="connsiteY18" fmla="*/ 233680 h 233679"/>
              <a:gd name="connsiteX19" fmla="*/ 60960 w 243840"/>
              <a:gd name="connsiteY19" fmla="*/ 233680 h 233679"/>
              <a:gd name="connsiteX20" fmla="*/ 71120 w 243840"/>
              <a:gd name="connsiteY20" fmla="*/ 223520 h 233679"/>
              <a:gd name="connsiteX21" fmla="*/ 71120 w 243840"/>
              <a:gd name="connsiteY21" fmla="*/ 142240 h 233679"/>
              <a:gd name="connsiteX22" fmla="*/ 60960 w 243840"/>
              <a:gd name="connsiteY22" fmla="*/ 132080 h 233679"/>
              <a:gd name="connsiteX23" fmla="*/ 20320 w 243840"/>
              <a:gd name="connsiteY23" fmla="*/ 132080 h 233679"/>
              <a:gd name="connsiteX24" fmla="*/ 20320 w 243840"/>
              <a:gd name="connsiteY24" fmla="*/ 121920 h 233679"/>
              <a:gd name="connsiteX25" fmla="*/ 20320 w 243840"/>
              <a:gd name="connsiteY25" fmla="*/ 151130 h 233679"/>
              <a:gd name="connsiteX26" fmla="*/ 20320 w 243840"/>
              <a:gd name="connsiteY26" fmla="*/ 191770 h 233679"/>
              <a:gd name="connsiteX27" fmla="*/ 40640 w 243840"/>
              <a:gd name="connsiteY27" fmla="*/ 212090 h 233679"/>
              <a:gd name="connsiteX28" fmla="*/ 50800 w 243840"/>
              <a:gd name="connsiteY28" fmla="*/ 212090 h 233679"/>
              <a:gd name="connsiteX29" fmla="*/ 50800 w 243840"/>
              <a:gd name="connsiteY29" fmla="*/ 151130 h 233679"/>
              <a:gd name="connsiteX30" fmla="*/ 20320 w 243840"/>
              <a:gd name="connsiteY30" fmla="*/ 151130 h 233679"/>
              <a:gd name="connsiteX31" fmla="*/ 223520 w 243840"/>
              <a:gd name="connsiteY31" fmla="*/ 151130 h 233679"/>
              <a:gd name="connsiteX32" fmla="*/ 223520 w 243840"/>
              <a:gd name="connsiteY32" fmla="*/ 191770 h 233679"/>
              <a:gd name="connsiteX33" fmla="*/ 203200 w 243840"/>
              <a:gd name="connsiteY33" fmla="*/ 212090 h 233679"/>
              <a:gd name="connsiteX34" fmla="*/ 193040 w 243840"/>
              <a:gd name="connsiteY34" fmla="*/ 212090 h 233679"/>
              <a:gd name="connsiteX35" fmla="*/ 193040 w 243840"/>
              <a:gd name="connsiteY35" fmla="*/ 151130 h 233679"/>
              <a:gd name="connsiteX36" fmla="*/ 223520 w 243840"/>
              <a:gd name="connsiteY36" fmla="*/ 151130 h 233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43840" h="233679">
                <a:moveTo>
                  <a:pt x="20320" y="121920"/>
                </a:moveTo>
                <a:cubicBezTo>
                  <a:pt x="20320" y="62230"/>
                  <a:pt x="68580" y="20320"/>
                  <a:pt x="121920" y="20320"/>
                </a:cubicBezTo>
                <a:cubicBezTo>
                  <a:pt x="175260" y="20320"/>
                  <a:pt x="223520" y="62230"/>
                  <a:pt x="223520" y="121920"/>
                </a:cubicBezTo>
                <a:lnTo>
                  <a:pt x="223520" y="132080"/>
                </a:lnTo>
                <a:lnTo>
                  <a:pt x="182880" y="132080"/>
                </a:lnTo>
                <a:cubicBezTo>
                  <a:pt x="177800" y="132080"/>
                  <a:pt x="172720" y="137160"/>
                  <a:pt x="172720" y="142240"/>
                </a:cubicBezTo>
                <a:lnTo>
                  <a:pt x="172720" y="223520"/>
                </a:lnTo>
                <a:cubicBezTo>
                  <a:pt x="172720" y="228600"/>
                  <a:pt x="177800" y="233680"/>
                  <a:pt x="182880" y="233680"/>
                </a:cubicBezTo>
                <a:lnTo>
                  <a:pt x="203200" y="233680"/>
                </a:lnTo>
                <a:cubicBezTo>
                  <a:pt x="226060" y="233680"/>
                  <a:pt x="243840" y="215900"/>
                  <a:pt x="243840" y="193040"/>
                </a:cubicBezTo>
                <a:lnTo>
                  <a:pt x="243840" y="151130"/>
                </a:lnTo>
                <a:lnTo>
                  <a:pt x="243840" y="142240"/>
                </a:lnTo>
                <a:lnTo>
                  <a:pt x="243840" y="121920"/>
                </a:lnTo>
                <a:cubicBezTo>
                  <a:pt x="243840" y="49530"/>
                  <a:pt x="186690" y="0"/>
                  <a:pt x="121920" y="0"/>
                </a:cubicBezTo>
                <a:cubicBezTo>
                  <a:pt x="57150" y="0"/>
                  <a:pt x="0" y="49530"/>
                  <a:pt x="0" y="121920"/>
                </a:cubicBezTo>
                <a:lnTo>
                  <a:pt x="0" y="142240"/>
                </a:lnTo>
                <a:lnTo>
                  <a:pt x="0" y="151130"/>
                </a:lnTo>
                <a:lnTo>
                  <a:pt x="0" y="193040"/>
                </a:lnTo>
                <a:cubicBezTo>
                  <a:pt x="0" y="215900"/>
                  <a:pt x="17780" y="233680"/>
                  <a:pt x="40640" y="233680"/>
                </a:cubicBezTo>
                <a:lnTo>
                  <a:pt x="60960" y="233680"/>
                </a:lnTo>
                <a:cubicBezTo>
                  <a:pt x="66040" y="233680"/>
                  <a:pt x="71120" y="228600"/>
                  <a:pt x="71120" y="223520"/>
                </a:cubicBezTo>
                <a:lnTo>
                  <a:pt x="71120" y="142240"/>
                </a:lnTo>
                <a:cubicBezTo>
                  <a:pt x="71120" y="137160"/>
                  <a:pt x="66040" y="132080"/>
                  <a:pt x="60960" y="132080"/>
                </a:cubicBezTo>
                <a:lnTo>
                  <a:pt x="20320" y="132080"/>
                </a:lnTo>
                <a:lnTo>
                  <a:pt x="20320" y="121920"/>
                </a:lnTo>
                <a:close/>
                <a:moveTo>
                  <a:pt x="20320" y="151130"/>
                </a:moveTo>
                <a:lnTo>
                  <a:pt x="20320" y="191770"/>
                </a:lnTo>
                <a:cubicBezTo>
                  <a:pt x="20320" y="203200"/>
                  <a:pt x="29210" y="212090"/>
                  <a:pt x="40640" y="212090"/>
                </a:cubicBezTo>
                <a:lnTo>
                  <a:pt x="50800" y="212090"/>
                </a:lnTo>
                <a:lnTo>
                  <a:pt x="50800" y="151130"/>
                </a:lnTo>
                <a:lnTo>
                  <a:pt x="20320" y="151130"/>
                </a:lnTo>
                <a:close/>
                <a:moveTo>
                  <a:pt x="223520" y="151130"/>
                </a:moveTo>
                <a:lnTo>
                  <a:pt x="223520" y="191770"/>
                </a:lnTo>
                <a:cubicBezTo>
                  <a:pt x="223520" y="203200"/>
                  <a:pt x="214630" y="212090"/>
                  <a:pt x="203200" y="212090"/>
                </a:cubicBezTo>
                <a:lnTo>
                  <a:pt x="193040" y="212090"/>
                </a:lnTo>
                <a:lnTo>
                  <a:pt x="193040" y="151130"/>
                </a:lnTo>
                <a:lnTo>
                  <a:pt x="223520" y="15113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84" name="Полилиния: фигура 401">
            <a:extLst>
              <a:ext uri="{FF2B5EF4-FFF2-40B4-BE49-F238E27FC236}">
                <a16:creationId xmlns:a16="http://schemas.microsoft.com/office/drawing/2014/main" id="{F42E101A-178A-4DA0-FBC8-45AE35581292}"/>
              </a:ext>
            </a:extLst>
          </p:cNvPr>
          <p:cNvSpPr/>
          <p:nvPr/>
        </p:nvSpPr>
        <p:spPr>
          <a:xfrm>
            <a:off x="1698351" y="4931965"/>
            <a:ext cx="142239" cy="222250"/>
          </a:xfrm>
          <a:custGeom>
            <a:avLst/>
            <a:gdLst>
              <a:gd name="connsiteX0" fmla="*/ 30480 w 142239"/>
              <a:gd name="connsiteY0" fmla="*/ 0 h 222250"/>
              <a:gd name="connsiteX1" fmla="*/ 20320 w 142239"/>
              <a:gd name="connsiteY1" fmla="*/ 10160 h 222250"/>
              <a:gd name="connsiteX2" fmla="*/ 30480 w 142239"/>
              <a:gd name="connsiteY2" fmla="*/ 20320 h 222250"/>
              <a:gd name="connsiteX3" fmla="*/ 111760 w 142239"/>
              <a:gd name="connsiteY3" fmla="*/ 20320 h 222250"/>
              <a:gd name="connsiteX4" fmla="*/ 121920 w 142239"/>
              <a:gd name="connsiteY4" fmla="*/ 10160 h 222250"/>
              <a:gd name="connsiteX5" fmla="*/ 111760 w 142239"/>
              <a:gd name="connsiteY5" fmla="*/ 0 h 222250"/>
              <a:gd name="connsiteX6" fmla="*/ 30480 w 142239"/>
              <a:gd name="connsiteY6" fmla="*/ 0 h 222250"/>
              <a:gd name="connsiteX7" fmla="*/ 30480 w 142239"/>
              <a:gd name="connsiteY7" fmla="*/ 30480 h 222250"/>
              <a:gd name="connsiteX8" fmla="*/ 0 w 142239"/>
              <a:gd name="connsiteY8" fmla="*/ 60960 h 222250"/>
              <a:gd name="connsiteX9" fmla="*/ 0 w 142239"/>
              <a:gd name="connsiteY9" fmla="*/ 162560 h 222250"/>
              <a:gd name="connsiteX10" fmla="*/ 30480 w 142239"/>
              <a:gd name="connsiteY10" fmla="*/ 193040 h 222250"/>
              <a:gd name="connsiteX11" fmla="*/ 111760 w 142239"/>
              <a:gd name="connsiteY11" fmla="*/ 193040 h 222250"/>
              <a:gd name="connsiteX12" fmla="*/ 142240 w 142239"/>
              <a:gd name="connsiteY12" fmla="*/ 162560 h 222250"/>
              <a:gd name="connsiteX13" fmla="*/ 142240 w 142239"/>
              <a:gd name="connsiteY13" fmla="*/ 60960 h 222250"/>
              <a:gd name="connsiteX14" fmla="*/ 111760 w 142239"/>
              <a:gd name="connsiteY14" fmla="*/ 30480 h 222250"/>
              <a:gd name="connsiteX15" fmla="*/ 30480 w 142239"/>
              <a:gd name="connsiteY15" fmla="*/ 30480 h 222250"/>
              <a:gd name="connsiteX16" fmla="*/ 20320 w 142239"/>
              <a:gd name="connsiteY16" fmla="*/ 60960 h 222250"/>
              <a:gd name="connsiteX17" fmla="*/ 30480 w 142239"/>
              <a:gd name="connsiteY17" fmla="*/ 50800 h 222250"/>
              <a:gd name="connsiteX18" fmla="*/ 111760 w 142239"/>
              <a:gd name="connsiteY18" fmla="*/ 50800 h 222250"/>
              <a:gd name="connsiteX19" fmla="*/ 121920 w 142239"/>
              <a:gd name="connsiteY19" fmla="*/ 60960 h 222250"/>
              <a:gd name="connsiteX20" fmla="*/ 121920 w 142239"/>
              <a:gd name="connsiteY20" fmla="*/ 162560 h 222250"/>
              <a:gd name="connsiteX21" fmla="*/ 111760 w 142239"/>
              <a:gd name="connsiteY21" fmla="*/ 172720 h 222250"/>
              <a:gd name="connsiteX22" fmla="*/ 30480 w 142239"/>
              <a:gd name="connsiteY22" fmla="*/ 172720 h 222250"/>
              <a:gd name="connsiteX23" fmla="*/ 20320 w 142239"/>
              <a:gd name="connsiteY23" fmla="*/ 162560 h 222250"/>
              <a:gd name="connsiteX24" fmla="*/ 20320 w 142239"/>
              <a:gd name="connsiteY24" fmla="*/ 60960 h 222250"/>
              <a:gd name="connsiteX25" fmla="*/ 20320 w 142239"/>
              <a:gd name="connsiteY25" fmla="*/ 212090 h 222250"/>
              <a:gd name="connsiteX26" fmla="*/ 30480 w 142239"/>
              <a:gd name="connsiteY26" fmla="*/ 201930 h 222250"/>
              <a:gd name="connsiteX27" fmla="*/ 111760 w 142239"/>
              <a:gd name="connsiteY27" fmla="*/ 201930 h 222250"/>
              <a:gd name="connsiteX28" fmla="*/ 121920 w 142239"/>
              <a:gd name="connsiteY28" fmla="*/ 212090 h 222250"/>
              <a:gd name="connsiteX29" fmla="*/ 111760 w 142239"/>
              <a:gd name="connsiteY29" fmla="*/ 222250 h 222250"/>
              <a:gd name="connsiteX30" fmla="*/ 30480 w 142239"/>
              <a:gd name="connsiteY30" fmla="*/ 222250 h 222250"/>
              <a:gd name="connsiteX31" fmla="*/ 20320 w 142239"/>
              <a:gd name="connsiteY31" fmla="*/ 212090 h 222250"/>
              <a:gd name="connsiteX32" fmla="*/ 91440 w 142239"/>
              <a:gd name="connsiteY32" fmla="*/ 81280 h 222250"/>
              <a:gd name="connsiteX33" fmla="*/ 81280 w 142239"/>
              <a:gd name="connsiteY33" fmla="*/ 71120 h 222250"/>
              <a:gd name="connsiteX34" fmla="*/ 71120 w 142239"/>
              <a:gd name="connsiteY34" fmla="*/ 81280 h 222250"/>
              <a:gd name="connsiteX35" fmla="*/ 71120 w 142239"/>
              <a:gd name="connsiteY35" fmla="*/ 116840 h 222250"/>
              <a:gd name="connsiteX36" fmla="*/ 50800 w 142239"/>
              <a:gd name="connsiteY36" fmla="*/ 116840 h 222250"/>
              <a:gd name="connsiteX37" fmla="*/ 40640 w 142239"/>
              <a:gd name="connsiteY37" fmla="*/ 127000 h 222250"/>
              <a:gd name="connsiteX38" fmla="*/ 50800 w 142239"/>
              <a:gd name="connsiteY38" fmla="*/ 137160 h 222250"/>
              <a:gd name="connsiteX39" fmla="*/ 80010 w 142239"/>
              <a:gd name="connsiteY39" fmla="*/ 137160 h 222250"/>
              <a:gd name="connsiteX40" fmla="*/ 91440 w 142239"/>
              <a:gd name="connsiteY40" fmla="*/ 125730 h 222250"/>
              <a:gd name="connsiteX41" fmla="*/ 91440 w 142239"/>
              <a:gd name="connsiteY41" fmla="*/ 81280 h 22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42239" h="222250">
                <a:moveTo>
                  <a:pt x="30480" y="0"/>
                </a:moveTo>
                <a:cubicBezTo>
                  <a:pt x="25400" y="0"/>
                  <a:pt x="20320" y="5080"/>
                  <a:pt x="20320" y="10160"/>
                </a:cubicBezTo>
                <a:cubicBezTo>
                  <a:pt x="20320" y="15240"/>
                  <a:pt x="25400" y="20320"/>
                  <a:pt x="30480" y="20320"/>
                </a:cubicBezTo>
                <a:lnTo>
                  <a:pt x="111760" y="20320"/>
                </a:lnTo>
                <a:cubicBezTo>
                  <a:pt x="116840" y="20320"/>
                  <a:pt x="121920" y="15240"/>
                  <a:pt x="121920" y="10160"/>
                </a:cubicBezTo>
                <a:cubicBezTo>
                  <a:pt x="121920" y="5080"/>
                  <a:pt x="116840" y="0"/>
                  <a:pt x="111760" y="0"/>
                </a:cubicBezTo>
                <a:lnTo>
                  <a:pt x="30480" y="0"/>
                </a:lnTo>
                <a:close/>
                <a:moveTo>
                  <a:pt x="30480" y="30480"/>
                </a:moveTo>
                <a:cubicBezTo>
                  <a:pt x="13970" y="30480"/>
                  <a:pt x="0" y="44450"/>
                  <a:pt x="0" y="60960"/>
                </a:cubicBezTo>
                <a:lnTo>
                  <a:pt x="0" y="162560"/>
                </a:lnTo>
                <a:cubicBezTo>
                  <a:pt x="0" y="179070"/>
                  <a:pt x="13970" y="193040"/>
                  <a:pt x="30480" y="193040"/>
                </a:cubicBezTo>
                <a:lnTo>
                  <a:pt x="111760" y="193040"/>
                </a:lnTo>
                <a:cubicBezTo>
                  <a:pt x="128270" y="193040"/>
                  <a:pt x="142240" y="179070"/>
                  <a:pt x="142240" y="162560"/>
                </a:cubicBezTo>
                <a:lnTo>
                  <a:pt x="142240" y="60960"/>
                </a:lnTo>
                <a:cubicBezTo>
                  <a:pt x="142240" y="44450"/>
                  <a:pt x="128270" y="30480"/>
                  <a:pt x="111760" y="30480"/>
                </a:cubicBezTo>
                <a:lnTo>
                  <a:pt x="30480" y="30480"/>
                </a:lnTo>
                <a:close/>
                <a:moveTo>
                  <a:pt x="20320" y="60960"/>
                </a:moveTo>
                <a:cubicBezTo>
                  <a:pt x="20320" y="55880"/>
                  <a:pt x="25400" y="50800"/>
                  <a:pt x="30480" y="50800"/>
                </a:cubicBezTo>
                <a:lnTo>
                  <a:pt x="111760" y="50800"/>
                </a:lnTo>
                <a:cubicBezTo>
                  <a:pt x="116840" y="50800"/>
                  <a:pt x="121920" y="55880"/>
                  <a:pt x="121920" y="60960"/>
                </a:cubicBezTo>
                <a:lnTo>
                  <a:pt x="121920" y="162560"/>
                </a:lnTo>
                <a:cubicBezTo>
                  <a:pt x="121920" y="167640"/>
                  <a:pt x="116840" y="172720"/>
                  <a:pt x="111760" y="172720"/>
                </a:cubicBezTo>
                <a:lnTo>
                  <a:pt x="30480" y="172720"/>
                </a:lnTo>
                <a:cubicBezTo>
                  <a:pt x="25400" y="172720"/>
                  <a:pt x="20320" y="167640"/>
                  <a:pt x="20320" y="162560"/>
                </a:cubicBezTo>
                <a:lnTo>
                  <a:pt x="20320" y="60960"/>
                </a:lnTo>
                <a:close/>
                <a:moveTo>
                  <a:pt x="20320" y="212090"/>
                </a:moveTo>
                <a:cubicBezTo>
                  <a:pt x="20320" y="207010"/>
                  <a:pt x="25400" y="201930"/>
                  <a:pt x="30480" y="201930"/>
                </a:cubicBezTo>
                <a:lnTo>
                  <a:pt x="111760" y="201930"/>
                </a:lnTo>
                <a:cubicBezTo>
                  <a:pt x="116840" y="201930"/>
                  <a:pt x="121920" y="207010"/>
                  <a:pt x="121920" y="212090"/>
                </a:cubicBezTo>
                <a:cubicBezTo>
                  <a:pt x="121920" y="217170"/>
                  <a:pt x="116840" y="222250"/>
                  <a:pt x="111760" y="222250"/>
                </a:cubicBezTo>
                <a:lnTo>
                  <a:pt x="30480" y="222250"/>
                </a:lnTo>
                <a:cubicBezTo>
                  <a:pt x="25400" y="222250"/>
                  <a:pt x="20320" y="218440"/>
                  <a:pt x="20320" y="212090"/>
                </a:cubicBezTo>
                <a:close/>
                <a:moveTo>
                  <a:pt x="91440" y="81280"/>
                </a:moveTo>
                <a:cubicBezTo>
                  <a:pt x="91440" y="76200"/>
                  <a:pt x="86360" y="71120"/>
                  <a:pt x="81280" y="71120"/>
                </a:cubicBezTo>
                <a:cubicBezTo>
                  <a:pt x="76200" y="71120"/>
                  <a:pt x="71120" y="76200"/>
                  <a:pt x="71120" y="81280"/>
                </a:cubicBezTo>
                <a:lnTo>
                  <a:pt x="71120" y="116840"/>
                </a:lnTo>
                <a:lnTo>
                  <a:pt x="50800" y="116840"/>
                </a:lnTo>
                <a:cubicBezTo>
                  <a:pt x="45720" y="116840"/>
                  <a:pt x="40640" y="121920"/>
                  <a:pt x="40640" y="127000"/>
                </a:cubicBezTo>
                <a:cubicBezTo>
                  <a:pt x="40640" y="132080"/>
                  <a:pt x="45720" y="137160"/>
                  <a:pt x="50800" y="137160"/>
                </a:cubicBezTo>
                <a:lnTo>
                  <a:pt x="80010" y="137160"/>
                </a:lnTo>
                <a:cubicBezTo>
                  <a:pt x="86360" y="137160"/>
                  <a:pt x="91440" y="132080"/>
                  <a:pt x="91440" y="125730"/>
                </a:cubicBezTo>
                <a:lnTo>
                  <a:pt x="91440" y="812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85" name="Полилиния: фигура 405">
            <a:extLst>
              <a:ext uri="{FF2B5EF4-FFF2-40B4-BE49-F238E27FC236}">
                <a16:creationId xmlns:a16="http://schemas.microsoft.com/office/drawing/2014/main" id="{C28A7717-FB1B-0152-37F4-38F5B69F6D38}"/>
              </a:ext>
            </a:extLst>
          </p:cNvPr>
          <p:cNvSpPr/>
          <p:nvPr/>
        </p:nvSpPr>
        <p:spPr>
          <a:xfrm>
            <a:off x="2756262" y="4940856"/>
            <a:ext cx="264160" cy="203200"/>
          </a:xfrm>
          <a:custGeom>
            <a:avLst/>
            <a:gdLst>
              <a:gd name="connsiteX0" fmla="*/ 20320 w 264160"/>
              <a:gd name="connsiteY0" fmla="*/ 21590 h 203200"/>
              <a:gd name="connsiteX1" fmla="*/ 20320 w 264160"/>
              <a:gd name="connsiteY1" fmla="*/ 143510 h 203200"/>
              <a:gd name="connsiteX2" fmla="*/ 243840 w 264160"/>
              <a:gd name="connsiteY2" fmla="*/ 143510 h 203200"/>
              <a:gd name="connsiteX3" fmla="*/ 243840 w 264160"/>
              <a:gd name="connsiteY3" fmla="*/ 21590 h 203200"/>
              <a:gd name="connsiteX4" fmla="*/ 20320 w 264160"/>
              <a:gd name="connsiteY4" fmla="*/ 21590 h 203200"/>
              <a:gd name="connsiteX5" fmla="*/ 0 w 264160"/>
              <a:gd name="connsiteY5" fmla="*/ 11430 h 203200"/>
              <a:gd name="connsiteX6" fmla="*/ 11430 w 264160"/>
              <a:gd name="connsiteY6" fmla="*/ 0 h 203200"/>
              <a:gd name="connsiteX7" fmla="*/ 252730 w 264160"/>
              <a:gd name="connsiteY7" fmla="*/ 0 h 203200"/>
              <a:gd name="connsiteX8" fmla="*/ 264160 w 264160"/>
              <a:gd name="connsiteY8" fmla="*/ 11430 h 203200"/>
              <a:gd name="connsiteX9" fmla="*/ 264160 w 264160"/>
              <a:gd name="connsiteY9" fmla="*/ 151130 h 203200"/>
              <a:gd name="connsiteX10" fmla="*/ 252730 w 264160"/>
              <a:gd name="connsiteY10" fmla="*/ 162560 h 203200"/>
              <a:gd name="connsiteX11" fmla="*/ 11430 w 264160"/>
              <a:gd name="connsiteY11" fmla="*/ 162560 h 203200"/>
              <a:gd name="connsiteX12" fmla="*/ 0 w 264160"/>
              <a:gd name="connsiteY12" fmla="*/ 151130 h 203200"/>
              <a:gd name="connsiteX13" fmla="*/ 0 w 264160"/>
              <a:gd name="connsiteY13" fmla="*/ 11430 h 203200"/>
              <a:gd name="connsiteX14" fmla="*/ 60960 w 264160"/>
              <a:gd name="connsiteY14" fmla="*/ 62230 h 203200"/>
              <a:gd name="connsiteX15" fmla="*/ 71120 w 264160"/>
              <a:gd name="connsiteY15" fmla="*/ 72390 h 203200"/>
              <a:gd name="connsiteX16" fmla="*/ 71120 w 264160"/>
              <a:gd name="connsiteY16" fmla="*/ 92710 h 203200"/>
              <a:gd name="connsiteX17" fmla="*/ 60960 w 264160"/>
              <a:gd name="connsiteY17" fmla="*/ 102870 h 203200"/>
              <a:gd name="connsiteX18" fmla="*/ 50800 w 264160"/>
              <a:gd name="connsiteY18" fmla="*/ 92710 h 203200"/>
              <a:gd name="connsiteX19" fmla="*/ 50800 w 264160"/>
              <a:gd name="connsiteY19" fmla="*/ 72390 h 203200"/>
              <a:gd name="connsiteX20" fmla="*/ 60960 w 264160"/>
              <a:gd name="connsiteY20" fmla="*/ 62230 h 203200"/>
              <a:gd name="connsiteX21" fmla="*/ 201930 w 264160"/>
              <a:gd name="connsiteY21" fmla="*/ 62230 h 203200"/>
              <a:gd name="connsiteX22" fmla="*/ 212090 w 264160"/>
              <a:gd name="connsiteY22" fmla="*/ 72390 h 203200"/>
              <a:gd name="connsiteX23" fmla="*/ 212090 w 264160"/>
              <a:gd name="connsiteY23" fmla="*/ 92710 h 203200"/>
              <a:gd name="connsiteX24" fmla="*/ 201930 w 264160"/>
              <a:gd name="connsiteY24" fmla="*/ 102870 h 203200"/>
              <a:gd name="connsiteX25" fmla="*/ 191770 w 264160"/>
              <a:gd name="connsiteY25" fmla="*/ 92710 h 203200"/>
              <a:gd name="connsiteX26" fmla="*/ 191770 w 264160"/>
              <a:gd name="connsiteY26" fmla="*/ 72390 h 203200"/>
              <a:gd name="connsiteX27" fmla="*/ 201930 w 264160"/>
              <a:gd name="connsiteY27" fmla="*/ 62230 h 203200"/>
              <a:gd name="connsiteX28" fmla="*/ 0 w 264160"/>
              <a:gd name="connsiteY28" fmla="*/ 193040 h 203200"/>
              <a:gd name="connsiteX29" fmla="*/ 10160 w 264160"/>
              <a:gd name="connsiteY29" fmla="*/ 182880 h 203200"/>
              <a:gd name="connsiteX30" fmla="*/ 254000 w 264160"/>
              <a:gd name="connsiteY30" fmla="*/ 182880 h 203200"/>
              <a:gd name="connsiteX31" fmla="*/ 264160 w 264160"/>
              <a:gd name="connsiteY31" fmla="*/ 193040 h 203200"/>
              <a:gd name="connsiteX32" fmla="*/ 254000 w 264160"/>
              <a:gd name="connsiteY32" fmla="*/ 203200 h 203200"/>
              <a:gd name="connsiteX33" fmla="*/ 10160 w 264160"/>
              <a:gd name="connsiteY33" fmla="*/ 203200 h 203200"/>
              <a:gd name="connsiteX34" fmla="*/ 0 w 264160"/>
              <a:gd name="connsiteY34" fmla="*/ 193040 h 203200"/>
              <a:gd name="connsiteX35" fmla="*/ 121920 w 264160"/>
              <a:gd name="connsiteY35" fmla="*/ 44450 h 203200"/>
              <a:gd name="connsiteX36" fmla="*/ 99060 w 264160"/>
              <a:gd name="connsiteY36" fmla="*/ 67310 h 203200"/>
              <a:gd name="connsiteX37" fmla="*/ 121920 w 264160"/>
              <a:gd name="connsiteY37" fmla="*/ 90170 h 203200"/>
              <a:gd name="connsiteX38" fmla="*/ 142240 w 264160"/>
              <a:gd name="connsiteY38" fmla="*/ 90170 h 203200"/>
              <a:gd name="connsiteX39" fmla="*/ 149860 w 264160"/>
              <a:gd name="connsiteY39" fmla="*/ 97790 h 203200"/>
              <a:gd name="connsiteX40" fmla="*/ 142240 w 264160"/>
              <a:gd name="connsiteY40" fmla="*/ 105410 h 203200"/>
              <a:gd name="connsiteX41" fmla="*/ 111760 w 264160"/>
              <a:gd name="connsiteY41" fmla="*/ 105410 h 203200"/>
              <a:gd name="connsiteX42" fmla="*/ 104140 w 264160"/>
              <a:gd name="connsiteY42" fmla="*/ 113030 h 203200"/>
              <a:gd name="connsiteX43" fmla="*/ 111760 w 264160"/>
              <a:gd name="connsiteY43" fmla="*/ 120650 h 203200"/>
              <a:gd name="connsiteX44" fmla="*/ 124460 w 264160"/>
              <a:gd name="connsiteY44" fmla="*/ 120650 h 203200"/>
              <a:gd name="connsiteX45" fmla="*/ 124460 w 264160"/>
              <a:gd name="connsiteY45" fmla="*/ 123190 h 203200"/>
              <a:gd name="connsiteX46" fmla="*/ 132080 w 264160"/>
              <a:gd name="connsiteY46" fmla="*/ 130810 h 203200"/>
              <a:gd name="connsiteX47" fmla="*/ 139700 w 264160"/>
              <a:gd name="connsiteY47" fmla="*/ 123190 h 203200"/>
              <a:gd name="connsiteX48" fmla="*/ 139700 w 264160"/>
              <a:gd name="connsiteY48" fmla="*/ 120650 h 203200"/>
              <a:gd name="connsiteX49" fmla="*/ 142240 w 264160"/>
              <a:gd name="connsiteY49" fmla="*/ 120650 h 203200"/>
              <a:gd name="connsiteX50" fmla="*/ 165100 w 264160"/>
              <a:gd name="connsiteY50" fmla="*/ 97790 h 203200"/>
              <a:gd name="connsiteX51" fmla="*/ 142240 w 264160"/>
              <a:gd name="connsiteY51" fmla="*/ 74930 h 203200"/>
              <a:gd name="connsiteX52" fmla="*/ 121920 w 264160"/>
              <a:gd name="connsiteY52" fmla="*/ 74930 h 203200"/>
              <a:gd name="connsiteX53" fmla="*/ 114300 w 264160"/>
              <a:gd name="connsiteY53" fmla="*/ 67310 h 203200"/>
              <a:gd name="connsiteX54" fmla="*/ 121920 w 264160"/>
              <a:gd name="connsiteY54" fmla="*/ 59690 h 203200"/>
              <a:gd name="connsiteX55" fmla="*/ 152400 w 264160"/>
              <a:gd name="connsiteY55" fmla="*/ 59690 h 203200"/>
              <a:gd name="connsiteX56" fmla="*/ 160020 w 264160"/>
              <a:gd name="connsiteY56" fmla="*/ 52070 h 203200"/>
              <a:gd name="connsiteX57" fmla="*/ 152400 w 264160"/>
              <a:gd name="connsiteY57" fmla="*/ 44450 h 203200"/>
              <a:gd name="connsiteX58" fmla="*/ 139700 w 264160"/>
              <a:gd name="connsiteY58" fmla="*/ 44450 h 203200"/>
              <a:gd name="connsiteX59" fmla="*/ 139700 w 264160"/>
              <a:gd name="connsiteY59" fmla="*/ 41910 h 203200"/>
              <a:gd name="connsiteX60" fmla="*/ 132080 w 264160"/>
              <a:gd name="connsiteY60" fmla="*/ 34290 h 203200"/>
              <a:gd name="connsiteX61" fmla="*/ 124460 w 264160"/>
              <a:gd name="connsiteY61" fmla="*/ 41910 h 203200"/>
              <a:gd name="connsiteX62" fmla="*/ 124460 w 264160"/>
              <a:gd name="connsiteY62" fmla="*/ 44450 h 203200"/>
              <a:gd name="connsiteX63" fmla="*/ 121920 w 264160"/>
              <a:gd name="connsiteY63" fmla="*/ 4445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264160" h="203200">
                <a:moveTo>
                  <a:pt x="20320" y="21590"/>
                </a:moveTo>
                <a:lnTo>
                  <a:pt x="20320" y="143510"/>
                </a:lnTo>
                <a:lnTo>
                  <a:pt x="243840" y="143510"/>
                </a:lnTo>
                <a:lnTo>
                  <a:pt x="243840" y="21590"/>
                </a:lnTo>
                <a:lnTo>
                  <a:pt x="20320" y="21590"/>
                </a:lnTo>
                <a:close/>
                <a:moveTo>
                  <a:pt x="0" y="11430"/>
                </a:moveTo>
                <a:cubicBezTo>
                  <a:pt x="0" y="5080"/>
                  <a:pt x="5080" y="0"/>
                  <a:pt x="11430" y="0"/>
                </a:cubicBezTo>
                <a:lnTo>
                  <a:pt x="252730" y="0"/>
                </a:lnTo>
                <a:cubicBezTo>
                  <a:pt x="259080" y="0"/>
                  <a:pt x="264160" y="5080"/>
                  <a:pt x="264160" y="11430"/>
                </a:cubicBezTo>
                <a:lnTo>
                  <a:pt x="264160" y="151130"/>
                </a:lnTo>
                <a:cubicBezTo>
                  <a:pt x="264160" y="157480"/>
                  <a:pt x="259080" y="162560"/>
                  <a:pt x="252730" y="162560"/>
                </a:cubicBezTo>
                <a:lnTo>
                  <a:pt x="11430" y="162560"/>
                </a:lnTo>
                <a:cubicBezTo>
                  <a:pt x="5080" y="162560"/>
                  <a:pt x="0" y="157480"/>
                  <a:pt x="0" y="151130"/>
                </a:cubicBezTo>
                <a:lnTo>
                  <a:pt x="0" y="11430"/>
                </a:lnTo>
                <a:close/>
                <a:moveTo>
                  <a:pt x="60960" y="62230"/>
                </a:moveTo>
                <a:cubicBezTo>
                  <a:pt x="66040" y="62230"/>
                  <a:pt x="71120" y="67310"/>
                  <a:pt x="71120" y="72390"/>
                </a:cubicBezTo>
                <a:lnTo>
                  <a:pt x="71120" y="92710"/>
                </a:lnTo>
                <a:cubicBezTo>
                  <a:pt x="71120" y="97790"/>
                  <a:pt x="66040" y="102870"/>
                  <a:pt x="60960" y="102870"/>
                </a:cubicBezTo>
                <a:cubicBezTo>
                  <a:pt x="55880" y="102870"/>
                  <a:pt x="50800" y="97790"/>
                  <a:pt x="50800" y="92710"/>
                </a:cubicBezTo>
                <a:lnTo>
                  <a:pt x="50800" y="72390"/>
                </a:lnTo>
                <a:cubicBezTo>
                  <a:pt x="50800" y="66040"/>
                  <a:pt x="54610" y="62230"/>
                  <a:pt x="60960" y="62230"/>
                </a:cubicBezTo>
                <a:close/>
                <a:moveTo>
                  <a:pt x="201930" y="62230"/>
                </a:moveTo>
                <a:cubicBezTo>
                  <a:pt x="207010" y="62230"/>
                  <a:pt x="212090" y="67310"/>
                  <a:pt x="212090" y="72390"/>
                </a:cubicBezTo>
                <a:lnTo>
                  <a:pt x="212090" y="92710"/>
                </a:lnTo>
                <a:cubicBezTo>
                  <a:pt x="212090" y="97790"/>
                  <a:pt x="207010" y="102870"/>
                  <a:pt x="201930" y="102870"/>
                </a:cubicBezTo>
                <a:cubicBezTo>
                  <a:pt x="196850" y="102870"/>
                  <a:pt x="191770" y="97790"/>
                  <a:pt x="191770" y="92710"/>
                </a:cubicBezTo>
                <a:lnTo>
                  <a:pt x="191770" y="72390"/>
                </a:lnTo>
                <a:cubicBezTo>
                  <a:pt x="191770" y="66040"/>
                  <a:pt x="196850" y="62230"/>
                  <a:pt x="201930" y="62230"/>
                </a:cubicBezTo>
                <a:close/>
                <a:moveTo>
                  <a:pt x="0" y="193040"/>
                </a:moveTo>
                <a:cubicBezTo>
                  <a:pt x="0" y="187960"/>
                  <a:pt x="5080" y="182880"/>
                  <a:pt x="10160" y="182880"/>
                </a:cubicBezTo>
                <a:lnTo>
                  <a:pt x="254000" y="182880"/>
                </a:lnTo>
                <a:cubicBezTo>
                  <a:pt x="259080" y="182880"/>
                  <a:pt x="264160" y="187960"/>
                  <a:pt x="264160" y="193040"/>
                </a:cubicBezTo>
                <a:cubicBezTo>
                  <a:pt x="264160" y="198120"/>
                  <a:pt x="259080" y="203200"/>
                  <a:pt x="254000" y="203200"/>
                </a:cubicBezTo>
                <a:lnTo>
                  <a:pt x="10160" y="203200"/>
                </a:lnTo>
                <a:cubicBezTo>
                  <a:pt x="3810" y="203200"/>
                  <a:pt x="0" y="199390"/>
                  <a:pt x="0" y="193040"/>
                </a:cubicBezTo>
                <a:close/>
                <a:moveTo>
                  <a:pt x="121920" y="44450"/>
                </a:moveTo>
                <a:cubicBezTo>
                  <a:pt x="109220" y="44450"/>
                  <a:pt x="99060" y="54610"/>
                  <a:pt x="99060" y="67310"/>
                </a:cubicBezTo>
                <a:cubicBezTo>
                  <a:pt x="99060" y="80010"/>
                  <a:pt x="109220" y="90170"/>
                  <a:pt x="121920" y="90170"/>
                </a:cubicBezTo>
                <a:lnTo>
                  <a:pt x="142240" y="90170"/>
                </a:lnTo>
                <a:cubicBezTo>
                  <a:pt x="146050" y="90170"/>
                  <a:pt x="149860" y="93980"/>
                  <a:pt x="149860" y="97790"/>
                </a:cubicBezTo>
                <a:cubicBezTo>
                  <a:pt x="149860" y="101600"/>
                  <a:pt x="146050" y="105410"/>
                  <a:pt x="142240" y="105410"/>
                </a:cubicBezTo>
                <a:lnTo>
                  <a:pt x="111760" y="105410"/>
                </a:lnTo>
                <a:cubicBezTo>
                  <a:pt x="107950" y="105410"/>
                  <a:pt x="104140" y="109220"/>
                  <a:pt x="104140" y="113030"/>
                </a:cubicBezTo>
                <a:cubicBezTo>
                  <a:pt x="104140" y="116840"/>
                  <a:pt x="107950" y="120650"/>
                  <a:pt x="111760" y="120650"/>
                </a:cubicBezTo>
                <a:lnTo>
                  <a:pt x="124460" y="120650"/>
                </a:lnTo>
                <a:lnTo>
                  <a:pt x="124460" y="123190"/>
                </a:lnTo>
                <a:cubicBezTo>
                  <a:pt x="124460" y="127000"/>
                  <a:pt x="128270" y="130810"/>
                  <a:pt x="132080" y="130810"/>
                </a:cubicBezTo>
                <a:cubicBezTo>
                  <a:pt x="135890" y="130810"/>
                  <a:pt x="139700" y="127000"/>
                  <a:pt x="139700" y="123190"/>
                </a:cubicBezTo>
                <a:lnTo>
                  <a:pt x="139700" y="120650"/>
                </a:lnTo>
                <a:lnTo>
                  <a:pt x="142240" y="120650"/>
                </a:lnTo>
                <a:cubicBezTo>
                  <a:pt x="154940" y="120650"/>
                  <a:pt x="165100" y="110490"/>
                  <a:pt x="165100" y="97790"/>
                </a:cubicBezTo>
                <a:cubicBezTo>
                  <a:pt x="165100" y="85090"/>
                  <a:pt x="154940" y="74930"/>
                  <a:pt x="142240" y="74930"/>
                </a:cubicBezTo>
                <a:lnTo>
                  <a:pt x="121920" y="74930"/>
                </a:lnTo>
                <a:cubicBezTo>
                  <a:pt x="118110" y="74930"/>
                  <a:pt x="114300" y="71120"/>
                  <a:pt x="114300" y="67310"/>
                </a:cubicBezTo>
                <a:cubicBezTo>
                  <a:pt x="114300" y="63500"/>
                  <a:pt x="118110" y="59690"/>
                  <a:pt x="121920" y="59690"/>
                </a:cubicBezTo>
                <a:lnTo>
                  <a:pt x="152400" y="59690"/>
                </a:lnTo>
                <a:cubicBezTo>
                  <a:pt x="156210" y="59690"/>
                  <a:pt x="160020" y="55880"/>
                  <a:pt x="160020" y="52070"/>
                </a:cubicBezTo>
                <a:cubicBezTo>
                  <a:pt x="160020" y="48260"/>
                  <a:pt x="156210" y="44450"/>
                  <a:pt x="152400" y="44450"/>
                </a:cubicBezTo>
                <a:lnTo>
                  <a:pt x="139700" y="44450"/>
                </a:lnTo>
                <a:lnTo>
                  <a:pt x="139700" y="41910"/>
                </a:lnTo>
                <a:cubicBezTo>
                  <a:pt x="139700" y="38100"/>
                  <a:pt x="135890" y="34290"/>
                  <a:pt x="132080" y="34290"/>
                </a:cubicBezTo>
                <a:cubicBezTo>
                  <a:pt x="128270" y="34290"/>
                  <a:pt x="124460" y="38100"/>
                  <a:pt x="124460" y="41910"/>
                </a:cubicBezTo>
                <a:lnTo>
                  <a:pt x="124460" y="44450"/>
                </a:lnTo>
                <a:lnTo>
                  <a:pt x="121920" y="4445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86" name="Полилиния: фигура 407">
            <a:extLst>
              <a:ext uri="{FF2B5EF4-FFF2-40B4-BE49-F238E27FC236}">
                <a16:creationId xmlns:a16="http://schemas.microsoft.com/office/drawing/2014/main" id="{B378F48E-8801-76E8-81D7-A54AB3B1A4D4}"/>
              </a:ext>
            </a:extLst>
          </p:cNvPr>
          <p:cNvSpPr/>
          <p:nvPr/>
        </p:nvSpPr>
        <p:spPr>
          <a:xfrm>
            <a:off x="3873862" y="4940856"/>
            <a:ext cx="264159" cy="203200"/>
          </a:xfrm>
          <a:custGeom>
            <a:avLst/>
            <a:gdLst>
              <a:gd name="connsiteX0" fmla="*/ 20320 w 264159"/>
              <a:gd name="connsiteY0" fmla="*/ 72390 h 203200"/>
              <a:gd name="connsiteX1" fmla="*/ 20320 w 264159"/>
              <a:gd name="connsiteY1" fmla="*/ 21590 h 203200"/>
              <a:gd name="connsiteX2" fmla="*/ 243840 w 264159"/>
              <a:gd name="connsiteY2" fmla="*/ 21590 h 203200"/>
              <a:gd name="connsiteX3" fmla="*/ 243840 w 264159"/>
              <a:gd name="connsiteY3" fmla="*/ 41910 h 203200"/>
              <a:gd name="connsiteX4" fmla="*/ 254000 w 264159"/>
              <a:gd name="connsiteY4" fmla="*/ 52070 h 203200"/>
              <a:gd name="connsiteX5" fmla="*/ 264160 w 264159"/>
              <a:gd name="connsiteY5" fmla="*/ 41910 h 203200"/>
              <a:gd name="connsiteX6" fmla="*/ 264160 w 264159"/>
              <a:gd name="connsiteY6" fmla="*/ 11430 h 203200"/>
              <a:gd name="connsiteX7" fmla="*/ 252730 w 264159"/>
              <a:gd name="connsiteY7" fmla="*/ 0 h 203200"/>
              <a:gd name="connsiteX8" fmla="*/ 11430 w 264159"/>
              <a:gd name="connsiteY8" fmla="*/ 0 h 203200"/>
              <a:gd name="connsiteX9" fmla="*/ 0 w 264159"/>
              <a:gd name="connsiteY9" fmla="*/ 11430 h 203200"/>
              <a:gd name="connsiteX10" fmla="*/ 0 w 264159"/>
              <a:gd name="connsiteY10" fmla="*/ 80010 h 203200"/>
              <a:gd name="connsiteX11" fmla="*/ 11430 w 264159"/>
              <a:gd name="connsiteY11" fmla="*/ 91440 h 203200"/>
              <a:gd name="connsiteX12" fmla="*/ 33020 w 264159"/>
              <a:gd name="connsiteY12" fmla="*/ 91440 h 203200"/>
              <a:gd name="connsiteX13" fmla="*/ 50800 w 264159"/>
              <a:gd name="connsiteY13" fmla="*/ 101600 h 203200"/>
              <a:gd name="connsiteX14" fmla="*/ 71120 w 264159"/>
              <a:gd name="connsiteY14" fmla="*/ 81280 h 203200"/>
              <a:gd name="connsiteX15" fmla="*/ 50800 w 264159"/>
              <a:gd name="connsiteY15" fmla="*/ 60960 h 203200"/>
              <a:gd name="connsiteX16" fmla="*/ 33020 w 264159"/>
              <a:gd name="connsiteY16" fmla="*/ 71120 h 203200"/>
              <a:gd name="connsiteX17" fmla="*/ 20320 w 264159"/>
              <a:gd name="connsiteY17" fmla="*/ 71120 h 203200"/>
              <a:gd name="connsiteX18" fmla="*/ 10160 w 264159"/>
              <a:gd name="connsiteY18" fmla="*/ 182880 h 203200"/>
              <a:gd name="connsiteX19" fmla="*/ 0 w 264159"/>
              <a:gd name="connsiteY19" fmla="*/ 193040 h 203200"/>
              <a:gd name="connsiteX20" fmla="*/ 10160 w 264159"/>
              <a:gd name="connsiteY20" fmla="*/ 203200 h 203200"/>
              <a:gd name="connsiteX21" fmla="*/ 254000 w 264159"/>
              <a:gd name="connsiteY21" fmla="*/ 203200 h 203200"/>
              <a:gd name="connsiteX22" fmla="*/ 264160 w 264159"/>
              <a:gd name="connsiteY22" fmla="*/ 193040 h 203200"/>
              <a:gd name="connsiteX23" fmla="*/ 254000 w 264159"/>
              <a:gd name="connsiteY23" fmla="*/ 182880 h 203200"/>
              <a:gd name="connsiteX24" fmla="*/ 10160 w 264159"/>
              <a:gd name="connsiteY24" fmla="*/ 182880 h 203200"/>
              <a:gd name="connsiteX25" fmla="*/ 243840 w 264159"/>
              <a:gd name="connsiteY25" fmla="*/ 142240 h 203200"/>
              <a:gd name="connsiteX26" fmla="*/ 243840 w 264159"/>
              <a:gd name="connsiteY26" fmla="*/ 91440 h 203200"/>
              <a:gd name="connsiteX27" fmla="*/ 231140 w 264159"/>
              <a:gd name="connsiteY27" fmla="*/ 91440 h 203200"/>
              <a:gd name="connsiteX28" fmla="*/ 213360 w 264159"/>
              <a:gd name="connsiteY28" fmla="*/ 101600 h 203200"/>
              <a:gd name="connsiteX29" fmla="*/ 193040 w 264159"/>
              <a:gd name="connsiteY29" fmla="*/ 81280 h 203200"/>
              <a:gd name="connsiteX30" fmla="*/ 213360 w 264159"/>
              <a:gd name="connsiteY30" fmla="*/ 60960 h 203200"/>
              <a:gd name="connsiteX31" fmla="*/ 231140 w 264159"/>
              <a:gd name="connsiteY31" fmla="*/ 71120 h 203200"/>
              <a:gd name="connsiteX32" fmla="*/ 252730 w 264159"/>
              <a:gd name="connsiteY32" fmla="*/ 71120 h 203200"/>
              <a:gd name="connsiteX33" fmla="*/ 264160 w 264159"/>
              <a:gd name="connsiteY33" fmla="*/ 82550 h 203200"/>
              <a:gd name="connsiteX34" fmla="*/ 264160 w 264159"/>
              <a:gd name="connsiteY34" fmla="*/ 151130 h 203200"/>
              <a:gd name="connsiteX35" fmla="*/ 252730 w 264159"/>
              <a:gd name="connsiteY35" fmla="*/ 162560 h 203200"/>
              <a:gd name="connsiteX36" fmla="*/ 11430 w 264159"/>
              <a:gd name="connsiteY36" fmla="*/ 162560 h 203200"/>
              <a:gd name="connsiteX37" fmla="*/ 0 w 264159"/>
              <a:gd name="connsiteY37" fmla="*/ 151130 h 203200"/>
              <a:gd name="connsiteX38" fmla="*/ 0 w 264159"/>
              <a:gd name="connsiteY38" fmla="*/ 121920 h 203200"/>
              <a:gd name="connsiteX39" fmla="*/ 10160 w 264159"/>
              <a:gd name="connsiteY39" fmla="*/ 111760 h 203200"/>
              <a:gd name="connsiteX40" fmla="*/ 20320 w 264159"/>
              <a:gd name="connsiteY40" fmla="*/ 121920 h 203200"/>
              <a:gd name="connsiteX41" fmla="*/ 20320 w 264159"/>
              <a:gd name="connsiteY41" fmla="*/ 142240 h 203200"/>
              <a:gd name="connsiteX42" fmla="*/ 243840 w 264159"/>
              <a:gd name="connsiteY42" fmla="*/ 142240 h 203200"/>
              <a:gd name="connsiteX43" fmla="*/ 111760 w 264159"/>
              <a:gd name="connsiteY43" fmla="*/ 82550 h 203200"/>
              <a:gd name="connsiteX44" fmla="*/ 132080 w 264159"/>
              <a:gd name="connsiteY44" fmla="*/ 62230 h 203200"/>
              <a:gd name="connsiteX45" fmla="*/ 152400 w 264159"/>
              <a:gd name="connsiteY45" fmla="*/ 82550 h 203200"/>
              <a:gd name="connsiteX46" fmla="*/ 132080 w 264159"/>
              <a:gd name="connsiteY46" fmla="*/ 102870 h 203200"/>
              <a:gd name="connsiteX47" fmla="*/ 111760 w 264159"/>
              <a:gd name="connsiteY47" fmla="*/ 82550 h 203200"/>
              <a:gd name="connsiteX48" fmla="*/ 132080 w 264159"/>
              <a:gd name="connsiteY48" fmla="*/ 41910 h 203200"/>
              <a:gd name="connsiteX49" fmla="*/ 91440 w 264159"/>
              <a:gd name="connsiteY49" fmla="*/ 82550 h 203200"/>
              <a:gd name="connsiteX50" fmla="*/ 132080 w 264159"/>
              <a:gd name="connsiteY50" fmla="*/ 123190 h 203200"/>
              <a:gd name="connsiteX51" fmla="*/ 172720 w 264159"/>
              <a:gd name="connsiteY51" fmla="*/ 82550 h 203200"/>
              <a:gd name="connsiteX52" fmla="*/ 132080 w 264159"/>
              <a:gd name="connsiteY52" fmla="*/ 4191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264159" h="203200">
                <a:moveTo>
                  <a:pt x="20320" y="72390"/>
                </a:moveTo>
                <a:lnTo>
                  <a:pt x="20320" y="21590"/>
                </a:lnTo>
                <a:lnTo>
                  <a:pt x="243840" y="21590"/>
                </a:lnTo>
                <a:lnTo>
                  <a:pt x="243840" y="41910"/>
                </a:lnTo>
                <a:cubicBezTo>
                  <a:pt x="243840" y="46990"/>
                  <a:pt x="248920" y="52070"/>
                  <a:pt x="254000" y="52070"/>
                </a:cubicBezTo>
                <a:cubicBezTo>
                  <a:pt x="259080" y="52070"/>
                  <a:pt x="264160" y="46990"/>
                  <a:pt x="264160" y="41910"/>
                </a:cubicBezTo>
                <a:lnTo>
                  <a:pt x="264160" y="11430"/>
                </a:lnTo>
                <a:cubicBezTo>
                  <a:pt x="264160" y="5080"/>
                  <a:pt x="259080" y="0"/>
                  <a:pt x="252730" y="0"/>
                </a:cubicBezTo>
                <a:lnTo>
                  <a:pt x="11430" y="0"/>
                </a:lnTo>
                <a:cubicBezTo>
                  <a:pt x="5080" y="0"/>
                  <a:pt x="0" y="5080"/>
                  <a:pt x="0" y="11430"/>
                </a:cubicBezTo>
                <a:lnTo>
                  <a:pt x="0" y="80010"/>
                </a:lnTo>
                <a:cubicBezTo>
                  <a:pt x="0" y="86360"/>
                  <a:pt x="5080" y="91440"/>
                  <a:pt x="11430" y="91440"/>
                </a:cubicBezTo>
                <a:lnTo>
                  <a:pt x="33020" y="91440"/>
                </a:lnTo>
                <a:cubicBezTo>
                  <a:pt x="36830" y="97790"/>
                  <a:pt x="43180" y="101600"/>
                  <a:pt x="50800" y="101600"/>
                </a:cubicBezTo>
                <a:cubicBezTo>
                  <a:pt x="62230" y="101600"/>
                  <a:pt x="71120" y="92710"/>
                  <a:pt x="71120" y="81280"/>
                </a:cubicBezTo>
                <a:cubicBezTo>
                  <a:pt x="71120" y="69850"/>
                  <a:pt x="62230" y="60960"/>
                  <a:pt x="50800" y="60960"/>
                </a:cubicBezTo>
                <a:cubicBezTo>
                  <a:pt x="43180" y="60960"/>
                  <a:pt x="36830" y="64770"/>
                  <a:pt x="33020" y="71120"/>
                </a:cubicBezTo>
                <a:lnTo>
                  <a:pt x="20320" y="71120"/>
                </a:lnTo>
                <a:close/>
                <a:moveTo>
                  <a:pt x="10160" y="182880"/>
                </a:moveTo>
                <a:cubicBezTo>
                  <a:pt x="5080" y="182880"/>
                  <a:pt x="0" y="187960"/>
                  <a:pt x="0" y="193040"/>
                </a:cubicBezTo>
                <a:cubicBezTo>
                  <a:pt x="0" y="198120"/>
                  <a:pt x="5080" y="203200"/>
                  <a:pt x="10160" y="203200"/>
                </a:cubicBezTo>
                <a:lnTo>
                  <a:pt x="254000" y="203200"/>
                </a:lnTo>
                <a:cubicBezTo>
                  <a:pt x="259080" y="203200"/>
                  <a:pt x="264160" y="198120"/>
                  <a:pt x="264160" y="193040"/>
                </a:cubicBezTo>
                <a:cubicBezTo>
                  <a:pt x="264160" y="187960"/>
                  <a:pt x="259080" y="182880"/>
                  <a:pt x="254000" y="182880"/>
                </a:cubicBezTo>
                <a:lnTo>
                  <a:pt x="10160" y="182880"/>
                </a:lnTo>
                <a:close/>
                <a:moveTo>
                  <a:pt x="243840" y="142240"/>
                </a:moveTo>
                <a:lnTo>
                  <a:pt x="243840" y="91440"/>
                </a:lnTo>
                <a:lnTo>
                  <a:pt x="231140" y="91440"/>
                </a:lnTo>
                <a:cubicBezTo>
                  <a:pt x="227330" y="97790"/>
                  <a:pt x="220980" y="101600"/>
                  <a:pt x="213360" y="101600"/>
                </a:cubicBezTo>
                <a:cubicBezTo>
                  <a:pt x="201930" y="101600"/>
                  <a:pt x="193040" y="92710"/>
                  <a:pt x="193040" y="81280"/>
                </a:cubicBezTo>
                <a:cubicBezTo>
                  <a:pt x="193040" y="69850"/>
                  <a:pt x="201930" y="60960"/>
                  <a:pt x="213360" y="60960"/>
                </a:cubicBezTo>
                <a:cubicBezTo>
                  <a:pt x="220980" y="60960"/>
                  <a:pt x="227330" y="64770"/>
                  <a:pt x="231140" y="71120"/>
                </a:cubicBezTo>
                <a:lnTo>
                  <a:pt x="252730" y="71120"/>
                </a:lnTo>
                <a:cubicBezTo>
                  <a:pt x="259080" y="71120"/>
                  <a:pt x="264160" y="76200"/>
                  <a:pt x="264160" y="82550"/>
                </a:cubicBezTo>
                <a:lnTo>
                  <a:pt x="264160" y="151130"/>
                </a:lnTo>
                <a:cubicBezTo>
                  <a:pt x="264160" y="157480"/>
                  <a:pt x="259080" y="162560"/>
                  <a:pt x="252730" y="162560"/>
                </a:cubicBezTo>
                <a:lnTo>
                  <a:pt x="11430" y="162560"/>
                </a:lnTo>
                <a:cubicBezTo>
                  <a:pt x="5080" y="162560"/>
                  <a:pt x="0" y="157480"/>
                  <a:pt x="0" y="151130"/>
                </a:cubicBezTo>
                <a:lnTo>
                  <a:pt x="0" y="121920"/>
                </a:lnTo>
                <a:cubicBezTo>
                  <a:pt x="0" y="116840"/>
                  <a:pt x="5080" y="111760"/>
                  <a:pt x="10160" y="111760"/>
                </a:cubicBezTo>
                <a:cubicBezTo>
                  <a:pt x="15240" y="111760"/>
                  <a:pt x="20320" y="116840"/>
                  <a:pt x="20320" y="121920"/>
                </a:cubicBezTo>
                <a:lnTo>
                  <a:pt x="20320" y="142240"/>
                </a:lnTo>
                <a:lnTo>
                  <a:pt x="243840" y="142240"/>
                </a:lnTo>
                <a:close/>
                <a:moveTo>
                  <a:pt x="111760" y="82550"/>
                </a:moveTo>
                <a:cubicBezTo>
                  <a:pt x="111760" y="71120"/>
                  <a:pt x="120650" y="62230"/>
                  <a:pt x="132080" y="62230"/>
                </a:cubicBezTo>
                <a:cubicBezTo>
                  <a:pt x="143510" y="62230"/>
                  <a:pt x="152400" y="71120"/>
                  <a:pt x="152400" y="82550"/>
                </a:cubicBezTo>
                <a:cubicBezTo>
                  <a:pt x="152400" y="93980"/>
                  <a:pt x="143510" y="102870"/>
                  <a:pt x="132080" y="102870"/>
                </a:cubicBezTo>
                <a:cubicBezTo>
                  <a:pt x="120650" y="102870"/>
                  <a:pt x="111760" y="92710"/>
                  <a:pt x="111760" y="82550"/>
                </a:cubicBezTo>
                <a:close/>
                <a:moveTo>
                  <a:pt x="132080" y="41910"/>
                </a:moveTo>
                <a:cubicBezTo>
                  <a:pt x="109220" y="41910"/>
                  <a:pt x="91440" y="59690"/>
                  <a:pt x="91440" y="82550"/>
                </a:cubicBezTo>
                <a:cubicBezTo>
                  <a:pt x="91440" y="105410"/>
                  <a:pt x="109220" y="123190"/>
                  <a:pt x="132080" y="123190"/>
                </a:cubicBezTo>
                <a:cubicBezTo>
                  <a:pt x="154940" y="123190"/>
                  <a:pt x="172720" y="105410"/>
                  <a:pt x="172720" y="82550"/>
                </a:cubicBezTo>
                <a:cubicBezTo>
                  <a:pt x="172720" y="59690"/>
                  <a:pt x="154940" y="41910"/>
                  <a:pt x="132080" y="4191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87" name="Полилиния: фигура 411">
            <a:extLst>
              <a:ext uri="{FF2B5EF4-FFF2-40B4-BE49-F238E27FC236}">
                <a16:creationId xmlns:a16="http://schemas.microsoft.com/office/drawing/2014/main" id="{E03884E2-0B27-D663-5109-0420035C8288}"/>
              </a:ext>
            </a:extLst>
          </p:cNvPr>
          <p:cNvSpPr/>
          <p:nvPr/>
        </p:nvSpPr>
        <p:spPr>
          <a:xfrm>
            <a:off x="9494881" y="3556116"/>
            <a:ext cx="203200" cy="203200"/>
          </a:xfrm>
          <a:custGeom>
            <a:avLst/>
            <a:gdLst>
              <a:gd name="connsiteX0" fmla="*/ 182880 w 203200"/>
              <a:gd name="connsiteY0" fmla="*/ 91440 h 203200"/>
              <a:gd name="connsiteX1" fmla="*/ 193040 w 203200"/>
              <a:gd name="connsiteY1" fmla="*/ 101600 h 203200"/>
              <a:gd name="connsiteX2" fmla="*/ 203200 w 203200"/>
              <a:gd name="connsiteY2" fmla="*/ 91440 h 203200"/>
              <a:gd name="connsiteX3" fmla="*/ 203200 w 203200"/>
              <a:gd name="connsiteY3" fmla="*/ 20320 h 203200"/>
              <a:gd name="connsiteX4" fmla="*/ 182880 w 203200"/>
              <a:gd name="connsiteY4" fmla="*/ 0 h 203200"/>
              <a:gd name="connsiteX5" fmla="*/ 111761 w 203200"/>
              <a:gd name="connsiteY5" fmla="*/ 0 h 203200"/>
              <a:gd name="connsiteX6" fmla="*/ 101600 w 203200"/>
              <a:gd name="connsiteY6" fmla="*/ 10160 h 203200"/>
              <a:gd name="connsiteX7" fmla="*/ 111761 w 203200"/>
              <a:gd name="connsiteY7" fmla="*/ 20320 h 203200"/>
              <a:gd name="connsiteX8" fmla="*/ 182880 w 203200"/>
              <a:gd name="connsiteY8" fmla="*/ 20320 h 203200"/>
              <a:gd name="connsiteX9" fmla="*/ 182880 w 203200"/>
              <a:gd name="connsiteY9" fmla="*/ 91440 h 203200"/>
              <a:gd name="connsiteX10" fmla="*/ 20320 w 203200"/>
              <a:gd name="connsiteY10" fmla="*/ 111760 h 203200"/>
              <a:gd name="connsiteX11" fmla="*/ 10161 w 203200"/>
              <a:gd name="connsiteY11" fmla="*/ 101600 h 203200"/>
              <a:gd name="connsiteX12" fmla="*/ 0 w 203200"/>
              <a:gd name="connsiteY12" fmla="*/ 111760 h 203200"/>
              <a:gd name="connsiteX13" fmla="*/ 0 w 203200"/>
              <a:gd name="connsiteY13" fmla="*/ 182880 h 203200"/>
              <a:gd name="connsiteX14" fmla="*/ 20320 w 203200"/>
              <a:gd name="connsiteY14" fmla="*/ 203200 h 203200"/>
              <a:gd name="connsiteX15" fmla="*/ 91440 w 203200"/>
              <a:gd name="connsiteY15" fmla="*/ 203200 h 203200"/>
              <a:gd name="connsiteX16" fmla="*/ 101600 w 203200"/>
              <a:gd name="connsiteY16" fmla="*/ 193040 h 203200"/>
              <a:gd name="connsiteX17" fmla="*/ 91440 w 203200"/>
              <a:gd name="connsiteY17" fmla="*/ 182880 h 203200"/>
              <a:gd name="connsiteX18" fmla="*/ 20320 w 203200"/>
              <a:gd name="connsiteY18" fmla="*/ 182880 h 203200"/>
              <a:gd name="connsiteX19" fmla="*/ 20320 w 203200"/>
              <a:gd name="connsiteY19" fmla="*/ 11176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203200" h="203200">
                <a:moveTo>
                  <a:pt x="182880" y="91440"/>
                </a:moveTo>
                <a:cubicBezTo>
                  <a:pt x="182880" y="96520"/>
                  <a:pt x="187961" y="101600"/>
                  <a:pt x="193040" y="101600"/>
                </a:cubicBezTo>
                <a:cubicBezTo>
                  <a:pt x="198120" y="101600"/>
                  <a:pt x="203200" y="96520"/>
                  <a:pt x="203200" y="91440"/>
                </a:cubicBezTo>
                <a:lnTo>
                  <a:pt x="203200" y="20320"/>
                </a:lnTo>
                <a:cubicBezTo>
                  <a:pt x="203200" y="8890"/>
                  <a:pt x="194311" y="0"/>
                  <a:pt x="182880" y="0"/>
                </a:cubicBezTo>
                <a:lnTo>
                  <a:pt x="111761" y="0"/>
                </a:lnTo>
                <a:cubicBezTo>
                  <a:pt x="106680" y="0"/>
                  <a:pt x="101600" y="5080"/>
                  <a:pt x="101600" y="10160"/>
                </a:cubicBezTo>
                <a:cubicBezTo>
                  <a:pt x="101600" y="15240"/>
                  <a:pt x="106680" y="20320"/>
                  <a:pt x="111761" y="20320"/>
                </a:cubicBezTo>
                <a:lnTo>
                  <a:pt x="182880" y="20320"/>
                </a:lnTo>
                <a:lnTo>
                  <a:pt x="182880" y="91440"/>
                </a:lnTo>
                <a:close/>
                <a:moveTo>
                  <a:pt x="20320" y="111760"/>
                </a:moveTo>
                <a:cubicBezTo>
                  <a:pt x="20320" y="106680"/>
                  <a:pt x="15240" y="101600"/>
                  <a:pt x="10161" y="101600"/>
                </a:cubicBezTo>
                <a:cubicBezTo>
                  <a:pt x="5080" y="101600"/>
                  <a:pt x="0" y="106680"/>
                  <a:pt x="0" y="111760"/>
                </a:cubicBezTo>
                <a:lnTo>
                  <a:pt x="0" y="182880"/>
                </a:lnTo>
                <a:cubicBezTo>
                  <a:pt x="0" y="194310"/>
                  <a:pt x="8890" y="203200"/>
                  <a:pt x="20320" y="203200"/>
                </a:cubicBezTo>
                <a:lnTo>
                  <a:pt x="91440" y="203200"/>
                </a:lnTo>
                <a:cubicBezTo>
                  <a:pt x="96520" y="203200"/>
                  <a:pt x="101600" y="198120"/>
                  <a:pt x="101600" y="193040"/>
                </a:cubicBezTo>
                <a:cubicBezTo>
                  <a:pt x="101600" y="187960"/>
                  <a:pt x="96520" y="182880"/>
                  <a:pt x="91440" y="182880"/>
                </a:cubicBezTo>
                <a:lnTo>
                  <a:pt x="20320" y="182880"/>
                </a:lnTo>
                <a:lnTo>
                  <a:pt x="20320" y="1117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88" name="Полилиния: фигура 414">
            <a:extLst>
              <a:ext uri="{FF2B5EF4-FFF2-40B4-BE49-F238E27FC236}">
                <a16:creationId xmlns:a16="http://schemas.microsoft.com/office/drawing/2014/main" id="{02CDD2FA-5C71-777C-52F6-67E969D57726}"/>
              </a:ext>
            </a:extLst>
          </p:cNvPr>
          <p:cNvSpPr/>
          <p:nvPr/>
        </p:nvSpPr>
        <p:spPr>
          <a:xfrm>
            <a:off x="8934812" y="3545957"/>
            <a:ext cx="204469" cy="223520"/>
          </a:xfrm>
          <a:custGeom>
            <a:avLst/>
            <a:gdLst>
              <a:gd name="connsiteX0" fmla="*/ 82550 w 204469"/>
              <a:gd name="connsiteY0" fmla="*/ 0 h 223520"/>
              <a:gd name="connsiteX1" fmla="*/ 72390 w 204469"/>
              <a:gd name="connsiteY1" fmla="*/ 10160 h 223520"/>
              <a:gd name="connsiteX2" fmla="*/ 82550 w 204469"/>
              <a:gd name="connsiteY2" fmla="*/ 20320 h 223520"/>
              <a:gd name="connsiteX3" fmla="*/ 184150 w 204469"/>
              <a:gd name="connsiteY3" fmla="*/ 20320 h 223520"/>
              <a:gd name="connsiteX4" fmla="*/ 184150 w 204469"/>
              <a:gd name="connsiteY4" fmla="*/ 203200 h 223520"/>
              <a:gd name="connsiteX5" fmla="*/ 82550 w 204469"/>
              <a:gd name="connsiteY5" fmla="*/ 203200 h 223520"/>
              <a:gd name="connsiteX6" fmla="*/ 72390 w 204469"/>
              <a:gd name="connsiteY6" fmla="*/ 213360 h 223520"/>
              <a:gd name="connsiteX7" fmla="*/ 82550 w 204469"/>
              <a:gd name="connsiteY7" fmla="*/ 223520 h 223520"/>
              <a:gd name="connsiteX8" fmla="*/ 184150 w 204469"/>
              <a:gd name="connsiteY8" fmla="*/ 223520 h 223520"/>
              <a:gd name="connsiteX9" fmla="*/ 204470 w 204469"/>
              <a:gd name="connsiteY9" fmla="*/ 203200 h 223520"/>
              <a:gd name="connsiteX10" fmla="*/ 204470 w 204469"/>
              <a:gd name="connsiteY10" fmla="*/ 20320 h 223520"/>
              <a:gd name="connsiteX11" fmla="*/ 184150 w 204469"/>
              <a:gd name="connsiteY11" fmla="*/ 0 h 223520"/>
              <a:gd name="connsiteX12" fmla="*/ 82550 w 204469"/>
              <a:gd name="connsiteY12" fmla="*/ 0 h 223520"/>
              <a:gd name="connsiteX13" fmla="*/ 85090 w 204469"/>
              <a:gd name="connsiteY13" fmla="*/ 57150 h 223520"/>
              <a:gd name="connsiteX14" fmla="*/ 85090 w 204469"/>
              <a:gd name="connsiteY14" fmla="*/ 43180 h 223520"/>
              <a:gd name="connsiteX15" fmla="*/ 99060 w 204469"/>
              <a:gd name="connsiteY15" fmla="*/ 43180 h 223520"/>
              <a:gd name="connsiteX16" fmla="*/ 158750 w 204469"/>
              <a:gd name="connsiteY16" fmla="*/ 102870 h 223520"/>
              <a:gd name="connsiteX17" fmla="*/ 158750 w 204469"/>
              <a:gd name="connsiteY17" fmla="*/ 118110 h 223520"/>
              <a:gd name="connsiteX18" fmla="*/ 99060 w 204469"/>
              <a:gd name="connsiteY18" fmla="*/ 177800 h 223520"/>
              <a:gd name="connsiteX19" fmla="*/ 85090 w 204469"/>
              <a:gd name="connsiteY19" fmla="*/ 177800 h 223520"/>
              <a:gd name="connsiteX20" fmla="*/ 85090 w 204469"/>
              <a:gd name="connsiteY20" fmla="*/ 163830 h 223520"/>
              <a:gd name="connsiteX21" fmla="*/ 138430 w 204469"/>
              <a:gd name="connsiteY21" fmla="*/ 110490 h 223520"/>
              <a:gd name="connsiteX22" fmla="*/ 85090 w 204469"/>
              <a:gd name="connsiteY22" fmla="*/ 57150 h 223520"/>
              <a:gd name="connsiteX23" fmla="*/ 44450 w 204469"/>
              <a:gd name="connsiteY23" fmla="*/ 77470 h 223520"/>
              <a:gd name="connsiteX24" fmla="*/ 44450 w 204469"/>
              <a:gd name="connsiteY24" fmla="*/ 63500 h 223520"/>
              <a:gd name="connsiteX25" fmla="*/ 58420 w 204469"/>
              <a:gd name="connsiteY25" fmla="*/ 63500 h 223520"/>
              <a:gd name="connsiteX26" fmla="*/ 97790 w 204469"/>
              <a:gd name="connsiteY26" fmla="*/ 102870 h 223520"/>
              <a:gd name="connsiteX27" fmla="*/ 97790 w 204469"/>
              <a:gd name="connsiteY27" fmla="*/ 102870 h 223520"/>
              <a:gd name="connsiteX28" fmla="*/ 101600 w 204469"/>
              <a:gd name="connsiteY28" fmla="*/ 110490 h 223520"/>
              <a:gd name="connsiteX29" fmla="*/ 97790 w 204469"/>
              <a:gd name="connsiteY29" fmla="*/ 118110 h 223520"/>
              <a:gd name="connsiteX30" fmla="*/ 97790 w 204469"/>
              <a:gd name="connsiteY30" fmla="*/ 118110 h 223520"/>
              <a:gd name="connsiteX31" fmla="*/ 58420 w 204469"/>
              <a:gd name="connsiteY31" fmla="*/ 157480 h 223520"/>
              <a:gd name="connsiteX32" fmla="*/ 44450 w 204469"/>
              <a:gd name="connsiteY32" fmla="*/ 157480 h 223520"/>
              <a:gd name="connsiteX33" fmla="*/ 44450 w 204469"/>
              <a:gd name="connsiteY33" fmla="*/ 143510 h 223520"/>
              <a:gd name="connsiteX34" fmla="*/ 67310 w 204469"/>
              <a:gd name="connsiteY34" fmla="*/ 120650 h 223520"/>
              <a:gd name="connsiteX35" fmla="*/ 10160 w 204469"/>
              <a:gd name="connsiteY35" fmla="*/ 120650 h 223520"/>
              <a:gd name="connsiteX36" fmla="*/ 0 w 204469"/>
              <a:gd name="connsiteY36" fmla="*/ 110490 h 223520"/>
              <a:gd name="connsiteX37" fmla="*/ 10160 w 204469"/>
              <a:gd name="connsiteY37" fmla="*/ 100330 h 223520"/>
              <a:gd name="connsiteX38" fmla="*/ 67310 w 204469"/>
              <a:gd name="connsiteY38" fmla="*/ 100330 h 223520"/>
              <a:gd name="connsiteX39" fmla="*/ 44450 w 204469"/>
              <a:gd name="connsiteY39" fmla="*/ 7747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04469" h="223520">
                <a:moveTo>
                  <a:pt x="82550" y="0"/>
                </a:moveTo>
                <a:cubicBezTo>
                  <a:pt x="77470" y="0"/>
                  <a:pt x="72390" y="5080"/>
                  <a:pt x="72390" y="10160"/>
                </a:cubicBezTo>
                <a:cubicBezTo>
                  <a:pt x="72390" y="15240"/>
                  <a:pt x="77470" y="20320"/>
                  <a:pt x="82550" y="20320"/>
                </a:cubicBezTo>
                <a:lnTo>
                  <a:pt x="184150" y="20320"/>
                </a:lnTo>
                <a:lnTo>
                  <a:pt x="184150" y="203200"/>
                </a:lnTo>
                <a:lnTo>
                  <a:pt x="82550" y="203200"/>
                </a:lnTo>
                <a:cubicBezTo>
                  <a:pt x="77470" y="203200"/>
                  <a:pt x="72390" y="208280"/>
                  <a:pt x="72390" y="213360"/>
                </a:cubicBezTo>
                <a:cubicBezTo>
                  <a:pt x="72390" y="218440"/>
                  <a:pt x="77470" y="223520"/>
                  <a:pt x="82550" y="223520"/>
                </a:cubicBezTo>
                <a:lnTo>
                  <a:pt x="184150" y="223520"/>
                </a:lnTo>
                <a:cubicBezTo>
                  <a:pt x="195580" y="223520"/>
                  <a:pt x="204470" y="214630"/>
                  <a:pt x="204470" y="203200"/>
                </a:cubicBezTo>
                <a:lnTo>
                  <a:pt x="204470" y="20320"/>
                </a:lnTo>
                <a:cubicBezTo>
                  <a:pt x="204470" y="8890"/>
                  <a:pt x="195580" y="0"/>
                  <a:pt x="184150" y="0"/>
                </a:cubicBezTo>
                <a:lnTo>
                  <a:pt x="82550" y="0"/>
                </a:lnTo>
                <a:close/>
                <a:moveTo>
                  <a:pt x="85090" y="57150"/>
                </a:moveTo>
                <a:cubicBezTo>
                  <a:pt x="81280" y="53340"/>
                  <a:pt x="81280" y="46990"/>
                  <a:pt x="85090" y="43180"/>
                </a:cubicBezTo>
                <a:cubicBezTo>
                  <a:pt x="88900" y="39370"/>
                  <a:pt x="95250" y="39370"/>
                  <a:pt x="99060" y="43180"/>
                </a:cubicBezTo>
                <a:lnTo>
                  <a:pt x="158750" y="102870"/>
                </a:lnTo>
                <a:cubicBezTo>
                  <a:pt x="162560" y="106680"/>
                  <a:pt x="162560" y="114300"/>
                  <a:pt x="158750" y="118110"/>
                </a:cubicBezTo>
                <a:lnTo>
                  <a:pt x="99060" y="177800"/>
                </a:lnTo>
                <a:cubicBezTo>
                  <a:pt x="95250" y="181610"/>
                  <a:pt x="88900" y="181610"/>
                  <a:pt x="85090" y="177800"/>
                </a:cubicBezTo>
                <a:cubicBezTo>
                  <a:pt x="81280" y="173990"/>
                  <a:pt x="81280" y="167640"/>
                  <a:pt x="85090" y="163830"/>
                </a:cubicBezTo>
                <a:lnTo>
                  <a:pt x="138430" y="110490"/>
                </a:lnTo>
                <a:lnTo>
                  <a:pt x="85090" y="57150"/>
                </a:lnTo>
                <a:close/>
                <a:moveTo>
                  <a:pt x="44450" y="77470"/>
                </a:moveTo>
                <a:cubicBezTo>
                  <a:pt x="40640" y="73660"/>
                  <a:pt x="40640" y="67310"/>
                  <a:pt x="44450" y="63500"/>
                </a:cubicBezTo>
                <a:cubicBezTo>
                  <a:pt x="48260" y="59690"/>
                  <a:pt x="54610" y="59690"/>
                  <a:pt x="58420" y="63500"/>
                </a:cubicBezTo>
                <a:lnTo>
                  <a:pt x="97790" y="102870"/>
                </a:lnTo>
                <a:cubicBezTo>
                  <a:pt x="97790" y="102870"/>
                  <a:pt x="97790" y="102870"/>
                  <a:pt x="97790" y="102870"/>
                </a:cubicBezTo>
                <a:cubicBezTo>
                  <a:pt x="100330" y="104140"/>
                  <a:pt x="101600" y="107950"/>
                  <a:pt x="101600" y="110490"/>
                </a:cubicBezTo>
                <a:cubicBezTo>
                  <a:pt x="101600" y="113030"/>
                  <a:pt x="100330" y="115570"/>
                  <a:pt x="97790" y="118110"/>
                </a:cubicBezTo>
                <a:cubicBezTo>
                  <a:pt x="97790" y="118110"/>
                  <a:pt x="97790" y="118110"/>
                  <a:pt x="97790" y="118110"/>
                </a:cubicBezTo>
                <a:lnTo>
                  <a:pt x="58420" y="157480"/>
                </a:lnTo>
                <a:cubicBezTo>
                  <a:pt x="54610" y="161290"/>
                  <a:pt x="48260" y="161290"/>
                  <a:pt x="44450" y="157480"/>
                </a:cubicBezTo>
                <a:cubicBezTo>
                  <a:pt x="40640" y="153670"/>
                  <a:pt x="40640" y="147320"/>
                  <a:pt x="44450" y="143510"/>
                </a:cubicBezTo>
                <a:lnTo>
                  <a:pt x="67310" y="120650"/>
                </a:lnTo>
                <a:lnTo>
                  <a:pt x="10160" y="120650"/>
                </a:lnTo>
                <a:cubicBezTo>
                  <a:pt x="5080" y="120650"/>
                  <a:pt x="0" y="115570"/>
                  <a:pt x="0" y="110490"/>
                </a:cubicBezTo>
                <a:cubicBezTo>
                  <a:pt x="0" y="105410"/>
                  <a:pt x="5080" y="100330"/>
                  <a:pt x="10160" y="100330"/>
                </a:cubicBezTo>
                <a:lnTo>
                  <a:pt x="67310" y="100330"/>
                </a:lnTo>
                <a:lnTo>
                  <a:pt x="44450" y="7747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89" name="Полилиния: фигура 418">
            <a:extLst>
              <a:ext uri="{FF2B5EF4-FFF2-40B4-BE49-F238E27FC236}">
                <a16:creationId xmlns:a16="http://schemas.microsoft.com/office/drawing/2014/main" id="{6B596267-50BD-C86E-8FC4-365F5A0FDEB2}"/>
              </a:ext>
            </a:extLst>
          </p:cNvPr>
          <p:cNvSpPr/>
          <p:nvPr/>
        </p:nvSpPr>
        <p:spPr>
          <a:xfrm>
            <a:off x="4452982" y="4891326"/>
            <a:ext cx="223520" cy="304800"/>
          </a:xfrm>
          <a:custGeom>
            <a:avLst/>
            <a:gdLst>
              <a:gd name="connsiteX0" fmla="*/ 111760 w 223520"/>
              <a:gd name="connsiteY0" fmla="*/ 0 h 304800"/>
              <a:gd name="connsiteX1" fmla="*/ 121920 w 223520"/>
              <a:gd name="connsiteY1" fmla="*/ 10160 h 304800"/>
              <a:gd name="connsiteX2" fmla="*/ 121920 w 223520"/>
              <a:gd name="connsiteY2" fmla="*/ 40640 h 304800"/>
              <a:gd name="connsiteX3" fmla="*/ 111760 w 223520"/>
              <a:gd name="connsiteY3" fmla="*/ 50800 h 304800"/>
              <a:gd name="connsiteX4" fmla="*/ 101600 w 223520"/>
              <a:gd name="connsiteY4" fmla="*/ 40640 h 304800"/>
              <a:gd name="connsiteX5" fmla="*/ 101600 w 223520"/>
              <a:gd name="connsiteY5" fmla="*/ 10160 h 304800"/>
              <a:gd name="connsiteX6" fmla="*/ 111760 w 223520"/>
              <a:gd name="connsiteY6" fmla="*/ 0 h 304800"/>
              <a:gd name="connsiteX7" fmla="*/ 71120 w 223520"/>
              <a:gd name="connsiteY7" fmla="*/ 20320 h 304800"/>
              <a:gd name="connsiteX8" fmla="*/ 60960 w 223520"/>
              <a:gd name="connsiteY8" fmla="*/ 10160 h 304800"/>
              <a:gd name="connsiteX9" fmla="*/ 50800 w 223520"/>
              <a:gd name="connsiteY9" fmla="*/ 20320 h 304800"/>
              <a:gd name="connsiteX10" fmla="*/ 50800 w 223520"/>
              <a:gd name="connsiteY10" fmla="*/ 50800 h 304800"/>
              <a:gd name="connsiteX11" fmla="*/ 60960 w 223520"/>
              <a:gd name="connsiteY11" fmla="*/ 60960 h 304800"/>
              <a:gd name="connsiteX12" fmla="*/ 71120 w 223520"/>
              <a:gd name="connsiteY12" fmla="*/ 50800 h 304800"/>
              <a:gd name="connsiteX13" fmla="*/ 71120 w 223520"/>
              <a:gd name="connsiteY13" fmla="*/ 20320 h 304800"/>
              <a:gd name="connsiteX14" fmla="*/ 20320 w 223520"/>
              <a:gd name="connsiteY14" fmla="*/ 191770 h 304800"/>
              <a:gd name="connsiteX15" fmla="*/ 111760 w 223520"/>
              <a:gd name="connsiteY15" fmla="*/ 100330 h 304800"/>
              <a:gd name="connsiteX16" fmla="*/ 203200 w 223520"/>
              <a:gd name="connsiteY16" fmla="*/ 191770 h 304800"/>
              <a:gd name="connsiteX17" fmla="*/ 111760 w 223520"/>
              <a:gd name="connsiteY17" fmla="*/ 283210 h 304800"/>
              <a:gd name="connsiteX18" fmla="*/ 20320 w 223520"/>
              <a:gd name="connsiteY18" fmla="*/ 191770 h 304800"/>
              <a:gd name="connsiteX19" fmla="*/ 111760 w 223520"/>
              <a:gd name="connsiteY19" fmla="*/ 81280 h 304800"/>
              <a:gd name="connsiteX20" fmla="*/ 0 w 223520"/>
              <a:gd name="connsiteY20" fmla="*/ 193040 h 304800"/>
              <a:gd name="connsiteX21" fmla="*/ 111760 w 223520"/>
              <a:gd name="connsiteY21" fmla="*/ 304800 h 304800"/>
              <a:gd name="connsiteX22" fmla="*/ 223520 w 223520"/>
              <a:gd name="connsiteY22" fmla="*/ 193040 h 304800"/>
              <a:gd name="connsiteX23" fmla="*/ 111760 w 223520"/>
              <a:gd name="connsiteY23" fmla="*/ 81280 h 304800"/>
              <a:gd name="connsiteX24" fmla="*/ 172720 w 223520"/>
              <a:gd name="connsiteY24" fmla="*/ 20320 h 304800"/>
              <a:gd name="connsiteX25" fmla="*/ 162560 w 223520"/>
              <a:gd name="connsiteY25" fmla="*/ 10160 h 304800"/>
              <a:gd name="connsiteX26" fmla="*/ 152400 w 223520"/>
              <a:gd name="connsiteY26" fmla="*/ 20320 h 304800"/>
              <a:gd name="connsiteX27" fmla="*/ 152400 w 223520"/>
              <a:gd name="connsiteY27" fmla="*/ 50800 h 304800"/>
              <a:gd name="connsiteX28" fmla="*/ 162560 w 223520"/>
              <a:gd name="connsiteY28" fmla="*/ 60960 h 304800"/>
              <a:gd name="connsiteX29" fmla="*/ 172720 w 223520"/>
              <a:gd name="connsiteY29" fmla="*/ 50800 h 304800"/>
              <a:gd name="connsiteX30" fmla="*/ 172720 w 223520"/>
              <a:gd name="connsiteY30" fmla="*/ 20320 h 304800"/>
              <a:gd name="connsiteX31" fmla="*/ 96520 w 223520"/>
              <a:gd name="connsiteY31" fmla="*/ 152400 h 304800"/>
              <a:gd name="connsiteX32" fmla="*/ 96520 w 223520"/>
              <a:gd name="connsiteY32" fmla="*/ 187960 h 304800"/>
              <a:gd name="connsiteX33" fmla="*/ 119380 w 223520"/>
              <a:gd name="connsiteY33" fmla="*/ 187960 h 304800"/>
              <a:gd name="connsiteX34" fmla="*/ 137160 w 223520"/>
              <a:gd name="connsiteY34" fmla="*/ 170180 h 304800"/>
              <a:gd name="connsiteX35" fmla="*/ 119380 w 223520"/>
              <a:gd name="connsiteY35" fmla="*/ 152400 h 304800"/>
              <a:gd name="connsiteX36" fmla="*/ 96520 w 223520"/>
              <a:gd name="connsiteY36" fmla="*/ 152400 h 304800"/>
              <a:gd name="connsiteX37" fmla="*/ 157480 w 223520"/>
              <a:gd name="connsiteY37" fmla="*/ 170180 h 304800"/>
              <a:gd name="connsiteX38" fmla="*/ 119380 w 223520"/>
              <a:gd name="connsiteY38" fmla="*/ 208280 h 304800"/>
              <a:gd name="connsiteX39" fmla="*/ 96520 w 223520"/>
              <a:gd name="connsiteY39" fmla="*/ 208280 h 304800"/>
              <a:gd name="connsiteX40" fmla="*/ 96520 w 223520"/>
              <a:gd name="connsiteY40" fmla="*/ 218440 h 304800"/>
              <a:gd name="connsiteX41" fmla="*/ 116840 w 223520"/>
              <a:gd name="connsiteY41" fmla="*/ 218440 h 304800"/>
              <a:gd name="connsiteX42" fmla="*/ 127000 w 223520"/>
              <a:gd name="connsiteY42" fmla="*/ 228600 h 304800"/>
              <a:gd name="connsiteX43" fmla="*/ 116840 w 223520"/>
              <a:gd name="connsiteY43" fmla="*/ 238760 h 304800"/>
              <a:gd name="connsiteX44" fmla="*/ 96520 w 223520"/>
              <a:gd name="connsiteY44" fmla="*/ 238760 h 304800"/>
              <a:gd name="connsiteX45" fmla="*/ 96520 w 223520"/>
              <a:gd name="connsiteY45" fmla="*/ 243840 h 304800"/>
              <a:gd name="connsiteX46" fmla="*/ 86360 w 223520"/>
              <a:gd name="connsiteY46" fmla="*/ 254000 h 304800"/>
              <a:gd name="connsiteX47" fmla="*/ 76200 w 223520"/>
              <a:gd name="connsiteY47" fmla="*/ 243840 h 304800"/>
              <a:gd name="connsiteX48" fmla="*/ 76200 w 223520"/>
              <a:gd name="connsiteY48" fmla="*/ 238760 h 304800"/>
              <a:gd name="connsiteX49" fmla="*/ 71120 w 223520"/>
              <a:gd name="connsiteY49" fmla="*/ 238760 h 304800"/>
              <a:gd name="connsiteX50" fmla="*/ 60960 w 223520"/>
              <a:gd name="connsiteY50" fmla="*/ 228600 h 304800"/>
              <a:gd name="connsiteX51" fmla="*/ 71120 w 223520"/>
              <a:gd name="connsiteY51" fmla="*/ 218440 h 304800"/>
              <a:gd name="connsiteX52" fmla="*/ 76200 w 223520"/>
              <a:gd name="connsiteY52" fmla="*/ 218440 h 304800"/>
              <a:gd name="connsiteX53" fmla="*/ 76200 w 223520"/>
              <a:gd name="connsiteY53" fmla="*/ 208280 h 304800"/>
              <a:gd name="connsiteX54" fmla="*/ 71120 w 223520"/>
              <a:gd name="connsiteY54" fmla="*/ 208280 h 304800"/>
              <a:gd name="connsiteX55" fmla="*/ 60960 w 223520"/>
              <a:gd name="connsiteY55" fmla="*/ 198120 h 304800"/>
              <a:gd name="connsiteX56" fmla="*/ 71120 w 223520"/>
              <a:gd name="connsiteY56" fmla="*/ 187960 h 304800"/>
              <a:gd name="connsiteX57" fmla="*/ 76200 w 223520"/>
              <a:gd name="connsiteY57" fmla="*/ 187960 h 304800"/>
              <a:gd name="connsiteX58" fmla="*/ 76200 w 223520"/>
              <a:gd name="connsiteY58" fmla="*/ 143510 h 304800"/>
              <a:gd name="connsiteX59" fmla="*/ 87630 w 223520"/>
              <a:gd name="connsiteY59" fmla="*/ 132080 h 304800"/>
              <a:gd name="connsiteX60" fmla="*/ 119380 w 223520"/>
              <a:gd name="connsiteY60" fmla="*/ 132080 h 304800"/>
              <a:gd name="connsiteX61" fmla="*/ 157480 w 223520"/>
              <a:gd name="connsiteY61" fmla="*/ 170180 h 304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</a:cxnLst>
            <a:rect l="l" t="t" r="r" b="b"/>
            <a:pathLst>
              <a:path w="223520" h="304800">
                <a:moveTo>
                  <a:pt x="111760" y="0"/>
                </a:moveTo>
                <a:cubicBezTo>
                  <a:pt x="116840" y="0"/>
                  <a:pt x="121920" y="5080"/>
                  <a:pt x="121920" y="10160"/>
                </a:cubicBezTo>
                <a:lnTo>
                  <a:pt x="121920" y="40640"/>
                </a:lnTo>
                <a:cubicBezTo>
                  <a:pt x="121920" y="45720"/>
                  <a:pt x="116840" y="50800"/>
                  <a:pt x="111760" y="50800"/>
                </a:cubicBezTo>
                <a:cubicBezTo>
                  <a:pt x="106680" y="50800"/>
                  <a:pt x="101600" y="45720"/>
                  <a:pt x="101600" y="40640"/>
                </a:cubicBezTo>
                <a:lnTo>
                  <a:pt x="101600" y="10160"/>
                </a:lnTo>
                <a:cubicBezTo>
                  <a:pt x="101600" y="3810"/>
                  <a:pt x="106680" y="0"/>
                  <a:pt x="111760" y="0"/>
                </a:cubicBezTo>
                <a:close/>
                <a:moveTo>
                  <a:pt x="71120" y="20320"/>
                </a:moveTo>
                <a:cubicBezTo>
                  <a:pt x="71120" y="15240"/>
                  <a:pt x="66040" y="10160"/>
                  <a:pt x="60960" y="10160"/>
                </a:cubicBezTo>
                <a:cubicBezTo>
                  <a:pt x="55880" y="10160"/>
                  <a:pt x="50800" y="15240"/>
                  <a:pt x="50800" y="20320"/>
                </a:cubicBezTo>
                <a:lnTo>
                  <a:pt x="50800" y="50800"/>
                </a:lnTo>
                <a:cubicBezTo>
                  <a:pt x="50800" y="55880"/>
                  <a:pt x="55880" y="60960"/>
                  <a:pt x="60960" y="60960"/>
                </a:cubicBezTo>
                <a:cubicBezTo>
                  <a:pt x="66040" y="60960"/>
                  <a:pt x="71120" y="55880"/>
                  <a:pt x="71120" y="50800"/>
                </a:cubicBezTo>
                <a:lnTo>
                  <a:pt x="71120" y="20320"/>
                </a:lnTo>
                <a:close/>
                <a:moveTo>
                  <a:pt x="20320" y="191770"/>
                </a:moveTo>
                <a:cubicBezTo>
                  <a:pt x="20320" y="140970"/>
                  <a:pt x="60960" y="100330"/>
                  <a:pt x="111760" y="100330"/>
                </a:cubicBezTo>
                <a:cubicBezTo>
                  <a:pt x="162560" y="100330"/>
                  <a:pt x="203200" y="140970"/>
                  <a:pt x="203200" y="191770"/>
                </a:cubicBezTo>
                <a:cubicBezTo>
                  <a:pt x="203200" y="242570"/>
                  <a:pt x="162560" y="283210"/>
                  <a:pt x="111760" y="283210"/>
                </a:cubicBezTo>
                <a:cubicBezTo>
                  <a:pt x="60960" y="283210"/>
                  <a:pt x="20320" y="242570"/>
                  <a:pt x="20320" y="191770"/>
                </a:cubicBezTo>
                <a:close/>
                <a:moveTo>
                  <a:pt x="111760" y="81280"/>
                </a:moveTo>
                <a:cubicBezTo>
                  <a:pt x="49530" y="81280"/>
                  <a:pt x="0" y="130810"/>
                  <a:pt x="0" y="193040"/>
                </a:cubicBezTo>
                <a:cubicBezTo>
                  <a:pt x="0" y="255270"/>
                  <a:pt x="49530" y="304800"/>
                  <a:pt x="111760" y="304800"/>
                </a:cubicBezTo>
                <a:cubicBezTo>
                  <a:pt x="173990" y="304800"/>
                  <a:pt x="223520" y="255270"/>
                  <a:pt x="223520" y="193040"/>
                </a:cubicBezTo>
                <a:cubicBezTo>
                  <a:pt x="223520" y="130810"/>
                  <a:pt x="173990" y="81280"/>
                  <a:pt x="111760" y="81280"/>
                </a:cubicBezTo>
                <a:close/>
                <a:moveTo>
                  <a:pt x="172720" y="20320"/>
                </a:moveTo>
                <a:cubicBezTo>
                  <a:pt x="172720" y="15240"/>
                  <a:pt x="167640" y="10160"/>
                  <a:pt x="162560" y="10160"/>
                </a:cubicBezTo>
                <a:cubicBezTo>
                  <a:pt x="157480" y="10160"/>
                  <a:pt x="152400" y="15240"/>
                  <a:pt x="152400" y="20320"/>
                </a:cubicBezTo>
                <a:lnTo>
                  <a:pt x="152400" y="50800"/>
                </a:lnTo>
                <a:cubicBezTo>
                  <a:pt x="152400" y="55880"/>
                  <a:pt x="157480" y="60960"/>
                  <a:pt x="162560" y="60960"/>
                </a:cubicBezTo>
                <a:cubicBezTo>
                  <a:pt x="167640" y="60960"/>
                  <a:pt x="172720" y="55880"/>
                  <a:pt x="172720" y="50800"/>
                </a:cubicBezTo>
                <a:lnTo>
                  <a:pt x="172720" y="20320"/>
                </a:lnTo>
                <a:close/>
                <a:moveTo>
                  <a:pt x="96520" y="152400"/>
                </a:moveTo>
                <a:lnTo>
                  <a:pt x="96520" y="187960"/>
                </a:lnTo>
                <a:lnTo>
                  <a:pt x="119380" y="187960"/>
                </a:lnTo>
                <a:cubicBezTo>
                  <a:pt x="129540" y="187960"/>
                  <a:pt x="137160" y="180340"/>
                  <a:pt x="137160" y="170180"/>
                </a:cubicBezTo>
                <a:cubicBezTo>
                  <a:pt x="137160" y="160020"/>
                  <a:pt x="129540" y="152400"/>
                  <a:pt x="119380" y="152400"/>
                </a:cubicBezTo>
                <a:lnTo>
                  <a:pt x="96520" y="152400"/>
                </a:lnTo>
                <a:close/>
                <a:moveTo>
                  <a:pt x="157480" y="170180"/>
                </a:moveTo>
                <a:cubicBezTo>
                  <a:pt x="157480" y="191770"/>
                  <a:pt x="140970" y="208280"/>
                  <a:pt x="119380" y="208280"/>
                </a:cubicBezTo>
                <a:lnTo>
                  <a:pt x="96520" y="208280"/>
                </a:lnTo>
                <a:lnTo>
                  <a:pt x="96520" y="218440"/>
                </a:lnTo>
                <a:lnTo>
                  <a:pt x="116840" y="218440"/>
                </a:lnTo>
                <a:cubicBezTo>
                  <a:pt x="121920" y="218440"/>
                  <a:pt x="127000" y="223520"/>
                  <a:pt x="127000" y="228600"/>
                </a:cubicBezTo>
                <a:cubicBezTo>
                  <a:pt x="127000" y="233680"/>
                  <a:pt x="121920" y="238760"/>
                  <a:pt x="116840" y="238760"/>
                </a:cubicBezTo>
                <a:lnTo>
                  <a:pt x="96520" y="238760"/>
                </a:lnTo>
                <a:lnTo>
                  <a:pt x="96520" y="243840"/>
                </a:lnTo>
                <a:cubicBezTo>
                  <a:pt x="96520" y="248920"/>
                  <a:pt x="91440" y="254000"/>
                  <a:pt x="86360" y="254000"/>
                </a:cubicBezTo>
                <a:cubicBezTo>
                  <a:pt x="81280" y="254000"/>
                  <a:pt x="76200" y="248920"/>
                  <a:pt x="76200" y="243840"/>
                </a:cubicBezTo>
                <a:lnTo>
                  <a:pt x="76200" y="238760"/>
                </a:lnTo>
                <a:lnTo>
                  <a:pt x="71120" y="238760"/>
                </a:lnTo>
                <a:cubicBezTo>
                  <a:pt x="66040" y="238760"/>
                  <a:pt x="60960" y="233680"/>
                  <a:pt x="60960" y="228600"/>
                </a:cubicBezTo>
                <a:cubicBezTo>
                  <a:pt x="60960" y="223520"/>
                  <a:pt x="66040" y="218440"/>
                  <a:pt x="71120" y="218440"/>
                </a:cubicBezTo>
                <a:lnTo>
                  <a:pt x="76200" y="218440"/>
                </a:lnTo>
                <a:lnTo>
                  <a:pt x="76200" y="208280"/>
                </a:lnTo>
                <a:lnTo>
                  <a:pt x="71120" y="208280"/>
                </a:lnTo>
                <a:cubicBezTo>
                  <a:pt x="66040" y="208280"/>
                  <a:pt x="60960" y="203200"/>
                  <a:pt x="60960" y="198120"/>
                </a:cubicBezTo>
                <a:cubicBezTo>
                  <a:pt x="60960" y="193040"/>
                  <a:pt x="66040" y="187960"/>
                  <a:pt x="71120" y="187960"/>
                </a:cubicBezTo>
                <a:lnTo>
                  <a:pt x="76200" y="187960"/>
                </a:lnTo>
                <a:lnTo>
                  <a:pt x="76200" y="143510"/>
                </a:lnTo>
                <a:cubicBezTo>
                  <a:pt x="76200" y="137160"/>
                  <a:pt x="81280" y="132080"/>
                  <a:pt x="87630" y="132080"/>
                </a:cubicBezTo>
                <a:lnTo>
                  <a:pt x="119380" y="132080"/>
                </a:lnTo>
                <a:cubicBezTo>
                  <a:pt x="140970" y="132080"/>
                  <a:pt x="157480" y="148590"/>
                  <a:pt x="157480" y="1701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90" name="Полилиния: фигура 419">
            <a:extLst>
              <a:ext uri="{FF2B5EF4-FFF2-40B4-BE49-F238E27FC236}">
                <a16:creationId xmlns:a16="http://schemas.microsoft.com/office/drawing/2014/main" id="{753E856F-C188-ACBE-E7E1-D30A56B798E4}"/>
              </a:ext>
            </a:extLst>
          </p:cNvPr>
          <p:cNvSpPr/>
          <p:nvPr/>
        </p:nvSpPr>
        <p:spPr>
          <a:xfrm>
            <a:off x="5001621" y="4921806"/>
            <a:ext cx="243840" cy="243839"/>
          </a:xfrm>
          <a:custGeom>
            <a:avLst/>
            <a:gdLst>
              <a:gd name="connsiteX0" fmla="*/ 30480 w 243840"/>
              <a:gd name="connsiteY0" fmla="*/ 0 h 243839"/>
              <a:gd name="connsiteX1" fmla="*/ 0 w 243840"/>
              <a:gd name="connsiteY1" fmla="*/ 30480 h 243839"/>
              <a:gd name="connsiteX2" fmla="*/ 0 w 243840"/>
              <a:gd name="connsiteY2" fmla="*/ 213360 h 243839"/>
              <a:gd name="connsiteX3" fmla="*/ 30480 w 243840"/>
              <a:gd name="connsiteY3" fmla="*/ 243840 h 243839"/>
              <a:gd name="connsiteX4" fmla="*/ 213360 w 243840"/>
              <a:gd name="connsiteY4" fmla="*/ 243840 h 243839"/>
              <a:gd name="connsiteX5" fmla="*/ 243840 w 243840"/>
              <a:gd name="connsiteY5" fmla="*/ 213360 h 243839"/>
              <a:gd name="connsiteX6" fmla="*/ 243840 w 243840"/>
              <a:gd name="connsiteY6" fmla="*/ 30480 h 243839"/>
              <a:gd name="connsiteX7" fmla="*/ 213360 w 243840"/>
              <a:gd name="connsiteY7" fmla="*/ 0 h 243839"/>
              <a:gd name="connsiteX8" fmla="*/ 30480 w 243840"/>
              <a:gd name="connsiteY8" fmla="*/ 0 h 243839"/>
              <a:gd name="connsiteX9" fmla="*/ 20320 w 243840"/>
              <a:gd name="connsiteY9" fmla="*/ 30480 h 243839"/>
              <a:gd name="connsiteX10" fmla="*/ 30480 w 243840"/>
              <a:gd name="connsiteY10" fmla="*/ 20320 h 243839"/>
              <a:gd name="connsiteX11" fmla="*/ 213360 w 243840"/>
              <a:gd name="connsiteY11" fmla="*/ 20320 h 243839"/>
              <a:gd name="connsiteX12" fmla="*/ 223520 w 243840"/>
              <a:gd name="connsiteY12" fmla="*/ 30480 h 243839"/>
              <a:gd name="connsiteX13" fmla="*/ 223520 w 243840"/>
              <a:gd name="connsiteY13" fmla="*/ 213360 h 243839"/>
              <a:gd name="connsiteX14" fmla="*/ 213360 w 243840"/>
              <a:gd name="connsiteY14" fmla="*/ 223520 h 243839"/>
              <a:gd name="connsiteX15" fmla="*/ 30480 w 243840"/>
              <a:gd name="connsiteY15" fmla="*/ 223520 h 243839"/>
              <a:gd name="connsiteX16" fmla="*/ 20320 w 243840"/>
              <a:gd name="connsiteY16" fmla="*/ 213360 h 243839"/>
              <a:gd name="connsiteX17" fmla="*/ 20320 w 243840"/>
              <a:gd name="connsiteY17" fmla="*/ 30480 h 243839"/>
              <a:gd name="connsiteX18" fmla="*/ 111760 w 243840"/>
              <a:gd name="connsiteY18" fmla="*/ 76200 h 243839"/>
              <a:gd name="connsiteX19" fmla="*/ 111760 w 243840"/>
              <a:gd name="connsiteY19" fmla="*/ 116840 h 243839"/>
              <a:gd name="connsiteX20" fmla="*/ 137160 w 243840"/>
              <a:gd name="connsiteY20" fmla="*/ 116840 h 243839"/>
              <a:gd name="connsiteX21" fmla="*/ 157480 w 243840"/>
              <a:gd name="connsiteY21" fmla="*/ 96520 h 243839"/>
              <a:gd name="connsiteX22" fmla="*/ 137160 w 243840"/>
              <a:gd name="connsiteY22" fmla="*/ 76200 h 243839"/>
              <a:gd name="connsiteX23" fmla="*/ 111760 w 243840"/>
              <a:gd name="connsiteY23" fmla="*/ 76200 h 243839"/>
              <a:gd name="connsiteX24" fmla="*/ 177800 w 243840"/>
              <a:gd name="connsiteY24" fmla="*/ 96520 h 243839"/>
              <a:gd name="connsiteX25" fmla="*/ 137160 w 243840"/>
              <a:gd name="connsiteY25" fmla="*/ 137160 h 243839"/>
              <a:gd name="connsiteX26" fmla="*/ 111760 w 243840"/>
              <a:gd name="connsiteY26" fmla="*/ 137160 h 243839"/>
              <a:gd name="connsiteX27" fmla="*/ 111760 w 243840"/>
              <a:gd name="connsiteY27" fmla="*/ 147320 h 243839"/>
              <a:gd name="connsiteX28" fmla="*/ 132080 w 243840"/>
              <a:gd name="connsiteY28" fmla="*/ 147320 h 243839"/>
              <a:gd name="connsiteX29" fmla="*/ 142240 w 243840"/>
              <a:gd name="connsiteY29" fmla="*/ 157480 h 243839"/>
              <a:gd name="connsiteX30" fmla="*/ 132080 w 243840"/>
              <a:gd name="connsiteY30" fmla="*/ 167640 h 243839"/>
              <a:gd name="connsiteX31" fmla="*/ 111760 w 243840"/>
              <a:gd name="connsiteY31" fmla="*/ 167640 h 243839"/>
              <a:gd name="connsiteX32" fmla="*/ 111760 w 243840"/>
              <a:gd name="connsiteY32" fmla="*/ 177800 h 243839"/>
              <a:gd name="connsiteX33" fmla="*/ 101600 w 243840"/>
              <a:gd name="connsiteY33" fmla="*/ 187960 h 243839"/>
              <a:gd name="connsiteX34" fmla="*/ 91440 w 243840"/>
              <a:gd name="connsiteY34" fmla="*/ 177800 h 243839"/>
              <a:gd name="connsiteX35" fmla="*/ 91440 w 243840"/>
              <a:gd name="connsiteY35" fmla="*/ 167640 h 243839"/>
              <a:gd name="connsiteX36" fmla="*/ 81280 w 243840"/>
              <a:gd name="connsiteY36" fmla="*/ 167640 h 243839"/>
              <a:gd name="connsiteX37" fmla="*/ 71120 w 243840"/>
              <a:gd name="connsiteY37" fmla="*/ 157480 h 243839"/>
              <a:gd name="connsiteX38" fmla="*/ 81280 w 243840"/>
              <a:gd name="connsiteY38" fmla="*/ 147320 h 243839"/>
              <a:gd name="connsiteX39" fmla="*/ 91440 w 243840"/>
              <a:gd name="connsiteY39" fmla="*/ 147320 h 243839"/>
              <a:gd name="connsiteX40" fmla="*/ 91440 w 243840"/>
              <a:gd name="connsiteY40" fmla="*/ 137160 h 243839"/>
              <a:gd name="connsiteX41" fmla="*/ 81280 w 243840"/>
              <a:gd name="connsiteY41" fmla="*/ 137160 h 243839"/>
              <a:gd name="connsiteX42" fmla="*/ 71120 w 243840"/>
              <a:gd name="connsiteY42" fmla="*/ 127000 h 243839"/>
              <a:gd name="connsiteX43" fmla="*/ 81280 w 243840"/>
              <a:gd name="connsiteY43" fmla="*/ 116840 h 243839"/>
              <a:gd name="connsiteX44" fmla="*/ 91440 w 243840"/>
              <a:gd name="connsiteY44" fmla="*/ 116840 h 243839"/>
              <a:gd name="connsiteX45" fmla="*/ 91440 w 243840"/>
              <a:gd name="connsiteY45" fmla="*/ 67310 h 243839"/>
              <a:gd name="connsiteX46" fmla="*/ 102870 w 243840"/>
              <a:gd name="connsiteY46" fmla="*/ 55880 h 243839"/>
              <a:gd name="connsiteX47" fmla="*/ 137160 w 243840"/>
              <a:gd name="connsiteY47" fmla="*/ 55880 h 243839"/>
              <a:gd name="connsiteX48" fmla="*/ 177800 w 243840"/>
              <a:gd name="connsiteY48" fmla="*/ 9652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43840" h="24383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13360"/>
                </a:lnTo>
                <a:cubicBezTo>
                  <a:pt x="0" y="229870"/>
                  <a:pt x="13970" y="243840"/>
                  <a:pt x="30480" y="243840"/>
                </a:cubicBezTo>
                <a:lnTo>
                  <a:pt x="213360" y="243840"/>
                </a:lnTo>
                <a:cubicBezTo>
                  <a:pt x="229870" y="243840"/>
                  <a:pt x="243840" y="229870"/>
                  <a:pt x="243840" y="213360"/>
                </a:cubicBezTo>
                <a:lnTo>
                  <a:pt x="243840" y="30480"/>
                </a:lnTo>
                <a:cubicBezTo>
                  <a:pt x="243840" y="13970"/>
                  <a:pt x="229870" y="0"/>
                  <a:pt x="21336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213360" y="20320"/>
                </a:lnTo>
                <a:cubicBezTo>
                  <a:pt x="218440" y="20320"/>
                  <a:pt x="223520" y="25400"/>
                  <a:pt x="223520" y="30480"/>
                </a:cubicBezTo>
                <a:lnTo>
                  <a:pt x="223520" y="213360"/>
                </a:lnTo>
                <a:cubicBezTo>
                  <a:pt x="223520" y="218440"/>
                  <a:pt x="218440" y="223520"/>
                  <a:pt x="213360" y="223520"/>
                </a:cubicBezTo>
                <a:lnTo>
                  <a:pt x="30480" y="223520"/>
                </a:lnTo>
                <a:cubicBezTo>
                  <a:pt x="25400" y="223520"/>
                  <a:pt x="20320" y="218440"/>
                  <a:pt x="20320" y="213360"/>
                </a:cubicBezTo>
                <a:lnTo>
                  <a:pt x="20320" y="30480"/>
                </a:lnTo>
                <a:close/>
                <a:moveTo>
                  <a:pt x="111760" y="76200"/>
                </a:moveTo>
                <a:lnTo>
                  <a:pt x="111760" y="116840"/>
                </a:lnTo>
                <a:lnTo>
                  <a:pt x="137160" y="116840"/>
                </a:lnTo>
                <a:cubicBezTo>
                  <a:pt x="148590" y="116840"/>
                  <a:pt x="157480" y="107950"/>
                  <a:pt x="157480" y="96520"/>
                </a:cubicBezTo>
                <a:cubicBezTo>
                  <a:pt x="157480" y="85090"/>
                  <a:pt x="148590" y="76200"/>
                  <a:pt x="137160" y="76200"/>
                </a:cubicBezTo>
                <a:lnTo>
                  <a:pt x="111760" y="76200"/>
                </a:lnTo>
                <a:close/>
                <a:moveTo>
                  <a:pt x="177800" y="96520"/>
                </a:moveTo>
                <a:cubicBezTo>
                  <a:pt x="177800" y="119380"/>
                  <a:pt x="160020" y="137160"/>
                  <a:pt x="137160" y="137160"/>
                </a:cubicBezTo>
                <a:lnTo>
                  <a:pt x="111760" y="137160"/>
                </a:lnTo>
                <a:lnTo>
                  <a:pt x="111760" y="147320"/>
                </a:lnTo>
                <a:lnTo>
                  <a:pt x="132080" y="147320"/>
                </a:lnTo>
                <a:cubicBezTo>
                  <a:pt x="137160" y="147320"/>
                  <a:pt x="142240" y="152400"/>
                  <a:pt x="142240" y="157480"/>
                </a:cubicBezTo>
                <a:cubicBezTo>
                  <a:pt x="142240" y="162560"/>
                  <a:pt x="137160" y="167640"/>
                  <a:pt x="132080" y="167640"/>
                </a:cubicBezTo>
                <a:lnTo>
                  <a:pt x="111760" y="167640"/>
                </a:lnTo>
                <a:lnTo>
                  <a:pt x="111760" y="177800"/>
                </a:lnTo>
                <a:cubicBezTo>
                  <a:pt x="111760" y="182880"/>
                  <a:pt x="106680" y="187960"/>
                  <a:pt x="101600" y="187960"/>
                </a:cubicBezTo>
                <a:cubicBezTo>
                  <a:pt x="96520" y="187960"/>
                  <a:pt x="91440" y="182880"/>
                  <a:pt x="91440" y="177800"/>
                </a:cubicBezTo>
                <a:lnTo>
                  <a:pt x="91440" y="167640"/>
                </a:lnTo>
                <a:lnTo>
                  <a:pt x="81280" y="167640"/>
                </a:lnTo>
                <a:cubicBezTo>
                  <a:pt x="76200" y="167640"/>
                  <a:pt x="71120" y="162560"/>
                  <a:pt x="71120" y="157480"/>
                </a:cubicBezTo>
                <a:cubicBezTo>
                  <a:pt x="71120" y="152400"/>
                  <a:pt x="76200" y="147320"/>
                  <a:pt x="81280" y="147320"/>
                </a:cubicBezTo>
                <a:lnTo>
                  <a:pt x="91440" y="147320"/>
                </a:lnTo>
                <a:lnTo>
                  <a:pt x="91440" y="137160"/>
                </a:lnTo>
                <a:lnTo>
                  <a:pt x="81280" y="137160"/>
                </a:lnTo>
                <a:cubicBezTo>
                  <a:pt x="76200" y="137160"/>
                  <a:pt x="71120" y="132080"/>
                  <a:pt x="71120" y="127000"/>
                </a:cubicBezTo>
                <a:cubicBezTo>
                  <a:pt x="71120" y="121920"/>
                  <a:pt x="76200" y="116840"/>
                  <a:pt x="81280" y="116840"/>
                </a:cubicBezTo>
                <a:lnTo>
                  <a:pt x="91440" y="116840"/>
                </a:lnTo>
                <a:lnTo>
                  <a:pt x="91440" y="67310"/>
                </a:lnTo>
                <a:cubicBezTo>
                  <a:pt x="91440" y="60960"/>
                  <a:pt x="96520" y="55880"/>
                  <a:pt x="102870" y="55880"/>
                </a:cubicBezTo>
                <a:lnTo>
                  <a:pt x="137160" y="55880"/>
                </a:lnTo>
                <a:cubicBezTo>
                  <a:pt x="160020" y="55880"/>
                  <a:pt x="177800" y="73660"/>
                  <a:pt x="177800" y="965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91" name="Полилиния: фигура 423">
            <a:extLst>
              <a:ext uri="{FF2B5EF4-FFF2-40B4-BE49-F238E27FC236}">
                <a16:creationId xmlns:a16="http://schemas.microsoft.com/office/drawing/2014/main" id="{068FE497-8284-74D0-B9EB-3F79E1E63C96}"/>
              </a:ext>
            </a:extLst>
          </p:cNvPr>
          <p:cNvSpPr/>
          <p:nvPr/>
        </p:nvSpPr>
        <p:spPr>
          <a:xfrm>
            <a:off x="3315062" y="4942126"/>
            <a:ext cx="264159" cy="201929"/>
          </a:xfrm>
          <a:custGeom>
            <a:avLst/>
            <a:gdLst>
              <a:gd name="connsiteX0" fmla="*/ 20320 w 264159"/>
              <a:gd name="connsiteY0" fmla="*/ 140970 h 201929"/>
              <a:gd name="connsiteX1" fmla="*/ 20320 w 264159"/>
              <a:gd name="connsiteY1" fmla="*/ 19050 h 201929"/>
              <a:gd name="connsiteX2" fmla="*/ 243840 w 264159"/>
              <a:gd name="connsiteY2" fmla="*/ 19050 h 201929"/>
              <a:gd name="connsiteX3" fmla="*/ 243840 w 264159"/>
              <a:gd name="connsiteY3" fmla="*/ 140970 h 201929"/>
              <a:gd name="connsiteX4" fmla="*/ 20320 w 264159"/>
              <a:gd name="connsiteY4" fmla="*/ 140970 h 201929"/>
              <a:gd name="connsiteX5" fmla="*/ 11430 w 264159"/>
              <a:gd name="connsiteY5" fmla="*/ 0 h 201929"/>
              <a:gd name="connsiteX6" fmla="*/ 0 w 264159"/>
              <a:gd name="connsiteY6" fmla="*/ 11430 h 201929"/>
              <a:gd name="connsiteX7" fmla="*/ 0 w 264159"/>
              <a:gd name="connsiteY7" fmla="*/ 151130 h 201929"/>
              <a:gd name="connsiteX8" fmla="*/ 11430 w 264159"/>
              <a:gd name="connsiteY8" fmla="*/ 162560 h 201929"/>
              <a:gd name="connsiteX9" fmla="*/ 252730 w 264159"/>
              <a:gd name="connsiteY9" fmla="*/ 162560 h 201929"/>
              <a:gd name="connsiteX10" fmla="*/ 264160 w 264159"/>
              <a:gd name="connsiteY10" fmla="*/ 151130 h 201929"/>
              <a:gd name="connsiteX11" fmla="*/ 264160 w 264159"/>
              <a:gd name="connsiteY11" fmla="*/ 11430 h 201929"/>
              <a:gd name="connsiteX12" fmla="*/ 252730 w 264159"/>
              <a:gd name="connsiteY12" fmla="*/ 0 h 201929"/>
              <a:gd name="connsiteX13" fmla="*/ 11430 w 264159"/>
              <a:gd name="connsiteY13" fmla="*/ 0 h 201929"/>
              <a:gd name="connsiteX14" fmla="*/ 71120 w 264159"/>
              <a:gd name="connsiteY14" fmla="*/ 71120 h 201929"/>
              <a:gd name="connsiteX15" fmla="*/ 60960 w 264159"/>
              <a:gd name="connsiteY15" fmla="*/ 60960 h 201929"/>
              <a:gd name="connsiteX16" fmla="*/ 50800 w 264159"/>
              <a:gd name="connsiteY16" fmla="*/ 71120 h 201929"/>
              <a:gd name="connsiteX17" fmla="*/ 50800 w 264159"/>
              <a:gd name="connsiteY17" fmla="*/ 91440 h 201929"/>
              <a:gd name="connsiteX18" fmla="*/ 60960 w 264159"/>
              <a:gd name="connsiteY18" fmla="*/ 101600 h 201929"/>
              <a:gd name="connsiteX19" fmla="*/ 71120 w 264159"/>
              <a:gd name="connsiteY19" fmla="*/ 91440 h 201929"/>
              <a:gd name="connsiteX20" fmla="*/ 71120 w 264159"/>
              <a:gd name="connsiteY20" fmla="*/ 71120 h 201929"/>
              <a:gd name="connsiteX21" fmla="*/ 213360 w 264159"/>
              <a:gd name="connsiteY21" fmla="*/ 71120 h 201929"/>
              <a:gd name="connsiteX22" fmla="*/ 203200 w 264159"/>
              <a:gd name="connsiteY22" fmla="*/ 60960 h 201929"/>
              <a:gd name="connsiteX23" fmla="*/ 193040 w 264159"/>
              <a:gd name="connsiteY23" fmla="*/ 71120 h 201929"/>
              <a:gd name="connsiteX24" fmla="*/ 193040 w 264159"/>
              <a:gd name="connsiteY24" fmla="*/ 91440 h 201929"/>
              <a:gd name="connsiteX25" fmla="*/ 203200 w 264159"/>
              <a:gd name="connsiteY25" fmla="*/ 101600 h 201929"/>
              <a:gd name="connsiteX26" fmla="*/ 213360 w 264159"/>
              <a:gd name="connsiteY26" fmla="*/ 91440 h 201929"/>
              <a:gd name="connsiteX27" fmla="*/ 213360 w 264159"/>
              <a:gd name="connsiteY27" fmla="*/ 71120 h 201929"/>
              <a:gd name="connsiteX28" fmla="*/ 10160 w 264159"/>
              <a:gd name="connsiteY28" fmla="*/ 181610 h 201929"/>
              <a:gd name="connsiteX29" fmla="*/ 0 w 264159"/>
              <a:gd name="connsiteY29" fmla="*/ 191770 h 201929"/>
              <a:gd name="connsiteX30" fmla="*/ 10160 w 264159"/>
              <a:gd name="connsiteY30" fmla="*/ 201930 h 201929"/>
              <a:gd name="connsiteX31" fmla="*/ 254000 w 264159"/>
              <a:gd name="connsiteY31" fmla="*/ 201930 h 201929"/>
              <a:gd name="connsiteX32" fmla="*/ 264160 w 264159"/>
              <a:gd name="connsiteY32" fmla="*/ 191770 h 201929"/>
              <a:gd name="connsiteX33" fmla="*/ 254000 w 264159"/>
              <a:gd name="connsiteY33" fmla="*/ 181610 h 201929"/>
              <a:gd name="connsiteX34" fmla="*/ 10160 w 264159"/>
              <a:gd name="connsiteY34" fmla="*/ 181610 h 201929"/>
              <a:gd name="connsiteX35" fmla="*/ 119380 w 264159"/>
              <a:gd name="connsiteY35" fmla="*/ 53340 h 201929"/>
              <a:gd name="connsiteX36" fmla="*/ 119380 w 264159"/>
              <a:gd name="connsiteY36" fmla="*/ 78740 h 201929"/>
              <a:gd name="connsiteX37" fmla="*/ 137160 w 264159"/>
              <a:gd name="connsiteY37" fmla="*/ 78740 h 201929"/>
              <a:gd name="connsiteX38" fmla="*/ 149860 w 264159"/>
              <a:gd name="connsiteY38" fmla="*/ 66040 h 201929"/>
              <a:gd name="connsiteX39" fmla="*/ 137160 w 264159"/>
              <a:gd name="connsiteY39" fmla="*/ 53340 h 201929"/>
              <a:gd name="connsiteX40" fmla="*/ 119380 w 264159"/>
              <a:gd name="connsiteY40" fmla="*/ 53340 h 201929"/>
              <a:gd name="connsiteX41" fmla="*/ 165100 w 264159"/>
              <a:gd name="connsiteY41" fmla="*/ 66040 h 201929"/>
              <a:gd name="connsiteX42" fmla="*/ 137160 w 264159"/>
              <a:gd name="connsiteY42" fmla="*/ 93980 h 201929"/>
              <a:gd name="connsiteX43" fmla="*/ 119380 w 264159"/>
              <a:gd name="connsiteY43" fmla="*/ 93980 h 201929"/>
              <a:gd name="connsiteX44" fmla="*/ 119380 w 264159"/>
              <a:gd name="connsiteY44" fmla="*/ 99060 h 201929"/>
              <a:gd name="connsiteX45" fmla="*/ 132080 w 264159"/>
              <a:gd name="connsiteY45" fmla="*/ 99060 h 201929"/>
              <a:gd name="connsiteX46" fmla="*/ 139700 w 264159"/>
              <a:gd name="connsiteY46" fmla="*/ 106680 h 201929"/>
              <a:gd name="connsiteX47" fmla="*/ 132080 w 264159"/>
              <a:gd name="connsiteY47" fmla="*/ 114300 h 201929"/>
              <a:gd name="connsiteX48" fmla="*/ 119380 w 264159"/>
              <a:gd name="connsiteY48" fmla="*/ 114300 h 201929"/>
              <a:gd name="connsiteX49" fmla="*/ 119380 w 264159"/>
              <a:gd name="connsiteY49" fmla="*/ 121920 h 201929"/>
              <a:gd name="connsiteX50" fmla="*/ 111760 w 264159"/>
              <a:gd name="connsiteY50" fmla="*/ 129540 h 201929"/>
              <a:gd name="connsiteX51" fmla="*/ 104140 w 264159"/>
              <a:gd name="connsiteY51" fmla="*/ 121920 h 201929"/>
              <a:gd name="connsiteX52" fmla="*/ 104140 w 264159"/>
              <a:gd name="connsiteY52" fmla="*/ 114300 h 201929"/>
              <a:gd name="connsiteX53" fmla="*/ 101600 w 264159"/>
              <a:gd name="connsiteY53" fmla="*/ 114300 h 201929"/>
              <a:gd name="connsiteX54" fmla="*/ 93980 w 264159"/>
              <a:gd name="connsiteY54" fmla="*/ 106680 h 201929"/>
              <a:gd name="connsiteX55" fmla="*/ 101600 w 264159"/>
              <a:gd name="connsiteY55" fmla="*/ 99060 h 201929"/>
              <a:gd name="connsiteX56" fmla="*/ 104140 w 264159"/>
              <a:gd name="connsiteY56" fmla="*/ 99060 h 201929"/>
              <a:gd name="connsiteX57" fmla="*/ 104140 w 264159"/>
              <a:gd name="connsiteY57" fmla="*/ 93980 h 201929"/>
              <a:gd name="connsiteX58" fmla="*/ 101600 w 264159"/>
              <a:gd name="connsiteY58" fmla="*/ 93980 h 201929"/>
              <a:gd name="connsiteX59" fmla="*/ 93980 w 264159"/>
              <a:gd name="connsiteY59" fmla="*/ 86360 h 201929"/>
              <a:gd name="connsiteX60" fmla="*/ 101600 w 264159"/>
              <a:gd name="connsiteY60" fmla="*/ 78740 h 201929"/>
              <a:gd name="connsiteX61" fmla="*/ 104140 w 264159"/>
              <a:gd name="connsiteY61" fmla="*/ 78740 h 201929"/>
              <a:gd name="connsiteX62" fmla="*/ 104140 w 264159"/>
              <a:gd name="connsiteY62" fmla="*/ 46990 h 201929"/>
              <a:gd name="connsiteX63" fmla="*/ 113030 w 264159"/>
              <a:gd name="connsiteY63" fmla="*/ 38100 h 201929"/>
              <a:gd name="connsiteX64" fmla="*/ 137160 w 264159"/>
              <a:gd name="connsiteY64" fmla="*/ 38100 h 201929"/>
              <a:gd name="connsiteX65" fmla="*/ 165100 w 264159"/>
              <a:gd name="connsiteY65" fmla="*/ 66040 h 2019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264159" h="201929">
                <a:moveTo>
                  <a:pt x="20320" y="140970"/>
                </a:moveTo>
                <a:lnTo>
                  <a:pt x="20320" y="19050"/>
                </a:lnTo>
                <a:lnTo>
                  <a:pt x="243840" y="19050"/>
                </a:lnTo>
                <a:lnTo>
                  <a:pt x="243840" y="140970"/>
                </a:lnTo>
                <a:lnTo>
                  <a:pt x="20320" y="140970"/>
                </a:lnTo>
                <a:close/>
                <a:moveTo>
                  <a:pt x="11430" y="0"/>
                </a:moveTo>
                <a:cubicBezTo>
                  <a:pt x="5080" y="0"/>
                  <a:pt x="0" y="5080"/>
                  <a:pt x="0" y="11430"/>
                </a:cubicBezTo>
                <a:lnTo>
                  <a:pt x="0" y="151130"/>
                </a:lnTo>
                <a:cubicBezTo>
                  <a:pt x="0" y="157480"/>
                  <a:pt x="5080" y="162560"/>
                  <a:pt x="11430" y="162560"/>
                </a:cubicBezTo>
                <a:lnTo>
                  <a:pt x="252730" y="162560"/>
                </a:lnTo>
                <a:cubicBezTo>
                  <a:pt x="259080" y="162560"/>
                  <a:pt x="264160" y="157480"/>
                  <a:pt x="264160" y="151130"/>
                </a:cubicBezTo>
                <a:lnTo>
                  <a:pt x="264160" y="11430"/>
                </a:lnTo>
                <a:cubicBezTo>
                  <a:pt x="264160" y="5080"/>
                  <a:pt x="259080" y="0"/>
                  <a:pt x="252730" y="0"/>
                </a:cubicBezTo>
                <a:lnTo>
                  <a:pt x="11430" y="0"/>
                </a:lnTo>
                <a:close/>
                <a:moveTo>
                  <a:pt x="71120" y="71120"/>
                </a:moveTo>
                <a:cubicBezTo>
                  <a:pt x="71120" y="66040"/>
                  <a:pt x="66040" y="60960"/>
                  <a:pt x="60960" y="60960"/>
                </a:cubicBezTo>
                <a:cubicBezTo>
                  <a:pt x="55880" y="60960"/>
                  <a:pt x="50800" y="66040"/>
                  <a:pt x="50800" y="71120"/>
                </a:cubicBezTo>
                <a:lnTo>
                  <a:pt x="50800" y="91440"/>
                </a:lnTo>
                <a:cubicBezTo>
                  <a:pt x="50800" y="96520"/>
                  <a:pt x="55880" y="101600"/>
                  <a:pt x="60960" y="101600"/>
                </a:cubicBezTo>
                <a:cubicBezTo>
                  <a:pt x="66040" y="101600"/>
                  <a:pt x="71120" y="96520"/>
                  <a:pt x="71120" y="91440"/>
                </a:cubicBezTo>
                <a:lnTo>
                  <a:pt x="71120" y="71120"/>
                </a:lnTo>
                <a:close/>
                <a:moveTo>
                  <a:pt x="213360" y="71120"/>
                </a:moveTo>
                <a:cubicBezTo>
                  <a:pt x="213360" y="66040"/>
                  <a:pt x="208280" y="60960"/>
                  <a:pt x="203200" y="60960"/>
                </a:cubicBezTo>
                <a:cubicBezTo>
                  <a:pt x="198120" y="60960"/>
                  <a:pt x="193040" y="66040"/>
                  <a:pt x="193040" y="71120"/>
                </a:cubicBezTo>
                <a:lnTo>
                  <a:pt x="193040" y="91440"/>
                </a:lnTo>
                <a:cubicBezTo>
                  <a:pt x="193040" y="96520"/>
                  <a:pt x="198120" y="101600"/>
                  <a:pt x="203200" y="101600"/>
                </a:cubicBezTo>
                <a:cubicBezTo>
                  <a:pt x="208280" y="101600"/>
                  <a:pt x="213360" y="96520"/>
                  <a:pt x="213360" y="91440"/>
                </a:cubicBezTo>
                <a:lnTo>
                  <a:pt x="213360" y="71120"/>
                </a:lnTo>
                <a:close/>
                <a:moveTo>
                  <a:pt x="10160" y="181610"/>
                </a:moveTo>
                <a:cubicBezTo>
                  <a:pt x="5080" y="181610"/>
                  <a:pt x="0" y="186690"/>
                  <a:pt x="0" y="191770"/>
                </a:cubicBezTo>
                <a:cubicBezTo>
                  <a:pt x="0" y="196850"/>
                  <a:pt x="5080" y="201930"/>
                  <a:pt x="10160" y="201930"/>
                </a:cubicBezTo>
                <a:lnTo>
                  <a:pt x="254000" y="201930"/>
                </a:lnTo>
                <a:cubicBezTo>
                  <a:pt x="259080" y="201930"/>
                  <a:pt x="264160" y="196850"/>
                  <a:pt x="264160" y="191770"/>
                </a:cubicBezTo>
                <a:cubicBezTo>
                  <a:pt x="264160" y="186690"/>
                  <a:pt x="259080" y="181610"/>
                  <a:pt x="254000" y="181610"/>
                </a:cubicBezTo>
                <a:lnTo>
                  <a:pt x="10160" y="181610"/>
                </a:lnTo>
                <a:close/>
                <a:moveTo>
                  <a:pt x="119380" y="53340"/>
                </a:moveTo>
                <a:lnTo>
                  <a:pt x="119380" y="78740"/>
                </a:lnTo>
                <a:lnTo>
                  <a:pt x="137160" y="78740"/>
                </a:lnTo>
                <a:cubicBezTo>
                  <a:pt x="144780" y="78740"/>
                  <a:pt x="149860" y="73660"/>
                  <a:pt x="149860" y="66040"/>
                </a:cubicBezTo>
                <a:cubicBezTo>
                  <a:pt x="149860" y="58420"/>
                  <a:pt x="144780" y="53340"/>
                  <a:pt x="137160" y="53340"/>
                </a:cubicBezTo>
                <a:lnTo>
                  <a:pt x="119380" y="53340"/>
                </a:lnTo>
                <a:close/>
                <a:moveTo>
                  <a:pt x="165100" y="66040"/>
                </a:moveTo>
                <a:cubicBezTo>
                  <a:pt x="165100" y="81280"/>
                  <a:pt x="152400" y="93980"/>
                  <a:pt x="137160" y="93980"/>
                </a:cubicBezTo>
                <a:lnTo>
                  <a:pt x="119380" y="93980"/>
                </a:lnTo>
                <a:lnTo>
                  <a:pt x="119380" y="99060"/>
                </a:lnTo>
                <a:lnTo>
                  <a:pt x="132080" y="99060"/>
                </a:lnTo>
                <a:cubicBezTo>
                  <a:pt x="135890" y="99060"/>
                  <a:pt x="139700" y="102870"/>
                  <a:pt x="139700" y="106680"/>
                </a:cubicBezTo>
                <a:cubicBezTo>
                  <a:pt x="139700" y="110490"/>
                  <a:pt x="135890" y="114300"/>
                  <a:pt x="132080" y="114300"/>
                </a:cubicBezTo>
                <a:lnTo>
                  <a:pt x="119380" y="114300"/>
                </a:lnTo>
                <a:lnTo>
                  <a:pt x="119380" y="121920"/>
                </a:lnTo>
                <a:cubicBezTo>
                  <a:pt x="119380" y="125730"/>
                  <a:pt x="115570" y="129540"/>
                  <a:pt x="111760" y="129540"/>
                </a:cubicBezTo>
                <a:cubicBezTo>
                  <a:pt x="107950" y="129540"/>
                  <a:pt x="104140" y="125730"/>
                  <a:pt x="104140" y="121920"/>
                </a:cubicBezTo>
                <a:lnTo>
                  <a:pt x="104140" y="114300"/>
                </a:lnTo>
                <a:lnTo>
                  <a:pt x="101600" y="114300"/>
                </a:lnTo>
                <a:cubicBezTo>
                  <a:pt x="97790" y="114300"/>
                  <a:pt x="93980" y="110490"/>
                  <a:pt x="93980" y="106680"/>
                </a:cubicBezTo>
                <a:cubicBezTo>
                  <a:pt x="93980" y="102870"/>
                  <a:pt x="97790" y="99060"/>
                  <a:pt x="101600" y="99060"/>
                </a:cubicBezTo>
                <a:lnTo>
                  <a:pt x="104140" y="99060"/>
                </a:lnTo>
                <a:lnTo>
                  <a:pt x="104140" y="93980"/>
                </a:lnTo>
                <a:lnTo>
                  <a:pt x="101600" y="93980"/>
                </a:lnTo>
                <a:cubicBezTo>
                  <a:pt x="97790" y="93980"/>
                  <a:pt x="93980" y="90170"/>
                  <a:pt x="93980" y="86360"/>
                </a:cubicBezTo>
                <a:cubicBezTo>
                  <a:pt x="93980" y="82550"/>
                  <a:pt x="97790" y="78740"/>
                  <a:pt x="101600" y="78740"/>
                </a:cubicBezTo>
                <a:lnTo>
                  <a:pt x="104140" y="78740"/>
                </a:lnTo>
                <a:lnTo>
                  <a:pt x="104140" y="46990"/>
                </a:lnTo>
                <a:cubicBezTo>
                  <a:pt x="104140" y="41910"/>
                  <a:pt x="107950" y="38100"/>
                  <a:pt x="113030" y="38100"/>
                </a:cubicBezTo>
                <a:lnTo>
                  <a:pt x="137160" y="38100"/>
                </a:lnTo>
                <a:cubicBezTo>
                  <a:pt x="152400" y="38100"/>
                  <a:pt x="165100" y="49530"/>
                  <a:pt x="165100" y="6604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92" name="Полилиния: фигура 425">
            <a:extLst>
              <a:ext uri="{FF2B5EF4-FFF2-40B4-BE49-F238E27FC236}">
                <a16:creationId xmlns:a16="http://schemas.microsoft.com/office/drawing/2014/main" id="{DDE658B6-6E9D-FA35-1F01-3E2644EF38E1}"/>
              </a:ext>
            </a:extLst>
          </p:cNvPr>
          <p:cNvSpPr/>
          <p:nvPr/>
        </p:nvSpPr>
        <p:spPr>
          <a:xfrm>
            <a:off x="11161121" y="2146254"/>
            <a:ext cx="223520" cy="264159"/>
          </a:xfrm>
          <a:custGeom>
            <a:avLst/>
            <a:gdLst>
              <a:gd name="connsiteX0" fmla="*/ 30480 w 223520"/>
              <a:gd name="connsiteY0" fmla="*/ 0 h 264159"/>
              <a:gd name="connsiteX1" fmla="*/ 0 w 223520"/>
              <a:gd name="connsiteY1" fmla="*/ 30480 h 264159"/>
              <a:gd name="connsiteX2" fmla="*/ 0 w 223520"/>
              <a:gd name="connsiteY2" fmla="*/ 233680 h 264159"/>
              <a:gd name="connsiteX3" fmla="*/ 30480 w 223520"/>
              <a:gd name="connsiteY3" fmla="*/ 264160 h 264159"/>
              <a:gd name="connsiteX4" fmla="*/ 193040 w 223520"/>
              <a:gd name="connsiteY4" fmla="*/ 264160 h 264159"/>
              <a:gd name="connsiteX5" fmla="*/ 223520 w 223520"/>
              <a:gd name="connsiteY5" fmla="*/ 233680 h 264159"/>
              <a:gd name="connsiteX6" fmla="*/ 223520 w 223520"/>
              <a:gd name="connsiteY6" fmla="*/ 30480 h 264159"/>
              <a:gd name="connsiteX7" fmla="*/ 193040 w 223520"/>
              <a:gd name="connsiteY7" fmla="*/ 0 h 264159"/>
              <a:gd name="connsiteX8" fmla="*/ 30480 w 223520"/>
              <a:gd name="connsiteY8" fmla="*/ 0 h 264159"/>
              <a:gd name="connsiteX9" fmla="*/ 21590 w 223520"/>
              <a:gd name="connsiteY9" fmla="*/ 30480 h 264159"/>
              <a:gd name="connsiteX10" fmla="*/ 31750 w 223520"/>
              <a:gd name="connsiteY10" fmla="*/ 20320 h 264159"/>
              <a:gd name="connsiteX11" fmla="*/ 194310 w 223520"/>
              <a:gd name="connsiteY11" fmla="*/ 20320 h 264159"/>
              <a:gd name="connsiteX12" fmla="*/ 204470 w 223520"/>
              <a:gd name="connsiteY12" fmla="*/ 30480 h 264159"/>
              <a:gd name="connsiteX13" fmla="*/ 204470 w 223520"/>
              <a:gd name="connsiteY13" fmla="*/ 233680 h 264159"/>
              <a:gd name="connsiteX14" fmla="*/ 194310 w 223520"/>
              <a:gd name="connsiteY14" fmla="*/ 243840 h 264159"/>
              <a:gd name="connsiteX15" fmla="*/ 31750 w 223520"/>
              <a:gd name="connsiteY15" fmla="*/ 243840 h 264159"/>
              <a:gd name="connsiteX16" fmla="*/ 21590 w 223520"/>
              <a:gd name="connsiteY16" fmla="*/ 233680 h 264159"/>
              <a:gd name="connsiteX17" fmla="*/ 21590 w 223520"/>
              <a:gd name="connsiteY17" fmla="*/ 30480 h 264159"/>
              <a:gd name="connsiteX18" fmla="*/ 124460 w 223520"/>
              <a:gd name="connsiteY18" fmla="*/ 177800 h 264159"/>
              <a:gd name="connsiteX19" fmla="*/ 92710 w 223520"/>
              <a:gd name="connsiteY19" fmla="*/ 133350 h 264159"/>
              <a:gd name="connsiteX20" fmla="*/ 60960 w 223520"/>
              <a:gd name="connsiteY20" fmla="*/ 177800 h 264159"/>
              <a:gd name="connsiteX21" fmla="*/ 46990 w 223520"/>
              <a:gd name="connsiteY21" fmla="*/ 180340 h 264159"/>
              <a:gd name="connsiteX22" fmla="*/ 44450 w 223520"/>
              <a:gd name="connsiteY22" fmla="*/ 166370 h 264159"/>
              <a:gd name="connsiteX23" fmla="*/ 83820 w 223520"/>
              <a:gd name="connsiteY23" fmla="*/ 111760 h 264159"/>
              <a:gd name="connsiteX24" fmla="*/ 101600 w 223520"/>
              <a:gd name="connsiteY24" fmla="*/ 111760 h 264159"/>
              <a:gd name="connsiteX25" fmla="*/ 140970 w 223520"/>
              <a:gd name="connsiteY25" fmla="*/ 166370 h 264159"/>
              <a:gd name="connsiteX26" fmla="*/ 138430 w 223520"/>
              <a:gd name="connsiteY26" fmla="*/ 180340 h 264159"/>
              <a:gd name="connsiteX27" fmla="*/ 124460 w 223520"/>
              <a:gd name="connsiteY27" fmla="*/ 177800 h 264159"/>
              <a:gd name="connsiteX28" fmla="*/ 132080 w 223520"/>
              <a:gd name="connsiteY28" fmla="*/ 113030 h 264159"/>
              <a:gd name="connsiteX29" fmla="*/ 146050 w 223520"/>
              <a:gd name="connsiteY29" fmla="*/ 115570 h 264159"/>
              <a:gd name="connsiteX30" fmla="*/ 181610 w 223520"/>
              <a:gd name="connsiteY30" fmla="*/ 166370 h 264159"/>
              <a:gd name="connsiteX31" fmla="*/ 179070 w 223520"/>
              <a:gd name="connsiteY31" fmla="*/ 180340 h 264159"/>
              <a:gd name="connsiteX32" fmla="*/ 165100 w 223520"/>
              <a:gd name="connsiteY32" fmla="*/ 177800 h 264159"/>
              <a:gd name="connsiteX33" fmla="*/ 129540 w 223520"/>
              <a:gd name="connsiteY33" fmla="*/ 127000 h 264159"/>
              <a:gd name="connsiteX34" fmla="*/ 132080 w 223520"/>
              <a:gd name="connsiteY34" fmla="*/ 113030 h 264159"/>
              <a:gd name="connsiteX35" fmla="*/ 172720 w 223520"/>
              <a:gd name="connsiteY35" fmla="*/ 110490 h 264159"/>
              <a:gd name="connsiteX36" fmla="*/ 182880 w 223520"/>
              <a:gd name="connsiteY36" fmla="*/ 100330 h 264159"/>
              <a:gd name="connsiteX37" fmla="*/ 172720 w 223520"/>
              <a:gd name="connsiteY37" fmla="*/ 90170 h 264159"/>
              <a:gd name="connsiteX38" fmla="*/ 162560 w 223520"/>
              <a:gd name="connsiteY38" fmla="*/ 100330 h 264159"/>
              <a:gd name="connsiteX39" fmla="*/ 172720 w 223520"/>
              <a:gd name="connsiteY39" fmla="*/ 11049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23520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1590" y="30480"/>
                </a:moveTo>
                <a:cubicBezTo>
                  <a:pt x="21590" y="25400"/>
                  <a:pt x="26670" y="20320"/>
                  <a:pt x="31750" y="20320"/>
                </a:cubicBezTo>
                <a:lnTo>
                  <a:pt x="194310" y="20320"/>
                </a:lnTo>
                <a:cubicBezTo>
                  <a:pt x="199390" y="20320"/>
                  <a:pt x="204470" y="25400"/>
                  <a:pt x="204470" y="30480"/>
                </a:cubicBezTo>
                <a:lnTo>
                  <a:pt x="204470" y="233680"/>
                </a:lnTo>
                <a:cubicBezTo>
                  <a:pt x="204470" y="238760"/>
                  <a:pt x="199390" y="243840"/>
                  <a:pt x="194310" y="243840"/>
                </a:cubicBezTo>
                <a:lnTo>
                  <a:pt x="31750" y="243840"/>
                </a:lnTo>
                <a:cubicBezTo>
                  <a:pt x="26670" y="243840"/>
                  <a:pt x="21590" y="238760"/>
                  <a:pt x="21590" y="233680"/>
                </a:cubicBezTo>
                <a:lnTo>
                  <a:pt x="21590" y="30480"/>
                </a:lnTo>
                <a:close/>
                <a:moveTo>
                  <a:pt x="124460" y="177800"/>
                </a:moveTo>
                <a:lnTo>
                  <a:pt x="92710" y="133350"/>
                </a:lnTo>
                <a:lnTo>
                  <a:pt x="60960" y="177800"/>
                </a:lnTo>
                <a:cubicBezTo>
                  <a:pt x="57150" y="182880"/>
                  <a:pt x="50800" y="182880"/>
                  <a:pt x="46990" y="180340"/>
                </a:cubicBezTo>
                <a:cubicBezTo>
                  <a:pt x="41910" y="176530"/>
                  <a:pt x="41910" y="170180"/>
                  <a:pt x="44450" y="166370"/>
                </a:cubicBezTo>
                <a:lnTo>
                  <a:pt x="83820" y="111760"/>
                </a:lnTo>
                <a:cubicBezTo>
                  <a:pt x="88900" y="105410"/>
                  <a:pt x="97790" y="105410"/>
                  <a:pt x="101600" y="111760"/>
                </a:cubicBezTo>
                <a:lnTo>
                  <a:pt x="140970" y="166370"/>
                </a:lnTo>
                <a:cubicBezTo>
                  <a:pt x="144780" y="171450"/>
                  <a:pt x="143510" y="177800"/>
                  <a:pt x="138430" y="180340"/>
                </a:cubicBezTo>
                <a:cubicBezTo>
                  <a:pt x="133350" y="182880"/>
                  <a:pt x="127000" y="182880"/>
                  <a:pt x="124460" y="177800"/>
                </a:cubicBezTo>
                <a:close/>
                <a:moveTo>
                  <a:pt x="132080" y="113030"/>
                </a:moveTo>
                <a:cubicBezTo>
                  <a:pt x="137160" y="109220"/>
                  <a:pt x="143510" y="110490"/>
                  <a:pt x="146050" y="115570"/>
                </a:cubicBezTo>
                <a:lnTo>
                  <a:pt x="181610" y="166370"/>
                </a:lnTo>
                <a:cubicBezTo>
                  <a:pt x="185420" y="171450"/>
                  <a:pt x="184150" y="177800"/>
                  <a:pt x="179070" y="180340"/>
                </a:cubicBezTo>
                <a:cubicBezTo>
                  <a:pt x="173990" y="184150"/>
                  <a:pt x="167640" y="182880"/>
                  <a:pt x="165100" y="177800"/>
                </a:cubicBezTo>
                <a:lnTo>
                  <a:pt x="129540" y="127000"/>
                </a:lnTo>
                <a:cubicBezTo>
                  <a:pt x="125730" y="121920"/>
                  <a:pt x="127000" y="115570"/>
                  <a:pt x="132080" y="113030"/>
                </a:cubicBezTo>
                <a:close/>
                <a:moveTo>
                  <a:pt x="172720" y="110490"/>
                </a:moveTo>
                <a:cubicBezTo>
                  <a:pt x="177800" y="110490"/>
                  <a:pt x="182880" y="105410"/>
                  <a:pt x="182880" y="100330"/>
                </a:cubicBezTo>
                <a:cubicBezTo>
                  <a:pt x="182880" y="95250"/>
                  <a:pt x="177800" y="90170"/>
                  <a:pt x="172720" y="90170"/>
                </a:cubicBezTo>
                <a:cubicBezTo>
                  <a:pt x="167640" y="90170"/>
                  <a:pt x="162560" y="95250"/>
                  <a:pt x="162560" y="100330"/>
                </a:cubicBezTo>
                <a:cubicBezTo>
                  <a:pt x="162560" y="105410"/>
                  <a:pt x="167640" y="110490"/>
                  <a:pt x="172720" y="11049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93" name="Полилиния: фигура 428">
            <a:extLst>
              <a:ext uri="{FF2B5EF4-FFF2-40B4-BE49-F238E27FC236}">
                <a16:creationId xmlns:a16="http://schemas.microsoft.com/office/drawing/2014/main" id="{F3CC1595-91D9-ECA5-F9F1-118C9B627606}"/>
              </a:ext>
            </a:extLst>
          </p:cNvPr>
          <p:cNvSpPr/>
          <p:nvPr/>
        </p:nvSpPr>
        <p:spPr>
          <a:xfrm>
            <a:off x="540112" y="3525637"/>
            <a:ext cx="223519" cy="264159"/>
          </a:xfrm>
          <a:custGeom>
            <a:avLst/>
            <a:gdLst>
              <a:gd name="connsiteX0" fmla="*/ 30480 w 223519"/>
              <a:gd name="connsiteY0" fmla="*/ 0 h 264159"/>
              <a:gd name="connsiteX1" fmla="*/ 0 w 223519"/>
              <a:gd name="connsiteY1" fmla="*/ 30480 h 264159"/>
              <a:gd name="connsiteX2" fmla="*/ 0 w 223519"/>
              <a:gd name="connsiteY2" fmla="*/ 233680 h 264159"/>
              <a:gd name="connsiteX3" fmla="*/ 30480 w 223519"/>
              <a:gd name="connsiteY3" fmla="*/ 264160 h 264159"/>
              <a:gd name="connsiteX4" fmla="*/ 193040 w 223519"/>
              <a:gd name="connsiteY4" fmla="*/ 264160 h 264159"/>
              <a:gd name="connsiteX5" fmla="*/ 223520 w 223519"/>
              <a:gd name="connsiteY5" fmla="*/ 233680 h 264159"/>
              <a:gd name="connsiteX6" fmla="*/ 223520 w 223519"/>
              <a:gd name="connsiteY6" fmla="*/ 30480 h 264159"/>
              <a:gd name="connsiteX7" fmla="*/ 193040 w 223519"/>
              <a:gd name="connsiteY7" fmla="*/ 0 h 264159"/>
              <a:gd name="connsiteX8" fmla="*/ 30480 w 223519"/>
              <a:gd name="connsiteY8" fmla="*/ 0 h 264159"/>
              <a:gd name="connsiteX9" fmla="*/ 20320 w 223519"/>
              <a:gd name="connsiteY9" fmla="*/ 30480 h 264159"/>
              <a:gd name="connsiteX10" fmla="*/ 30480 w 223519"/>
              <a:gd name="connsiteY10" fmla="*/ 20320 h 264159"/>
              <a:gd name="connsiteX11" fmla="*/ 193040 w 223519"/>
              <a:gd name="connsiteY11" fmla="*/ 20320 h 264159"/>
              <a:gd name="connsiteX12" fmla="*/ 203200 w 223519"/>
              <a:gd name="connsiteY12" fmla="*/ 30480 h 264159"/>
              <a:gd name="connsiteX13" fmla="*/ 203200 w 223519"/>
              <a:gd name="connsiteY13" fmla="*/ 233680 h 264159"/>
              <a:gd name="connsiteX14" fmla="*/ 193040 w 223519"/>
              <a:gd name="connsiteY14" fmla="*/ 243840 h 264159"/>
              <a:gd name="connsiteX15" fmla="*/ 30480 w 223519"/>
              <a:gd name="connsiteY15" fmla="*/ 243840 h 264159"/>
              <a:gd name="connsiteX16" fmla="*/ 20320 w 223519"/>
              <a:gd name="connsiteY16" fmla="*/ 233680 h 264159"/>
              <a:gd name="connsiteX17" fmla="*/ 20320 w 223519"/>
              <a:gd name="connsiteY17" fmla="*/ 30480 h 264159"/>
              <a:gd name="connsiteX18" fmla="*/ 96520 w 223519"/>
              <a:gd name="connsiteY18" fmla="*/ 162560 h 264159"/>
              <a:gd name="connsiteX19" fmla="*/ 96520 w 223519"/>
              <a:gd name="connsiteY19" fmla="*/ 101600 h 264159"/>
              <a:gd name="connsiteX20" fmla="*/ 147320 w 223519"/>
              <a:gd name="connsiteY20" fmla="*/ 101600 h 264159"/>
              <a:gd name="connsiteX21" fmla="*/ 147320 w 223519"/>
              <a:gd name="connsiteY21" fmla="*/ 137160 h 264159"/>
              <a:gd name="connsiteX22" fmla="*/ 142240 w 223519"/>
              <a:gd name="connsiteY22" fmla="*/ 137160 h 264159"/>
              <a:gd name="connsiteX23" fmla="*/ 116840 w 223519"/>
              <a:gd name="connsiteY23" fmla="*/ 162560 h 264159"/>
              <a:gd name="connsiteX24" fmla="*/ 142240 w 223519"/>
              <a:gd name="connsiteY24" fmla="*/ 187960 h 264159"/>
              <a:gd name="connsiteX25" fmla="*/ 167640 w 223519"/>
              <a:gd name="connsiteY25" fmla="*/ 162560 h 264159"/>
              <a:gd name="connsiteX26" fmla="*/ 167640 w 223519"/>
              <a:gd name="connsiteY26" fmla="*/ 92710 h 264159"/>
              <a:gd name="connsiteX27" fmla="*/ 156210 w 223519"/>
              <a:gd name="connsiteY27" fmla="*/ 81280 h 264159"/>
              <a:gd name="connsiteX28" fmla="*/ 87630 w 223519"/>
              <a:gd name="connsiteY28" fmla="*/ 81280 h 264159"/>
              <a:gd name="connsiteX29" fmla="*/ 76200 w 223519"/>
              <a:gd name="connsiteY29" fmla="*/ 92710 h 264159"/>
              <a:gd name="connsiteX30" fmla="*/ 76200 w 223519"/>
              <a:gd name="connsiteY30" fmla="*/ 138430 h 264159"/>
              <a:gd name="connsiteX31" fmla="*/ 71120 w 223519"/>
              <a:gd name="connsiteY31" fmla="*/ 138430 h 264159"/>
              <a:gd name="connsiteX32" fmla="*/ 45720 w 223519"/>
              <a:gd name="connsiteY32" fmla="*/ 163830 h 264159"/>
              <a:gd name="connsiteX33" fmla="*/ 71120 w 223519"/>
              <a:gd name="connsiteY33" fmla="*/ 189230 h 264159"/>
              <a:gd name="connsiteX34" fmla="*/ 96520 w 223519"/>
              <a:gd name="connsiteY34" fmla="*/ 162560 h 264159"/>
              <a:gd name="connsiteX35" fmla="*/ 147320 w 223519"/>
              <a:gd name="connsiteY35" fmla="*/ 162560 h 264159"/>
              <a:gd name="connsiteX36" fmla="*/ 142240 w 223519"/>
              <a:gd name="connsiteY36" fmla="*/ 157480 h 264159"/>
              <a:gd name="connsiteX37" fmla="*/ 137160 w 223519"/>
              <a:gd name="connsiteY37" fmla="*/ 162560 h 264159"/>
              <a:gd name="connsiteX38" fmla="*/ 142240 w 223519"/>
              <a:gd name="connsiteY38" fmla="*/ 167640 h 264159"/>
              <a:gd name="connsiteX39" fmla="*/ 147320 w 223519"/>
              <a:gd name="connsiteY39" fmla="*/ 162560 h 264159"/>
              <a:gd name="connsiteX40" fmla="*/ 71120 w 223519"/>
              <a:gd name="connsiteY40" fmla="*/ 157480 h 264159"/>
              <a:gd name="connsiteX41" fmla="*/ 76200 w 223519"/>
              <a:gd name="connsiteY41" fmla="*/ 162560 h 264159"/>
              <a:gd name="connsiteX42" fmla="*/ 71120 w 223519"/>
              <a:gd name="connsiteY42" fmla="*/ 167640 h 264159"/>
              <a:gd name="connsiteX43" fmla="*/ 66040 w 223519"/>
              <a:gd name="connsiteY43" fmla="*/ 162560 h 264159"/>
              <a:gd name="connsiteX44" fmla="*/ 71120 w 223519"/>
              <a:gd name="connsiteY44" fmla="*/ 1574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23519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233680"/>
                </a:lnTo>
                <a:cubicBezTo>
                  <a:pt x="203200" y="238760"/>
                  <a:pt x="198120" y="243840"/>
                  <a:pt x="19304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96520" y="162560"/>
                </a:moveTo>
                <a:lnTo>
                  <a:pt x="96520" y="101600"/>
                </a:lnTo>
                <a:lnTo>
                  <a:pt x="147320" y="101600"/>
                </a:lnTo>
                <a:lnTo>
                  <a:pt x="147320" y="137160"/>
                </a:lnTo>
                <a:cubicBezTo>
                  <a:pt x="146050" y="137160"/>
                  <a:pt x="143510" y="137160"/>
                  <a:pt x="142240" y="137160"/>
                </a:cubicBezTo>
                <a:cubicBezTo>
                  <a:pt x="128270" y="137160"/>
                  <a:pt x="116840" y="148590"/>
                  <a:pt x="116840" y="162560"/>
                </a:cubicBezTo>
                <a:cubicBezTo>
                  <a:pt x="116840" y="176530"/>
                  <a:pt x="128270" y="187960"/>
                  <a:pt x="142240" y="187960"/>
                </a:cubicBezTo>
                <a:cubicBezTo>
                  <a:pt x="156210" y="187960"/>
                  <a:pt x="167640" y="176530"/>
                  <a:pt x="167640" y="162560"/>
                </a:cubicBezTo>
                <a:lnTo>
                  <a:pt x="167640" y="92710"/>
                </a:lnTo>
                <a:cubicBezTo>
                  <a:pt x="167640" y="86360"/>
                  <a:pt x="162560" y="81280"/>
                  <a:pt x="156210" y="81280"/>
                </a:cubicBezTo>
                <a:lnTo>
                  <a:pt x="87630" y="81280"/>
                </a:lnTo>
                <a:cubicBezTo>
                  <a:pt x="81280" y="81280"/>
                  <a:pt x="76200" y="86360"/>
                  <a:pt x="76200" y="92710"/>
                </a:cubicBezTo>
                <a:lnTo>
                  <a:pt x="76200" y="138430"/>
                </a:lnTo>
                <a:cubicBezTo>
                  <a:pt x="74930" y="138430"/>
                  <a:pt x="72390" y="138430"/>
                  <a:pt x="71120" y="138430"/>
                </a:cubicBezTo>
                <a:cubicBezTo>
                  <a:pt x="57150" y="138430"/>
                  <a:pt x="45720" y="149860"/>
                  <a:pt x="45720" y="163830"/>
                </a:cubicBezTo>
                <a:cubicBezTo>
                  <a:pt x="45720" y="177800"/>
                  <a:pt x="57150" y="189230"/>
                  <a:pt x="71120" y="189230"/>
                </a:cubicBezTo>
                <a:cubicBezTo>
                  <a:pt x="85090" y="189230"/>
                  <a:pt x="96520" y="176530"/>
                  <a:pt x="96520" y="162560"/>
                </a:cubicBezTo>
                <a:close/>
                <a:moveTo>
                  <a:pt x="147320" y="162560"/>
                </a:moveTo>
                <a:cubicBezTo>
                  <a:pt x="147320" y="160020"/>
                  <a:pt x="144780" y="157480"/>
                  <a:pt x="142240" y="157480"/>
                </a:cubicBezTo>
                <a:cubicBezTo>
                  <a:pt x="139700" y="157480"/>
                  <a:pt x="137160" y="160020"/>
                  <a:pt x="137160" y="162560"/>
                </a:cubicBezTo>
                <a:cubicBezTo>
                  <a:pt x="137160" y="165100"/>
                  <a:pt x="139700" y="167640"/>
                  <a:pt x="142240" y="167640"/>
                </a:cubicBezTo>
                <a:cubicBezTo>
                  <a:pt x="144780" y="167640"/>
                  <a:pt x="147320" y="165100"/>
                  <a:pt x="147320" y="162560"/>
                </a:cubicBezTo>
                <a:close/>
                <a:moveTo>
                  <a:pt x="71120" y="157480"/>
                </a:moveTo>
                <a:cubicBezTo>
                  <a:pt x="73660" y="157480"/>
                  <a:pt x="76200" y="160020"/>
                  <a:pt x="76200" y="162560"/>
                </a:cubicBezTo>
                <a:cubicBezTo>
                  <a:pt x="76200" y="165100"/>
                  <a:pt x="73660" y="167640"/>
                  <a:pt x="71120" y="167640"/>
                </a:cubicBezTo>
                <a:cubicBezTo>
                  <a:pt x="68580" y="167640"/>
                  <a:pt x="66040" y="165100"/>
                  <a:pt x="66040" y="162560"/>
                </a:cubicBezTo>
                <a:cubicBezTo>
                  <a:pt x="66040" y="158750"/>
                  <a:pt x="68580" y="157480"/>
                  <a:pt x="71120" y="1574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94" name="Полилиния: фигура 431">
            <a:extLst>
              <a:ext uri="{FF2B5EF4-FFF2-40B4-BE49-F238E27FC236}">
                <a16:creationId xmlns:a16="http://schemas.microsoft.com/office/drawing/2014/main" id="{F2CEEA74-07AC-E68A-1CBF-9E530EBA5F1B}"/>
              </a:ext>
            </a:extLst>
          </p:cNvPr>
          <p:cNvSpPr/>
          <p:nvPr/>
        </p:nvSpPr>
        <p:spPr>
          <a:xfrm>
            <a:off x="1098912" y="3525637"/>
            <a:ext cx="223519" cy="264159"/>
          </a:xfrm>
          <a:custGeom>
            <a:avLst/>
            <a:gdLst>
              <a:gd name="connsiteX0" fmla="*/ 30480 w 223519"/>
              <a:gd name="connsiteY0" fmla="*/ 0 h 264159"/>
              <a:gd name="connsiteX1" fmla="*/ 0 w 223519"/>
              <a:gd name="connsiteY1" fmla="*/ 30480 h 264159"/>
              <a:gd name="connsiteX2" fmla="*/ 0 w 223519"/>
              <a:gd name="connsiteY2" fmla="*/ 233680 h 264159"/>
              <a:gd name="connsiteX3" fmla="*/ 30480 w 223519"/>
              <a:gd name="connsiteY3" fmla="*/ 264160 h 264159"/>
              <a:gd name="connsiteX4" fmla="*/ 193040 w 223519"/>
              <a:gd name="connsiteY4" fmla="*/ 264160 h 264159"/>
              <a:gd name="connsiteX5" fmla="*/ 223520 w 223519"/>
              <a:gd name="connsiteY5" fmla="*/ 233680 h 264159"/>
              <a:gd name="connsiteX6" fmla="*/ 223520 w 223519"/>
              <a:gd name="connsiteY6" fmla="*/ 30480 h 264159"/>
              <a:gd name="connsiteX7" fmla="*/ 193040 w 223519"/>
              <a:gd name="connsiteY7" fmla="*/ 0 h 264159"/>
              <a:gd name="connsiteX8" fmla="*/ 30480 w 223519"/>
              <a:gd name="connsiteY8" fmla="*/ 0 h 264159"/>
              <a:gd name="connsiteX9" fmla="*/ 20320 w 223519"/>
              <a:gd name="connsiteY9" fmla="*/ 30480 h 264159"/>
              <a:gd name="connsiteX10" fmla="*/ 30480 w 223519"/>
              <a:gd name="connsiteY10" fmla="*/ 20320 h 264159"/>
              <a:gd name="connsiteX11" fmla="*/ 193040 w 223519"/>
              <a:gd name="connsiteY11" fmla="*/ 20320 h 264159"/>
              <a:gd name="connsiteX12" fmla="*/ 203200 w 223519"/>
              <a:gd name="connsiteY12" fmla="*/ 30480 h 264159"/>
              <a:gd name="connsiteX13" fmla="*/ 203200 w 223519"/>
              <a:gd name="connsiteY13" fmla="*/ 233680 h 264159"/>
              <a:gd name="connsiteX14" fmla="*/ 193040 w 223519"/>
              <a:gd name="connsiteY14" fmla="*/ 243840 h 264159"/>
              <a:gd name="connsiteX15" fmla="*/ 30480 w 223519"/>
              <a:gd name="connsiteY15" fmla="*/ 243840 h 264159"/>
              <a:gd name="connsiteX16" fmla="*/ 20320 w 223519"/>
              <a:gd name="connsiteY16" fmla="*/ 233680 h 264159"/>
              <a:gd name="connsiteX17" fmla="*/ 20320 w 223519"/>
              <a:gd name="connsiteY17" fmla="*/ 30480 h 264159"/>
              <a:gd name="connsiteX18" fmla="*/ 137160 w 223519"/>
              <a:gd name="connsiteY18" fmla="*/ 132080 h 264159"/>
              <a:gd name="connsiteX19" fmla="*/ 91440 w 223519"/>
              <a:gd name="connsiteY19" fmla="*/ 160020 h 264159"/>
              <a:gd name="connsiteX20" fmla="*/ 91440 w 223519"/>
              <a:gd name="connsiteY20" fmla="*/ 104140 h 264159"/>
              <a:gd name="connsiteX21" fmla="*/ 137160 w 223519"/>
              <a:gd name="connsiteY21" fmla="*/ 132080 h 264159"/>
              <a:gd name="connsiteX22" fmla="*/ 93980 w 223519"/>
              <a:gd name="connsiteY22" fmla="*/ 82550 h 264159"/>
              <a:gd name="connsiteX23" fmla="*/ 71120 w 223519"/>
              <a:gd name="connsiteY23" fmla="*/ 95250 h 264159"/>
              <a:gd name="connsiteX24" fmla="*/ 71120 w 223519"/>
              <a:gd name="connsiteY24" fmla="*/ 168910 h 264159"/>
              <a:gd name="connsiteX25" fmla="*/ 93980 w 223519"/>
              <a:gd name="connsiteY25" fmla="*/ 181610 h 264159"/>
              <a:gd name="connsiteX26" fmla="*/ 154940 w 223519"/>
              <a:gd name="connsiteY26" fmla="*/ 144780 h 264159"/>
              <a:gd name="connsiteX27" fmla="*/ 154940 w 223519"/>
              <a:gd name="connsiteY27" fmla="*/ 118110 h 264159"/>
              <a:gd name="connsiteX28" fmla="*/ 93980 w 223519"/>
              <a:gd name="connsiteY28" fmla="*/ 8255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23519" h="264159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93040" y="264160"/>
                </a:lnTo>
                <a:cubicBezTo>
                  <a:pt x="209550" y="264160"/>
                  <a:pt x="223520" y="250190"/>
                  <a:pt x="223520" y="23368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20320" y="30480"/>
                </a:moveTo>
                <a:cubicBezTo>
                  <a:pt x="20320" y="25400"/>
                  <a:pt x="25400" y="20320"/>
                  <a:pt x="3048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233680"/>
                </a:lnTo>
                <a:cubicBezTo>
                  <a:pt x="203200" y="238760"/>
                  <a:pt x="198120" y="243840"/>
                  <a:pt x="19304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30480"/>
                </a:lnTo>
                <a:close/>
                <a:moveTo>
                  <a:pt x="137160" y="132080"/>
                </a:moveTo>
                <a:lnTo>
                  <a:pt x="91440" y="160020"/>
                </a:lnTo>
                <a:lnTo>
                  <a:pt x="91440" y="104140"/>
                </a:lnTo>
                <a:lnTo>
                  <a:pt x="137160" y="132080"/>
                </a:lnTo>
                <a:close/>
                <a:moveTo>
                  <a:pt x="93980" y="82550"/>
                </a:moveTo>
                <a:cubicBezTo>
                  <a:pt x="83820" y="76200"/>
                  <a:pt x="71120" y="83820"/>
                  <a:pt x="71120" y="95250"/>
                </a:cubicBezTo>
                <a:lnTo>
                  <a:pt x="71120" y="168910"/>
                </a:lnTo>
                <a:cubicBezTo>
                  <a:pt x="71120" y="180340"/>
                  <a:pt x="83820" y="187960"/>
                  <a:pt x="93980" y="181610"/>
                </a:cubicBezTo>
                <a:lnTo>
                  <a:pt x="154940" y="144780"/>
                </a:lnTo>
                <a:cubicBezTo>
                  <a:pt x="165100" y="138430"/>
                  <a:pt x="165100" y="124460"/>
                  <a:pt x="154940" y="118110"/>
                </a:cubicBezTo>
                <a:lnTo>
                  <a:pt x="93980" y="8255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95" name="Полилиния: фигура 435">
            <a:extLst>
              <a:ext uri="{FF2B5EF4-FFF2-40B4-BE49-F238E27FC236}">
                <a16:creationId xmlns:a16="http://schemas.microsoft.com/office/drawing/2014/main" id="{4D8F107E-E590-A820-3371-031D16CF5229}"/>
              </a:ext>
            </a:extLst>
          </p:cNvPr>
          <p:cNvSpPr/>
          <p:nvPr/>
        </p:nvSpPr>
        <p:spPr>
          <a:xfrm>
            <a:off x="10058762" y="3530716"/>
            <a:ext cx="193040" cy="254000"/>
          </a:xfrm>
          <a:custGeom>
            <a:avLst/>
            <a:gdLst>
              <a:gd name="connsiteX0" fmla="*/ 30480 w 193040"/>
              <a:gd name="connsiteY0" fmla="*/ 0 h 254000"/>
              <a:gd name="connsiteX1" fmla="*/ 0 w 193040"/>
              <a:gd name="connsiteY1" fmla="*/ 30480 h 254000"/>
              <a:gd name="connsiteX2" fmla="*/ 0 w 193040"/>
              <a:gd name="connsiteY2" fmla="*/ 223520 h 254000"/>
              <a:gd name="connsiteX3" fmla="*/ 30480 w 193040"/>
              <a:gd name="connsiteY3" fmla="*/ 254000 h 254000"/>
              <a:gd name="connsiteX4" fmla="*/ 132080 w 193040"/>
              <a:gd name="connsiteY4" fmla="*/ 254000 h 254000"/>
              <a:gd name="connsiteX5" fmla="*/ 162560 w 193040"/>
              <a:gd name="connsiteY5" fmla="*/ 223520 h 254000"/>
              <a:gd name="connsiteX6" fmla="*/ 162560 w 193040"/>
              <a:gd name="connsiteY6" fmla="*/ 193040 h 254000"/>
              <a:gd name="connsiteX7" fmla="*/ 152400 w 193040"/>
              <a:gd name="connsiteY7" fmla="*/ 182880 h 254000"/>
              <a:gd name="connsiteX8" fmla="*/ 142240 w 193040"/>
              <a:gd name="connsiteY8" fmla="*/ 193040 h 254000"/>
              <a:gd name="connsiteX9" fmla="*/ 142240 w 193040"/>
              <a:gd name="connsiteY9" fmla="*/ 223520 h 254000"/>
              <a:gd name="connsiteX10" fmla="*/ 132080 w 193040"/>
              <a:gd name="connsiteY10" fmla="*/ 233680 h 254000"/>
              <a:gd name="connsiteX11" fmla="*/ 30480 w 193040"/>
              <a:gd name="connsiteY11" fmla="*/ 233680 h 254000"/>
              <a:gd name="connsiteX12" fmla="*/ 20320 w 193040"/>
              <a:gd name="connsiteY12" fmla="*/ 223520 h 254000"/>
              <a:gd name="connsiteX13" fmla="*/ 20320 w 193040"/>
              <a:gd name="connsiteY13" fmla="*/ 30480 h 254000"/>
              <a:gd name="connsiteX14" fmla="*/ 30480 w 193040"/>
              <a:gd name="connsiteY14" fmla="*/ 20320 h 254000"/>
              <a:gd name="connsiteX15" fmla="*/ 132080 w 193040"/>
              <a:gd name="connsiteY15" fmla="*/ 20320 h 254000"/>
              <a:gd name="connsiteX16" fmla="*/ 142240 w 193040"/>
              <a:gd name="connsiteY16" fmla="*/ 30480 h 254000"/>
              <a:gd name="connsiteX17" fmla="*/ 142240 w 193040"/>
              <a:gd name="connsiteY17" fmla="*/ 50800 h 254000"/>
              <a:gd name="connsiteX18" fmla="*/ 152400 w 193040"/>
              <a:gd name="connsiteY18" fmla="*/ 60960 h 254000"/>
              <a:gd name="connsiteX19" fmla="*/ 162560 w 193040"/>
              <a:gd name="connsiteY19" fmla="*/ 50800 h 254000"/>
              <a:gd name="connsiteX20" fmla="*/ 162560 w 193040"/>
              <a:gd name="connsiteY20" fmla="*/ 30480 h 254000"/>
              <a:gd name="connsiteX21" fmla="*/ 132080 w 193040"/>
              <a:gd name="connsiteY21" fmla="*/ 0 h 254000"/>
              <a:gd name="connsiteX22" fmla="*/ 30480 w 193040"/>
              <a:gd name="connsiteY22" fmla="*/ 0 h 254000"/>
              <a:gd name="connsiteX23" fmla="*/ 106680 w 193040"/>
              <a:gd name="connsiteY23" fmla="*/ 30480 h 254000"/>
              <a:gd name="connsiteX24" fmla="*/ 116840 w 193040"/>
              <a:gd name="connsiteY24" fmla="*/ 40640 h 254000"/>
              <a:gd name="connsiteX25" fmla="*/ 106680 w 193040"/>
              <a:gd name="connsiteY25" fmla="*/ 50800 h 254000"/>
              <a:gd name="connsiteX26" fmla="*/ 55880 w 193040"/>
              <a:gd name="connsiteY26" fmla="*/ 50800 h 254000"/>
              <a:gd name="connsiteX27" fmla="*/ 45720 w 193040"/>
              <a:gd name="connsiteY27" fmla="*/ 40640 h 254000"/>
              <a:gd name="connsiteX28" fmla="*/ 55880 w 193040"/>
              <a:gd name="connsiteY28" fmla="*/ 30480 h 254000"/>
              <a:gd name="connsiteX29" fmla="*/ 106680 w 193040"/>
              <a:gd name="connsiteY29" fmla="*/ 30480 h 254000"/>
              <a:gd name="connsiteX30" fmla="*/ 152400 w 193040"/>
              <a:gd name="connsiteY30" fmla="*/ 81280 h 254000"/>
              <a:gd name="connsiteX31" fmla="*/ 162560 w 193040"/>
              <a:gd name="connsiteY31" fmla="*/ 91440 h 254000"/>
              <a:gd name="connsiteX32" fmla="*/ 162560 w 193040"/>
              <a:gd name="connsiteY32" fmla="*/ 111760 h 254000"/>
              <a:gd name="connsiteX33" fmla="*/ 182880 w 193040"/>
              <a:gd name="connsiteY33" fmla="*/ 111760 h 254000"/>
              <a:gd name="connsiteX34" fmla="*/ 193040 w 193040"/>
              <a:gd name="connsiteY34" fmla="*/ 121920 h 254000"/>
              <a:gd name="connsiteX35" fmla="*/ 182880 w 193040"/>
              <a:gd name="connsiteY35" fmla="*/ 132080 h 254000"/>
              <a:gd name="connsiteX36" fmla="*/ 162560 w 193040"/>
              <a:gd name="connsiteY36" fmla="*/ 132080 h 254000"/>
              <a:gd name="connsiteX37" fmla="*/ 162560 w 193040"/>
              <a:gd name="connsiteY37" fmla="*/ 152400 h 254000"/>
              <a:gd name="connsiteX38" fmla="*/ 152400 w 193040"/>
              <a:gd name="connsiteY38" fmla="*/ 162560 h 254000"/>
              <a:gd name="connsiteX39" fmla="*/ 142240 w 193040"/>
              <a:gd name="connsiteY39" fmla="*/ 152400 h 254000"/>
              <a:gd name="connsiteX40" fmla="*/ 142240 w 193040"/>
              <a:gd name="connsiteY40" fmla="*/ 132080 h 254000"/>
              <a:gd name="connsiteX41" fmla="*/ 121920 w 193040"/>
              <a:gd name="connsiteY41" fmla="*/ 132080 h 254000"/>
              <a:gd name="connsiteX42" fmla="*/ 111760 w 193040"/>
              <a:gd name="connsiteY42" fmla="*/ 121920 h 254000"/>
              <a:gd name="connsiteX43" fmla="*/ 121920 w 193040"/>
              <a:gd name="connsiteY43" fmla="*/ 111760 h 254000"/>
              <a:gd name="connsiteX44" fmla="*/ 142240 w 193040"/>
              <a:gd name="connsiteY44" fmla="*/ 111760 h 254000"/>
              <a:gd name="connsiteX45" fmla="*/ 142240 w 193040"/>
              <a:gd name="connsiteY45" fmla="*/ 91440 h 254000"/>
              <a:gd name="connsiteX46" fmla="*/ 152400 w 193040"/>
              <a:gd name="connsiteY46" fmla="*/ 81280 h 254000"/>
              <a:gd name="connsiteX47" fmla="*/ 81280 w 193040"/>
              <a:gd name="connsiteY47" fmla="*/ 213360 h 254000"/>
              <a:gd name="connsiteX48" fmla="*/ 91440 w 193040"/>
              <a:gd name="connsiteY48" fmla="*/ 203200 h 254000"/>
              <a:gd name="connsiteX49" fmla="*/ 81280 w 193040"/>
              <a:gd name="connsiteY49" fmla="*/ 193040 h 254000"/>
              <a:gd name="connsiteX50" fmla="*/ 71120 w 193040"/>
              <a:gd name="connsiteY50" fmla="*/ 203200 h 254000"/>
              <a:gd name="connsiteX51" fmla="*/ 81280 w 193040"/>
              <a:gd name="connsiteY51" fmla="*/ 21336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</a:cxnLst>
            <a:rect l="l" t="t" r="r" b="b"/>
            <a:pathLst>
              <a:path w="193040" h="254000"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23520"/>
                </a:lnTo>
                <a:cubicBezTo>
                  <a:pt x="0" y="240030"/>
                  <a:pt x="13970" y="254000"/>
                  <a:pt x="30480" y="254000"/>
                </a:cubicBezTo>
                <a:lnTo>
                  <a:pt x="132080" y="254000"/>
                </a:lnTo>
                <a:cubicBezTo>
                  <a:pt x="148590" y="254000"/>
                  <a:pt x="162560" y="240030"/>
                  <a:pt x="162560" y="223520"/>
                </a:cubicBezTo>
                <a:lnTo>
                  <a:pt x="162560" y="193040"/>
                </a:lnTo>
                <a:cubicBezTo>
                  <a:pt x="162560" y="187960"/>
                  <a:pt x="157480" y="182880"/>
                  <a:pt x="152400" y="182880"/>
                </a:cubicBezTo>
                <a:cubicBezTo>
                  <a:pt x="147320" y="182880"/>
                  <a:pt x="142240" y="187960"/>
                  <a:pt x="142240" y="193040"/>
                </a:cubicBezTo>
                <a:lnTo>
                  <a:pt x="142240" y="223520"/>
                </a:lnTo>
                <a:cubicBezTo>
                  <a:pt x="142240" y="228600"/>
                  <a:pt x="137160" y="233680"/>
                  <a:pt x="132080" y="233680"/>
                </a:cubicBezTo>
                <a:lnTo>
                  <a:pt x="30480" y="233680"/>
                </a:lnTo>
                <a:cubicBezTo>
                  <a:pt x="25400" y="233680"/>
                  <a:pt x="20320" y="228600"/>
                  <a:pt x="20320" y="223520"/>
                </a:cubicBezTo>
                <a:lnTo>
                  <a:pt x="20320" y="30480"/>
                </a:lnTo>
                <a:cubicBezTo>
                  <a:pt x="20320" y="25400"/>
                  <a:pt x="25400" y="20320"/>
                  <a:pt x="30480" y="20320"/>
                </a:cubicBezTo>
                <a:lnTo>
                  <a:pt x="132080" y="20320"/>
                </a:lnTo>
                <a:cubicBezTo>
                  <a:pt x="137160" y="20320"/>
                  <a:pt x="142240" y="25400"/>
                  <a:pt x="142240" y="30480"/>
                </a:cubicBezTo>
                <a:lnTo>
                  <a:pt x="142240" y="50800"/>
                </a:lnTo>
                <a:cubicBezTo>
                  <a:pt x="142240" y="55880"/>
                  <a:pt x="147320" y="60960"/>
                  <a:pt x="152400" y="60960"/>
                </a:cubicBezTo>
                <a:cubicBezTo>
                  <a:pt x="157480" y="60960"/>
                  <a:pt x="162560" y="55880"/>
                  <a:pt x="162560" y="50800"/>
                </a:cubicBezTo>
                <a:lnTo>
                  <a:pt x="162560" y="30480"/>
                </a:lnTo>
                <a:cubicBezTo>
                  <a:pt x="162560" y="13970"/>
                  <a:pt x="148590" y="0"/>
                  <a:pt x="132080" y="0"/>
                </a:cubicBezTo>
                <a:lnTo>
                  <a:pt x="30480" y="0"/>
                </a:lnTo>
                <a:close/>
                <a:moveTo>
                  <a:pt x="106680" y="30480"/>
                </a:moveTo>
                <a:cubicBezTo>
                  <a:pt x="111760" y="30480"/>
                  <a:pt x="116840" y="35560"/>
                  <a:pt x="116840" y="40640"/>
                </a:cubicBezTo>
                <a:cubicBezTo>
                  <a:pt x="116840" y="45720"/>
                  <a:pt x="111760" y="50800"/>
                  <a:pt x="106680" y="50800"/>
                </a:cubicBezTo>
                <a:lnTo>
                  <a:pt x="55880" y="50800"/>
                </a:lnTo>
                <a:cubicBezTo>
                  <a:pt x="50800" y="50800"/>
                  <a:pt x="45720" y="45720"/>
                  <a:pt x="45720" y="40640"/>
                </a:cubicBezTo>
                <a:cubicBezTo>
                  <a:pt x="45720" y="35560"/>
                  <a:pt x="50800" y="30480"/>
                  <a:pt x="55880" y="30480"/>
                </a:cubicBezTo>
                <a:lnTo>
                  <a:pt x="106680" y="30480"/>
                </a:lnTo>
                <a:close/>
                <a:moveTo>
                  <a:pt x="152400" y="81280"/>
                </a:moveTo>
                <a:cubicBezTo>
                  <a:pt x="157480" y="81280"/>
                  <a:pt x="162560" y="86360"/>
                  <a:pt x="162560" y="91440"/>
                </a:cubicBezTo>
                <a:lnTo>
                  <a:pt x="162560" y="111760"/>
                </a:lnTo>
                <a:lnTo>
                  <a:pt x="182880" y="111760"/>
                </a:lnTo>
                <a:cubicBezTo>
                  <a:pt x="187960" y="111760"/>
                  <a:pt x="193040" y="116840"/>
                  <a:pt x="193040" y="121920"/>
                </a:cubicBezTo>
                <a:cubicBezTo>
                  <a:pt x="193040" y="127000"/>
                  <a:pt x="187960" y="132080"/>
                  <a:pt x="182880" y="132080"/>
                </a:cubicBezTo>
                <a:lnTo>
                  <a:pt x="162560" y="132080"/>
                </a:lnTo>
                <a:lnTo>
                  <a:pt x="162560" y="152400"/>
                </a:lnTo>
                <a:cubicBezTo>
                  <a:pt x="162560" y="157480"/>
                  <a:pt x="157480" y="162560"/>
                  <a:pt x="152400" y="162560"/>
                </a:cubicBezTo>
                <a:cubicBezTo>
                  <a:pt x="147320" y="162560"/>
                  <a:pt x="142240" y="157480"/>
                  <a:pt x="142240" y="152400"/>
                </a:cubicBezTo>
                <a:lnTo>
                  <a:pt x="142240" y="132080"/>
                </a:lnTo>
                <a:lnTo>
                  <a:pt x="121920" y="132080"/>
                </a:lnTo>
                <a:cubicBezTo>
                  <a:pt x="116840" y="132080"/>
                  <a:pt x="111760" y="127000"/>
                  <a:pt x="111760" y="121920"/>
                </a:cubicBezTo>
                <a:cubicBezTo>
                  <a:pt x="111760" y="116840"/>
                  <a:pt x="116840" y="111760"/>
                  <a:pt x="121920" y="111760"/>
                </a:cubicBezTo>
                <a:lnTo>
                  <a:pt x="142240" y="111760"/>
                </a:lnTo>
                <a:lnTo>
                  <a:pt x="142240" y="91440"/>
                </a:lnTo>
                <a:cubicBezTo>
                  <a:pt x="142240" y="85090"/>
                  <a:pt x="147320" y="81280"/>
                  <a:pt x="152400" y="81280"/>
                </a:cubicBezTo>
                <a:close/>
                <a:moveTo>
                  <a:pt x="81280" y="213360"/>
                </a:moveTo>
                <a:cubicBezTo>
                  <a:pt x="86360" y="213360"/>
                  <a:pt x="91440" y="208280"/>
                  <a:pt x="91440" y="203200"/>
                </a:cubicBezTo>
                <a:cubicBezTo>
                  <a:pt x="91440" y="198120"/>
                  <a:pt x="86360" y="193040"/>
                  <a:pt x="81280" y="193040"/>
                </a:cubicBezTo>
                <a:cubicBezTo>
                  <a:pt x="76200" y="193040"/>
                  <a:pt x="71120" y="198120"/>
                  <a:pt x="71120" y="203200"/>
                </a:cubicBezTo>
                <a:cubicBezTo>
                  <a:pt x="71120" y="208280"/>
                  <a:pt x="76200" y="213360"/>
                  <a:pt x="81280" y="2133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896" name="Полилиния: фигура 440">
            <a:extLst>
              <a:ext uri="{FF2B5EF4-FFF2-40B4-BE49-F238E27FC236}">
                <a16:creationId xmlns:a16="http://schemas.microsoft.com/office/drawing/2014/main" id="{D0B5A907-9FEE-C3BB-08A0-A58D856989FE}"/>
              </a:ext>
            </a:extLst>
          </p:cNvPr>
          <p:cNvSpPr/>
          <p:nvPr/>
        </p:nvSpPr>
        <p:spPr>
          <a:xfrm>
            <a:off x="10612481" y="3530716"/>
            <a:ext cx="203098" cy="254000"/>
          </a:xfrm>
          <a:custGeom>
            <a:avLst/>
            <a:gdLst>
              <a:gd name="connsiteX0" fmla="*/ 0 w 203098"/>
              <a:gd name="connsiteY0" fmla="*/ 30480 h 254000"/>
              <a:gd name="connsiteX1" fmla="*/ 30480 w 203098"/>
              <a:gd name="connsiteY1" fmla="*/ 0 h 254000"/>
              <a:gd name="connsiteX2" fmla="*/ 132080 w 203098"/>
              <a:gd name="connsiteY2" fmla="*/ 0 h 254000"/>
              <a:gd name="connsiteX3" fmla="*/ 162561 w 203098"/>
              <a:gd name="connsiteY3" fmla="*/ 30480 h 254000"/>
              <a:gd name="connsiteX4" fmla="*/ 162561 w 203098"/>
              <a:gd name="connsiteY4" fmla="*/ 55880 h 254000"/>
              <a:gd name="connsiteX5" fmla="*/ 152400 w 203098"/>
              <a:gd name="connsiteY5" fmla="*/ 66040 h 254000"/>
              <a:gd name="connsiteX6" fmla="*/ 142240 w 203098"/>
              <a:gd name="connsiteY6" fmla="*/ 55880 h 254000"/>
              <a:gd name="connsiteX7" fmla="*/ 142240 w 203098"/>
              <a:gd name="connsiteY7" fmla="*/ 30480 h 254000"/>
              <a:gd name="connsiteX8" fmla="*/ 132080 w 203098"/>
              <a:gd name="connsiteY8" fmla="*/ 20320 h 254000"/>
              <a:gd name="connsiteX9" fmla="*/ 30480 w 203098"/>
              <a:gd name="connsiteY9" fmla="*/ 20320 h 254000"/>
              <a:gd name="connsiteX10" fmla="*/ 20320 w 203098"/>
              <a:gd name="connsiteY10" fmla="*/ 30480 h 254000"/>
              <a:gd name="connsiteX11" fmla="*/ 20320 w 203098"/>
              <a:gd name="connsiteY11" fmla="*/ 223520 h 254000"/>
              <a:gd name="connsiteX12" fmla="*/ 30480 w 203098"/>
              <a:gd name="connsiteY12" fmla="*/ 233680 h 254000"/>
              <a:gd name="connsiteX13" fmla="*/ 132080 w 203098"/>
              <a:gd name="connsiteY13" fmla="*/ 233680 h 254000"/>
              <a:gd name="connsiteX14" fmla="*/ 142240 w 203098"/>
              <a:gd name="connsiteY14" fmla="*/ 223520 h 254000"/>
              <a:gd name="connsiteX15" fmla="*/ 142240 w 203098"/>
              <a:gd name="connsiteY15" fmla="*/ 198120 h 254000"/>
              <a:gd name="connsiteX16" fmla="*/ 152400 w 203098"/>
              <a:gd name="connsiteY16" fmla="*/ 187960 h 254000"/>
              <a:gd name="connsiteX17" fmla="*/ 162561 w 203098"/>
              <a:gd name="connsiteY17" fmla="*/ 198120 h 254000"/>
              <a:gd name="connsiteX18" fmla="*/ 162561 w 203098"/>
              <a:gd name="connsiteY18" fmla="*/ 223520 h 254000"/>
              <a:gd name="connsiteX19" fmla="*/ 132080 w 203098"/>
              <a:gd name="connsiteY19" fmla="*/ 254000 h 254000"/>
              <a:gd name="connsiteX20" fmla="*/ 30480 w 203098"/>
              <a:gd name="connsiteY20" fmla="*/ 254000 h 254000"/>
              <a:gd name="connsiteX21" fmla="*/ 0 w 203098"/>
              <a:gd name="connsiteY21" fmla="*/ 223520 h 254000"/>
              <a:gd name="connsiteX22" fmla="*/ 0 w 203098"/>
              <a:gd name="connsiteY22" fmla="*/ 30480 h 254000"/>
              <a:gd name="connsiteX23" fmla="*/ 149861 w 203098"/>
              <a:gd name="connsiteY23" fmla="*/ 104140 h 254000"/>
              <a:gd name="connsiteX24" fmla="*/ 158750 w 203098"/>
              <a:gd name="connsiteY24" fmla="*/ 123190 h 254000"/>
              <a:gd name="connsiteX25" fmla="*/ 149861 w 203098"/>
              <a:gd name="connsiteY25" fmla="*/ 148590 h 254000"/>
              <a:gd name="connsiteX26" fmla="*/ 135890 w 203098"/>
              <a:gd name="connsiteY26" fmla="*/ 148590 h 254000"/>
              <a:gd name="connsiteX27" fmla="*/ 135890 w 203098"/>
              <a:gd name="connsiteY27" fmla="*/ 134620 h 254000"/>
              <a:gd name="connsiteX28" fmla="*/ 138430 w 203098"/>
              <a:gd name="connsiteY28" fmla="*/ 125730 h 254000"/>
              <a:gd name="connsiteX29" fmla="*/ 135890 w 203098"/>
              <a:gd name="connsiteY29" fmla="*/ 118110 h 254000"/>
              <a:gd name="connsiteX30" fmla="*/ 135890 w 203098"/>
              <a:gd name="connsiteY30" fmla="*/ 104140 h 254000"/>
              <a:gd name="connsiteX31" fmla="*/ 149861 w 203098"/>
              <a:gd name="connsiteY31" fmla="*/ 104140 h 254000"/>
              <a:gd name="connsiteX32" fmla="*/ 180340 w 203098"/>
              <a:gd name="connsiteY32" fmla="*/ 73660 h 254000"/>
              <a:gd name="connsiteX33" fmla="*/ 166370 w 203098"/>
              <a:gd name="connsiteY33" fmla="*/ 73660 h 254000"/>
              <a:gd name="connsiteX34" fmla="*/ 166370 w 203098"/>
              <a:gd name="connsiteY34" fmla="*/ 87630 h 254000"/>
              <a:gd name="connsiteX35" fmla="*/ 182880 w 203098"/>
              <a:gd name="connsiteY35" fmla="*/ 119380 h 254000"/>
              <a:gd name="connsiteX36" fmla="*/ 166370 w 203098"/>
              <a:gd name="connsiteY36" fmla="*/ 163830 h 254000"/>
              <a:gd name="connsiteX37" fmla="*/ 166370 w 203098"/>
              <a:gd name="connsiteY37" fmla="*/ 177800 h 254000"/>
              <a:gd name="connsiteX38" fmla="*/ 180340 w 203098"/>
              <a:gd name="connsiteY38" fmla="*/ 177800 h 254000"/>
              <a:gd name="connsiteX39" fmla="*/ 201930 w 203098"/>
              <a:gd name="connsiteY39" fmla="*/ 115570 h 254000"/>
              <a:gd name="connsiteX40" fmla="*/ 180340 w 203098"/>
              <a:gd name="connsiteY40" fmla="*/ 73660 h 254000"/>
              <a:gd name="connsiteX41" fmla="*/ 116840 w 203098"/>
              <a:gd name="connsiteY41" fmla="*/ 40640 h 254000"/>
              <a:gd name="connsiteX42" fmla="*/ 106680 w 203098"/>
              <a:gd name="connsiteY42" fmla="*/ 30480 h 254000"/>
              <a:gd name="connsiteX43" fmla="*/ 55880 w 203098"/>
              <a:gd name="connsiteY43" fmla="*/ 30480 h 254000"/>
              <a:gd name="connsiteX44" fmla="*/ 45720 w 203098"/>
              <a:gd name="connsiteY44" fmla="*/ 40640 h 254000"/>
              <a:gd name="connsiteX45" fmla="*/ 55880 w 203098"/>
              <a:gd name="connsiteY45" fmla="*/ 50800 h 254000"/>
              <a:gd name="connsiteX46" fmla="*/ 106680 w 203098"/>
              <a:gd name="connsiteY46" fmla="*/ 50800 h 254000"/>
              <a:gd name="connsiteX47" fmla="*/ 116840 w 203098"/>
              <a:gd name="connsiteY47" fmla="*/ 40640 h 254000"/>
              <a:gd name="connsiteX48" fmla="*/ 81280 w 203098"/>
              <a:gd name="connsiteY48" fmla="*/ 213360 h 254000"/>
              <a:gd name="connsiteX49" fmla="*/ 91440 w 203098"/>
              <a:gd name="connsiteY49" fmla="*/ 203200 h 254000"/>
              <a:gd name="connsiteX50" fmla="*/ 81280 w 203098"/>
              <a:gd name="connsiteY50" fmla="*/ 193040 h 254000"/>
              <a:gd name="connsiteX51" fmla="*/ 71120 w 203098"/>
              <a:gd name="connsiteY51" fmla="*/ 203200 h 254000"/>
              <a:gd name="connsiteX52" fmla="*/ 81280 w 203098"/>
              <a:gd name="connsiteY52" fmla="*/ 21336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</a:cxnLst>
            <a:rect l="l" t="t" r="r" b="b"/>
            <a:pathLst>
              <a:path w="203098" h="254000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132080" y="0"/>
                </a:lnTo>
                <a:cubicBezTo>
                  <a:pt x="148590" y="0"/>
                  <a:pt x="162561" y="13970"/>
                  <a:pt x="162561" y="30480"/>
                </a:cubicBezTo>
                <a:lnTo>
                  <a:pt x="162561" y="55880"/>
                </a:lnTo>
                <a:cubicBezTo>
                  <a:pt x="162561" y="60960"/>
                  <a:pt x="157480" y="66040"/>
                  <a:pt x="152400" y="66040"/>
                </a:cubicBezTo>
                <a:cubicBezTo>
                  <a:pt x="147320" y="66040"/>
                  <a:pt x="142240" y="60960"/>
                  <a:pt x="142240" y="55880"/>
                </a:cubicBezTo>
                <a:lnTo>
                  <a:pt x="142240" y="30480"/>
                </a:lnTo>
                <a:cubicBezTo>
                  <a:pt x="142240" y="25400"/>
                  <a:pt x="137161" y="20320"/>
                  <a:pt x="132080" y="20320"/>
                </a:cubicBezTo>
                <a:lnTo>
                  <a:pt x="30480" y="20320"/>
                </a:lnTo>
                <a:cubicBezTo>
                  <a:pt x="25400" y="20320"/>
                  <a:pt x="20320" y="25400"/>
                  <a:pt x="20320" y="30480"/>
                </a:cubicBezTo>
                <a:lnTo>
                  <a:pt x="20320" y="223520"/>
                </a:lnTo>
                <a:cubicBezTo>
                  <a:pt x="20320" y="228600"/>
                  <a:pt x="25400" y="233680"/>
                  <a:pt x="30480" y="233680"/>
                </a:cubicBezTo>
                <a:lnTo>
                  <a:pt x="132080" y="233680"/>
                </a:lnTo>
                <a:cubicBezTo>
                  <a:pt x="137161" y="233680"/>
                  <a:pt x="142240" y="228600"/>
                  <a:pt x="142240" y="223520"/>
                </a:cubicBezTo>
                <a:lnTo>
                  <a:pt x="142240" y="198120"/>
                </a:lnTo>
                <a:cubicBezTo>
                  <a:pt x="142240" y="193040"/>
                  <a:pt x="147320" y="187960"/>
                  <a:pt x="152400" y="187960"/>
                </a:cubicBezTo>
                <a:cubicBezTo>
                  <a:pt x="157480" y="187960"/>
                  <a:pt x="162561" y="193040"/>
                  <a:pt x="162561" y="198120"/>
                </a:cubicBezTo>
                <a:lnTo>
                  <a:pt x="162561" y="223520"/>
                </a:lnTo>
                <a:cubicBezTo>
                  <a:pt x="162561" y="240030"/>
                  <a:pt x="148590" y="254000"/>
                  <a:pt x="132080" y="254000"/>
                </a:cubicBezTo>
                <a:lnTo>
                  <a:pt x="30480" y="254000"/>
                </a:lnTo>
                <a:cubicBezTo>
                  <a:pt x="13970" y="254000"/>
                  <a:pt x="0" y="240030"/>
                  <a:pt x="0" y="223520"/>
                </a:cubicBezTo>
                <a:lnTo>
                  <a:pt x="0" y="30480"/>
                </a:lnTo>
                <a:close/>
                <a:moveTo>
                  <a:pt x="149861" y="104140"/>
                </a:moveTo>
                <a:cubicBezTo>
                  <a:pt x="153670" y="107950"/>
                  <a:pt x="157480" y="115570"/>
                  <a:pt x="158750" y="123190"/>
                </a:cubicBezTo>
                <a:cubicBezTo>
                  <a:pt x="160020" y="130810"/>
                  <a:pt x="157480" y="140970"/>
                  <a:pt x="149861" y="148590"/>
                </a:cubicBezTo>
                <a:cubicBezTo>
                  <a:pt x="146050" y="152400"/>
                  <a:pt x="139700" y="152400"/>
                  <a:pt x="135890" y="148590"/>
                </a:cubicBezTo>
                <a:cubicBezTo>
                  <a:pt x="132080" y="144780"/>
                  <a:pt x="132080" y="138430"/>
                  <a:pt x="135890" y="134620"/>
                </a:cubicBezTo>
                <a:cubicBezTo>
                  <a:pt x="138430" y="132080"/>
                  <a:pt x="139700" y="129540"/>
                  <a:pt x="138430" y="125730"/>
                </a:cubicBezTo>
                <a:cubicBezTo>
                  <a:pt x="138430" y="121920"/>
                  <a:pt x="135890" y="119380"/>
                  <a:pt x="135890" y="118110"/>
                </a:cubicBezTo>
                <a:cubicBezTo>
                  <a:pt x="132080" y="114300"/>
                  <a:pt x="132080" y="107950"/>
                  <a:pt x="135890" y="104140"/>
                </a:cubicBezTo>
                <a:cubicBezTo>
                  <a:pt x="139700" y="100330"/>
                  <a:pt x="146050" y="100330"/>
                  <a:pt x="149861" y="104140"/>
                </a:cubicBezTo>
                <a:close/>
                <a:moveTo>
                  <a:pt x="180340" y="73660"/>
                </a:moveTo>
                <a:cubicBezTo>
                  <a:pt x="176530" y="69850"/>
                  <a:pt x="170180" y="69850"/>
                  <a:pt x="166370" y="73660"/>
                </a:cubicBezTo>
                <a:cubicBezTo>
                  <a:pt x="162561" y="77470"/>
                  <a:pt x="162561" y="83820"/>
                  <a:pt x="166370" y="87630"/>
                </a:cubicBezTo>
                <a:cubicBezTo>
                  <a:pt x="172720" y="93980"/>
                  <a:pt x="180340" y="105410"/>
                  <a:pt x="182880" y="119380"/>
                </a:cubicBezTo>
                <a:cubicBezTo>
                  <a:pt x="185420" y="132080"/>
                  <a:pt x="181611" y="148590"/>
                  <a:pt x="166370" y="163830"/>
                </a:cubicBezTo>
                <a:cubicBezTo>
                  <a:pt x="162561" y="167640"/>
                  <a:pt x="162561" y="173990"/>
                  <a:pt x="166370" y="177800"/>
                </a:cubicBezTo>
                <a:cubicBezTo>
                  <a:pt x="170180" y="181610"/>
                  <a:pt x="176530" y="181610"/>
                  <a:pt x="180340" y="177800"/>
                </a:cubicBezTo>
                <a:cubicBezTo>
                  <a:pt x="200661" y="157480"/>
                  <a:pt x="205740" y="134620"/>
                  <a:pt x="201930" y="115570"/>
                </a:cubicBezTo>
                <a:cubicBezTo>
                  <a:pt x="199390" y="97790"/>
                  <a:pt x="189230" y="82550"/>
                  <a:pt x="180340" y="73660"/>
                </a:cubicBezTo>
                <a:close/>
                <a:moveTo>
                  <a:pt x="116840" y="40640"/>
                </a:moveTo>
                <a:cubicBezTo>
                  <a:pt x="116840" y="35560"/>
                  <a:pt x="111761" y="30480"/>
                  <a:pt x="106680" y="30480"/>
                </a:cubicBezTo>
                <a:lnTo>
                  <a:pt x="55880" y="30480"/>
                </a:lnTo>
                <a:cubicBezTo>
                  <a:pt x="50800" y="30480"/>
                  <a:pt x="45720" y="35560"/>
                  <a:pt x="45720" y="40640"/>
                </a:cubicBezTo>
                <a:cubicBezTo>
                  <a:pt x="45720" y="45720"/>
                  <a:pt x="50800" y="50800"/>
                  <a:pt x="55880" y="50800"/>
                </a:cubicBezTo>
                <a:lnTo>
                  <a:pt x="106680" y="50800"/>
                </a:lnTo>
                <a:cubicBezTo>
                  <a:pt x="113030" y="50800"/>
                  <a:pt x="116840" y="45720"/>
                  <a:pt x="116840" y="40640"/>
                </a:cubicBezTo>
                <a:close/>
                <a:moveTo>
                  <a:pt x="81280" y="213360"/>
                </a:moveTo>
                <a:cubicBezTo>
                  <a:pt x="86361" y="213360"/>
                  <a:pt x="91440" y="208280"/>
                  <a:pt x="91440" y="203200"/>
                </a:cubicBezTo>
                <a:cubicBezTo>
                  <a:pt x="91440" y="198120"/>
                  <a:pt x="86361" y="193040"/>
                  <a:pt x="81280" y="193040"/>
                </a:cubicBezTo>
                <a:cubicBezTo>
                  <a:pt x="76200" y="193040"/>
                  <a:pt x="71120" y="198120"/>
                  <a:pt x="71120" y="203200"/>
                </a:cubicBezTo>
                <a:cubicBezTo>
                  <a:pt x="71120" y="208280"/>
                  <a:pt x="76200" y="213360"/>
                  <a:pt x="81280" y="2133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897" name="Рисунок 2">
            <a:extLst>
              <a:ext uri="{FF2B5EF4-FFF2-40B4-BE49-F238E27FC236}">
                <a16:creationId xmlns:a16="http://schemas.microsoft.com/office/drawing/2014/main" id="{AEAD8109-6437-E4F1-2BCA-9D28682123E6}"/>
              </a:ext>
            </a:extLst>
          </p:cNvPr>
          <p:cNvGrpSpPr/>
          <p:nvPr/>
        </p:nvGrpSpPr>
        <p:grpSpPr>
          <a:xfrm>
            <a:off x="5550262" y="4910376"/>
            <a:ext cx="264159" cy="264159"/>
            <a:chOff x="5708650" y="4961890"/>
            <a:chExt cx="264159" cy="264159"/>
          </a:xfrm>
          <a:solidFill>
            <a:schemeClr val="tx1"/>
          </a:solidFill>
        </p:grpSpPr>
        <p:sp>
          <p:nvSpPr>
            <p:cNvPr id="898" name="Полилиния: фигура 450">
              <a:extLst>
                <a:ext uri="{FF2B5EF4-FFF2-40B4-BE49-F238E27FC236}">
                  <a16:creationId xmlns:a16="http://schemas.microsoft.com/office/drawing/2014/main" id="{67A75C74-F652-13D5-9902-F7B22D781A8A}"/>
                </a:ext>
              </a:extLst>
            </p:cNvPr>
            <p:cNvSpPr/>
            <p:nvPr/>
          </p:nvSpPr>
          <p:spPr>
            <a:xfrm>
              <a:off x="5861921" y="5033881"/>
              <a:ext cx="34688" cy="64920"/>
            </a:xfrm>
            <a:custGeom>
              <a:avLst/>
              <a:gdLst>
                <a:gd name="connsiteX0" fmla="*/ 18178 w 34688"/>
                <a:gd name="connsiteY0" fmla="*/ 4209 h 64920"/>
                <a:gd name="connsiteX1" fmla="*/ 4208 w 34688"/>
                <a:gd name="connsiteY1" fmla="*/ 1669 h 64920"/>
                <a:gd name="connsiteX2" fmla="*/ 1669 w 34688"/>
                <a:gd name="connsiteY2" fmla="*/ 15639 h 64920"/>
                <a:gd name="connsiteX3" fmla="*/ 14369 w 34688"/>
                <a:gd name="connsiteY3" fmla="*/ 60089 h 64920"/>
                <a:gd name="connsiteX4" fmla="*/ 21988 w 34688"/>
                <a:gd name="connsiteY4" fmla="*/ 63898 h 64920"/>
                <a:gd name="connsiteX5" fmla="*/ 32148 w 34688"/>
                <a:gd name="connsiteY5" fmla="*/ 58819 h 64920"/>
                <a:gd name="connsiteX6" fmla="*/ 34688 w 34688"/>
                <a:gd name="connsiteY6" fmla="*/ 53739 h 64920"/>
                <a:gd name="connsiteX7" fmla="*/ 18178 w 34688"/>
                <a:gd name="connsiteY7" fmla="*/ 4209 h 64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4688" h="64920">
                  <a:moveTo>
                    <a:pt x="18178" y="4209"/>
                  </a:moveTo>
                  <a:cubicBezTo>
                    <a:pt x="14369" y="-872"/>
                    <a:pt x="8019" y="-872"/>
                    <a:pt x="4208" y="1669"/>
                  </a:cubicBezTo>
                  <a:cubicBezTo>
                    <a:pt x="-872" y="5478"/>
                    <a:pt x="-872" y="11828"/>
                    <a:pt x="1669" y="15639"/>
                  </a:cubicBezTo>
                  <a:cubicBezTo>
                    <a:pt x="10558" y="27069"/>
                    <a:pt x="14369" y="42309"/>
                    <a:pt x="14369" y="60089"/>
                  </a:cubicBezTo>
                  <a:cubicBezTo>
                    <a:pt x="14369" y="63898"/>
                    <a:pt x="18178" y="66439"/>
                    <a:pt x="21988" y="63898"/>
                  </a:cubicBezTo>
                  <a:cubicBezTo>
                    <a:pt x="25798" y="61359"/>
                    <a:pt x="28338" y="60089"/>
                    <a:pt x="32148" y="58819"/>
                  </a:cubicBezTo>
                  <a:cubicBezTo>
                    <a:pt x="33419" y="57548"/>
                    <a:pt x="34688" y="56278"/>
                    <a:pt x="34688" y="53739"/>
                  </a:cubicBezTo>
                  <a:cubicBezTo>
                    <a:pt x="33419" y="34689"/>
                    <a:pt x="28338" y="18178"/>
                    <a:pt x="18178" y="4209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99" name="Полилиния: фигура 451">
              <a:extLst>
                <a:ext uri="{FF2B5EF4-FFF2-40B4-BE49-F238E27FC236}">
                  <a16:creationId xmlns:a16="http://schemas.microsoft.com/office/drawing/2014/main" id="{205783C3-362A-289F-0762-14A94326C479}"/>
                </a:ext>
              </a:extLst>
            </p:cNvPr>
            <p:cNvSpPr/>
            <p:nvPr/>
          </p:nvSpPr>
          <p:spPr>
            <a:xfrm>
              <a:off x="5820734" y="5054548"/>
              <a:ext cx="30155" cy="79736"/>
            </a:xfrm>
            <a:custGeom>
              <a:avLst/>
              <a:gdLst>
                <a:gd name="connsiteX0" fmla="*/ 4755 w 30155"/>
                <a:gd name="connsiteY0" fmla="*/ 1322 h 79736"/>
                <a:gd name="connsiteX1" fmla="*/ 18725 w 30155"/>
                <a:gd name="connsiteY1" fmla="*/ 3861 h 79736"/>
                <a:gd name="connsiteX2" fmla="*/ 30155 w 30155"/>
                <a:gd name="connsiteY2" fmla="*/ 39422 h 79736"/>
                <a:gd name="connsiteX3" fmla="*/ 18725 w 30155"/>
                <a:gd name="connsiteY3" fmla="*/ 74981 h 79736"/>
                <a:gd name="connsiteX4" fmla="*/ 4755 w 30155"/>
                <a:gd name="connsiteY4" fmla="*/ 77522 h 79736"/>
                <a:gd name="connsiteX5" fmla="*/ 2215 w 30155"/>
                <a:gd name="connsiteY5" fmla="*/ 63551 h 79736"/>
                <a:gd name="connsiteX6" fmla="*/ 11105 w 30155"/>
                <a:gd name="connsiteY6" fmla="*/ 38151 h 79736"/>
                <a:gd name="connsiteX7" fmla="*/ 2215 w 30155"/>
                <a:gd name="connsiteY7" fmla="*/ 12751 h 79736"/>
                <a:gd name="connsiteX8" fmla="*/ 4755 w 30155"/>
                <a:gd name="connsiteY8" fmla="*/ 1322 h 797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155" h="79736">
                  <a:moveTo>
                    <a:pt x="4755" y="1322"/>
                  </a:moveTo>
                  <a:cubicBezTo>
                    <a:pt x="9835" y="-1219"/>
                    <a:pt x="16185" y="51"/>
                    <a:pt x="18725" y="3861"/>
                  </a:cubicBezTo>
                  <a:cubicBezTo>
                    <a:pt x="26345" y="15292"/>
                    <a:pt x="30155" y="27992"/>
                    <a:pt x="30155" y="39422"/>
                  </a:cubicBezTo>
                  <a:cubicBezTo>
                    <a:pt x="30155" y="52122"/>
                    <a:pt x="26345" y="63551"/>
                    <a:pt x="18725" y="74981"/>
                  </a:cubicBezTo>
                  <a:cubicBezTo>
                    <a:pt x="16185" y="80061"/>
                    <a:pt x="9835" y="81331"/>
                    <a:pt x="4755" y="77522"/>
                  </a:cubicBezTo>
                  <a:cubicBezTo>
                    <a:pt x="-325" y="74981"/>
                    <a:pt x="-1595" y="68631"/>
                    <a:pt x="2215" y="63551"/>
                  </a:cubicBezTo>
                  <a:cubicBezTo>
                    <a:pt x="7295" y="54661"/>
                    <a:pt x="11105" y="47042"/>
                    <a:pt x="11105" y="38151"/>
                  </a:cubicBezTo>
                  <a:cubicBezTo>
                    <a:pt x="11105" y="30531"/>
                    <a:pt x="8565" y="21642"/>
                    <a:pt x="2215" y="12751"/>
                  </a:cubicBezTo>
                  <a:cubicBezTo>
                    <a:pt x="-1595" y="10211"/>
                    <a:pt x="-325" y="3861"/>
                    <a:pt x="4755" y="132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00" name="Полилиния: фигура 452">
              <a:extLst>
                <a:ext uri="{FF2B5EF4-FFF2-40B4-BE49-F238E27FC236}">
                  <a16:creationId xmlns:a16="http://schemas.microsoft.com/office/drawing/2014/main" id="{212FCE12-2A0B-E675-8FE3-E055502D738F}"/>
                </a:ext>
              </a:extLst>
            </p:cNvPr>
            <p:cNvSpPr/>
            <p:nvPr/>
          </p:nvSpPr>
          <p:spPr>
            <a:xfrm>
              <a:off x="5781040" y="5077459"/>
              <a:ext cx="25400" cy="35560"/>
            </a:xfrm>
            <a:custGeom>
              <a:avLst/>
              <a:gdLst>
                <a:gd name="connsiteX0" fmla="*/ 25400 w 25400"/>
                <a:gd name="connsiteY0" fmla="*/ 17780 h 35560"/>
                <a:gd name="connsiteX1" fmla="*/ 12700 w 25400"/>
                <a:gd name="connsiteY1" fmla="*/ 35560 h 35560"/>
                <a:gd name="connsiteX2" fmla="*/ 0 w 25400"/>
                <a:gd name="connsiteY2" fmla="*/ 17780 h 35560"/>
                <a:gd name="connsiteX3" fmla="*/ 12700 w 25400"/>
                <a:gd name="connsiteY3" fmla="*/ 0 h 35560"/>
                <a:gd name="connsiteX4" fmla="*/ 25400 w 25400"/>
                <a:gd name="connsiteY4" fmla="*/ 17780 h 35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5400" h="35560">
                  <a:moveTo>
                    <a:pt x="25400" y="17780"/>
                  </a:moveTo>
                  <a:cubicBezTo>
                    <a:pt x="25400" y="27940"/>
                    <a:pt x="20320" y="35560"/>
                    <a:pt x="12700" y="35560"/>
                  </a:cubicBezTo>
                  <a:cubicBezTo>
                    <a:pt x="5080" y="35560"/>
                    <a:pt x="0" y="27940"/>
                    <a:pt x="0" y="17780"/>
                  </a:cubicBezTo>
                  <a:cubicBezTo>
                    <a:pt x="0" y="7620"/>
                    <a:pt x="5080" y="0"/>
                    <a:pt x="12700" y="0"/>
                  </a:cubicBezTo>
                  <a:cubicBezTo>
                    <a:pt x="20320" y="0"/>
                    <a:pt x="25400" y="7620"/>
                    <a:pt x="25400" y="177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01" name="Полилиния: фигура 453">
              <a:extLst>
                <a:ext uri="{FF2B5EF4-FFF2-40B4-BE49-F238E27FC236}">
                  <a16:creationId xmlns:a16="http://schemas.microsoft.com/office/drawing/2014/main" id="{598505F6-212F-F048-9BE3-0E054BEF589C}"/>
                </a:ext>
              </a:extLst>
            </p:cNvPr>
            <p:cNvSpPr/>
            <p:nvPr/>
          </p:nvSpPr>
          <p:spPr>
            <a:xfrm>
              <a:off x="5708650" y="4961890"/>
              <a:ext cx="264159" cy="264159"/>
            </a:xfrm>
            <a:custGeom>
              <a:avLst/>
              <a:gdLst>
                <a:gd name="connsiteX0" fmla="*/ 132080 w 264159"/>
                <a:gd name="connsiteY0" fmla="*/ 264160 h 264159"/>
                <a:gd name="connsiteX1" fmla="*/ 0 w 264159"/>
                <a:gd name="connsiteY1" fmla="*/ 132080 h 264159"/>
                <a:gd name="connsiteX2" fmla="*/ 132080 w 264159"/>
                <a:gd name="connsiteY2" fmla="*/ 0 h 264159"/>
                <a:gd name="connsiteX3" fmla="*/ 264160 w 264159"/>
                <a:gd name="connsiteY3" fmla="*/ 132080 h 264159"/>
                <a:gd name="connsiteX4" fmla="*/ 222250 w 264159"/>
                <a:gd name="connsiteY4" fmla="*/ 204470 h 264159"/>
                <a:gd name="connsiteX5" fmla="*/ 213360 w 264159"/>
                <a:gd name="connsiteY5" fmla="*/ 213360 h 264159"/>
                <a:gd name="connsiteX6" fmla="*/ 204470 w 264159"/>
                <a:gd name="connsiteY6" fmla="*/ 222250 h 264159"/>
                <a:gd name="connsiteX7" fmla="*/ 132080 w 264159"/>
                <a:gd name="connsiteY7" fmla="*/ 264160 h 264159"/>
                <a:gd name="connsiteX8" fmla="*/ 132080 w 264159"/>
                <a:gd name="connsiteY8" fmla="*/ 243840 h 264159"/>
                <a:gd name="connsiteX9" fmla="*/ 20320 w 264159"/>
                <a:gd name="connsiteY9" fmla="*/ 132080 h 264159"/>
                <a:gd name="connsiteX10" fmla="*/ 132080 w 264159"/>
                <a:gd name="connsiteY10" fmla="*/ 20320 h 264159"/>
                <a:gd name="connsiteX11" fmla="*/ 243840 w 264159"/>
                <a:gd name="connsiteY11" fmla="*/ 132080 h 264159"/>
                <a:gd name="connsiteX12" fmla="*/ 243840 w 264159"/>
                <a:gd name="connsiteY12" fmla="*/ 135890 h 264159"/>
                <a:gd name="connsiteX13" fmla="*/ 236220 w 264159"/>
                <a:gd name="connsiteY13" fmla="*/ 137160 h 264159"/>
                <a:gd name="connsiteX14" fmla="*/ 234950 w 264159"/>
                <a:gd name="connsiteY14" fmla="*/ 137160 h 264159"/>
                <a:gd name="connsiteX15" fmla="*/ 233680 w 264159"/>
                <a:gd name="connsiteY15" fmla="*/ 137160 h 264159"/>
                <a:gd name="connsiteX16" fmla="*/ 168910 w 264159"/>
                <a:gd name="connsiteY16" fmla="*/ 167640 h 264159"/>
                <a:gd name="connsiteX17" fmla="*/ 138430 w 264159"/>
                <a:gd name="connsiteY17" fmla="*/ 232410 h 264159"/>
                <a:gd name="connsiteX18" fmla="*/ 138430 w 264159"/>
                <a:gd name="connsiteY18" fmla="*/ 234950 h 264159"/>
                <a:gd name="connsiteX19" fmla="*/ 137160 w 264159"/>
                <a:gd name="connsiteY19" fmla="*/ 242570 h 264159"/>
                <a:gd name="connsiteX20" fmla="*/ 132080 w 264159"/>
                <a:gd name="connsiteY20" fmla="*/ 243840 h 264159"/>
                <a:gd name="connsiteX21" fmla="*/ 237490 w 264159"/>
                <a:gd name="connsiteY21" fmla="*/ 158750 h 264159"/>
                <a:gd name="connsiteX22" fmla="*/ 232410 w 264159"/>
                <a:gd name="connsiteY22" fmla="*/ 166370 h 264159"/>
                <a:gd name="connsiteX23" fmla="*/ 209550 w 264159"/>
                <a:gd name="connsiteY23" fmla="*/ 190500 h 264159"/>
                <a:gd name="connsiteX24" fmla="*/ 209550 w 264159"/>
                <a:gd name="connsiteY24" fmla="*/ 190500 h 264159"/>
                <a:gd name="connsiteX25" fmla="*/ 199390 w 264159"/>
                <a:gd name="connsiteY25" fmla="*/ 200660 h 264159"/>
                <a:gd name="connsiteX26" fmla="*/ 189230 w 264159"/>
                <a:gd name="connsiteY26" fmla="*/ 210820 h 264159"/>
                <a:gd name="connsiteX27" fmla="*/ 165100 w 264159"/>
                <a:gd name="connsiteY27" fmla="*/ 233680 h 264159"/>
                <a:gd name="connsiteX28" fmla="*/ 157480 w 264159"/>
                <a:gd name="connsiteY28" fmla="*/ 238760 h 264159"/>
                <a:gd name="connsiteX29" fmla="*/ 182880 w 264159"/>
                <a:gd name="connsiteY29" fmla="*/ 185420 h 264159"/>
                <a:gd name="connsiteX30" fmla="*/ 237490 w 264159"/>
                <a:gd name="connsiteY30" fmla="*/ 158750 h 264159"/>
                <a:gd name="connsiteX31" fmla="*/ 243840 w 264159"/>
                <a:gd name="connsiteY31" fmla="*/ 137160 h 264159"/>
                <a:gd name="connsiteX32" fmla="*/ 243840 w 264159"/>
                <a:gd name="connsiteY32" fmla="*/ 137160 h 264159"/>
                <a:gd name="connsiteX33" fmla="*/ 243840 w 264159"/>
                <a:gd name="connsiteY33" fmla="*/ 137160 h 264159"/>
                <a:gd name="connsiteX34" fmla="*/ 137160 w 264159"/>
                <a:gd name="connsiteY34" fmla="*/ 243840 h 264159"/>
                <a:gd name="connsiteX35" fmla="*/ 137160 w 264159"/>
                <a:gd name="connsiteY35" fmla="*/ 243840 h 264159"/>
                <a:gd name="connsiteX36" fmla="*/ 137160 w 264159"/>
                <a:gd name="connsiteY36" fmla="*/ 24384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64159" h="264159">
                  <a:moveTo>
                    <a:pt x="132080" y="264160"/>
                  </a:moveTo>
                  <a:cubicBezTo>
                    <a:pt x="59690" y="264160"/>
                    <a:pt x="0" y="205740"/>
                    <a:pt x="0" y="132080"/>
                  </a:cubicBezTo>
                  <a:cubicBezTo>
                    <a:pt x="0" y="59690"/>
                    <a:pt x="58420" y="0"/>
                    <a:pt x="132080" y="0"/>
                  </a:cubicBezTo>
                  <a:cubicBezTo>
                    <a:pt x="204470" y="0"/>
                    <a:pt x="264160" y="58420"/>
                    <a:pt x="264160" y="132080"/>
                  </a:cubicBezTo>
                  <a:cubicBezTo>
                    <a:pt x="264160" y="163830"/>
                    <a:pt x="243840" y="184150"/>
                    <a:pt x="222250" y="204470"/>
                  </a:cubicBezTo>
                  <a:cubicBezTo>
                    <a:pt x="219710" y="207010"/>
                    <a:pt x="215900" y="210820"/>
                    <a:pt x="213360" y="213360"/>
                  </a:cubicBezTo>
                  <a:cubicBezTo>
                    <a:pt x="210820" y="215900"/>
                    <a:pt x="207010" y="219710"/>
                    <a:pt x="204470" y="222250"/>
                  </a:cubicBezTo>
                  <a:cubicBezTo>
                    <a:pt x="184150" y="243840"/>
                    <a:pt x="165100" y="264160"/>
                    <a:pt x="132080" y="264160"/>
                  </a:cubicBezTo>
                  <a:close/>
                  <a:moveTo>
                    <a:pt x="132080" y="243840"/>
                  </a:moveTo>
                  <a:cubicBezTo>
                    <a:pt x="69850" y="243840"/>
                    <a:pt x="20320" y="194310"/>
                    <a:pt x="20320" y="132080"/>
                  </a:cubicBezTo>
                  <a:cubicBezTo>
                    <a:pt x="20320" y="69850"/>
                    <a:pt x="69850" y="20320"/>
                    <a:pt x="132080" y="20320"/>
                  </a:cubicBezTo>
                  <a:cubicBezTo>
                    <a:pt x="194310" y="20320"/>
                    <a:pt x="243840" y="69850"/>
                    <a:pt x="243840" y="132080"/>
                  </a:cubicBezTo>
                  <a:cubicBezTo>
                    <a:pt x="243840" y="133350"/>
                    <a:pt x="243840" y="134620"/>
                    <a:pt x="243840" y="135890"/>
                  </a:cubicBezTo>
                  <a:cubicBezTo>
                    <a:pt x="242570" y="135890"/>
                    <a:pt x="240030" y="137160"/>
                    <a:pt x="236220" y="137160"/>
                  </a:cubicBezTo>
                  <a:lnTo>
                    <a:pt x="234950" y="137160"/>
                  </a:lnTo>
                  <a:lnTo>
                    <a:pt x="233680" y="137160"/>
                  </a:lnTo>
                  <a:cubicBezTo>
                    <a:pt x="218440" y="139700"/>
                    <a:pt x="193040" y="143510"/>
                    <a:pt x="168910" y="167640"/>
                  </a:cubicBezTo>
                  <a:cubicBezTo>
                    <a:pt x="144780" y="191770"/>
                    <a:pt x="140970" y="217170"/>
                    <a:pt x="138430" y="232410"/>
                  </a:cubicBezTo>
                  <a:cubicBezTo>
                    <a:pt x="138430" y="233680"/>
                    <a:pt x="138430" y="233680"/>
                    <a:pt x="138430" y="234950"/>
                  </a:cubicBezTo>
                  <a:cubicBezTo>
                    <a:pt x="137160" y="240030"/>
                    <a:pt x="137160" y="242570"/>
                    <a:pt x="137160" y="242570"/>
                  </a:cubicBezTo>
                  <a:cubicBezTo>
                    <a:pt x="135890" y="243840"/>
                    <a:pt x="134620" y="243840"/>
                    <a:pt x="132080" y="243840"/>
                  </a:cubicBezTo>
                  <a:close/>
                  <a:moveTo>
                    <a:pt x="237490" y="158750"/>
                  </a:moveTo>
                  <a:cubicBezTo>
                    <a:pt x="236220" y="161290"/>
                    <a:pt x="234950" y="163830"/>
                    <a:pt x="232410" y="166370"/>
                  </a:cubicBezTo>
                  <a:cubicBezTo>
                    <a:pt x="226060" y="175260"/>
                    <a:pt x="218440" y="181610"/>
                    <a:pt x="209550" y="190500"/>
                  </a:cubicBezTo>
                  <a:lnTo>
                    <a:pt x="209550" y="190500"/>
                  </a:lnTo>
                  <a:cubicBezTo>
                    <a:pt x="205740" y="193040"/>
                    <a:pt x="203200" y="196850"/>
                    <a:pt x="199390" y="200660"/>
                  </a:cubicBezTo>
                  <a:cubicBezTo>
                    <a:pt x="195580" y="204470"/>
                    <a:pt x="193040" y="207010"/>
                    <a:pt x="189230" y="210820"/>
                  </a:cubicBezTo>
                  <a:cubicBezTo>
                    <a:pt x="180340" y="219710"/>
                    <a:pt x="173990" y="227330"/>
                    <a:pt x="165100" y="233680"/>
                  </a:cubicBezTo>
                  <a:cubicBezTo>
                    <a:pt x="162560" y="234950"/>
                    <a:pt x="160020" y="237490"/>
                    <a:pt x="157480" y="238760"/>
                  </a:cubicBezTo>
                  <a:cubicBezTo>
                    <a:pt x="160020" y="223520"/>
                    <a:pt x="162560" y="204470"/>
                    <a:pt x="182880" y="185420"/>
                  </a:cubicBezTo>
                  <a:cubicBezTo>
                    <a:pt x="203200" y="163830"/>
                    <a:pt x="222250" y="161290"/>
                    <a:pt x="237490" y="158750"/>
                  </a:cubicBezTo>
                  <a:close/>
                  <a:moveTo>
                    <a:pt x="243840" y="137160"/>
                  </a:moveTo>
                  <a:cubicBezTo>
                    <a:pt x="243840" y="137160"/>
                    <a:pt x="243840" y="137160"/>
                    <a:pt x="243840" y="137160"/>
                  </a:cubicBezTo>
                  <a:cubicBezTo>
                    <a:pt x="243840" y="137160"/>
                    <a:pt x="243840" y="137160"/>
                    <a:pt x="243840" y="137160"/>
                  </a:cubicBezTo>
                  <a:close/>
                  <a:moveTo>
                    <a:pt x="137160" y="243840"/>
                  </a:moveTo>
                  <a:cubicBezTo>
                    <a:pt x="137160" y="243840"/>
                    <a:pt x="137160" y="243840"/>
                    <a:pt x="137160" y="243840"/>
                  </a:cubicBezTo>
                  <a:cubicBezTo>
                    <a:pt x="137160" y="243840"/>
                    <a:pt x="137160" y="243840"/>
                    <a:pt x="137160" y="2438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902" name="Полилиния: фигура 456">
            <a:extLst>
              <a:ext uri="{FF2B5EF4-FFF2-40B4-BE49-F238E27FC236}">
                <a16:creationId xmlns:a16="http://schemas.microsoft.com/office/drawing/2014/main" id="{07D03F00-246B-CF0E-E868-96F107A341F1}"/>
              </a:ext>
            </a:extLst>
          </p:cNvPr>
          <p:cNvSpPr/>
          <p:nvPr/>
        </p:nvSpPr>
        <p:spPr>
          <a:xfrm>
            <a:off x="7800702" y="4924981"/>
            <a:ext cx="236854" cy="235584"/>
          </a:xfrm>
          <a:custGeom>
            <a:avLst/>
            <a:gdLst>
              <a:gd name="connsiteX0" fmla="*/ 129540 w 236854"/>
              <a:gd name="connsiteY0" fmla="*/ 64135 h 235584"/>
              <a:gd name="connsiteX1" fmla="*/ 172720 w 236854"/>
              <a:gd name="connsiteY1" fmla="*/ 20955 h 235584"/>
              <a:gd name="connsiteX2" fmla="*/ 215900 w 236854"/>
              <a:gd name="connsiteY2" fmla="*/ 64135 h 235584"/>
              <a:gd name="connsiteX3" fmla="*/ 172720 w 236854"/>
              <a:gd name="connsiteY3" fmla="*/ 107315 h 235584"/>
              <a:gd name="connsiteX4" fmla="*/ 129540 w 236854"/>
              <a:gd name="connsiteY4" fmla="*/ 64135 h 235584"/>
              <a:gd name="connsiteX5" fmla="*/ 115570 w 236854"/>
              <a:gd name="connsiteY5" fmla="*/ 78105 h 235584"/>
              <a:gd name="connsiteX6" fmla="*/ 115570 w 236854"/>
              <a:gd name="connsiteY6" fmla="*/ 48895 h 235584"/>
              <a:gd name="connsiteX7" fmla="*/ 158750 w 236854"/>
              <a:gd name="connsiteY7" fmla="*/ 5715 h 235584"/>
              <a:gd name="connsiteX8" fmla="*/ 187960 w 236854"/>
              <a:gd name="connsiteY8" fmla="*/ 5715 h 235584"/>
              <a:gd name="connsiteX9" fmla="*/ 231140 w 236854"/>
              <a:gd name="connsiteY9" fmla="*/ 48895 h 235584"/>
              <a:gd name="connsiteX10" fmla="*/ 231140 w 236854"/>
              <a:gd name="connsiteY10" fmla="*/ 78105 h 235584"/>
              <a:gd name="connsiteX11" fmla="*/ 187960 w 236854"/>
              <a:gd name="connsiteY11" fmla="*/ 121285 h 235584"/>
              <a:gd name="connsiteX12" fmla="*/ 158750 w 236854"/>
              <a:gd name="connsiteY12" fmla="*/ 121285 h 235584"/>
              <a:gd name="connsiteX13" fmla="*/ 115570 w 236854"/>
              <a:gd name="connsiteY13" fmla="*/ 78105 h 235584"/>
              <a:gd name="connsiteX14" fmla="*/ 20320 w 236854"/>
              <a:gd name="connsiteY14" fmla="*/ 33655 h 235584"/>
              <a:gd name="connsiteX15" fmla="*/ 81280 w 236854"/>
              <a:gd name="connsiteY15" fmla="*/ 33655 h 235584"/>
              <a:gd name="connsiteX16" fmla="*/ 81280 w 236854"/>
              <a:gd name="connsiteY16" fmla="*/ 94615 h 235584"/>
              <a:gd name="connsiteX17" fmla="*/ 20320 w 236854"/>
              <a:gd name="connsiteY17" fmla="*/ 94615 h 235584"/>
              <a:gd name="connsiteX18" fmla="*/ 20320 w 236854"/>
              <a:gd name="connsiteY18" fmla="*/ 33655 h 235584"/>
              <a:gd name="connsiteX19" fmla="*/ 0 w 236854"/>
              <a:gd name="connsiteY19" fmla="*/ 33655 h 235584"/>
              <a:gd name="connsiteX20" fmla="*/ 20320 w 236854"/>
              <a:gd name="connsiteY20" fmla="*/ 13335 h 235584"/>
              <a:gd name="connsiteX21" fmla="*/ 81280 w 236854"/>
              <a:gd name="connsiteY21" fmla="*/ 13335 h 235584"/>
              <a:gd name="connsiteX22" fmla="*/ 101600 w 236854"/>
              <a:gd name="connsiteY22" fmla="*/ 33655 h 235584"/>
              <a:gd name="connsiteX23" fmla="*/ 101600 w 236854"/>
              <a:gd name="connsiteY23" fmla="*/ 94615 h 235584"/>
              <a:gd name="connsiteX24" fmla="*/ 81280 w 236854"/>
              <a:gd name="connsiteY24" fmla="*/ 114935 h 235584"/>
              <a:gd name="connsiteX25" fmla="*/ 20320 w 236854"/>
              <a:gd name="connsiteY25" fmla="*/ 114935 h 235584"/>
              <a:gd name="connsiteX26" fmla="*/ 0 w 236854"/>
              <a:gd name="connsiteY26" fmla="*/ 94615 h 235584"/>
              <a:gd name="connsiteX27" fmla="*/ 0 w 236854"/>
              <a:gd name="connsiteY27" fmla="*/ 33655 h 235584"/>
              <a:gd name="connsiteX28" fmla="*/ 81280 w 236854"/>
              <a:gd name="connsiteY28" fmla="*/ 154305 h 235584"/>
              <a:gd name="connsiteX29" fmla="*/ 20320 w 236854"/>
              <a:gd name="connsiteY29" fmla="*/ 154305 h 235584"/>
              <a:gd name="connsiteX30" fmla="*/ 20320 w 236854"/>
              <a:gd name="connsiteY30" fmla="*/ 215265 h 235584"/>
              <a:gd name="connsiteX31" fmla="*/ 81280 w 236854"/>
              <a:gd name="connsiteY31" fmla="*/ 215265 h 235584"/>
              <a:gd name="connsiteX32" fmla="*/ 81280 w 236854"/>
              <a:gd name="connsiteY32" fmla="*/ 154305 h 235584"/>
              <a:gd name="connsiteX33" fmla="*/ 20320 w 236854"/>
              <a:gd name="connsiteY33" fmla="*/ 133985 h 235584"/>
              <a:gd name="connsiteX34" fmla="*/ 0 w 236854"/>
              <a:gd name="connsiteY34" fmla="*/ 154305 h 235584"/>
              <a:gd name="connsiteX35" fmla="*/ 0 w 236854"/>
              <a:gd name="connsiteY35" fmla="*/ 215265 h 235584"/>
              <a:gd name="connsiteX36" fmla="*/ 20320 w 236854"/>
              <a:gd name="connsiteY36" fmla="*/ 235585 h 235584"/>
              <a:gd name="connsiteX37" fmla="*/ 81280 w 236854"/>
              <a:gd name="connsiteY37" fmla="*/ 235585 h 235584"/>
              <a:gd name="connsiteX38" fmla="*/ 101600 w 236854"/>
              <a:gd name="connsiteY38" fmla="*/ 215265 h 235584"/>
              <a:gd name="connsiteX39" fmla="*/ 101600 w 236854"/>
              <a:gd name="connsiteY39" fmla="*/ 154305 h 235584"/>
              <a:gd name="connsiteX40" fmla="*/ 81280 w 236854"/>
              <a:gd name="connsiteY40" fmla="*/ 133985 h 235584"/>
              <a:gd name="connsiteX41" fmla="*/ 20320 w 236854"/>
              <a:gd name="connsiteY41" fmla="*/ 133985 h 235584"/>
              <a:gd name="connsiteX42" fmla="*/ 142240 w 236854"/>
              <a:gd name="connsiteY42" fmla="*/ 154305 h 235584"/>
              <a:gd name="connsiteX43" fmla="*/ 203200 w 236854"/>
              <a:gd name="connsiteY43" fmla="*/ 154305 h 235584"/>
              <a:gd name="connsiteX44" fmla="*/ 203200 w 236854"/>
              <a:gd name="connsiteY44" fmla="*/ 215265 h 235584"/>
              <a:gd name="connsiteX45" fmla="*/ 142240 w 236854"/>
              <a:gd name="connsiteY45" fmla="*/ 215265 h 235584"/>
              <a:gd name="connsiteX46" fmla="*/ 142240 w 236854"/>
              <a:gd name="connsiteY46" fmla="*/ 154305 h 235584"/>
              <a:gd name="connsiteX47" fmla="*/ 121920 w 236854"/>
              <a:gd name="connsiteY47" fmla="*/ 154305 h 235584"/>
              <a:gd name="connsiteX48" fmla="*/ 142240 w 236854"/>
              <a:gd name="connsiteY48" fmla="*/ 133985 h 235584"/>
              <a:gd name="connsiteX49" fmla="*/ 203200 w 236854"/>
              <a:gd name="connsiteY49" fmla="*/ 133985 h 235584"/>
              <a:gd name="connsiteX50" fmla="*/ 223520 w 236854"/>
              <a:gd name="connsiteY50" fmla="*/ 154305 h 235584"/>
              <a:gd name="connsiteX51" fmla="*/ 223520 w 236854"/>
              <a:gd name="connsiteY51" fmla="*/ 215265 h 235584"/>
              <a:gd name="connsiteX52" fmla="*/ 203200 w 236854"/>
              <a:gd name="connsiteY52" fmla="*/ 235585 h 235584"/>
              <a:gd name="connsiteX53" fmla="*/ 142240 w 236854"/>
              <a:gd name="connsiteY53" fmla="*/ 235585 h 235584"/>
              <a:gd name="connsiteX54" fmla="*/ 121920 w 236854"/>
              <a:gd name="connsiteY54" fmla="*/ 215265 h 235584"/>
              <a:gd name="connsiteX55" fmla="*/ 121920 w 236854"/>
              <a:gd name="connsiteY55" fmla="*/ 154305 h 2355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36854" h="235584">
                <a:moveTo>
                  <a:pt x="129540" y="64135"/>
                </a:moveTo>
                <a:lnTo>
                  <a:pt x="172720" y="20955"/>
                </a:lnTo>
                <a:lnTo>
                  <a:pt x="215900" y="64135"/>
                </a:lnTo>
                <a:lnTo>
                  <a:pt x="172720" y="107315"/>
                </a:lnTo>
                <a:lnTo>
                  <a:pt x="129540" y="64135"/>
                </a:lnTo>
                <a:close/>
                <a:moveTo>
                  <a:pt x="115570" y="78105"/>
                </a:moveTo>
                <a:cubicBezTo>
                  <a:pt x="107950" y="70485"/>
                  <a:pt x="107950" y="57785"/>
                  <a:pt x="115570" y="48895"/>
                </a:cubicBezTo>
                <a:lnTo>
                  <a:pt x="158750" y="5715"/>
                </a:lnTo>
                <a:cubicBezTo>
                  <a:pt x="166370" y="-1905"/>
                  <a:pt x="179070" y="-1905"/>
                  <a:pt x="187960" y="5715"/>
                </a:cubicBezTo>
                <a:lnTo>
                  <a:pt x="231140" y="48895"/>
                </a:lnTo>
                <a:cubicBezTo>
                  <a:pt x="238760" y="56515"/>
                  <a:pt x="238760" y="69215"/>
                  <a:pt x="231140" y="78105"/>
                </a:cubicBezTo>
                <a:lnTo>
                  <a:pt x="187960" y="121285"/>
                </a:lnTo>
                <a:cubicBezTo>
                  <a:pt x="180340" y="128905"/>
                  <a:pt x="167640" y="128905"/>
                  <a:pt x="158750" y="121285"/>
                </a:cubicBezTo>
                <a:lnTo>
                  <a:pt x="115570" y="78105"/>
                </a:lnTo>
                <a:close/>
                <a:moveTo>
                  <a:pt x="20320" y="33655"/>
                </a:moveTo>
                <a:lnTo>
                  <a:pt x="81280" y="33655"/>
                </a:lnTo>
                <a:lnTo>
                  <a:pt x="81280" y="94615"/>
                </a:lnTo>
                <a:lnTo>
                  <a:pt x="20320" y="94615"/>
                </a:lnTo>
                <a:lnTo>
                  <a:pt x="20320" y="33655"/>
                </a:lnTo>
                <a:close/>
                <a:moveTo>
                  <a:pt x="0" y="33655"/>
                </a:moveTo>
                <a:cubicBezTo>
                  <a:pt x="0" y="22225"/>
                  <a:pt x="8890" y="13335"/>
                  <a:pt x="20320" y="13335"/>
                </a:cubicBezTo>
                <a:lnTo>
                  <a:pt x="81280" y="13335"/>
                </a:lnTo>
                <a:cubicBezTo>
                  <a:pt x="92710" y="13335"/>
                  <a:pt x="101600" y="22225"/>
                  <a:pt x="101600" y="33655"/>
                </a:cubicBezTo>
                <a:lnTo>
                  <a:pt x="101600" y="94615"/>
                </a:lnTo>
                <a:cubicBezTo>
                  <a:pt x="101600" y="106045"/>
                  <a:pt x="92710" y="114935"/>
                  <a:pt x="81280" y="114935"/>
                </a:cubicBezTo>
                <a:lnTo>
                  <a:pt x="20320" y="114935"/>
                </a:lnTo>
                <a:cubicBezTo>
                  <a:pt x="8890" y="114935"/>
                  <a:pt x="0" y="106045"/>
                  <a:pt x="0" y="94615"/>
                </a:cubicBezTo>
                <a:lnTo>
                  <a:pt x="0" y="33655"/>
                </a:lnTo>
                <a:close/>
                <a:moveTo>
                  <a:pt x="81280" y="154305"/>
                </a:moveTo>
                <a:lnTo>
                  <a:pt x="20320" y="154305"/>
                </a:lnTo>
                <a:lnTo>
                  <a:pt x="20320" y="215265"/>
                </a:lnTo>
                <a:lnTo>
                  <a:pt x="81280" y="215265"/>
                </a:lnTo>
                <a:lnTo>
                  <a:pt x="81280" y="154305"/>
                </a:lnTo>
                <a:close/>
                <a:moveTo>
                  <a:pt x="20320" y="133985"/>
                </a:moveTo>
                <a:cubicBezTo>
                  <a:pt x="8890" y="133985"/>
                  <a:pt x="0" y="142875"/>
                  <a:pt x="0" y="154305"/>
                </a:cubicBezTo>
                <a:lnTo>
                  <a:pt x="0" y="215265"/>
                </a:lnTo>
                <a:cubicBezTo>
                  <a:pt x="0" y="226695"/>
                  <a:pt x="8890" y="235585"/>
                  <a:pt x="20320" y="235585"/>
                </a:cubicBezTo>
                <a:lnTo>
                  <a:pt x="81280" y="235585"/>
                </a:lnTo>
                <a:cubicBezTo>
                  <a:pt x="92710" y="235585"/>
                  <a:pt x="101600" y="226695"/>
                  <a:pt x="101600" y="215265"/>
                </a:cubicBezTo>
                <a:lnTo>
                  <a:pt x="101600" y="154305"/>
                </a:lnTo>
                <a:cubicBezTo>
                  <a:pt x="101600" y="142875"/>
                  <a:pt x="92710" y="133985"/>
                  <a:pt x="81280" y="133985"/>
                </a:cubicBezTo>
                <a:lnTo>
                  <a:pt x="20320" y="133985"/>
                </a:lnTo>
                <a:close/>
                <a:moveTo>
                  <a:pt x="142240" y="154305"/>
                </a:moveTo>
                <a:lnTo>
                  <a:pt x="203200" y="154305"/>
                </a:lnTo>
                <a:lnTo>
                  <a:pt x="203200" y="215265"/>
                </a:lnTo>
                <a:lnTo>
                  <a:pt x="142240" y="215265"/>
                </a:lnTo>
                <a:lnTo>
                  <a:pt x="142240" y="154305"/>
                </a:lnTo>
                <a:close/>
                <a:moveTo>
                  <a:pt x="121920" y="154305"/>
                </a:moveTo>
                <a:cubicBezTo>
                  <a:pt x="121920" y="142875"/>
                  <a:pt x="130810" y="133985"/>
                  <a:pt x="142240" y="133985"/>
                </a:cubicBezTo>
                <a:lnTo>
                  <a:pt x="203200" y="133985"/>
                </a:lnTo>
                <a:cubicBezTo>
                  <a:pt x="214630" y="133985"/>
                  <a:pt x="223520" y="142875"/>
                  <a:pt x="223520" y="154305"/>
                </a:cubicBezTo>
                <a:lnTo>
                  <a:pt x="223520" y="215265"/>
                </a:lnTo>
                <a:cubicBezTo>
                  <a:pt x="223520" y="226695"/>
                  <a:pt x="214630" y="235585"/>
                  <a:pt x="203200" y="235585"/>
                </a:cubicBezTo>
                <a:lnTo>
                  <a:pt x="142240" y="235585"/>
                </a:lnTo>
                <a:cubicBezTo>
                  <a:pt x="130810" y="235585"/>
                  <a:pt x="121920" y="226695"/>
                  <a:pt x="121920" y="215265"/>
                </a:cubicBezTo>
                <a:lnTo>
                  <a:pt x="121920" y="154305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03" name="Полилиния: фигура 457">
            <a:extLst>
              <a:ext uri="{FF2B5EF4-FFF2-40B4-BE49-F238E27FC236}">
                <a16:creationId xmlns:a16="http://schemas.microsoft.com/office/drawing/2014/main" id="{B3403F42-E6A2-0EFF-55F6-D831A98E0592}"/>
              </a:ext>
            </a:extLst>
          </p:cNvPr>
          <p:cNvSpPr/>
          <p:nvPr/>
        </p:nvSpPr>
        <p:spPr>
          <a:xfrm>
            <a:off x="8377281" y="4967526"/>
            <a:ext cx="203200" cy="151129"/>
          </a:xfrm>
          <a:custGeom>
            <a:avLst/>
            <a:gdLst>
              <a:gd name="connsiteX0" fmla="*/ 15240 w 203200"/>
              <a:gd name="connsiteY0" fmla="*/ 0 h 151129"/>
              <a:gd name="connsiteX1" fmla="*/ 0 w 203200"/>
              <a:gd name="connsiteY1" fmla="*/ 15240 h 151129"/>
              <a:gd name="connsiteX2" fmla="*/ 15240 w 203200"/>
              <a:gd name="connsiteY2" fmla="*/ 30480 h 151129"/>
              <a:gd name="connsiteX3" fmla="*/ 30480 w 203200"/>
              <a:gd name="connsiteY3" fmla="*/ 15240 h 151129"/>
              <a:gd name="connsiteX4" fmla="*/ 15240 w 203200"/>
              <a:gd name="connsiteY4" fmla="*/ 0 h 151129"/>
              <a:gd name="connsiteX5" fmla="*/ 15240 w 203200"/>
              <a:gd name="connsiteY5" fmla="*/ 60960 h 151129"/>
              <a:gd name="connsiteX6" fmla="*/ 0 w 203200"/>
              <a:gd name="connsiteY6" fmla="*/ 76200 h 151129"/>
              <a:gd name="connsiteX7" fmla="*/ 15240 w 203200"/>
              <a:gd name="connsiteY7" fmla="*/ 91440 h 151129"/>
              <a:gd name="connsiteX8" fmla="*/ 30480 w 203200"/>
              <a:gd name="connsiteY8" fmla="*/ 76200 h 151129"/>
              <a:gd name="connsiteX9" fmla="*/ 15240 w 203200"/>
              <a:gd name="connsiteY9" fmla="*/ 60960 h 151129"/>
              <a:gd name="connsiteX10" fmla="*/ 0 w 203200"/>
              <a:gd name="connsiteY10" fmla="*/ 135890 h 151129"/>
              <a:gd name="connsiteX11" fmla="*/ 15240 w 203200"/>
              <a:gd name="connsiteY11" fmla="*/ 120650 h 151129"/>
              <a:gd name="connsiteX12" fmla="*/ 30480 w 203200"/>
              <a:gd name="connsiteY12" fmla="*/ 135890 h 151129"/>
              <a:gd name="connsiteX13" fmla="*/ 15240 w 203200"/>
              <a:gd name="connsiteY13" fmla="*/ 151130 h 151129"/>
              <a:gd name="connsiteX14" fmla="*/ 0 w 203200"/>
              <a:gd name="connsiteY14" fmla="*/ 135890 h 151129"/>
              <a:gd name="connsiteX15" fmla="*/ 59690 w 203200"/>
              <a:gd name="connsiteY15" fmla="*/ 5080 h 151129"/>
              <a:gd name="connsiteX16" fmla="*/ 49530 w 203200"/>
              <a:gd name="connsiteY16" fmla="*/ 15240 h 151129"/>
              <a:gd name="connsiteX17" fmla="*/ 59690 w 203200"/>
              <a:gd name="connsiteY17" fmla="*/ 25400 h 151129"/>
              <a:gd name="connsiteX18" fmla="*/ 191770 w 203200"/>
              <a:gd name="connsiteY18" fmla="*/ 25400 h 151129"/>
              <a:gd name="connsiteX19" fmla="*/ 201930 w 203200"/>
              <a:gd name="connsiteY19" fmla="*/ 15240 h 151129"/>
              <a:gd name="connsiteX20" fmla="*/ 191770 w 203200"/>
              <a:gd name="connsiteY20" fmla="*/ 5080 h 151129"/>
              <a:gd name="connsiteX21" fmla="*/ 59690 w 203200"/>
              <a:gd name="connsiteY21" fmla="*/ 5080 h 151129"/>
              <a:gd name="connsiteX22" fmla="*/ 50800 w 203200"/>
              <a:gd name="connsiteY22" fmla="*/ 76200 h 151129"/>
              <a:gd name="connsiteX23" fmla="*/ 60961 w 203200"/>
              <a:gd name="connsiteY23" fmla="*/ 66040 h 151129"/>
              <a:gd name="connsiteX24" fmla="*/ 193040 w 203200"/>
              <a:gd name="connsiteY24" fmla="*/ 66040 h 151129"/>
              <a:gd name="connsiteX25" fmla="*/ 203200 w 203200"/>
              <a:gd name="connsiteY25" fmla="*/ 76200 h 151129"/>
              <a:gd name="connsiteX26" fmla="*/ 193040 w 203200"/>
              <a:gd name="connsiteY26" fmla="*/ 86360 h 151129"/>
              <a:gd name="connsiteX27" fmla="*/ 60961 w 203200"/>
              <a:gd name="connsiteY27" fmla="*/ 86360 h 151129"/>
              <a:gd name="connsiteX28" fmla="*/ 50800 w 203200"/>
              <a:gd name="connsiteY28" fmla="*/ 76200 h 151129"/>
              <a:gd name="connsiteX29" fmla="*/ 59690 w 203200"/>
              <a:gd name="connsiteY29" fmla="*/ 125730 h 151129"/>
              <a:gd name="connsiteX30" fmla="*/ 49530 w 203200"/>
              <a:gd name="connsiteY30" fmla="*/ 135890 h 151129"/>
              <a:gd name="connsiteX31" fmla="*/ 59690 w 203200"/>
              <a:gd name="connsiteY31" fmla="*/ 146050 h 151129"/>
              <a:gd name="connsiteX32" fmla="*/ 191770 w 203200"/>
              <a:gd name="connsiteY32" fmla="*/ 146050 h 151129"/>
              <a:gd name="connsiteX33" fmla="*/ 201930 w 203200"/>
              <a:gd name="connsiteY33" fmla="*/ 135890 h 151129"/>
              <a:gd name="connsiteX34" fmla="*/ 191770 w 203200"/>
              <a:gd name="connsiteY34" fmla="*/ 125730 h 151129"/>
              <a:gd name="connsiteX35" fmla="*/ 59690 w 203200"/>
              <a:gd name="connsiteY35" fmla="*/ 125730 h 151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03200" h="151129">
                <a:moveTo>
                  <a:pt x="15240" y="0"/>
                </a:moveTo>
                <a:cubicBezTo>
                  <a:pt x="6350" y="0"/>
                  <a:pt x="0" y="6350"/>
                  <a:pt x="0" y="15240"/>
                </a:cubicBezTo>
                <a:cubicBezTo>
                  <a:pt x="0" y="24130"/>
                  <a:pt x="6350" y="30480"/>
                  <a:pt x="15240" y="30480"/>
                </a:cubicBezTo>
                <a:cubicBezTo>
                  <a:pt x="24130" y="30480"/>
                  <a:pt x="30480" y="24130"/>
                  <a:pt x="30480" y="15240"/>
                </a:cubicBezTo>
                <a:cubicBezTo>
                  <a:pt x="30480" y="6350"/>
                  <a:pt x="22861" y="0"/>
                  <a:pt x="15240" y="0"/>
                </a:cubicBezTo>
                <a:close/>
                <a:moveTo>
                  <a:pt x="15240" y="60960"/>
                </a:moveTo>
                <a:cubicBezTo>
                  <a:pt x="6350" y="60960"/>
                  <a:pt x="0" y="67310"/>
                  <a:pt x="0" y="76200"/>
                </a:cubicBezTo>
                <a:cubicBezTo>
                  <a:pt x="0" y="85090"/>
                  <a:pt x="6350" y="91440"/>
                  <a:pt x="15240" y="91440"/>
                </a:cubicBezTo>
                <a:cubicBezTo>
                  <a:pt x="24130" y="91440"/>
                  <a:pt x="30480" y="85090"/>
                  <a:pt x="30480" y="76200"/>
                </a:cubicBezTo>
                <a:cubicBezTo>
                  <a:pt x="30480" y="67310"/>
                  <a:pt x="22861" y="60960"/>
                  <a:pt x="15240" y="60960"/>
                </a:cubicBezTo>
                <a:close/>
                <a:moveTo>
                  <a:pt x="0" y="135890"/>
                </a:moveTo>
                <a:cubicBezTo>
                  <a:pt x="0" y="127000"/>
                  <a:pt x="6350" y="120650"/>
                  <a:pt x="15240" y="120650"/>
                </a:cubicBezTo>
                <a:cubicBezTo>
                  <a:pt x="24130" y="120650"/>
                  <a:pt x="30480" y="127000"/>
                  <a:pt x="30480" y="135890"/>
                </a:cubicBezTo>
                <a:cubicBezTo>
                  <a:pt x="30480" y="144780"/>
                  <a:pt x="24130" y="151130"/>
                  <a:pt x="15240" y="151130"/>
                </a:cubicBezTo>
                <a:cubicBezTo>
                  <a:pt x="6350" y="151130"/>
                  <a:pt x="0" y="144780"/>
                  <a:pt x="0" y="135890"/>
                </a:cubicBezTo>
                <a:close/>
                <a:moveTo>
                  <a:pt x="59690" y="5080"/>
                </a:moveTo>
                <a:cubicBezTo>
                  <a:pt x="54611" y="5080"/>
                  <a:pt x="49530" y="10160"/>
                  <a:pt x="49530" y="15240"/>
                </a:cubicBezTo>
                <a:cubicBezTo>
                  <a:pt x="49530" y="20320"/>
                  <a:pt x="54611" y="25400"/>
                  <a:pt x="59690" y="25400"/>
                </a:cubicBezTo>
                <a:lnTo>
                  <a:pt x="191770" y="25400"/>
                </a:lnTo>
                <a:cubicBezTo>
                  <a:pt x="196850" y="25400"/>
                  <a:pt x="201930" y="20320"/>
                  <a:pt x="201930" y="15240"/>
                </a:cubicBezTo>
                <a:cubicBezTo>
                  <a:pt x="201930" y="10160"/>
                  <a:pt x="196850" y="5080"/>
                  <a:pt x="191770" y="5080"/>
                </a:cubicBezTo>
                <a:lnTo>
                  <a:pt x="59690" y="5080"/>
                </a:lnTo>
                <a:close/>
                <a:moveTo>
                  <a:pt x="50800" y="76200"/>
                </a:moveTo>
                <a:cubicBezTo>
                  <a:pt x="50800" y="71120"/>
                  <a:pt x="55880" y="66040"/>
                  <a:pt x="60961" y="66040"/>
                </a:cubicBezTo>
                <a:lnTo>
                  <a:pt x="193040" y="66040"/>
                </a:lnTo>
                <a:cubicBezTo>
                  <a:pt x="198120" y="66040"/>
                  <a:pt x="203200" y="71120"/>
                  <a:pt x="203200" y="76200"/>
                </a:cubicBezTo>
                <a:cubicBezTo>
                  <a:pt x="203200" y="81280"/>
                  <a:pt x="198120" y="86360"/>
                  <a:pt x="193040" y="86360"/>
                </a:cubicBezTo>
                <a:lnTo>
                  <a:pt x="60961" y="86360"/>
                </a:lnTo>
                <a:cubicBezTo>
                  <a:pt x="54611" y="86360"/>
                  <a:pt x="50800" y="81280"/>
                  <a:pt x="50800" y="76200"/>
                </a:cubicBezTo>
                <a:close/>
                <a:moveTo>
                  <a:pt x="59690" y="125730"/>
                </a:moveTo>
                <a:cubicBezTo>
                  <a:pt x="54611" y="125730"/>
                  <a:pt x="49530" y="130810"/>
                  <a:pt x="49530" y="135890"/>
                </a:cubicBezTo>
                <a:cubicBezTo>
                  <a:pt x="49530" y="140970"/>
                  <a:pt x="54611" y="146050"/>
                  <a:pt x="59690" y="146050"/>
                </a:cubicBezTo>
                <a:lnTo>
                  <a:pt x="191770" y="146050"/>
                </a:lnTo>
                <a:cubicBezTo>
                  <a:pt x="196850" y="146050"/>
                  <a:pt x="201930" y="140970"/>
                  <a:pt x="201930" y="135890"/>
                </a:cubicBezTo>
                <a:cubicBezTo>
                  <a:pt x="201930" y="130810"/>
                  <a:pt x="196850" y="125730"/>
                  <a:pt x="191770" y="125730"/>
                </a:cubicBezTo>
                <a:lnTo>
                  <a:pt x="59690" y="12573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04" name="Полилиния: фигура 460">
            <a:extLst>
              <a:ext uri="{FF2B5EF4-FFF2-40B4-BE49-F238E27FC236}">
                <a16:creationId xmlns:a16="http://schemas.microsoft.com/office/drawing/2014/main" id="{D884D3AB-606E-89BB-F0BF-E12631196C52}"/>
              </a:ext>
            </a:extLst>
          </p:cNvPr>
          <p:cNvSpPr/>
          <p:nvPr/>
        </p:nvSpPr>
        <p:spPr>
          <a:xfrm>
            <a:off x="8929414" y="4955065"/>
            <a:ext cx="217487" cy="176290"/>
          </a:xfrm>
          <a:custGeom>
            <a:avLst/>
            <a:gdLst>
              <a:gd name="connsiteX0" fmla="*/ 57467 w 217487"/>
              <a:gd name="connsiteY0" fmla="*/ 16270 h 176290"/>
              <a:gd name="connsiteX1" fmla="*/ 56198 w 217487"/>
              <a:gd name="connsiteY1" fmla="*/ 2300 h 176290"/>
              <a:gd name="connsiteX2" fmla="*/ 42228 w 217487"/>
              <a:gd name="connsiteY2" fmla="*/ 3570 h 176290"/>
              <a:gd name="connsiteX3" fmla="*/ 24448 w 217487"/>
              <a:gd name="connsiteY3" fmla="*/ 25161 h 176290"/>
              <a:gd name="connsiteX4" fmla="*/ 16828 w 217487"/>
              <a:gd name="connsiteY4" fmla="*/ 17540 h 176290"/>
              <a:gd name="connsiteX5" fmla="*/ 2857 w 217487"/>
              <a:gd name="connsiteY5" fmla="*/ 17540 h 176290"/>
              <a:gd name="connsiteX6" fmla="*/ 2857 w 217487"/>
              <a:gd name="connsiteY6" fmla="*/ 31511 h 176290"/>
              <a:gd name="connsiteX7" fmla="*/ 16828 w 217487"/>
              <a:gd name="connsiteY7" fmla="*/ 45480 h 176290"/>
              <a:gd name="connsiteX8" fmla="*/ 33338 w 217487"/>
              <a:gd name="connsiteY8" fmla="*/ 44211 h 176290"/>
              <a:gd name="connsiteX9" fmla="*/ 57467 w 217487"/>
              <a:gd name="connsiteY9" fmla="*/ 16270 h 176290"/>
              <a:gd name="connsiteX10" fmla="*/ 85407 w 217487"/>
              <a:gd name="connsiteY10" fmla="*/ 40400 h 176290"/>
              <a:gd name="connsiteX11" fmla="*/ 95567 w 217487"/>
              <a:gd name="connsiteY11" fmla="*/ 30240 h 176290"/>
              <a:gd name="connsiteX12" fmla="*/ 207328 w 217487"/>
              <a:gd name="connsiteY12" fmla="*/ 30240 h 176290"/>
              <a:gd name="connsiteX13" fmla="*/ 217488 w 217487"/>
              <a:gd name="connsiteY13" fmla="*/ 40400 h 176290"/>
              <a:gd name="connsiteX14" fmla="*/ 207328 w 217487"/>
              <a:gd name="connsiteY14" fmla="*/ 50561 h 176290"/>
              <a:gd name="connsiteX15" fmla="*/ 95567 w 217487"/>
              <a:gd name="connsiteY15" fmla="*/ 50561 h 176290"/>
              <a:gd name="connsiteX16" fmla="*/ 85407 w 217487"/>
              <a:gd name="connsiteY16" fmla="*/ 40400 h 176290"/>
              <a:gd name="connsiteX17" fmla="*/ 24448 w 217487"/>
              <a:gd name="connsiteY17" fmla="*/ 86120 h 176290"/>
              <a:gd name="connsiteX18" fmla="*/ 9207 w 217487"/>
              <a:gd name="connsiteY18" fmla="*/ 101361 h 176290"/>
              <a:gd name="connsiteX19" fmla="*/ 24448 w 217487"/>
              <a:gd name="connsiteY19" fmla="*/ 116600 h 176290"/>
              <a:gd name="connsiteX20" fmla="*/ 39688 w 217487"/>
              <a:gd name="connsiteY20" fmla="*/ 101361 h 176290"/>
              <a:gd name="connsiteX21" fmla="*/ 24448 w 217487"/>
              <a:gd name="connsiteY21" fmla="*/ 86120 h 176290"/>
              <a:gd name="connsiteX22" fmla="*/ 24448 w 217487"/>
              <a:gd name="connsiteY22" fmla="*/ 145811 h 176290"/>
              <a:gd name="connsiteX23" fmla="*/ 9207 w 217487"/>
              <a:gd name="connsiteY23" fmla="*/ 161050 h 176290"/>
              <a:gd name="connsiteX24" fmla="*/ 24448 w 217487"/>
              <a:gd name="connsiteY24" fmla="*/ 176290 h 176290"/>
              <a:gd name="connsiteX25" fmla="*/ 39688 w 217487"/>
              <a:gd name="connsiteY25" fmla="*/ 161050 h 176290"/>
              <a:gd name="connsiteX26" fmla="*/ 24448 w 217487"/>
              <a:gd name="connsiteY26" fmla="*/ 145811 h 176290"/>
              <a:gd name="connsiteX27" fmla="*/ 75248 w 217487"/>
              <a:gd name="connsiteY27" fmla="*/ 91200 h 176290"/>
              <a:gd name="connsiteX28" fmla="*/ 65088 w 217487"/>
              <a:gd name="connsiteY28" fmla="*/ 101361 h 176290"/>
              <a:gd name="connsiteX29" fmla="*/ 75248 w 217487"/>
              <a:gd name="connsiteY29" fmla="*/ 111520 h 176290"/>
              <a:gd name="connsiteX30" fmla="*/ 207328 w 217487"/>
              <a:gd name="connsiteY30" fmla="*/ 111520 h 176290"/>
              <a:gd name="connsiteX31" fmla="*/ 217488 w 217487"/>
              <a:gd name="connsiteY31" fmla="*/ 101361 h 176290"/>
              <a:gd name="connsiteX32" fmla="*/ 207328 w 217487"/>
              <a:gd name="connsiteY32" fmla="*/ 91200 h 176290"/>
              <a:gd name="connsiteX33" fmla="*/ 75248 w 217487"/>
              <a:gd name="connsiteY33" fmla="*/ 91200 h 176290"/>
              <a:gd name="connsiteX34" fmla="*/ 65088 w 217487"/>
              <a:gd name="connsiteY34" fmla="*/ 161050 h 176290"/>
              <a:gd name="connsiteX35" fmla="*/ 75248 w 217487"/>
              <a:gd name="connsiteY35" fmla="*/ 150890 h 176290"/>
              <a:gd name="connsiteX36" fmla="*/ 207328 w 217487"/>
              <a:gd name="connsiteY36" fmla="*/ 150890 h 176290"/>
              <a:gd name="connsiteX37" fmla="*/ 217488 w 217487"/>
              <a:gd name="connsiteY37" fmla="*/ 161050 h 176290"/>
              <a:gd name="connsiteX38" fmla="*/ 207328 w 217487"/>
              <a:gd name="connsiteY38" fmla="*/ 171211 h 176290"/>
              <a:gd name="connsiteX39" fmla="*/ 75248 w 217487"/>
              <a:gd name="connsiteY39" fmla="*/ 171211 h 176290"/>
              <a:gd name="connsiteX40" fmla="*/ 65088 w 217487"/>
              <a:gd name="connsiteY40" fmla="*/ 161050 h 176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17487" h="176290">
                <a:moveTo>
                  <a:pt x="57467" y="16270"/>
                </a:moveTo>
                <a:cubicBezTo>
                  <a:pt x="61278" y="12461"/>
                  <a:pt x="60007" y="6111"/>
                  <a:pt x="56198" y="2300"/>
                </a:cubicBezTo>
                <a:cubicBezTo>
                  <a:pt x="52388" y="-1510"/>
                  <a:pt x="46038" y="-239"/>
                  <a:pt x="42228" y="3570"/>
                </a:cubicBezTo>
                <a:lnTo>
                  <a:pt x="24448" y="25161"/>
                </a:lnTo>
                <a:lnTo>
                  <a:pt x="16828" y="17540"/>
                </a:lnTo>
                <a:cubicBezTo>
                  <a:pt x="13017" y="13730"/>
                  <a:pt x="6667" y="13730"/>
                  <a:pt x="2857" y="17540"/>
                </a:cubicBezTo>
                <a:cubicBezTo>
                  <a:pt x="-952" y="21350"/>
                  <a:pt x="-952" y="27700"/>
                  <a:pt x="2857" y="31511"/>
                </a:cubicBezTo>
                <a:lnTo>
                  <a:pt x="16828" y="45480"/>
                </a:lnTo>
                <a:cubicBezTo>
                  <a:pt x="21907" y="50561"/>
                  <a:pt x="29528" y="49290"/>
                  <a:pt x="33338" y="44211"/>
                </a:cubicBezTo>
                <a:lnTo>
                  <a:pt x="57467" y="16270"/>
                </a:lnTo>
                <a:close/>
                <a:moveTo>
                  <a:pt x="85407" y="40400"/>
                </a:moveTo>
                <a:cubicBezTo>
                  <a:pt x="85407" y="35320"/>
                  <a:pt x="90488" y="30240"/>
                  <a:pt x="95567" y="30240"/>
                </a:cubicBezTo>
                <a:lnTo>
                  <a:pt x="207328" y="30240"/>
                </a:lnTo>
                <a:cubicBezTo>
                  <a:pt x="212407" y="30240"/>
                  <a:pt x="217488" y="35320"/>
                  <a:pt x="217488" y="40400"/>
                </a:cubicBezTo>
                <a:cubicBezTo>
                  <a:pt x="217488" y="45480"/>
                  <a:pt x="212407" y="50561"/>
                  <a:pt x="207328" y="50561"/>
                </a:cubicBezTo>
                <a:lnTo>
                  <a:pt x="95567" y="50561"/>
                </a:lnTo>
                <a:cubicBezTo>
                  <a:pt x="89217" y="50561"/>
                  <a:pt x="85407" y="45480"/>
                  <a:pt x="85407" y="40400"/>
                </a:cubicBezTo>
                <a:close/>
                <a:moveTo>
                  <a:pt x="24448" y="86120"/>
                </a:moveTo>
                <a:cubicBezTo>
                  <a:pt x="15557" y="86120"/>
                  <a:pt x="9207" y="92470"/>
                  <a:pt x="9207" y="101361"/>
                </a:cubicBezTo>
                <a:cubicBezTo>
                  <a:pt x="9207" y="110250"/>
                  <a:pt x="15557" y="116600"/>
                  <a:pt x="24448" y="116600"/>
                </a:cubicBezTo>
                <a:cubicBezTo>
                  <a:pt x="33338" y="116600"/>
                  <a:pt x="39688" y="110250"/>
                  <a:pt x="39688" y="101361"/>
                </a:cubicBezTo>
                <a:cubicBezTo>
                  <a:pt x="39688" y="92470"/>
                  <a:pt x="32067" y="86120"/>
                  <a:pt x="24448" y="86120"/>
                </a:cubicBezTo>
                <a:close/>
                <a:moveTo>
                  <a:pt x="24448" y="145811"/>
                </a:moveTo>
                <a:cubicBezTo>
                  <a:pt x="15557" y="145811"/>
                  <a:pt x="9207" y="152161"/>
                  <a:pt x="9207" y="161050"/>
                </a:cubicBezTo>
                <a:cubicBezTo>
                  <a:pt x="9207" y="169940"/>
                  <a:pt x="15557" y="176290"/>
                  <a:pt x="24448" y="176290"/>
                </a:cubicBezTo>
                <a:cubicBezTo>
                  <a:pt x="33338" y="176290"/>
                  <a:pt x="39688" y="169940"/>
                  <a:pt x="39688" y="161050"/>
                </a:cubicBezTo>
                <a:cubicBezTo>
                  <a:pt x="39688" y="152161"/>
                  <a:pt x="32067" y="145811"/>
                  <a:pt x="24448" y="145811"/>
                </a:cubicBezTo>
                <a:close/>
                <a:moveTo>
                  <a:pt x="75248" y="91200"/>
                </a:moveTo>
                <a:cubicBezTo>
                  <a:pt x="70167" y="91200"/>
                  <a:pt x="65088" y="96280"/>
                  <a:pt x="65088" y="101361"/>
                </a:cubicBezTo>
                <a:cubicBezTo>
                  <a:pt x="65088" y="106440"/>
                  <a:pt x="70167" y="111520"/>
                  <a:pt x="75248" y="111520"/>
                </a:cubicBezTo>
                <a:lnTo>
                  <a:pt x="207328" y="111520"/>
                </a:lnTo>
                <a:cubicBezTo>
                  <a:pt x="212407" y="111520"/>
                  <a:pt x="217488" y="106440"/>
                  <a:pt x="217488" y="101361"/>
                </a:cubicBezTo>
                <a:cubicBezTo>
                  <a:pt x="217488" y="96280"/>
                  <a:pt x="212407" y="91200"/>
                  <a:pt x="207328" y="91200"/>
                </a:cubicBezTo>
                <a:lnTo>
                  <a:pt x="75248" y="91200"/>
                </a:lnTo>
                <a:close/>
                <a:moveTo>
                  <a:pt x="65088" y="161050"/>
                </a:moveTo>
                <a:cubicBezTo>
                  <a:pt x="65088" y="155970"/>
                  <a:pt x="70167" y="150890"/>
                  <a:pt x="75248" y="150890"/>
                </a:cubicBezTo>
                <a:lnTo>
                  <a:pt x="207328" y="150890"/>
                </a:lnTo>
                <a:cubicBezTo>
                  <a:pt x="212407" y="150890"/>
                  <a:pt x="217488" y="155970"/>
                  <a:pt x="217488" y="161050"/>
                </a:cubicBezTo>
                <a:cubicBezTo>
                  <a:pt x="217488" y="166130"/>
                  <a:pt x="212407" y="171211"/>
                  <a:pt x="207328" y="171211"/>
                </a:cubicBezTo>
                <a:lnTo>
                  <a:pt x="75248" y="171211"/>
                </a:lnTo>
                <a:cubicBezTo>
                  <a:pt x="68898" y="171211"/>
                  <a:pt x="65088" y="167400"/>
                  <a:pt x="65088" y="16105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05" name="Полилиния: фигура 465">
            <a:extLst>
              <a:ext uri="{FF2B5EF4-FFF2-40B4-BE49-F238E27FC236}">
                <a16:creationId xmlns:a16="http://schemas.microsoft.com/office/drawing/2014/main" id="{E545CACB-05B5-463D-0CED-11ABDA1FF3EF}"/>
              </a:ext>
            </a:extLst>
          </p:cNvPr>
          <p:cNvSpPr/>
          <p:nvPr/>
        </p:nvSpPr>
        <p:spPr>
          <a:xfrm>
            <a:off x="9464155" y="4952286"/>
            <a:ext cx="264406" cy="182879"/>
          </a:xfrm>
          <a:custGeom>
            <a:avLst/>
            <a:gdLst>
              <a:gd name="connsiteX0" fmla="*/ 91686 w 264406"/>
              <a:gd name="connsiteY0" fmla="*/ 20320 h 182879"/>
              <a:gd name="connsiteX1" fmla="*/ 91686 w 264406"/>
              <a:gd name="connsiteY1" fmla="*/ 60960 h 182879"/>
              <a:gd name="connsiteX2" fmla="*/ 244086 w 264406"/>
              <a:gd name="connsiteY2" fmla="*/ 60960 h 182879"/>
              <a:gd name="connsiteX3" fmla="*/ 244086 w 264406"/>
              <a:gd name="connsiteY3" fmla="*/ 20320 h 182879"/>
              <a:gd name="connsiteX4" fmla="*/ 91686 w 264406"/>
              <a:gd name="connsiteY4" fmla="*/ 20320 h 182879"/>
              <a:gd name="connsiteX5" fmla="*/ 81526 w 264406"/>
              <a:gd name="connsiteY5" fmla="*/ 0 h 182879"/>
              <a:gd name="connsiteX6" fmla="*/ 71366 w 264406"/>
              <a:gd name="connsiteY6" fmla="*/ 10160 h 182879"/>
              <a:gd name="connsiteX7" fmla="*/ 71366 w 264406"/>
              <a:gd name="connsiteY7" fmla="*/ 71120 h 182879"/>
              <a:gd name="connsiteX8" fmla="*/ 81526 w 264406"/>
              <a:gd name="connsiteY8" fmla="*/ 81280 h 182879"/>
              <a:gd name="connsiteX9" fmla="*/ 254246 w 264406"/>
              <a:gd name="connsiteY9" fmla="*/ 81280 h 182879"/>
              <a:gd name="connsiteX10" fmla="*/ 264406 w 264406"/>
              <a:gd name="connsiteY10" fmla="*/ 71120 h 182879"/>
              <a:gd name="connsiteX11" fmla="*/ 264406 w 264406"/>
              <a:gd name="connsiteY11" fmla="*/ 10160 h 182879"/>
              <a:gd name="connsiteX12" fmla="*/ 254246 w 264406"/>
              <a:gd name="connsiteY12" fmla="*/ 0 h 182879"/>
              <a:gd name="connsiteX13" fmla="*/ 81526 w 264406"/>
              <a:gd name="connsiteY13" fmla="*/ 0 h 182879"/>
              <a:gd name="connsiteX14" fmla="*/ 91686 w 264406"/>
              <a:gd name="connsiteY14" fmla="*/ 121920 h 182879"/>
              <a:gd name="connsiteX15" fmla="*/ 91686 w 264406"/>
              <a:gd name="connsiteY15" fmla="*/ 162560 h 182879"/>
              <a:gd name="connsiteX16" fmla="*/ 244086 w 264406"/>
              <a:gd name="connsiteY16" fmla="*/ 162560 h 182879"/>
              <a:gd name="connsiteX17" fmla="*/ 244086 w 264406"/>
              <a:gd name="connsiteY17" fmla="*/ 121920 h 182879"/>
              <a:gd name="connsiteX18" fmla="*/ 91686 w 264406"/>
              <a:gd name="connsiteY18" fmla="*/ 121920 h 182879"/>
              <a:gd name="connsiteX19" fmla="*/ 81526 w 264406"/>
              <a:gd name="connsiteY19" fmla="*/ 101600 h 182879"/>
              <a:gd name="connsiteX20" fmla="*/ 71366 w 264406"/>
              <a:gd name="connsiteY20" fmla="*/ 111760 h 182879"/>
              <a:gd name="connsiteX21" fmla="*/ 71366 w 264406"/>
              <a:gd name="connsiteY21" fmla="*/ 172720 h 182879"/>
              <a:gd name="connsiteX22" fmla="*/ 81526 w 264406"/>
              <a:gd name="connsiteY22" fmla="*/ 182880 h 182879"/>
              <a:gd name="connsiteX23" fmla="*/ 254246 w 264406"/>
              <a:gd name="connsiteY23" fmla="*/ 182880 h 182879"/>
              <a:gd name="connsiteX24" fmla="*/ 264406 w 264406"/>
              <a:gd name="connsiteY24" fmla="*/ 172720 h 182879"/>
              <a:gd name="connsiteX25" fmla="*/ 264406 w 264406"/>
              <a:gd name="connsiteY25" fmla="*/ 111760 h 182879"/>
              <a:gd name="connsiteX26" fmla="*/ 254246 w 264406"/>
              <a:gd name="connsiteY26" fmla="*/ 101600 h 182879"/>
              <a:gd name="connsiteX27" fmla="*/ 81526 w 264406"/>
              <a:gd name="connsiteY27" fmla="*/ 101600 h 182879"/>
              <a:gd name="connsiteX28" fmla="*/ 45966 w 264406"/>
              <a:gd name="connsiteY28" fmla="*/ 86360 h 182879"/>
              <a:gd name="connsiteX29" fmla="*/ 35806 w 264406"/>
              <a:gd name="connsiteY29" fmla="*/ 78740 h 182879"/>
              <a:gd name="connsiteX30" fmla="*/ 34536 w 264406"/>
              <a:gd name="connsiteY30" fmla="*/ 69850 h 182879"/>
              <a:gd name="connsiteX31" fmla="*/ 25646 w 264406"/>
              <a:gd name="connsiteY31" fmla="*/ 96520 h 182879"/>
              <a:gd name="connsiteX32" fmla="*/ 42156 w 264406"/>
              <a:gd name="connsiteY32" fmla="*/ 129540 h 182879"/>
              <a:gd name="connsiteX33" fmla="*/ 43426 w 264406"/>
              <a:gd name="connsiteY33" fmla="*/ 142240 h 182879"/>
              <a:gd name="connsiteX34" fmla="*/ 30726 w 264406"/>
              <a:gd name="connsiteY34" fmla="*/ 143510 h 182879"/>
              <a:gd name="connsiteX35" fmla="*/ 6596 w 264406"/>
              <a:gd name="connsiteY35" fmla="*/ 95250 h 182879"/>
              <a:gd name="connsiteX36" fmla="*/ 20566 w 264406"/>
              <a:gd name="connsiteY36" fmla="*/ 57150 h 182879"/>
              <a:gd name="connsiteX37" fmla="*/ 10406 w 264406"/>
              <a:gd name="connsiteY37" fmla="*/ 58420 h 182879"/>
              <a:gd name="connsiteX38" fmla="*/ 246 w 264406"/>
              <a:gd name="connsiteY38" fmla="*/ 50800 h 182879"/>
              <a:gd name="connsiteX39" fmla="*/ 7866 w 264406"/>
              <a:gd name="connsiteY39" fmla="*/ 40640 h 182879"/>
              <a:gd name="connsiteX40" fmla="*/ 39616 w 264406"/>
              <a:gd name="connsiteY40" fmla="*/ 36830 h 182879"/>
              <a:gd name="connsiteX41" fmla="*/ 49776 w 264406"/>
              <a:gd name="connsiteY41" fmla="*/ 44450 h 182879"/>
              <a:gd name="connsiteX42" fmla="*/ 53586 w 264406"/>
              <a:gd name="connsiteY42" fmla="*/ 76200 h 182879"/>
              <a:gd name="connsiteX43" fmla="*/ 45966 w 264406"/>
              <a:gd name="connsiteY43" fmla="*/ 86360 h 1828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64406" h="182879">
                <a:moveTo>
                  <a:pt x="91686" y="20320"/>
                </a:moveTo>
                <a:lnTo>
                  <a:pt x="91686" y="60960"/>
                </a:lnTo>
                <a:lnTo>
                  <a:pt x="244086" y="60960"/>
                </a:lnTo>
                <a:lnTo>
                  <a:pt x="244086" y="20320"/>
                </a:lnTo>
                <a:lnTo>
                  <a:pt x="91686" y="20320"/>
                </a:lnTo>
                <a:close/>
                <a:moveTo>
                  <a:pt x="81526" y="0"/>
                </a:moveTo>
                <a:cubicBezTo>
                  <a:pt x="76446" y="0"/>
                  <a:pt x="71366" y="5080"/>
                  <a:pt x="71366" y="10160"/>
                </a:cubicBezTo>
                <a:lnTo>
                  <a:pt x="71366" y="71120"/>
                </a:lnTo>
                <a:cubicBezTo>
                  <a:pt x="71366" y="76200"/>
                  <a:pt x="76446" y="81280"/>
                  <a:pt x="81526" y="81280"/>
                </a:cubicBezTo>
                <a:lnTo>
                  <a:pt x="254246" y="81280"/>
                </a:lnTo>
                <a:cubicBezTo>
                  <a:pt x="259326" y="81280"/>
                  <a:pt x="264406" y="76200"/>
                  <a:pt x="264406" y="71120"/>
                </a:cubicBezTo>
                <a:lnTo>
                  <a:pt x="264406" y="10160"/>
                </a:lnTo>
                <a:cubicBezTo>
                  <a:pt x="264406" y="5080"/>
                  <a:pt x="259326" y="0"/>
                  <a:pt x="254246" y="0"/>
                </a:cubicBezTo>
                <a:lnTo>
                  <a:pt x="81526" y="0"/>
                </a:lnTo>
                <a:close/>
                <a:moveTo>
                  <a:pt x="91686" y="121920"/>
                </a:moveTo>
                <a:lnTo>
                  <a:pt x="91686" y="162560"/>
                </a:lnTo>
                <a:lnTo>
                  <a:pt x="244086" y="162560"/>
                </a:lnTo>
                <a:lnTo>
                  <a:pt x="244086" y="121920"/>
                </a:lnTo>
                <a:lnTo>
                  <a:pt x="91686" y="121920"/>
                </a:lnTo>
                <a:close/>
                <a:moveTo>
                  <a:pt x="81526" y="101600"/>
                </a:moveTo>
                <a:cubicBezTo>
                  <a:pt x="76446" y="101600"/>
                  <a:pt x="71366" y="106680"/>
                  <a:pt x="71366" y="111760"/>
                </a:cubicBezTo>
                <a:lnTo>
                  <a:pt x="71366" y="172720"/>
                </a:lnTo>
                <a:cubicBezTo>
                  <a:pt x="71366" y="177800"/>
                  <a:pt x="76446" y="182880"/>
                  <a:pt x="81526" y="182880"/>
                </a:cubicBezTo>
                <a:lnTo>
                  <a:pt x="254246" y="182880"/>
                </a:lnTo>
                <a:cubicBezTo>
                  <a:pt x="259326" y="182880"/>
                  <a:pt x="264406" y="177800"/>
                  <a:pt x="264406" y="172720"/>
                </a:cubicBezTo>
                <a:lnTo>
                  <a:pt x="264406" y="111760"/>
                </a:lnTo>
                <a:cubicBezTo>
                  <a:pt x="264406" y="106680"/>
                  <a:pt x="259326" y="101600"/>
                  <a:pt x="254246" y="101600"/>
                </a:cubicBezTo>
                <a:lnTo>
                  <a:pt x="81526" y="101600"/>
                </a:lnTo>
                <a:close/>
                <a:moveTo>
                  <a:pt x="45966" y="86360"/>
                </a:moveTo>
                <a:cubicBezTo>
                  <a:pt x="40886" y="87630"/>
                  <a:pt x="35806" y="83820"/>
                  <a:pt x="35806" y="78740"/>
                </a:cubicBezTo>
                <a:lnTo>
                  <a:pt x="34536" y="69850"/>
                </a:lnTo>
                <a:cubicBezTo>
                  <a:pt x="28186" y="77470"/>
                  <a:pt x="25646" y="86360"/>
                  <a:pt x="25646" y="96520"/>
                </a:cubicBezTo>
                <a:cubicBezTo>
                  <a:pt x="25646" y="110490"/>
                  <a:pt x="31996" y="121920"/>
                  <a:pt x="42156" y="129540"/>
                </a:cubicBezTo>
                <a:cubicBezTo>
                  <a:pt x="45966" y="132080"/>
                  <a:pt x="47236" y="138430"/>
                  <a:pt x="43426" y="142240"/>
                </a:cubicBezTo>
                <a:cubicBezTo>
                  <a:pt x="40886" y="146050"/>
                  <a:pt x="34536" y="147320"/>
                  <a:pt x="30726" y="143510"/>
                </a:cubicBezTo>
                <a:cubicBezTo>
                  <a:pt x="16756" y="132080"/>
                  <a:pt x="6596" y="115570"/>
                  <a:pt x="6596" y="95250"/>
                </a:cubicBezTo>
                <a:cubicBezTo>
                  <a:pt x="6596" y="81280"/>
                  <a:pt x="11676" y="67310"/>
                  <a:pt x="20566" y="57150"/>
                </a:cubicBezTo>
                <a:lnTo>
                  <a:pt x="10406" y="58420"/>
                </a:lnTo>
                <a:cubicBezTo>
                  <a:pt x="5326" y="59690"/>
                  <a:pt x="246" y="55880"/>
                  <a:pt x="246" y="50800"/>
                </a:cubicBezTo>
                <a:cubicBezTo>
                  <a:pt x="-1024" y="45720"/>
                  <a:pt x="2786" y="40640"/>
                  <a:pt x="7866" y="40640"/>
                </a:cubicBezTo>
                <a:lnTo>
                  <a:pt x="39616" y="36830"/>
                </a:lnTo>
                <a:cubicBezTo>
                  <a:pt x="44696" y="35560"/>
                  <a:pt x="49776" y="39370"/>
                  <a:pt x="49776" y="44450"/>
                </a:cubicBezTo>
                <a:lnTo>
                  <a:pt x="53586" y="76200"/>
                </a:lnTo>
                <a:cubicBezTo>
                  <a:pt x="54856" y="81280"/>
                  <a:pt x="51046" y="85090"/>
                  <a:pt x="45966" y="863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906" name="Рисунок 2">
            <a:extLst>
              <a:ext uri="{FF2B5EF4-FFF2-40B4-BE49-F238E27FC236}">
                <a16:creationId xmlns:a16="http://schemas.microsoft.com/office/drawing/2014/main" id="{4E63B34E-C488-C976-BD7C-368F3F51582C}"/>
              </a:ext>
            </a:extLst>
          </p:cNvPr>
          <p:cNvGrpSpPr/>
          <p:nvPr/>
        </p:nvGrpSpPr>
        <p:grpSpPr>
          <a:xfrm>
            <a:off x="10023202" y="4951015"/>
            <a:ext cx="264159" cy="182879"/>
            <a:chOff x="10181590" y="5002529"/>
            <a:chExt cx="264159" cy="182879"/>
          </a:xfrm>
          <a:solidFill>
            <a:schemeClr val="tx1"/>
          </a:solidFill>
        </p:grpSpPr>
        <p:sp>
          <p:nvSpPr>
            <p:cNvPr id="907" name="Полилиния: фигура 469">
              <a:extLst>
                <a:ext uri="{FF2B5EF4-FFF2-40B4-BE49-F238E27FC236}">
                  <a16:creationId xmlns:a16="http://schemas.microsoft.com/office/drawing/2014/main" id="{3D2B4863-0D58-58C4-DF24-4CEF0F59AE56}"/>
                </a:ext>
              </a:extLst>
            </p:cNvPr>
            <p:cNvSpPr/>
            <p:nvPr/>
          </p:nvSpPr>
          <p:spPr>
            <a:xfrm>
              <a:off x="10222230" y="5002529"/>
              <a:ext cx="182879" cy="182879"/>
            </a:xfrm>
            <a:custGeom>
              <a:avLst/>
              <a:gdLst>
                <a:gd name="connsiteX0" fmla="*/ 182880 w 182879"/>
                <a:gd name="connsiteY0" fmla="*/ 152400 h 182879"/>
                <a:gd name="connsiteX1" fmla="*/ 152400 w 182879"/>
                <a:gd name="connsiteY1" fmla="*/ 182880 h 182879"/>
                <a:gd name="connsiteX2" fmla="*/ 30480 w 182879"/>
                <a:gd name="connsiteY2" fmla="*/ 182880 h 182879"/>
                <a:gd name="connsiteX3" fmla="*/ 0 w 182879"/>
                <a:gd name="connsiteY3" fmla="*/ 152400 h 182879"/>
                <a:gd name="connsiteX4" fmla="*/ 0 w 182879"/>
                <a:gd name="connsiteY4" fmla="*/ 30480 h 182879"/>
                <a:gd name="connsiteX5" fmla="*/ 30480 w 182879"/>
                <a:gd name="connsiteY5" fmla="*/ 0 h 182879"/>
                <a:gd name="connsiteX6" fmla="*/ 152400 w 182879"/>
                <a:gd name="connsiteY6" fmla="*/ 0 h 182879"/>
                <a:gd name="connsiteX7" fmla="*/ 182880 w 182879"/>
                <a:gd name="connsiteY7" fmla="*/ 30480 h 182879"/>
                <a:gd name="connsiteX8" fmla="*/ 182880 w 182879"/>
                <a:gd name="connsiteY8" fmla="*/ 152400 h 182879"/>
                <a:gd name="connsiteX9" fmla="*/ 162560 w 182879"/>
                <a:gd name="connsiteY9" fmla="*/ 152400 h 182879"/>
                <a:gd name="connsiteX10" fmla="*/ 162560 w 182879"/>
                <a:gd name="connsiteY10" fmla="*/ 30480 h 182879"/>
                <a:gd name="connsiteX11" fmla="*/ 152400 w 182879"/>
                <a:gd name="connsiteY11" fmla="*/ 20320 h 182879"/>
                <a:gd name="connsiteX12" fmla="*/ 30480 w 182879"/>
                <a:gd name="connsiteY12" fmla="*/ 20320 h 182879"/>
                <a:gd name="connsiteX13" fmla="*/ 20320 w 182879"/>
                <a:gd name="connsiteY13" fmla="*/ 30480 h 182879"/>
                <a:gd name="connsiteX14" fmla="*/ 20320 w 182879"/>
                <a:gd name="connsiteY14" fmla="*/ 152400 h 182879"/>
                <a:gd name="connsiteX15" fmla="*/ 30480 w 182879"/>
                <a:gd name="connsiteY15" fmla="*/ 162560 h 182879"/>
                <a:gd name="connsiteX16" fmla="*/ 152400 w 182879"/>
                <a:gd name="connsiteY16" fmla="*/ 162560 h 182879"/>
                <a:gd name="connsiteX17" fmla="*/ 162560 w 182879"/>
                <a:gd name="connsiteY17" fmla="*/ 152400 h 18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82879" h="182879">
                  <a:moveTo>
                    <a:pt x="182880" y="152400"/>
                  </a:moveTo>
                  <a:cubicBezTo>
                    <a:pt x="182880" y="168910"/>
                    <a:pt x="168910" y="182880"/>
                    <a:pt x="152400" y="182880"/>
                  </a:cubicBezTo>
                  <a:lnTo>
                    <a:pt x="30480" y="182880"/>
                  </a:lnTo>
                  <a:cubicBezTo>
                    <a:pt x="13970" y="182880"/>
                    <a:pt x="0" y="168910"/>
                    <a:pt x="0" y="152400"/>
                  </a:cubicBezTo>
                  <a:lnTo>
                    <a:pt x="0" y="30480"/>
                  </a:lnTo>
                  <a:cubicBezTo>
                    <a:pt x="0" y="13970"/>
                    <a:pt x="13970" y="0"/>
                    <a:pt x="30480" y="0"/>
                  </a:cubicBezTo>
                  <a:lnTo>
                    <a:pt x="152400" y="0"/>
                  </a:lnTo>
                  <a:cubicBezTo>
                    <a:pt x="168910" y="0"/>
                    <a:pt x="182880" y="13970"/>
                    <a:pt x="182880" y="30480"/>
                  </a:cubicBezTo>
                  <a:lnTo>
                    <a:pt x="182880" y="152400"/>
                  </a:lnTo>
                  <a:close/>
                  <a:moveTo>
                    <a:pt x="162560" y="152400"/>
                  </a:moveTo>
                  <a:lnTo>
                    <a:pt x="162560" y="30480"/>
                  </a:lnTo>
                  <a:cubicBezTo>
                    <a:pt x="162560" y="25400"/>
                    <a:pt x="157480" y="20320"/>
                    <a:pt x="152400" y="20320"/>
                  </a:cubicBezTo>
                  <a:lnTo>
                    <a:pt x="30480" y="20320"/>
                  </a:lnTo>
                  <a:cubicBezTo>
                    <a:pt x="25400" y="20320"/>
                    <a:pt x="20320" y="25400"/>
                    <a:pt x="20320" y="30480"/>
                  </a:cubicBezTo>
                  <a:lnTo>
                    <a:pt x="20320" y="152400"/>
                  </a:lnTo>
                  <a:cubicBezTo>
                    <a:pt x="20320" y="157480"/>
                    <a:pt x="25400" y="162560"/>
                    <a:pt x="30480" y="162560"/>
                  </a:cubicBezTo>
                  <a:lnTo>
                    <a:pt x="152400" y="162560"/>
                  </a:lnTo>
                  <a:cubicBezTo>
                    <a:pt x="157480" y="162560"/>
                    <a:pt x="162560" y="158750"/>
                    <a:pt x="162560" y="1524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08" name="Полилиния: фигура 470">
              <a:extLst>
                <a:ext uri="{FF2B5EF4-FFF2-40B4-BE49-F238E27FC236}">
                  <a16:creationId xmlns:a16="http://schemas.microsoft.com/office/drawing/2014/main" id="{A854FE71-1D86-572B-D6C2-67B0B382B43C}"/>
                </a:ext>
              </a:extLst>
            </p:cNvPr>
            <p:cNvSpPr/>
            <p:nvPr/>
          </p:nvSpPr>
          <p:spPr>
            <a:xfrm>
              <a:off x="10181590" y="5022850"/>
              <a:ext cx="30479" cy="142240"/>
            </a:xfrm>
            <a:custGeom>
              <a:avLst/>
              <a:gdLst>
                <a:gd name="connsiteX0" fmla="*/ 30480 w 30479"/>
                <a:gd name="connsiteY0" fmla="*/ 132080 h 142240"/>
                <a:gd name="connsiteX1" fmla="*/ 20320 w 30479"/>
                <a:gd name="connsiteY1" fmla="*/ 142240 h 142240"/>
                <a:gd name="connsiteX2" fmla="*/ 0 w 30479"/>
                <a:gd name="connsiteY2" fmla="*/ 121920 h 142240"/>
                <a:gd name="connsiteX3" fmla="*/ 0 w 30479"/>
                <a:gd name="connsiteY3" fmla="*/ 20320 h 142240"/>
                <a:gd name="connsiteX4" fmla="*/ 20320 w 30479"/>
                <a:gd name="connsiteY4" fmla="*/ 0 h 142240"/>
                <a:gd name="connsiteX5" fmla="*/ 30480 w 30479"/>
                <a:gd name="connsiteY5" fmla="*/ 10160 h 142240"/>
                <a:gd name="connsiteX6" fmla="*/ 20320 w 30479"/>
                <a:gd name="connsiteY6" fmla="*/ 20320 h 142240"/>
                <a:gd name="connsiteX7" fmla="*/ 20320 w 30479"/>
                <a:gd name="connsiteY7" fmla="*/ 121920 h 142240"/>
                <a:gd name="connsiteX8" fmla="*/ 30480 w 30479"/>
                <a:gd name="connsiteY8" fmla="*/ 132080 h 1422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142240">
                  <a:moveTo>
                    <a:pt x="30480" y="132080"/>
                  </a:moveTo>
                  <a:cubicBezTo>
                    <a:pt x="30480" y="137160"/>
                    <a:pt x="25400" y="142240"/>
                    <a:pt x="20320" y="142240"/>
                  </a:cubicBezTo>
                  <a:cubicBezTo>
                    <a:pt x="8890" y="142240"/>
                    <a:pt x="0" y="133350"/>
                    <a:pt x="0" y="121920"/>
                  </a:cubicBezTo>
                  <a:lnTo>
                    <a:pt x="0" y="20320"/>
                  </a:lnTo>
                  <a:cubicBezTo>
                    <a:pt x="0" y="8890"/>
                    <a:pt x="8890" y="0"/>
                    <a:pt x="20320" y="0"/>
                  </a:cubicBezTo>
                  <a:cubicBezTo>
                    <a:pt x="25400" y="0"/>
                    <a:pt x="30480" y="5080"/>
                    <a:pt x="30480" y="10160"/>
                  </a:cubicBezTo>
                  <a:cubicBezTo>
                    <a:pt x="30480" y="15240"/>
                    <a:pt x="25400" y="20320"/>
                    <a:pt x="20320" y="20320"/>
                  </a:cubicBezTo>
                  <a:lnTo>
                    <a:pt x="20320" y="121920"/>
                  </a:lnTo>
                  <a:cubicBezTo>
                    <a:pt x="26670" y="121920"/>
                    <a:pt x="30480" y="127000"/>
                    <a:pt x="30480" y="1320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09" name="Полилиния: фигура 471">
              <a:extLst>
                <a:ext uri="{FF2B5EF4-FFF2-40B4-BE49-F238E27FC236}">
                  <a16:creationId xmlns:a16="http://schemas.microsoft.com/office/drawing/2014/main" id="{C2103A26-4CFA-D561-DCA1-78356F4ED910}"/>
                </a:ext>
              </a:extLst>
            </p:cNvPr>
            <p:cNvSpPr/>
            <p:nvPr/>
          </p:nvSpPr>
          <p:spPr>
            <a:xfrm>
              <a:off x="10415269" y="5024120"/>
              <a:ext cx="30480" cy="142239"/>
            </a:xfrm>
            <a:custGeom>
              <a:avLst/>
              <a:gdLst>
                <a:gd name="connsiteX0" fmla="*/ 0 w 30480"/>
                <a:gd name="connsiteY0" fmla="*/ 10160 h 142239"/>
                <a:gd name="connsiteX1" fmla="*/ 10161 w 30480"/>
                <a:gd name="connsiteY1" fmla="*/ 0 h 142239"/>
                <a:gd name="connsiteX2" fmla="*/ 30480 w 30480"/>
                <a:gd name="connsiteY2" fmla="*/ 20320 h 142239"/>
                <a:gd name="connsiteX3" fmla="*/ 30480 w 30480"/>
                <a:gd name="connsiteY3" fmla="*/ 121920 h 142239"/>
                <a:gd name="connsiteX4" fmla="*/ 10161 w 30480"/>
                <a:gd name="connsiteY4" fmla="*/ 142240 h 142239"/>
                <a:gd name="connsiteX5" fmla="*/ 0 w 30480"/>
                <a:gd name="connsiteY5" fmla="*/ 132080 h 142239"/>
                <a:gd name="connsiteX6" fmla="*/ 10161 w 30480"/>
                <a:gd name="connsiteY6" fmla="*/ 121920 h 142239"/>
                <a:gd name="connsiteX7" fmla="*/ 10161 w 30480"/>
                <a:gd name="connsiteY7" fmla="*/ 20320 h 142239"/>
                <a:gd name="connsiteX8" fmla="*/ 0 w 30480"/>
                <a:gd name="connsiteY8" fmla="*/ 10160 h 14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142239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cubicBezTo>
                    <a:pt x="21590" y="0"/>
                    <a:pt x="30480" y="8890"/>
                    <a:pt x="30480" y="20320"/>
                  </a:cubicBezTo>
                  <a:lnTo>
                    <a:pt x="30480" y="121920"/>
                  </a:lnTo>
                  <a:cubicBezTo>
                    <a:pt x="30480" y="133350"/>
                    <a:pt x="21590" y="142240"/>
                    <a:pt x="10161" y="142240"/>
                  </a:cubicBezTo>
                  <a:cubicBezTo>
                    <a:pt x="5080" y="142240"/>
                    <a:pt x="0" y="137160"/>
                    <a:pt x="0" y="132080"/>
                  </a:cubicBezTo>
                  <a:cubicBezTo>
                    <a:pt x="0" y="127000"/>
                    <a:pt x="5080" y="121920"/>
                    <a:pt x="10161" y="121920"/>
                  </a:cubicBezTo>
                  <a:lnTo>
                    <a:pt x="10161" y="20320"/>
                  </a:lnTo>
                  <a:cubicBezTo>
                    <a:pt x="3811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910" name="Полилиния: фигура 474">
            <a:extLst>
              <a:ext uri="{FF2B5EF4-FFF2-40B4-BE49-F238E27FC236}">
                <a16:creationId xmlns:a16="http://schemas.microsoft.com/office/drawing/2014/main" id="{6C0AF438-35AB-13FD-04B8-8C075140D4B9}"/>
              </a:ext>
            </a:extLst>
          </p:cNvPr>
          <p:cNvSpPr/>
          <p:nvPr/>
        </p:nvSpPr>
        <p:spPr>
          <a:xfrm>
            <a:off x="10584542" y="4926690"/>
            <a:ext cx="260350" cy="231653"/>
          </a:xfrm>
          <a:custGeom>
            <a:avLst/>
            <a:gdLst>
              <a:gd name="connsiteX0" fmla="*/ 166370 w 260350"/>
              <a:gd name="connsiteY0" fmla="*/ 10356 h 231653"/>
              <a:gd name="connsiteX1" fmla="*/ 180339 w 260350"/>
              <a:gd name="connsiteY1" fmla="*/ 44646 h 231653"/>
              <a:gd name="connsiteX2" fmla="*/ 180339 w 260350"/>
              <a:gd name="connsiteY2" fmla="*/ 190696 h 231653"/>
              <a:gd name="connsiteX3" fmla="*/ 166370 w 260350"/>
              <a:gd name="connsiteY3" fmla="*/ 223716 h 231653"/>
              <a:gd name="connsiteX4" fmla="*/ 166370 w 260350"/>
              <a:gd name="connsiteY4" fmla="*/ 223716 h 231653"/>
              <a:gd name="connsiteX5" fmla="*/ 139700 w 260350"/>
              <a:gd name="connsiteY5" fmla="*/ 231336 h 231653"/>
              <a:gd name="connsiteX6" fmla="*/ 27939 w 260350"/>
              <a:gd name="connsiteY6" fmla="*/ 211016 h 231653"/>
              <a:gd name="connsiteX7" fmla="*/ 27939 w 260350"/>
              <a:gd name="connsiteY7" fmla="*/ 211016 h 231653"/>
              <a:gd name="connsiteX8" fmla="*/ 7620 w 260350"/>
              <a:gd name="connsiteY8" fmla="*/ 194506 h 231653"/>
              <a:gd name="connsiteX9" fmla="*/ 0 w 260350"/>
              <a:gd name="connsiteY9" fmla="*/ 166566 h 231653"/>
              <a:gd name="connsiteX10" fmla="*/ 0 w 260350"/>
              <a:gd name="connsiteY10" fmla="*/ 59886 h 231653"/>
              <a:gd name="connsiteX11" fmla="*/ 7620 w 260350"/>
              <a:gd name="connsiteY11" fmla="*/ 33216 h 231653"/>
              <a:gd name="connsiteX12" fmla="*/ 27939 w 260350"/>
              <a:gd name="connsiteY12" fmla="*/ 19246 h 231653"/>
              <a:gd name="connsiteX13" fmla="*/ 139700 w 260350"/>
              <a:gd name="connsiteY13" fmla="*/ 196 h 231653"/>
              <a:gd name="connsiteX14" fmla="*/ 166370 w 260350"/>
              <a:gd name="connsiteY14" fmla="*/ 10356 h 231653"/>
              <a:gd name="connsiteX15" fmla="*/ 140970 w 260350"/>
              <a:gd name="connsiteY15" fmla="*/ 19246 h 231653"/>
              <a:gd name="connsiteX16" fmla="*/ 29210 w 260350"/>
              <a:gd name="connsiteY16" fmla="*/ 38296 h 231653"/>
              <a:gd name="connsiteX17" fmla="*/ 21589 w 260350"/>
              <a:gd name="connsiteY17" fmla="*/ 44646 h 231653"/>
              <a:gd name="connsiteX18" fmla="*/ 16510 w 260350"/>
              <a:gd name="connsiteY18" fmla="*/ 61156 h 231653"/>
              <a:gd name="connsiteX19" fmla="*/ 16510 w 260350"/>
              <a:gd name="connsiteY19" fmla="*/ 167836 h 231653"/>
              <a:gd name="connsiteX20" fmla="*/ 21589 w 260350"/>
              <a:gd name="connsiteY20" fmla="*/ 185616 h 231653"/>
              <a:gd name="connsiteX21" fmla="*/ 30480 w 260350"/>
              <a:gd name="connsiteY21" fmla="*/ 193236 h 231653"/>
              <a:gd name="connsiteX22" fmla="*/ 142239 w 260350"/>
              <a:gd name="connsiteY22" fmla="*/ 213556 h 231653"/>
              <a:gd name="connsiteX23" fmla="*/ 142239 w 260350"/>
              <a:gd name="connsiteY23" fmla="*/ 213556 h 231653"/>
              <a:gd name="connsiteX24" fmla="*/ 153670 w 260350"/>
              <a:gd name="connsiteY24" fmla="*/ 211016 h 231653"/>
              <a:gd name="connsiteX25" fmla="*/ 161289 w 260350"/>
              <a:gd name="connsiteY25" fmla="*/ 191966 h 231653"/>
              <a:gd name="connsiteX26" fmla="*/ 161289 w 260350"/>
              <a:gd name="connsiteY26" fmla="*/ 45916 h 231653"/>
              <a:gd name="connsiteX27" fmla="*/ 153670 w 260350"/>
              <a:gd name="connsiteY27" fmla="*/ 24326 h 231653"/>
              <a:gd name="connsiteX28" fmla="*/ 153670 w 260350"/>
              <a:gd name="connsiteY28" fmla="*/ 24326 h 231653"/>
              <a:gd name="connsiteX29" fmla="*/ 140970 w 260350"/>
              <a:gd name="connsiteY29" fmla="*/ 19246 h 231653"/>
              <a:gd name="connsiteX30" fmla="*/ 193039 w 260350"/>
              <a:gd name="connsiteY30" fmla="*/ 14166 h 231653"/>
              <a:gd name="connsiteX31" fmla="*/ 205739 w 260350"/>
              <a:gd name="connsiteY31" fmla="*/ 14166 h 231653"/>
              <a:gd name="connsiteX32" fmla="*/ 219710 w 260350"/>
              <a:gd name="connsiteY32" fmla="*/ 47186 h 231653"/>
              <a:gd name="connsiteX33" fmla="*/ 219710 w 260350"/>
              <a:gd name="connsiteY33" fmla="*/ 188156 h 231653"/>
              <a:gd name="connsiteX34" fmla="*/ 205739 w 260350"/>
              <a:gd name="connsiteY34" fmla="*/ 219906 h 231653"/>
              <a:gd name="connsiteX35" fmla="*/ 193039 w 260350"/>
              <a:gd name="connsiteY35" fmla="*/ 218636 h 231653"/>
              <a:gd name="connsiteX36" fmla="*/ 194310 w 260350"/>
              <a:gd name="connsiteY36" fmla="*/ 205936 h 231653"/>
              <a:gd name="connsiteX37" fmla="*/ 200660 w 260350"/>
              <a:gd name="connsiteY37" fmla="*/ 188156 h 231653"/>
              <a:gd name="connsiteX38" fmla="*/ 200660 w 260350"/>
              <a:gd name="connsiteY38" fmla="*/ 45916 h 231653"/>
              <a:gd name="connsiteX39" fmla="*/ 200660 w 260350"/>
              <a:gd name="connsiteY39" fmla="*/ 45916 h 231653"/>
              <a:gd name="connsiteX40" fmla="*/ 193039 w 260350"/>
              <a:gd name="connsiteY40" fmla="*/ 26866 h 231653"/>
              <a:gd name="connsiteX41" fmla="*/ 193039 w 260350"/>
              <a:gd name="connsiteY41" fmla="*/ 14166 h 231653"/>
              <a:gd name="connsiteX42" fmla="*/ 234950 w 260350"/>
              <a:gd name="connsiteY42" fmla="*/ 24326 h 231653"/>
              <a:gd name="connsiteX43" fmla="*/ 247650 w 260350"/>
              <a:gd name="connsiteY43" fmla="*/ 24326 h 231653"/>
              <a:gd name="connsiteX44" fmla="*/ 260350 w 260350"/>
              <a:gd name="connsiteY44" fmla="*/ 56076 h 231653"/>
              <a:gd name="connsiteX45" fmla="*/ 260350 w 260350"/>
              <a:gd name="connsiteY45" fmla="*/ 180536 h 231653"/>
              <a:gd name="connsiteX46" fmla="*/ 246380 w 260350"/>
              <a:gd name="connsiteY46" fmla="*/ 211016 h 231653"/>
              <a:gd name="connsiteX47" fmla="*/ 233680 w 260350"/>
              <a:gd name="connsiteY47" fmla="*/ 209746 h 231653"/>
              <a:gd name="connsiteX48" fmla="*/ 234950 w 260350"/>
              <a:gd name="connsiteY48" fmla="*/ 197046 h 231653"/>
              <a:gd name="connsiteX49" fmla="*/ 242570 w 260350"/>
              <a:gd name="connsiteY49" fmla="*/ 180536 h 231653"/>
              <a:gd name="connsiteX50" fmla="*/ 242570 w 260350"/>
              <a:gd name="connsiteY50" fmla="*/ 56076 h 231653"/>
              <a:gd name="connsiteX51" fmla="*/ 242570 w 260350"/>
              <a:gd name="connsiteY51" fmla="*/ 56076 h 231653"/>
              <a:gd name="connsiteX52" fmla="*/ 234950 w 260350"/>
              <a:gd name="connsiteY52" fmla="*/ 38296 h 231653"/>
              <a:gd name="connsiteX53" fmla="*/ 234950 w 260350"/>
              <a:gd name="connsiteY53" fmla="*/ 24326 h 2316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60350" h="231653">
                <a:moveTo>
                  <a:pt x="166370" y="10356"/>
                </a:moveTo>
                <a:cubicBezTo>
                  <a:pt x="175260" y="19246"/>
                  <a:pt x="180339" y="31946"/>
                  <a:pt x="180339" y="44646"/>
                </a:cubicBezTo>
                <a:lnTo>
                  <a:pt x="180339" y="190696"/>
                </a:lnTo>
                <a:cubicBezTo>
                  <a:pt x="180339" y="203396"/>
                  <a:pt x="175260" y="216096"/>
                  <a:pt x="166370" y="223716"/>
                </a:cubicBezTo>
                <a:lnTo>
                  <a:pt x="166370" y="223716"/>
                </a:lnTo>
                <a:cubicBezTo>
                  <a:pt x="158750" y="230066"/>
                  <a:pt x="148589" y="232606"/>
                  <a:pt x="139700" y="231336"/>
                </a:cubicBezTo>
                <a:lnTo>
                  <a:pt x="27939" y="211016"/>
                </a:lnTo>
                <a:lnTo>
                  <a:pt x="27939" y="211016"/>
                </a:lnTo>
                <a:cubicBezTo>
                  <a:pt x="19050" y="209746"/>
                  <a:pt x="11430" y="202126"/>
                  <a:pt x="7620" y="194506"/>
                </a:cubicBezTo>
                <a:cubicBezTo>
                  <a:pt x="2539" y="186886"/>
                  <a:pt x="0" y="176726"/>
                  <a:pt x="0" y="166566"/>
                </a:cubicBezTo>
                <a:lnTo>
                  <a:pt x="0" y="59886"/>
                </a:lnTo>
                <a:cubicBezTo>
                  <a:pt x="0" y="49726"/>
                  <a:pt x="2539" y="40836"/>
                  <a:pt x="7620" y="33216"/>
                </a:cubicBezTo>
                <a:cubicBezTo>
                  <a:pt x="12700" y="25596"/>
                  <a:pt x="19050" y="20516"/>
                  <a:pt x="27939" y="19246"/>
                </a:cubicBezTo>
                <a:lnTo>
                  <a:pt x="139700" y="196"/>
                </a:lnTo>
                <a:cubicBezTo>
                  <a:pt x="149860" y="-1074"/>
                  <a:pt x="158750" y="4006"/>
                  <a:pt x="166370" y="10356"/>
                </a:cubicBezTo>
                <a:close/>
                <a:moveTo>
                  <a:pt x="140970" y="19246"/>
                </a:moveTo>
                <a:lnTo>
                  <a:pt x="29210" y="38296"/>
                </a:lnTo>
                <a:cubicBezTo>
                  <a:pt x="26670" y="38296"/>
                  <a:pt x="24130" y="40836"/>
                  <a:pt x="21589" y="44646"/>
                </a:cubicBezTo>
                <a:cubicBezTo>
                  <a:pt x="19050" y="48456"/>
                  <a:pt x="16510" y="54806"/>
                  <a:pt x="16510" y="61156"/>
                </a:cubicBezTo>
                <a:lnTo>
                  <a:pt x="16510" y="167836"/>
                </a:lnTo>
                <a:cubicBezTo>
                  <a:pt x="16510" y="174186"/>
                  <a:pt x="17780" y="180536"/>
                  <a:pt x="21589" y="185616"/>
                </a:cubicBezTo>
                <a:cubicBezTo>
                  <a:pt x="24130" y="190696"/>
                  <a:pt x="27939" y="193236"/>
                  <a:pt x="30480" y="193236"/>
                </a:cubicBezTo>
                <a:lnTo>
                  <a:pt x="142239" y="213556"/>
                </a:lnTo>
                <a:lnTo>
                  <a:pt x="142239" y="213556"/>
                </a:lnTo>
                <a:cubicBezTo>
                  <a:pt x="146050" y="214826"/>
                  <a:pt x="151130" y="213556"/>
                  <a:pt x="153670" y="211016"/>
                </a:cubicBezTo>
                <a:cubicBezTo>
                  <a:pt x="157480" y="207206"/>
                  <a:pt x="161289" y="200856"/>
                  <a:pt x="161289" y="191966"/>
                </a:cubicBezTo>
                <a:lnTo>
                  <a:pt x="161289" y="45916"/>
                </a:lnTo>
                <a:cubicBezTo>
                  <a:pt x="161289" y="37026"/>
                  <a:pt x="157480" y="29406"/>
                  <a:pt x="153670" y="24326"/>
                </a:cubicBezTo>
                <a:lnTo>
                  <a:pt x="153670" y="24326"/>
                </a:lnTo>
                <a:cubicBezTo>
                  <a:pt x="148589" y="20516"/>
                  <a:pt x="144780" y="19246"/>
                  <a:pt x="140970" y="19246"/>
                </a:cubicBezTo>
                <a:close/>
                <a:moveTo>
                  <a:pt x="193039" y="14166"/>
                </a:moveTo>
                <a:cubicBezTo>
                  <a:pt x="196850" y="10356"/>
                  <a:pt x="201930" y="10356"/>
                  <a:pt x="205739" y="14166"/>
                </a:cubicBezTo>
                <a:cubicBezTo>
                  <a:pt x="214630" y="23056"/>
                  <a:pt x="219710" y="34486"/>
                  <a:pt x="219710" y="47186"/>
                </a:cubicBezTo>
                <a:lnTo>
                  <a:pt x="219710" y="188156"/>
                </a:lnTo>
                <a:cubicBezTo>
                  <a:pt x="219710" y="200856"/>
                  <a:pt x="214630" y="212286"/>
                  <a:pt x="205739" y="219906"/>
                </a:cubicBezTo>
                <a:cubicBezTo>
                  <a:pt x="201930" y="223716"/>
                  <a:pt x="195580" y="222446"/>
                  <a:pt x="193039" y="218636"/>
                </a:cubicBezTo>
                <a:cubicBezTo>
                  <a:pt x="189230" y="214826"/>
                  <a:pt x="190500" y="208476"/>
                  <a:pt x="194310" y="205936"/>
                </a:cubicBezTo>
                <a:cubicBezTo>
                  <a:pt x="198120" y="202126"/>
                  <a:pt x="200660" y="197046"/>
                  <a:pt x="200660" y="188156"/>
                </a:cubicBezTo>
                <a:lnTo>
                  <a:pt x="200660" y="45916"/>
                </a:lnTo>
                <a:lnTo>
                  <a:pt x="200660" y="45916"/>
                </a:lnTo>
                <a:cubicBezTo>
                  <a:pt x="200660" y="38296"/>
                  <a:pt x="198120" y="30676"/>
                  <a:pt x="193039" y="26866"/>
                </a:cubicBezTo>
                <a:cubicBezTo>
                  <a:pt x="190500" y="23056"/>
                  <a:pt x="190500" y="17976"/>
                  <a:pt x="193039" y="14166"/>
                </a:cubicBezTo>
                <a:close/>
                <a:moveTo>
                  <a:pt x="234950" y="24326"/>
                </a:moveTo>
                <a:cubicBezTo>
                  <a:pt x="238760" y="20516"/>
                  <a:pt x="243839" y="20516"/>
                  <a:pt x="247650" y="24326"/>
                </a:cubicBezTo>
                <a:cubicBezTo>
                  <a:pt x="256539" y="33216"/>
                  <a:pt x="260350" y="44646"/>
                  <a:pt x="260350" y="56076"/>
                </a:cubicBezTo>
                <a:lnTo>
                  <a:pt x="260350" y="180536"/>
                </a:lnTo>
                <a:cubicBezTo>
                  <a:pt x="260350" y="193236"/>
                  <a:pt x="254000" y="204666"/>
                  <a:pt x="246380" y="211016"/>
                </a:cubicBezTo>
                <a:cubicBezTo>
                  <a:pt x="242570" y="213556"/>
                  <a:pt x="236220" y="213556"/>
                  <a:pt x="233680" y="209746"/>
                </a:cubicBezTo>
                <a:cubicBezTo>
                  <a:pt x="231139" y="205936"/>
                  <a:pt x="231139" y="199586"/>
                  <a:pt x="234950" y="197046"/>
                </a:cubicBezTo>
                <a:cubicBezTo>
                  <a:pt x="238760" y="193236"/>
                  <a:pt x="242570" y="188156"/>
                  <a:pt x="242570" y="180536"/>
                </a:cubicBezTo>
                <a:lnTo>
                  <a:pt x="242570" y="56076"/>
                </a:lnTo>
                <a:lnTo>
                  <a:pt x="242570" y="56076"/>
                </a:lnTo>
                <a:cubicBezTo>
                  <a:pt x="242570" y="48456"/>
                  <a:pt x="240030" y="42106"/>
                  <a:pt x="234950" y="38296"/>
                </a:cubicBezTo>
                <a:cubicBezTo>
                  <a:pt x="231139" y="33216"/>
                  <a:pt x="231139" y="28136"/>
                  <a:pt x="234950" y="24326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911" name="Рисунок 2">
            <a:extLst>
              <a:ext uri="{FF2B5EF4-FFF2-40B4-BE49-F238E27FC236}">
                <a16:creationId xmlns:a16="http://schemas.microsoft.com/office/drawing/2014/main" id="{990C04C2-DC24-B564-C2D6-155ABADD06D8}"/>
              </a:ext>
            </a:extLst>
          </p:cNvPr>
          <p:cNvGrpSpPr/>
          <p:nvPr/>
        </p:nvGrpSpPr>
        <p:grpSpPr>
          <a:xfrm>
            <a:off x="11131276" y="4921806"/>
            <a:ext cx="284480" cy="243839"/>
            <a:chOff x="11289664" y="4973320"/>
            <a:chExt cx="284480" cy="243839"/>
          </a:xfrm>
          <a:solidFill>
            <a:schemeClr val="tx1"/>
          </a:solidFill>
        </p:grpSpPr>
        <p:sp>
          <p:nvSpPr>
            <p:cNvPr id="912" name="Полилиния: фигура 478">
              <a:extLst>
                <a:ext uri="{FF2B5EF4-FFF2-40B4-BE49-F238E27FC236}">
                  <a16:creationId xmlns:a16="http://schemas.microsoft.com/office/drawing/2014/main" id="{8776C4CC-B368-6EDF-D4C9-8B520B1CDA6E}"/>
                </a:ext>
              </a:extLst>
            </p:cNvPr>
            <p:cNvSpPr/>
            <p:nvPr/>
          </p:nvSpPr>
          <p:spPr>
            <a:xfrm>
              <a:off x="11421109" y="4973320"/>
              <a:ext cx="20320" cy="243839"/>
            </a:xfrm>
            <a:custGeom>
              <a:avLst/>
              <a:gdLst>
                <a:gd name="connsiteX0" fmla="*/ 0 w 20320"/>
                <a:gd name="connsiteY0" fmla="*/ 10160 h 243839"/>
                <a:gd name="connsiteX1" fmla="*/ 10160 w 20320"/>
                <a:gd name="connsiteY1" fmla="*/ 0 h 243839"/>
                <a:gd name="connsiteX2" fmla="*/ 20320 w 20320"/>
                <a:gd name="connsiteY2" fmla="*/ 10160 h 243839"/>
                <a:gd name="connsiteX3" fmla="*/ 20320 w 20320"/>
                <a:gd name="connsiteY3" fmla="*/ 233680 h 243839"/>
                <a:gd name="connsiteX4" fmla="*/ 10160 w 20320"/>
                <a:gd name="connsiteY4" fmla="*/ 243840 h 243839"/>
                <a:gd name="connsiteX5" fmla="*/ 0 w 20320"/>
                <a:gd name="connsiteY5" fmla="*/ 233680 h 243839"/>
                <a:gd name="connsiteX6" fmla="*/ 0 w 20320"/>
                <a:gd name="connsiteY6" fmla="*/ 10160 h 2438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" h="243839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lnTo>
                    <a:pt x="20320" y="233680"/>
                  </a:lnTo>
                  <a:cubicBezTo>
                    <a:pt x="20320" y="238760"/>
                    <a:pt x="15240" y="243840"/>
                    <a:pt x="10160" y="243840"/>
                  </a:cubicBezTo>
                  <a:cubicBezTo>
                    <a:pt x="5080" y="243840"/>
                    <a:pt x="0" y="238760"/>
                    <a:pt x="0" y="23368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13" name="Полилиния: фигура 479">
              <a:extLst>
                <a:ext uri="{FF2B5EF4-FFF2-40B4-BE49-F238E27FC236}">
                  <a16:creationId xmlns:a16="http://schemas.microsoft.com/office/drawing/2014/main" id="{7E5401C1-98EA-5C2B-4B72-13C9627858DE}"/>
                </a:ext>
              </a:extLst>
            </p:cNvPr>
            <p:cNvSpPr/>
            <p:nvPr/>
          </p:nvSpPr>
          <p:spPr>
            <a:xfrm>
              <a:off x="11289664" y="5003800"/>
              <a:ext cx="112394" cy="81279"/>
            </a:xfrm>
            <a:custGeom>
              <a:avLst/>
              <a:gdLst>
                <a:gd name="connsiteX0" fmla="*/ 26035 w 112394"/>
                <a:gd name="connsiteY0" fmla="*/ 74930 h 81279"/>
                <a:gd name="connsiteX1" fmla="*/ 40005 w 112394"/>
                <a:gd name="connsiteY1" fmla="*/ 81280 h 81279"/>
                <a:gd name="connsiteX2" fmla="*/ 92075 w 112394"/>
                <a:gd name="connsiteY2" fmla="*/ 81280 h 81279"/>
                <a:gd name="connsiteX3" fmla="*/ 112395 w 112394"/>
                <a:gd name="connsiteY3" fmla="*/ 60960 h 81279"/>
                <a:gd name="connsiteX4" fmla="*/ 112395 w 112394"/>
                <a:gd name="connsiteY4" fmla="*/ 20320 h 81279"/>
                <a:gd name="connsiteX5" fmla="*/ 92075 w 112394"/>
                <a:gd name="connsiteY5" fmla="*/ 0 h 81279"/>
                <a:gd name="connsiteX6" fmla="*/ 40005 w 112394"/>
                <a:gd name="connsiteY6" fmla="*/ 0 h 81279"/>
                <a:gd name="connsiteX7" fmla="*/ 26035 w 112394"/>
                <a:gd name="connsiteY7" fmla="*/ 6350 h 81279"/>
                <a:gd name="connsiteX8" fmla="*/ 5715 w 112394"/>
                <a:gd name="connsiteY8" fmla="*/ 26670 h 81279"/>
                <a:gd name="connsiteX9" fmla="*/ 5715 w 112394"/>
                <a:gd name="connsiteY9" fmla="*/ 55880 h 81279"/>
                <a:gd name="connsiteX10" fmla="*/ 26035 w 112394"/>
                <a:gd name="connsiteY10" fmla="*/ 74930 h 81279"/>
                <a:gd name="connsiteX11" fmla="*/ 92075 w 112394"/>
                <a:gd name="connsiteY11" fmla="*/ 20320 h 81279"/>
                <a:gd name="connsiteX12" fmla="*/ 40005 w 112394"/>
                <a:gd name="connsiteY12" fmla="*/ 20320 h 81279"/>
                <a:gd name="connsiteX13" fmla="*/ 19685 w 112394"/>
                <a:gd name="connsiteY13" fmla="*/ 40640 h 81279"/>
                <a:gd name="connsiteX14" fmla="*/ 40005 w 112394"/>
                <a:gd name="connsiteY14" fmla="*/ 60960 h 81279"/>
                <a:gd name="connsiteX15" fmla="*/ 92075 w 112394"/>
                <a:gd name="connsiteY15" fmla="*/ 60960 h 81279"/>
                <a:gd name="connsiteX16" fmla="*/ 92075 w 112394"/>
                <a:gd name="connsiteY16" fmla="*/ 20320 h 812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2394" h="81279">
                  <a:moveTo>
                    <a:pt x="26035" y="74930"/>
                  </a:moveTo>
                  <a:cubicBezTo>
                    <a:pt x="29845" y="78740"/>
                    <a:pt x="34925" y="81280"/>
                    <a:pt x="40005" y="81280"/>
                  </a:cubicBezTo>
                  <a:lnTo>
                    <a:pt x="92075" y="81280"/>
                  </a:lnTo>
                  <a:cubicBezTo>
                    <a:pt x="103505" y="81280"/>
                    <a:pt x="112395" y="72390"/>
                    <a:pt x="112395" y="60960"/>
                  </a:cubicBezTo>
                  <a:lnTo>
                    <a:pt x="112395" y="20320"/>
                  </a:lnTo>
                  <a:cubicBezTo>
                    <a:pt x="112395" y="8890"/>
                    <a:pt x="103505" y="0"/>
                    <a:pt x="92075" y="0"/>
                  </a:cubicBezTo>
                  <a:lnTo>
                    <a:pt x="40005" y="0"/>
                  </a:lnTo>
                  <a:cubicBezTo>
                    <a:pt x="34925" y="0"/>
                    <a:pt x="29845" y="2540"/>
                    <a:pt x="26035" y="6350"/>
                  </a:cubicBezTo>
                  <a:lnTo>
                    <a:pt x="5715" y="26670"/>
                  </a:lnTo>
                  <a:cubicBezTo>
                    <a:pt x="-1905" y="34290"/>
                    <a:pt x="-1905" y="46990"/>
                    <a:pt x="5715" y="55880"/>
                  </a:cubicBezTo>
                  <a:lnTo>
                    <a:pt x="26035" y="74930"/>
                  </a:lnTo>
                  <a:close/>
                  <a:moveTo>
                    <a:pt x="92075" y="20320"/>
                  </a:moveTo>
                  <a:lnTo>
                    <a:pt x="40005" y="20320"/>
                  </a:lnTo>
                  <a:lnTo>
                    <a:pt x="19685" y="40640"/>
                  </a:lnTo>
                  <a:lnTo>
                    <a:pt x="40005" y="60960"/>
                  </a:lnTo>
                  <a:lnTo>
                    <a:pt x="92075" y="60960"/>
                  </a:lnTo>
                  <a:lnTo>
                    <a:pt x="92075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14" name="Полилиния: фигура 480">
              <a:extLst>
                <a:ext uri="{FF2B5EF4-FFF2-40B4-BE49-F238E27FC236}">
                  <a16:creationId xmlns:a16="http://schemas.microsoft.com/office/drawing/2014/main" id="{C59F77FB-1BB1-D2C9-824A-FBB8E047D6C2}"/>
                </a:ext>
              </a:extLst>
            </p:cNvPr>
            <p:cNvSpPr/>
            <p:nvPr/>
          </p:nvSpPr>
          <p:spPr>
            <a:xfrm>
              <a:off x="11461750" y="5044440"/>
              <a:ext cx="112395" cy="82550"/>
            </a:xfrm>
            <a:custGeom>
              <a:avLst/>
              <a:gdLst>
                <a:gd name="connsiteX0" fmla="*/ 72390 w 112395"/>
                <a:gd name="connsiteY0" fmla="*/ 0 h 82550"/>
                <a:gd name="connsiteX1" fmla="*/ 86360 w 112395"/>
                <a:gd name="connsiteY1" fmla="*/ 6350 h 82550"/>
                <a:gd name="connsiteX2" fmla="*/ 106680 w 112395"/>
                <a:gd name="connsiteY2" fmla="*/ 26670 h 82550"/>
                <a:gd name="connsiteX3" fmla="*/ 106680 w 112395"/>
                <a:gd name="connsiteY3" fmla="*/ 55880 h 82550"/>
                <a:gd name="connsiteX4" fmla="*/ 86360 w 112395"/>
                <a:gd name="connsiteY4" fmla="*/ 76200 h 82550"/>
                <a:gd name="connsiteX5" fmla="*/ 72390 w 112395"/>
                <a:gd name="connsiteY5" fmla="*/ 82550 h 82550"/>
                <a:gd name="connsiteX6" fmla="*/ 20320 w 112395"/>
                <a:gd name="connsiteY6" fmla="*/ 82550 h 82550"/>
                <a:gd name="connsiteX7" fmla="*/ 0 w 112395"/>
                <a:gd name="connsiteY7" fmla="*/ 62230 h 82550"/>
                <a:gd name="connsiteX8" fmla="*/ 0 w 112395"/>
                <a:gd name="connsiteY8" fmla="*/ 21590 h 82550"/>
                <a:gd name="connsiteX9" fmla="*/ 20320 w 112395"/>
                <a:gd name="connsiteY9" fmla="*/ 1270 h 82550"/>
                <a:gd name="connsiteX10" fmla="*/ 72390 w 112395"/>
                <a:gd name="connsiteY10" fmla="*/ 1270 h 82550"/>
                <a:gd name="connsiteX11" fmla="*/ 72390 w 112395"/>
                <a:gd name="connsiteY11" fmla="*/ 60960 h 82550"/>
                <a:gd name="connsiteX12" fmla="*/ 20320 w 112395"/>
                <a:gd name="connsiteY12" fmla="*/ 60960 h 82550"/>
                <a:gd name="connsiteX13" fmla="*/ 20320 w 112395"/>
                <a:gd name="connsiteY13" fmla="*/ 20320 h 82550"/>
                <a:gd name="connsiteX14" fmla="*/ 72390 w 112395"/>
                <a:gd name="connsiteY14" fmla="*/ 20320 h 82550"/>
                <a:gd name="connsiteX15" fmla="*/ 92710 w 112395"/>
                <a:gd name="connsiteY15" fmla="*/ 40640 h 82550"/>
                <a:gd name="connsiteX16" fmla="*/ 72390 w 112395"/>
                <a:gd name="connsiteY16" fmla="*/ 60960 h 825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12395" h="82550">
                  <a:moveTo>
                    <a:pt x="72390" y="0"/>
                  </a:moveTo>
                  <a:cubicBezTo>
                    <a:pt x="77470" y="0"/>
                    <a:pt x="82550" y="2540"/>
                    <a:pt x="86360" y="6350"/>
                  </a:cubicBezTo>
                  <a:lnTo>
                    <a:pt x="106680" y="26670"/>
                  </a:lnTo>
                  <a:cubicBezTo>
                    <a:pt x="114300" y="34290"/>
                    <a:pt x="114300" y="46990"/>
                    <a:pt x="106680" y="55880"/>
                  </a:cubicBezTo>
                  <a:lnTo>
                    <a:pt x="86360" y="76200"/>
                  </a:lnTo>
                  <a:cubicBezTo>
                    <a:pt x="82550" y="80010"/>
                    <a:pt x="77470" y="82550"/>
                    <a:pt x="72390" y="82550"/>
                  </a:cubicBezTo>
                  <a:lnTo>
                    <a:pt x="20320" y="82550"/>
                  </a:lnTo>
                  <a:cubicBezTo>
                    <a:pt x="8890" y="82550"/>
                    <a:pt x="0" y="73660"/>
                    <a:pt x="0" y="62230"/>
                  </a:cubicBezTo>
                  <a:lnTo>
                    <a:pt x="0" y="21590"/>
                  </a:lnTo>
                  <a:cubicBezTo>
                    <a:pt x="0" y="10160"/>
                    <a:pt x="8890" y="1270"/>
                    <a:pt x="20320" y="1270"/>
                  </a:cubicBezTo>
                  <a:lnTo>
                    <a:pt x="72390" y="1270"/>
                  </a:lnTo>
                  <a:close/>
                  <a:moveTo>
                    <a:pt x="72390" y="60960"/>
                  </a:moveTo>
                  <a:lnTo>
                    <a:pt x="20320" y="60960"/>
                  </a:lnTo>
                  <a:lnTo>
                    <a:pt x="20320" y="20320"/>
                  </a:lnTo>
                  <a:lnTo>
                    <a:pt x="72390" y="20320"/>
                  </a:lnTo>
                  <a:lnTo>
                    <a:pt x="92710" y="40640"/>
                  </a:lnTo>
                  <a:lnTo>
                    <a:pt x="72390" y="609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915" name="Полилиния: фигура 482">
            <a:extLst>
              <a:ext uri="{FF2B5EF4-FFF2-40B4-BE49-F238E27FC236}">
                <a16:creationId xmlns:a16="http://schemas.microsoft.com/office/drawing/2014/main" id="{1957A6E9-1609-C5FE-7879-B82D3D514DB9}"/>
              </a:ext>
            </a:extLst>
          </p:cNvPr>
          <p:cNvSpPr/>
          <p:nvPr/>
        </p:nvSpPr>
        <p:spPr>
          <a:xfrm>
            <a:off x="6112395" y="4942086"/>
            <a:ext cx="263092" cy="203563"/>
          </a:xfrm>
          <a:custGeom>
            <a:avLst/>
            <a:gdLst>
              <a:gd name="connsiteX0" fmla="*/ 183356 w 263092"/>
              <a:gd name="connsiteY0" fmla="*/ 5120 h 203563"/>
              <a:gd name="connsiteX1" fmla="*/ 165576 w 263092"/>
              <a:gd name="connsiteY1" fmla="*/ 6390 h 203563"/>
              <a:gd name="connsiteX2" fmla="*/ 89376 w 263092"/>
              <a:gd name="connsiteY2" fmla="*/ 189270 h 203563"/>
              <a:gd name="connsiteX3" fmla="*/ 89376 w 263092"/>
              <a:gd name="connsiteY3" fmla="*/ 190540 h 203563"/>
              <a:gd name="connsiteX4" fmla="*/ 95726 w 263092"/>
              <a:gd name="connsiteY4" fmla="*/ 203240 h 203563"/>
              <a:gd name="connsiteX5" fmla="*/ 96996 w 263092"/>
              <a:gd name="connsiteY5" fmla="*/ 203240 h 203563"/>
              <a:gd name="connsiteX6" fmla="*/ 109696 w 263092"/>
              <a:gd name="connsiteY6" fmla="*/ 196890 h 203563"/>
              <a:gd name="connsiteX7" fmla="*/ 128746 w 263092"/>
              <a:gd name="connsiteY7" fmla="*/ 152440 h 203563"/>
              <a:gd name="connsiteX8" fmla="*/ 225266 w 263092"/>
              <a:gd name="connsiteY8" fmla="*/ 152440 h 203563"/>
              <a:gd name="connsiteX9" fmla="*/ 244316 w 263092"/>
              <a:gd name="connsiteY9" fmla="*/ 196890 h 203563"/>
              <a:gd name="connsiteX10" fmla="*/ 244316 w 263092"/>
              <a:gd name="connsiteY10" fmla="*/ 198159 h 203563"/>
              <a:gd name="connsiteX11" fmla="*/ 257016 w 263092"/>
              <a:gd name="connsiteY11" fmla="*/ 201970 h 203563"/>
              <a:gd name="connsiteX12" fmla="*/ 262097 w 263092"/>
              <a:gd name="connsiteY12" fmla="*/ 189270 h 203563"/>
              <a:gd name="connsiteX13" fmla="*/ 183356 w 263092"/>
              <a:gd name="connsiteY13" fmla="*/ 5120 h 203563"/>
              <a:gd name="connsiteX14" fmla="*/ 183356 w 263092"/>
              <a:gd name="connsiteY14" fmla="*/ 5120 h 203563"/>
              <a:gd name="connsiteX15" fmla="*/ 213836 w 263092"/>
              <a:gd name="connsiteY15" fmla="*/ 132120 h 203563"/>
              <a:gd name="connsiteX16" fmla="*/ 174466 w 263092"/>
              <a:gd name="connsiteY16" fmla="*/ 36870 h 203563"/>
              <a:gd name="connsiteX17" fmla="*/ 135096 w 263092"/>
              <a:gd name="connsiteY17" fmla="*/ 132120 h 203563"/>
              <a:gd name="connsiteX18" fmla="*/ 213836 w 263092"/>
              <a:gd name="connsiteY18" fmla="*/ 132120 h 203563"/>
              <a:gd name="connsiteX19" fmla="*/ 39846 w 263092"/>
              <a:gd name="connsiteY19" fmla="*/ 6390 h 203563"/>
              <a:gd name="connsiteX20" fmla="*/ 53816 w 263092"/>
              <a:gd name="connsiteY20" fmla="*/ 5120 h 203563"/>
              <a:gd name="connsiteX21" fmla="*/ 53816 w 263092"/>
              <a:gd name="connsiteY21" fmla="*/ 6390 h 203563"/>
              <a:gd name="connsiteX22" fmla="*/ 94456 w 263092"/>
              <a:gd name="connsiteY22" fmla="*/ 104179 h 203563"/>
              <a:gd name="connsiteX23" fmla="*/ 90646 w 263092"/>
              <a:gd name="connsiteY23" fmla="*/ 114340 h 203563"/>
              <a:gd name="connsiteX24" fmla="*/ 81756 w 263092"/>
              <a:gd name="connsiteY24" fmla="*/ 111799 h 203563"/>
              <a:gd name="connsiteX25" fmla="*/ 81756 w 263092"/>
              <a:gd name="connsiteY25" fmla="*/ 110529 h 203563"/>
              <a:gd name="connsiteX26" fmla="*/ 72866 w 263092"/>
              <a:gd name="connsiteY26" fmla="*/ 88940 h 203563"/>
              <a:gd name="connsiteX27" fmla="*/ 23336 w 263092"/>
              <a:gd name="connsiteY27" fmla="*/ 88940 h 203563"/>
              <a:gd name="connsiteX28" fmla="*/ 14446 w 263092"/>
              <a:gd name="connsiteY28" fmla="*/ 110529 h 203563"/>
              <a:gd name="connsiteX29" fmla="*/ 5556 w 263092"/>
              <a:gd name="connsiteY29" fmla="*/ 114340 h 203563"/>
              <a:gd name="connsiteX30" fmla="*/ 4286 w 263092"/>
              <a:gd name="connsiteY30" fmla="*/ 114340 h 203563"/>
              <a:gd name="connsiteX31" fmla="*/ 476 w 263092"/>
              <a:gd name="connsiteY31" fmla="*/ 105449 h 203563"/>
              <a:gd name="connsiteX32" fmla="*/ 476 w 263092"/>
              <a:gd name="connsiteY32" fmla="*/ 104179 h 203563"/>
              <a:gd name="connsiteX33" fmla="*/ 39846 w 263092"/>
              <a:gd name="connsiteY33" fmla="*/ 6390 h 203563"/>
              <a:gd name="connsiteX34" fmla="*/ 47466 w 263092"/>
              <a:gd name="connsiteY34" fmla="*/ 29249 h 203563"/>
              <a:gd name="connsiteX35" fmla="*/ 28416 w 263092"/>
              <a:gd name="connsiteY35" fmla="*/ 73699 h 203563"/>
              <a:gd name="connsiteX36" fmla="*/ 65246 w 263092"/>
              <a:gd name="connsiteY36" fmla="*/ 73699 h 203563"/>
              <a:gd name="connsiteX37" fmla="*/ 47466 w 263092"/>
              <a:gd name="connsiteY37" fmla="*/ 29249 h 203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63092" h="203563">
                <a:moveTo>
                  <a:pt x="183356" y="5120"/>
                </a:moveTo>
                <a:cubicBezTo>
                  <a:pt x="179546" y="-2501"/>
                  <a:pt x="168116" y="-1230"/>
                  <a:pt x="165576" y="6390"/>
                </a:cubicBezTo>
                <a:lnTo>
                  <a:pt x="89376" y="189270"/>
                </a:lnTo>
                <a:lnTo>
                  <a:pt x="89376" y="190540"/>
                </a:lnTo>
                <a:cubicBezTo>
                  <a:pt x="88106" y="195620"/>
                  <a:pt x="90646" y="200699"/>
                  <a:pt x="95726" y="203240"/>
                </a:cubicBezTo>
                <a:lnTo>
                  <a:pt x="96996" y="203240"/>
                </a:lnTo>
                <a:cubicBezTo>
                  <a:pt x="102076" y="204509"/>
                  <a:pt x="107156" y="201970"/>
                  <a:pt x="109696" y="196890"/>
                </a:cubicBezTo>
                <a:lnTo>
                  <a:pt x="128746" y="152440"/>
                </a:lnTo>
                <a:lnTo>
                  <a:pt x="225266" y="152440"/>
                </a:lnTo>
                <a:lnTo>
                  <a:pt x="244316" y="196890"/>
                </a:lnTo>
                <a:lnTo>
                  <a:pt x="244316" y="198159"/>
                </a:lnTo>
                <a:cubicBezTo>
                  <a:pt x="246856" y="201970"/>
                  <a:pt x="251936" y="204509"/>
                  <a:pt x="257016" y="201970"/>
                </a:cubicBezTo>
                <a:cubicBezTo>
                  <a:pt x="262097" y="199429"/>
                  <a:pt x="264636" y="194349"/>
                  <a:pt x="262097" y="189270"/>
                </a:cubicBezTo>
                <a:lnTo>
                  <a:pt x="183356" y="5120"/>
                </a:lnTo>
                <a:lnTo>
                  <a:pt x="183356" y="5120"/>
                </a:lnTo>
                <a:close/>
                <a:moveTo>
                  <a:pt x="213836" y="132120"/>
                </a:moveTo>
                <a:lnTo>
                  <a:pt x="174466" y="36870"/>
                </a:lnTo>
                <a:lnTo>
                  <a:pt x="135096" y="132120"/>
                </a:lnTo>
                <a:lnTo>
                  <a:pt x="213836" y="132120"/>
                </a:lnTo>
                <a:close/>
                <a:moveTo>
                  <a:pt x="39846" y="6390"/>
                </a:moveTo>
                <a:cubicBezTo>
                  <a:pt x="42386" y="40"/>
                  <a:pt x="50006" y="40"/>
                  <a:pt x="53816" y="5120"/>
                </a:cubicBezTo>
                <a:lnTo>
                  <a:pt x="53816" y="6390"/>
                </a:lnTo>
                <a:lnTo>
                  <a:pt x="94456" y="104179"/>
                </a:lnTo>
                <a:cubicBezTo>
                  <a:pt x="95726" y="107990"/>
                  <a:pt x="94456" y="113070"/>
                  <a:pt x="90646" y="114340"/>
                </a:cubicBezTo>
                <a:cubicBezTo>
                  <a:pt x="86836" y="115609"/>
                  <a:pt x="83026" y="114340"/>
                  <a:pt x="81756" y="111799"/>
                </a:cubicBezTo>
                <a:lnTo>
                  <a:pt x="81756" y="110529"/>
                </a:lnTo>
                <a:lnTo>
                  <a:pt x="72866" y="88940"/>
                </a:lnTo>
                <a:lnTo>
                  <a:pt x="23336" y="88940"/>
                </a:lnTo>
                <a:lnTo>
                  <a:pt x="14446" y="110529"/>
                </a:lnTo>
                <a:cubicBezTo>
                  <a:pt x="13176" y="114340"/>
                  <a:pt x="9366" y="115609"/>
                  <a:pt x="5556" y="114340"/>
                </a:cubicBezTo>
                <a:lnTo>
                  <a:pt x="4286" y="114340"/>
                </a:lnTo>
                <a:cubicBezTo>
                  <a:pt x="476" y="113070"/>
                  <a:pt x="-794" y="109259"/>
                  <a:pt x="476" y="105449"/>
                </a:cubicBezTo>
                <a:lnTo>
                  <a:pt x="476" y="104179"/>
                </a:lnTo>
                <a:lnTo>
                  <a:pt x="39846" y="6390"/>
                </a:lnTo>
                <a:close/>
                <a:moveTo>
                  <a:pt x="47466" y="29249"/>
                </a:moveTo>
                <a:lnTo>
                  <a:pt x="28416" y="73699"/>
                </a:lnTo>
                <a:lnTo>
                  <a:pt x="65246" y="73699"/>
                </a:lnTo>
                <a:lnTo>
                  <a:pt x="47466" y="29249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916" name="Рисунок 2">
            <a:extLst>
              <a:ext uri="{FF2B5EF4-FFF2-40B4-BE49-F238E27FC236}">
                <a16:creationId xmlns:a16="http://schemas.microsoft.com/office/drawing/2014/main" id="{C8FADE29-DEE7-73EE-BC4D-A50D240A2C65}"/>
              </a:ext>
            </a:extLst>
          </p:cNvPr>
          <p:cNvGrpSpPr/>
          <p:nvPr/>
        </p:nvGrpSpPr>
        <p:grpSpPr>
          <a:xfrm>
            <a:off x="7222852" y="4942126"/>
            <a:ext cx="254000" cy="181609"/>
            <a:chOff x="7381240" y="4993640"/>
            <a:chExt cx="254000" cy="181609"/>
          </a:xfrm>
          <a:solidFill>
            <a:schemeClr val="tx1"/>
          </a:solidFill>
        </p:grpSpPr>
        <p:sp>
          <p:nvSpPr>
            <p:cNvPr id="917" name="Полилиния: фигура 486">
              <a:extLst>
                <a:ext uri="{FF2B5EF4-FFF2-40B4-BE49-F238E27FC236}">
                  <a16:creationId xmlns:a16="http://schemas.microsoft.com/office/drawing/2014/main" id="{EFD76391-2CEC-9304-058F-DBA76E032B0D}"/>
                </a:ext>
              </a:extLst>
            </p:cNvPr>
            <p:cNvSpPr/>
            <p:nvPr/>
          </p:nvSpPr>
          <p:spPr>
            <a:xfrm>
              <a:off x="7553959" y="4993640"/>
              <a:ext cx="30480" cy="152400"/>
            </a:xfrm>
            <a:custGeom>
              <a:avLst/>
              <a:gdLst>
                <a:gd name="connsiteX0" fmla="*/ 0 w 30480"/>
                <a:gd name="connsiteY0" fmla="*/ 10160 h 152400"/>
                <a:gd name="connsiteX1" fmla="*/ 10160 w 30480"/>
                <a:gd name="connsiteY1" fmla="*/ 0 h 152400"/>
                <a:gd name="connsiteX2" fmla="*/ 20320 w 30480"/>
                <a:gd name="connsiteY2" fmla="*/ 0 h 152400"/>
                <a:gd name="connsiteX3" fmla="*/ 30480 w 30480"/>
                <a:gd name="connsiteY3" fmla="*/ 10160 h 152400"/>
                <a:gd name="connsiteX4" fmla="*/ 30480 w 30480"/>
                <a:gd name="connsiteY4" fmla="*/ 142240 h 152400"/>
                <a:gd name="connsiteX5" fmla="*/ 20320 w 30480"/>
                <a:gd name="connsiteY5" fmla="*/ 152400 h 152400"/>
                <a:gd name="connsiteX6" fmla="*/ 10160 w 30480"/>
                <a:gd name="connsiteY6" fmla="*/ 152400 h 152400"/>
                <a:gd name="connsiteX7" fmla="*/ 0 w 30480"/>
                <a:gd name="connsiteY7" fmla="*/ 142240 h 152400"/>
                <a:gd name="connsiteX8" fmla="*/ 0 w 30480"/>
                <a:gd name="connsiteY8" fmla="*/ 1016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15240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142240"/>
                  </a:lnTo>
                  <a:cubicBezTo>
                    <a:pt x="30480" y="147320"/>
                    <a:pt x="25400" y="152400"/>
                    <a:pt x="20320" y="152400"/>
                  </a:cubicBezTo>
                  <a:lnTo>
                    <a:pt x="10160" y="152400"/>
                  </a:lnTo>
                  <a:cubicBezTo>
                    <a:pt x="5080" y="152400"/>
                    <a:pt x="0" y="147320"/>
                    <a:pt x="0" y="14224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18" name="Полилиния: фигура 487">
              <a:extLst>
                <a:ext uri="{FF2B5EF4-FFF2-40B4-BE49-F238E27FC236}">
                  <a16:creationId xmlns:a16="http://schemas.microsoft.com/office/drawing/2014/main" id="{EDDDA59C-4155-5DCB-0EB6-5A4B925F0AFB}"/>
                </a:ext>
              </a:extLst>
            </p:cNvPr>
            <p:cNvSpPr/>
            <p:nvPr/>
          </p:nvSpPr>
          <p:spPr>
            <a:xfrm>
              <a:off x="7472680" y="5024120"/>
              <a:ext cx="30479" cy="121920"/>
            </a:xfrm>
            <a:custGeom>
              <a:avLst/>
              <a:gdLst>
                <a:gd name="connsiteX0" fmla="*/ 0 w 30479"/>
                <a:gd name="connsiteY0" fmla="*/ 10160 h 121920"/>
                <a:gd name="connsiteX1" fmla="*/ 10160 w 30479"/>
                <a:gd name="connsiteY1" fmla="*/ 0 h 121920"/>
                <a:gd name="connsiteX2" fmla="*/ 20320 w 30479"/>
                <a:gd name="connsiteY2" fmla="*/ 0 h 121920"/>
                <a:gd name="connsiteX3" fmla="*/ 30480 w 30479"/>
                <a:gd name="connsiteY3" fmla="*/ 10160 h 121920"/>
                <a:gd name="connsiteX4" fmla="*/ 30480 w 30479"/>
                <a:gd name="connsiteY4" fmla="*/ 111760 h 121920"/>
                <a:gd name="connsiteX5" fmla="*/ 20320 w 30479"/>
                <a:gd name="connsiteY5" fmla="*/ 121920 h 121920"/>
                <a:gd name="connsiteX6" fmla="*/ 10160 w 30479"/>
                <a:gd name="connsiteY6" fmla="*/ 121920 h 121920"/>
                <a:gd name="connsiteX7" fmla="*/ 0 w 30479"/>
                <a:gd name="connsiteY7" fmla="*/ 111760 h 121920"/>
                <a:gd name="connsiteX8" fmla="*/ 0 w 30479"/>
                <a:gd name="connsiteY8" fmla="*/ 1016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12192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111760"/>
                  </a:lnTo>
                  <a:cubicBezTo>
                    <a:pt x="30480" y="116840"/>
                    <a:pt x="25400" y="121920"/>
                    <a:pt x="20320" y="121920"/>
                  </a:cubicBezTo>
                  <a:lnTo>
                    <a:pt x="10160" y="121920"/>
                  </a:lnTo>
                  <a:cubicBezTo>
                    <a:pt x="5080" y="121920"/>
                    <a:pt x="0" y="116840"/>
                    <a:pt x="0" y="11176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19" name="Полилиния: фигура 488">
              <a:extLst>
                <a:ext uri="{FF2B5EF4-FFF2-40B4-BE49-F238E27FC236}">
                  <a16:creationId xmlns:a16="http://schemas.microsoft.com/office/drawing/2014/main" id="{57A0C875-2C79-3FEB-FDCE-AE020F77BACA}"/>
                </a:ext>
              </a:extLst>
            </p:cNvPr>
            <p:cNvSpPr/>
            <p:nvPr/>
          </p:nvSpPr>
          <p:spPr>
            <a:xfrm>
              <a:off x="7391400" y="5064759"/>
              <a:ext cx="30480" cy="81280"/>
            </a:xfrm>
            <a:custGeom>
              <a:avLst/>
              <a:gdLst>
                <a:gd name="connsiteX0" fmla="*/ 0 w 30480"/>
                <a:gd name="connsiteY0" fmla="*/ 10160 h 81280"/>
                <a:gd name="connsiteX1" fmla="*/ 10160 w 30480"/>
                <a:gd name="connsiteY1" fmla="*/ 0 h 81280"/>
                <a:gd name="connsiteX2" fmla="*/ 20320 w 30480"/>
                <a:gd name="connsiteY2" fmla="*/ 0 h 81280"/>
                <a:gd name="connsiteX3" fmla="*/ 30480 w 30480"/>
                <a:gd name="connsiteY3" fmla="*/ 10160 h 81280"/>
                <a:gd name="connsiteX4" fmla="*/ 30480 w 30480"/>
                <a:gd name="connsiteY4" fmla="*/ 71120 h 81280"/>
                <a:gd name="connsiteX5" fmla="*/ 20320 w 30480"/>
                <a:gd name="connsiteY5" fmla="*/ 81280 h 81280"/>
                <a:gd name="connsiteX6" fmla="*/ 10160 w 30480"/>
                <a:gd name="connsiteY6" fmla="*/ 81280 h 81280"/>
                <a:gd name="connsiteX7" fmla="*/ 0 w 30480"/>
                <a:gd name="connsiteY7" fmla="*/ 71120 h 81280"/>
                <a:gd name="connsiteX8" fmla="*/ 0 w 30480"/>
                <a:gd name="connsiteY8" fmla="*/ 1016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8128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71120"/>
                  </a:lnTo>
                  <a:cubicBezTo>
                    <a:pt x="30480" y="76200"/>
                    <a:pt x="25400" y="81280"/>
                    <a:pt x="20320" y="81280"/>
                  </a:cubicBezTo>
                  <a:lnTo>
                    <a:pt x="10160" y="81280"/>
                  </a:lnTo>
                  <a:cubicBezTo>
                    <a:pt x="5080" y="81280"/>
                    <a:pt x="0" y="76200"/>
                    <a:pt x="0" y="7112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20" name="Полилиния: фигура 489">
              <a:extLst>
                <a:ext uri="{FF2B5EF4-FFF2-40B4-BE49-F238E27FC236}">
                  <a16:creationId xmlns:a16="http://schemas.microsoft.com/office/drawing/2014/main" id="{A4727609-7D6A-0865-D4AB-63C860F08584}"/>
                </a:ext>
              </a:extLst>
            </p:cNvPr>
            <p:cNvSpPr/>
            <p:nvPr/>
          </p:nvSpPr>
          <p:spPr>
            <a:xfrm>
              <a:off x="7432040" y="5095240"/>
              <a:ext cx="30479" cy="50800"/>
            </a:xfrm>
            <a:custGeom>
              <a:avLst/>
              <a:gdLst>
                <a:gd name="connsiteX0" fmla="*/ 10160 w 30479"/>
                <a:gd name="connsiteY0" fmla="*/ 0 h 50800"/>
                <a:gd name="connsiteX1" fmla="*/ 0 w 30479"/>
                <a:gd name="connsiteY1" fmla="*/ 10160 h 50800"/>
                <a:gd name="connsiteX2" fmla="*/ 0 w 30479"/>
                <a:gd name="connsiteY2" fmla="*/ 40640 h 50800"/>
                <a:gd name="connsiteX3" fmla="*/ 10160 w 30479"/>
                <a:gd name="connsiteY3" fmla="*/ 50800 h 50800"/>
                <a:gd name="connsiteX4" fmla="*/ 20320 w 30479"/>
                <a:gd name="connsiteY4" fmla="*/ 50800 h 50800"/>
                <a:gd name="connsiteX5" fmla="*/ 30480 w 30479"/>
                <a:gd name="connsiteY5" fmla="*/ 40640 h 50800"/>
                <a:gd name="connsiteX6" fmla="*/ 30480 w 30479"/>
                <a:gd name="connsiteY6" fmla="*/ 10160 h 50800"/>
                <a:gd name="connsiteX7" fmla="*/ 20320 w 30479"/>
                <a:gd name="connsiteY7" fmla="*/ 0 h 50800"/>
                <a:gd name="connsiteX8" fmla="*/ 10160 w 30479"/>
                <a:gd name="connsiteY8" fmla="*/ 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5080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40640"/>
                  </a:lnTo>
                  <a:cubicBezTo>
                    <a:pt x="0" y="45720"/>
                    <a:pt x="5080" y="50800"/>
                    <a:pt x="10160" y="50800"/>
                  </a:cubicBezTo>
                  <a:lnTo>
                    <a:pt x="20320" y="50800"/>
                  </a:lnTo>
                  <a:cubicBezTo>
                    <a:pt x="25400" y="50800"/>
                    <a:pt x="30480" y="45720"/>
                    <a:pt x="30480" y="4064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21" name="Полилиния: фигура 490">
              <a:extLst>
                <a:ext uri="{FF2B5EF4-FFF2-40B4-BE49-F238E27FC236}">
                  <a16:creationId xmlns:a16="http://schemas.microsoft.com/office/drawing/2014/main" id="{0BCE6D1E-D3D1-150D-690E-E653392EE49B}"/>
                </a:ext>
              </a:extLst>
            </p:cNvPr>
            <p:cNvSpPr/>
            <p:nvPr/>
          </p:nvSpPr>
          <p:spPr>
            <a:xfrm>
              <a:off x="7513319" y="5074920"/>
              <a:ext cx="30480" cy="71120"/>
            </a:xfrm>
            <a:custGeom>
              <a:avLst/>
              <a:gdLst>
                <a:gd name="connsiteX0" fmla="*/ 0 w 30480"/>
                <a:gd name="connsiteY0" fmla="*/ 10160 h 71120"/>
                <a:gd name="connsiteX1" fmla="*/ 10161 w 30480"/>
                <a:gd name="connsiteY1" fmla="*/ 0 h 71120"/>
                <a:gd name="connsiteX2" fmla="*/ 20320 w 30480"/>
                <a:gd name="connsiteY2" fmla="*/ 0 h 71120"/>
                <a:gd name="connsiteX3" fmla="*/ 30480 w 30480"/>
                <a:gd name="connsiteY3" fmla="*/ 10160 h 71120"/>
                <a:gd name="connsiteX4" fmla="*/ 30480 w 30480"/>
                <a:gd name="connsiteY4" fmla="*/ 60960 h 71120"/>
                <a:gd name="connsiteX5" fmla="*/ 20320 w 30480"/>
                <a:gd name="connsiteY5" fmla="*/ 71120 h 71120"/>
                <a:gd name="connsiteX6" fmla="*/ 10161 w 30480"/>
                <a:gd name="connsiteY6" fmla="*/ 71120 h 71120"/>
                <a:gd name="connsiteX7" fmla="*/ 0 w 30480"/>
                <a:gd name="connsiteY7" fmla="*/ 60960 h 71120"/>
                <a:gd name="connsiteX8" fmla="*/ 0 w 30480"/>
                <a:gd name="connsiteY8" fmla="*/ 10160 h 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71120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60960"/>
                  </a:lnTo>
                  <a:cubicBezTo>
                    <a:pt x="30480" y="66040"/>
                    <a:pt x="25400" y="71120"/>
                    <a:pt x="20320" y="71120"/>
                  </a:cubicBezTo>
                  <a:lnTo>
                    <a:pt x="10161" y="71120"/>
                  </a:lnTo>
                  <a:cubicBezTo>
                    <a:pt x="5080" y="71120"/>
                    <a:pt x="0" y="66040"/>
                    <a:pt x="0" y="6096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22" name="Полилиния: фигура 491">
              <a:extLst>
                <a:ext uri="{FF2B5EF4-FFF2-40B4-BE49-F238E27FC236}">
                  <a16:creationId xmlns:a16="http://schemas.microsoft.com/office/drawing/2014/main" id="{0FE2D396-B8CC-296C-238A-7148093ED7CC}"/>
                </a:ext>
              </a:extLst>
            </p:cNvPr>
            <p:cNvSpPr/>
            <p:nvPr/>
          </p:nvSpPr>
          <p:spPr>
            <a:xfrm>
              <a:off x="7594600" y="5054600"/>
              <a:ext cx="30480" cy="91440"/>
            </a:xfrm>
            <a:custGeom>
              <a:avLst/>
              <a:gdLst>
                <a:gd name="connsiteX0" fmla="*/ 10160 w 30480"/>
                <a:gd name="connsiteY0" fmla="*/ 0 h 91440"/>
                <a:gd name="connsiteX1" fmla="*/ 0 w 30480"/>
                <a:gd name="connsiteY1" fmla="*/ 10160 h 91440"/>
                <a:gd name="connsiteX2" fmla="*/ 0 w 30480"/>
                <a:gd name="connsiteY2" fmla="*/ 81280 h 91440"/>
                <a:gd name="connsiteX3" fmla="*/ 10160 w 30480"/>
                <a:gd name="connsiteY3" fmla="*/ 91440 h 91440"/>
                <a:gd name="connsiteX4" fmla="*/ 20320 w 30480"/>
                <a:gd name="connsiteY4" fmla="*/ 91440 h 91440"/>
                <a:gd name="connsiteX5" fmla="*/ 30480 w 30480"/>
                <a:gd name="connsiteY5" fmla="*/ 81280 h 91440"/>
                <a:gd name="connsiteX6" fmla="*/ 30480 w 30480"/>
                <a:gd name="connsiteY6" fmla="*/ 10160 h 91440"/>
                <a:gd name="connsiteX7" fmla="*/ 20320 w 30480"/>
                <a:gd name="connsiteY7" fmla="*/ 0 h 91440"/>
                <a:gd name="connsiteX8" fmla="*/ 10160 w 30480"/>
                <a:gd name="connsiteY8" fmla="*/ 0 h 91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9144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81280"/>
                  </a:lnTo>
                  <a:cubicBezTo>
                    <a:pt x="0" y="86360"/>
                    <a:pt x="5080" y="91440"/>
                    <a:pt x="10160" y="91440"/>
                  </a:cubicBezTo>
                  <a:lnTo>
                    <a:pt x="20320" y="91440"/>
                  </a:lnTo>
                  <a:cubicBezTo>
                    <a:pt x="25400" y="91440"/>
                    <a:pt x="30480" y="86360"/>
                    <a:pt x="30480" y="8128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23" name="Полилиния: фигура 492">
              <a:extLst>
                <a:ext uri="{FF2B5EF4-FFF2-40B4-BE49-F238E27FC236}">
                  <a16:creationId xmlns:a16="http://schemas.microsoft.com/office/drawing/2014/main" id="{5C5FDE60-E0AD-FEA5-AB2E-18668DE9167F}"/>
                </a:ext>
              </a:extLst>
            </p:cNvPr>
            <p:cNvSpPr/>
            <p:nvPr/>
          </p:nvSpPr>
          <p:spPr>
            <a:xfrm>
              <a:off x="7381240" y="5154929"/>
              <a:ext cx="254000" cy="20320"/>
            </a:xfrm>
            <a:custGeom>
              <a:avLst/>
              <a:gdLst>
                <a:gd name="connsiteX0" fmla="*/ 10160 w 254000"/>
                <a:gd name="connsiteY0" fmla="*/ 0 h 20320"/>
                <a:gd name="connsiteX1" fmla="*/ 0 w 254000"/>
                <a:gd name="connsiteY1" fmla="*/ 10160 h 20320"/>
                <a:gd name="connsiteX2" fmla="*/ 10160 w 254000"/>
                <a:gd name="connsiteY2" fmla="*/ 20320 h 20320"/>
                <a:gd name="connsiteX3" fmla="*/ 243840 w 254000"/>
                <a:gd name="connsiteY3" fmla="*/ 20320 h 20320"/>
                <a:gd name="connsiteX4" fmla="*/ 254000 w 254000"/>
                <a:gd name="connsiteY4" fmla="*/ 10160 h 20320"/>
                <a:gd name="connsiteX5" fmla="*/ 243840 w 254000"/>
                <a:gd name="connsiteY5" fmla="*/ 0 h 20320"/>
                <a:gd name="connsiteX6" fmla="*/ 10160 w 25400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54000" h="2032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243840" y="20320"/>
                  </a:lnTo>
                  <a:cubicBezTo>
                    <a:pt x="248920" y="20320"/>
                    <a:pt x="254000" y="15240"/>
                    <a:pt x="254000" y="10160"/>
                  </a:cubicBezTo>
                  <a:cubicBezTo>
                    <a:pt x="254000" y="5080"/>
                    <a:pt x="248920" y="0"/>
                    <a:pt x="24384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924" name="Рисунок 2">
            <a:extLst>
              <a:ext uri="{FF2B5EF4-FFF2-40B4-BE49-F238E27FC236}">
                <a16:creationId xmlns:a16="http://schemas.microsoft.com/office/drawing/2014/main" id="{B9D104D9-E9BA-3284-DFFA-6CF2532B401B}"/>
              </a:ext>
            </a:extLst>
          </p:cNvPr>
          <p:cNvGrpSpPr/>
          <p:nvPr/>
        </p:nvGrpSpPr>
        <p:grpSpPr>
          <a:xfrm>
            <a:off x="6664052" y="4934506"/>
            <a:ext cx="233679" cy="223520"/>
            <a:chOff x="6822440" y="4986020"/>
            <a:chExt cx="233679" cy="223520"/>
          </a:xfrm>
          <a:solidFill>
            <a:schemeClr val="tx1"/>
          </a:solidFill>
        </p:grpSpPr>
        <p:sp>
          <p:nvSpPr>
            <p:cNvPr id="925" name="Полилиния: фигура 495">
              <a:extLst>
                <a:ext uri="{FF2B5EF4-FFF2-40B4-BE49-F238E27FC236}">
                  <a16:creationId xmlns:a16="http://schemas.microsoft.com/office/drawing/2014/main" id="{AC8D80CA-D72D-3CDF-9C5C-0F51C0EF0613}"/>
                </a:ext>
              </a:extLst>
            </p:cNvPr>
            <p:cNvSpPr/>
            <p:nvPr/>
          </p:nvSpPr>
          <p:spPr>
            <a:xfrm>
              <a:off x="6903719" y="4986020"/>
              <a:ext cx="30480" cy="121920"/>
            </a:xfrm>
            <a:custGeom>
              <a:avLst/>
              <a:gdLst>
                <a:gd name="connsiteX0" fmla="*/ 0 w 30480"/>
                <a:gd name="connsiteY0" fmla="*/ 10160 h 121920"/>
                <a:gd name="connsiteX1" fmla="*/ 10161 w 30480"/>
                <a:gd name="connsiteY1" fmla="*/ 0 h 121920"/>
                <a:gd name="connsiteX2" fmla="*/ 20320 w 30480"/>
                <a:gd name="connsiteY2" fmla="*/ 0 h 121920"/>
                <a:gd name="connsiteX3" fmla="*/ 30480 w 30480"/>
                <a:gd name="connsiteY3" fmla="*/ 10160 h 121920"/>
                <a:gd name="connsiteX4" fmla="*/ 30480 w 30480"/>
                <a:gd name="connsiteY4" fmla="*/ 111760 h 121920"/>
                <a:gd name="connsiteX5" fmla="*/ 20320 w 30480"/>
                <a:gd name="connsiteY5" fmla="*/ 121920 h 121920"/>
                <a:gd name="connsiteX6" fmla="*/ 10161 w 30480"/>
                <a:gd name="connsiteY6" fmla="*/ 121920 h 121920"/>
                <a:gd name="connsiteX7" fmla="*/ 0 w 30480"/>
                <a:gd name="connsiteY7" fmla="*/ 111760 h 121920"/>
                <a:gd name="connsiteX8" fmla="*/ 0 w 30480"/>
                <a:gd name="connsiteY8" fmla="*/ 1016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121920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111760"/>
                  </a:lnTo>
                  <a:cubicBezTo>
                    <a:pt x="30480" y="116840"/>
                    <a:pt x="25400" y="121920"/>
                    <a:pt x="20320" y="121920"/>
                  </a:cubicBezTo>
                  <a:lnTo>
                    <a:pt x="10161" y="121920"/>
                  </a:lnTo>
                  <a:cubicBezTo>
                    <a:pt x="5080" y="121920"/>
                    <a:pt x="0" y="116840"/>
                    <a:pt x="0" y="11176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26" name="Полилиния: фигура 496">
              <a:extLst>
                <a:ext uri="{FF2B5EF4-FFF2-40B4-BE49-F238E27FC236}">
                  <a16:creationId xmlns:a16="http://schemas.microsoft.com/office/drawing/2014/main" id="{50B89CD4-E513-EC52-DEC5-3D0834CBAACF}"/>
                </a:ext>
              </a:extLst>
            </p:cNvPr>
            <p:cNvSpPr/>
            <p:nvPr/>
          </p:nvSpPr>
          <p:spPr>
            <a:xfrm>
              <a:off x="6822440" y="5026659"/>
              <a:ext cx="30479" cy="81280"/>
            </a:xfrm>
            <a:custGeom>
              <a:avLst/>
              <a:gdLst>
                <a:gd name="connsiteX0" fmla="*/ 10160 w 30479"/>
                <a:gd name="connsiteY0" fmla="*/ 0 h 81280"/>
                <a:gd name="connsiteX1" fmla="*/ 0 w 30479"/>
                <a:gd name="connsiteY1" fmla="*/ 10160 h 81280"/>
                <a:gd name="connsiteX2" fmla="*/ 0 w 30479"/>
                <a:gd name="connsiteY2" fmla="*/ 71120 h 81280"/>
                <a:gd name="connsiteX3" fmla="*/ 10160 w 30479"/>
                <a:gd name="connsiteY3" fmla="*/ 81280 h 81280"/>
                <a:gd name="connsiteX4" fmla="*/ 20320 w 30479"/>
                <a:gd name="connsiteY4" fmla="*/ 81280 h 81280"/>
                <a:gd name="connsiteX5" fmla="*/ 30480 w 30479"/>
                <a:gd name="connsiteY5" fmla="*/ 71120 h 81280"/>
                <a:gd name="connsiteX6" fmla="*/ 30480 w 30479"/>
                <a:gd name="connsiteY6" fmla="*/ 10160 h 81280"/>
                <a:gd name="connsiteX7" fmla="*/ 20320 w 30479"/>
                <a:gd name="connsiteY7" fmla="*/ 0 h 81280"/>
                <a:gd name="connsiteX8" fmla="*/ 10160 w 30479"/>
                <a:gd name="connsiteY8" fmla="*/ 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8128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71120"/>
                  </a:lnTo>
                  <a:cubicBezTo>
                    <a:pt x="0" y="76200"/>
                    <a:pt x="5080" y="81280"/>
                    <a:pt x="10160" y="81280"/>
                  </a:cubicBezTo>
                  <a:lnTo>
                    <a:pt x="20320" y="81280"/>
                  </a:lnTo>
                  <a:cubicBezTo>
                    <a:pt x="25400" y="81280"/>
                    <a:pt x="30480" y="76200"/>
                    <a:pt x="30480" y="7112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27" name="Полилиния: фигура 497">
              <a:extLst>
                <a:ext uri="{FF2B5EF4-FFF2-40B4-BE49-F238E27FC236}">
                  <a16:creationId xmlns:a16="http://schemas.microsoft.com/office/drawing/2014/main" id="{5E0A49DC-1649-C6A2-677F-88ECD8AD032A}"/>
                </a:ext>
              </a:extLst>
            </p:cNvPr>
            <p:cNvSpPr/>
            <p:nvPr/>
          </p:nvSpPr>
          <p:spPr>
            <a:xfrm>
              <a:off x="7025640" y="5106670"/>
              <a:ext cx="30479" cy="71120"/>
            </a:xfrm>
            <a:custGeom>
              <a:avLst/>
              <a:gdLst>
                <a:gd name="connsiteX0" fmla="*/ 20320 w 30479"/>
                <a:gd name="connsiteY0" fmla="*/ 71120 h 71120"/>
                <a:gd name="connsiteX1" fmla="*/ 30480 w 30479"/>
                <a:gd name="connsiteY1" fmla="*/ 60960 h 71120"/>
                <a:gd name="connsiteX2" fmla="*/ 30480 w 30479"/>
                <a:gd name="connsiteY2" fmla="*/ 10160 h 71120"/>
                <a:gd name="connsiteX3" fmla="*/ 20320 w 30479"/>
                <a:gd name="connsiteY3" fmla="*/ 0 h 71120"/>
                <a:gd name="connsiteX4" fmla="*/ 10160 w 30479"/>
                <a:gd name="connsiteY4" fmla="*/ 0 h 71120"/>
                <a:gd name="connsiteX5" fmla="*/ 0 w 30479"/>
                <a:gd name="connsiteY5" fmla="*/ 10160 h 71120"/>
                <a:gd name="connsiteX6" fmla="*/ 0 w 30479"/>
                <a:gd name="connsiteY6" fmla="*/ 60960 h 71120"/>
                <a:gd name="connsiteX7" fmla="*/ 10160 w 30479"/>
                <a:gd name="connsiteY7" fmla="*/ 71120 h 71120"/>
                <a:gd name="connsiteX8" fmla="*/ 20320 w 30479"/>
                <a:gd name="connsiteY8" fmla="*/ 71120 h 711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71120">
                  <a:moveTo>
                    <a:pt x="20320" y="71120"/>
                  </a:moveTo>
                  <a:cubicBezTo>
                    <a:pt x="25400" y="71120"/>
                    <a:pt x="30480" y="66040"/>
                    <a:pt x="30480" y="6096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60960"/>
                  </a:lnTo>
                  <a:cubicBezTo>
                    <a:pt x="0" y="66040"/>
                    <a:pt x="5080" y="71120"/>
                    <a:pt x="10160" y="71120"/>
                  </a:cubicBezTo>
                  <a:lnTo>
                    <a:pt x="20320" y="711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28" name="Полилиния: фигура 498">
              <a:extLst>
                <a:ext uri="{FF2B5EF4-FFF2-40B4-BE49-F238E27FC236}">
                  <a16:creationId xmlns:a16="http://schemas.microsoft.com/office/drawing/2014/main" id="{FDA95332-7BAA-BBBB-46F1-328971EEF55E}"/>
                </a:ext>
              </a:extLst>
            </p:cNvPr>
            <p:cNvSpPr/>
            <p:nvPr/>
          </p:nvSpPr>
          <p:spPr>
            <a:xfrm>
              <a:off x="6985000" y="5107940"/>
              <a:ext cx="30480" cy="101600"/>
            </a:xfrm>
            <a:custGeom>
              <a:avLst/>
              <a:gdLst>
                <a:gd name="connsiteX0" fmla="*/ 20320 w 30480"/>
                <a:gd name="connsiteY0" fmla="*/ 100330 h 101600"/>
                <a:gd name="connsiteX1" fmla="*/ 30480 w 30480"/>
                <a:gd name="connsiteY1" fmla="*/ 90170 h 101600"/>
                <a:gd name="connsiteX2" fmla="*/ 30480 w 30480"/>
                <a:gd name="connsiteY2" fmla="*/ 10160 h 101600"/>
                <a:gd name="connsiteX3" fmla="*/ 20320 w 30480"/>
                <a:gd name="connsiteY3" fmla="*/ 0 h 101600"/>
                <a:gd name="connsiteX4" fmla="*/ 10160 w 30480"/>
                <a:gd name="connsiteY4" fmla="*/ 0 h 101600"/>
                <a:gd name="connsiteX5" fmla="*/ 0 w 30480"/>
                <a:gd name="connsiteY5" fmla="*/ 10160 h 101600"/>
                <a:gd name="connsiteX6" fmla="*/ 0 w 30480"/>
                <a:gd name="connsiteY6" fmla="*/ 91440 h 101600"/>
                <a:gd name="connsiteX7" fmla="*/ 10160 w 30480"/>
                <a:gd name="connsiteY7" fmla="*/ 101600 h 101600"/>
                <a:gd name="connsiteX8" fmla="*/ 20320 w 30480"/>
                <a:gd name="connsiteY8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101600">
                  <a:moveTo>
                    <a:pt x="20320" y="100330"/>
                  </a:moveTo>
                  <a:cubicBezTo>
                    <a:pt x="25400" y="100330"/>
                    <a:pt x="30480" y="95250"/>
                    <a:pt x="30480" y="9017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91440"/>
                  </a:lnTo>
                  <a:cubicBezTo>
                    <a:pt x="0" y="96520"/>
                    <a:pt x="5080" y="101600"/>
                    <a:pt x="10160" y="101600"/>
                  </a:cubicBezTo>
                  <a:lnTo>
                    <a:pt x="20320" y="1016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29" name="Полилиния: фигура 499">
              <a:extLst>
                <a:ext uri="{FF2B5EF4-FFF2-40B4-BE49-F238E27FC236}">
                  <a16:creationId xmlns:a16="http://schemas.microsoft.com/office/drawing/2014/main" id="{0ED05B07-B465-C957-3806-CF8171B07CC8}"/>
                </a:ext>
              </a:extLst>
            </p:cNvPr>
            <p:cNvSpPr/>
            <p:nvPr/>
          </p:nvSpPr>
          <p:spPr>
            <a:xfrm>
              <a:off x="6863080" y="5057140"/>
              <a:ext cx="30479" cy="50800"/>
            </a:xfrm>
            <a:custGeom>
              <a:avLst/>
              <a:gdLst>
                <a:gd name="connsiteX0" fmla="*/ 0 w 30479"/>
                <a:gd name="connsiteY0" fmla="*/ 10160 h 50800"/>
                <a:gd name="connsiteX1" fmla="*/ 10160 w 30479"/>
                <a:gd name="connsiteY1" fmla="*/ 0 h 50800"/>
                <a:gd name="connsiteX2" fmla="*/ 20320 w 30479"/>
                <a:gd name="connsiteY2" fmla="*/ 0 h 50800"/>
                <a:gd name="connsiteX3" fmla="*/ 30480 w 30479"/>
                <a:gd name="connsiteY3" fmla="*/ 10160 h 50800"/>
                <a:gd name="connsiteX4" fmla="*/ 30480 w 30479"/>
                <a:gd name="connsiteY4" fmla="*/ 40640 h 50800"/>
                <a:gd name="connsiteX5" fmla="*/ 20320 w 30479"/>
                <a:gd name="connsiteY5" fmla="*/ 50800 h 50800"/>
                <a:gd name="connsiteX6" fmla="*/ 10160 w 30479"/>
                <a:gd name="connsiteY6" fmla="*/ 50800 h 50800"/>
                <a:gd name="connsiteX7" fmla="*/ 0 w 30479"/>
                <a:gd name="connsiteY7" fmla="*/ 40640 h 50800"/>
                <a:gd name="connsiteX8" fmla="*/ 0 w 30479"/>
                <a:gd name="connsiteY8" fmla="*/ 1016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50800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lnTo>
                    <a:pt x="20320" y="0"/>
                  </a:lnTo>
                  <a:cubicBezTo>
                    <a:pt x="25400" y="0"/>
                    <a:pt x="30480" y="5080"/>
                    <a:pt x="30480" y="10160"/>
                  </a:cubicBezTo>
                  <a:lnTo>
                    <a:pt x="30480" y="40640"/>
                  </a:lnTo>
                  <a:cubicBezTo>
                    <a:pt x="30480" y="45720"/>
                    <a:pt x="25400" y="50800"/>
                    <a:pt x="20320" y="50800"/>
                  </a:cubicBezTo>
                  <a:lnTo>
                    <a:pt x="10160" y="50800"/>
                  </a:lnTo>
                  <a:cubicBezTo>
                    <a:pt x="5080" y="50800"/>
                    <a:pt x="0" y="45720"/>
                    <a:pt x="0" y="40640"/>
                  </a:cubicBezTo>
                  <a:lnTo>
                    <a:pt x="0" y="101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30" name="Полилиния: фигура 500">
              <a:extLst>
                <a:ext uri="{FF2B5EF4-FFF2-40B4-BE49-F238E27FC236}">
                  <a16:creationId xmlns:a16="http://schemas.microsoft.com/office/drawing/2014/main" id="{9671435E-0847-CD75-F773-65B1452016D7}"/>
                </a:ext>
              </a:extLst>
            </p:cNvPr>
            <p:cNvSpPr/>
            <p:nvPr/>
          </p:nvSpPr>
          <p:spPr>
            <a:xfrm>
              <a:off x="6944359" y="5107940"/>
              <a:ext cx="30480" cy="50800"/>
            </a:xfrm>
            <a:custGeom>
              <a:avLst/>
              <a:gdLst>
                <a:gd name="connsiteX0" fmla="*/ 20320 w 30480"/>
                <a:gd name="connsiteY0" fmla="*/ 49530 h 50800"/>
                <a:gd name="connsiteX1" fmla="*/ 30480 w 30480"/>
                <a:gd name="connsiteY1" fmla="*/ 39370 h 50800"/>
                <a:gd name="connsiteX2" fmla="*/ 30480 w 30480"/>
                <a:gd name="connsiteY2" fmla="*/ 10160 h 50800"/>
                <a:gd name="connsiteX3" fmla="*/ 20320 w 30480"/>
                <a:gd name="connsiteY3" fmla="*/ 0 h 50800"/>
                <a:gd name="connsiteX4" fmla="*/ 10160 w 30480"/>
                <a:gd name="connsiteY4" fmla="*/ 0 h 50800"/>
                <a:gd name="connsiteX5" fmla="*/ 0 w 30480"/>
                <a:gd name="connsiteY5" fmla="*/ 10160 h 50800"/>
                <a:gd name="connsiteX6" fmla="*/ 0 w 30480"/>
                <a:gd name="connsiteY6" fmla="*/ 40640 h 50800"/>
                <a:gd name="connsiteX7" fmla="*/ 10160 w 30480"/>
                <a:gd name="connsiteY7" fmla="*/ 50800 h 50800"/>
                <a:gd name="connsiteX8" fmla="*/ 20320 w 30480"/>
                <a:gd name="connsiteY8" fmla="*/ 5080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50800">
                  <a:moveTo>
                    <a:pt x="20320" y="49530"/>
                  </a:moveTo>
                  <a:cubicBezTo>
                    <a:pt x="25400" y="49530"/>
                    <a:pt x="30480" y="44450"/>
                    <a:pt x="30480" y="39370"/>
                  </a:cubicBezTo>
                  <a:lnTo>
                    <a:pt x="30480" y="10160"/>
                  </a:ln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40640"/>
                  </a:lnTo>
                  <a:cubicBezTo>
                    <a:pt x="0" y="45720"/>
                    <a:pt x="5080" y="50800"/>
                    <a:pt x="10160" y="50800"/>
                  </a:cubicBezTo>
                  <a:lnTo>
                    <a:pt x="20320" y="508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30495BC3-8D2D-2B51-53CD-CD550A4A0A4C}"/>
              </a:ext>
            </a:extLst>
          </p:cNvPr>
          <p:cNvSpPr txBox="1"/>
          <p:nvPr/>
        </p:nvSpPr>
        <p:spPr bwMode="auto">
          <a:xfrm>
            <a:off x="425803" y="842656"/>
            <a:ext cx="10012485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Пиктограммы и элементы для презентации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E6DC28-CA15-4BB7-7FD0-CFCAFD0093C0}"/>
              </a:ext>
            </a:extLst>
          </p:cNvPr>
          <p:cNvSpPr txBox="1"/>
          <p:nvPr/>
        </p:nvSpPr>
        <p:spPr bwMode="auto">
          <a:xfrm>
            <a:off x="447144" y="1421282"/>
            <a:ext cx="2780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Редактируемые иконки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05325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93B72-7719-F8EC-6646-06A55FD75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олилиния: фигура 10">
            <a:extLst>
              <a:ext uri="{FF2B5EF4-FFF2-40B4-BE49-F238E27FC236}">
                <a16:creationId xmlns:a16="http://schemas.microsoft.com/office/drawing/2014/main" id="{812B93A4-D2DB-43F2-F446-0F3AD0C43ECC}"/>
              </a:ext>
            </a:extLst>
          </p:cNvPr>
          <p:cNvSpPr/>
          <p:nvPr/>
        </p:nvSpPr>
        <p:spPr>
          <a:xfrm>
            <a:off x="7241298" y="2233450"/>
            <a:ext cx="264160" cy="193039"/>
          </a:xfrm>
          <a:custGeom>
            <a:avLst/>
            <a:gdLst>
              <a:gd name="connsiteX0" fmla="*/ 233680 w 264160"/>
              <a:gd name="connsiteY0" fmla="*/ 20320 h 193039"/>
              <a:gd name="connsiteX1" fmla="*/ 30480 w 264160"/>
              <a:gd name="connsiteY1" fmla="*/ 20320 h 193039"/>
              <a:gd name="connsiteX2" fmla="*/ 20320 w 264160"/>
              <a:gd name="connsiteY2" fmla="*/ 30480 h 193039"/>
              <a:gd name="connsiteX3" fmla="*/ 20320 w 264160"/>
              <a:gd name="connsiteY3" fmla="*/ 162560 h 193039"/>
              <a:gd name="connsiteX4" fmla="*/ 30480 w 264160"/>
              <a:gd name="connsiteY4" fmla="*/ 172720 h 193039"/>
              <a:gd name="connsiteX5" fmla="*/ 233680 w 264160"/>
              <a:gd name="connsiteY5" fmla="*/ 172720 h 193039"/>
              <a:gd name="connsiteX6" fmla="*/ 243840 w 264160"/>
              <a:gd name="connsiteY6" fmla="*/ 162560 h 193039"/>
              <a:gd name="connsiteX7" fmla="*/ 243840 w 264160"/>
              <a:gd name="connsiteY7" fmla="*/ 30480 h 193039"/>
              <a:gd name="connsiteX8" fmla="*/ 233680 w 264160"/>
              <a:gd name="connsiteY8" fmla="*/ 20320 h 193039"/>
              <a:gd name="connsiteX9" fmla="*/ 30480 w 264160"/>
              <a:gd name="connsiteY9" fmla="*/ 0 h 193039"/>
              <a:gd name="connsiteX10" fmla="*/ 0 w 264160"/>
              <a:gd name="connsiteY10" fmla="*/ 30480 h 193039"/>
              <a:gd name="connsiteX11" fmla="*/ 0 w 264160"/>
              <a:gd name="connsiteY11" fmla="*/ 162560 h 193039"/>
              <a:gd name="connsiteX12" fmla="*/ 30480 w 264160"/>
              <a:gd name="connsiteY12" fmla="*/ 193040 h 193039"/>
              <a:gd name="connsiteX13" fmla="*/ 233680 w 264160"/>
              <a:gd name="connsiteY13" fmla="*/ 193040 h 193039"/>
              <a:gd name="connsiteX14" fmla="*/ 264161 w 264160"/>
              <a:gd name="connsiteY14" fmla="*/ 162560 h 193039"/>
              <a:gd name="connsiteX15" fmla="*/ 264161 w 264160"/>
              <a:gd name="connsiteY15" fmla="*/ 30480 h 193039"/>
              <a:gd name="connsiteX16" fmla="*/ 233680 w 264160"/>
              <a:gd name="connsiteY16" fmla="*/ 0 h 193039"/>
              <a:gd name="connsiteX17" fmla="*/ 30480 w 264160"/>
              <a:gd name="connsiteY17" fmla="*/ 0 h 193039"/>
              <a:gd name="connsiteX18" fmla="*/ 30480 w 264160"/>
              <a:gd name="connsiteY18" fmla="*/ 142240 h 193039"/>
              <a:gd name="connsiteX19" fmla="*/ 50800 w 264160"/>
              <a:gd name="connsiteY19" fmla="*/ 142240 h 193039"/>
              <a:gd name="connsiteX20" fmla="*/ 50800 w 264160"/>
              <a:gd name="connsiteY20" fmla="*/ 162560 h 193039"/>
              <a:gd name="connsiteX21" fmla="*/ 30480 w 264160"/>
              <a:gd name="connsiteY21" fmla="*/ 162560 h 193039"/>
              <a:gd name="connsiteX22" fmla="*/ 30480 w 264160"/>
              <a:gd name="connsiteY22" fmla="*/ 142240 h 193039"/>
              <a:gd name="connsiteX23" fmla="*/ 81280 w 264160"/>
              <a:gd name="connsiteY23" fmla="*/ 142240 h 193039"/>
              <a:gd name="connsiteX24" fmla="*/ 60961 w 264160"/>
              <a:gd name="connsiteY24" fmla="*/ 142240 h 193039"/>
              <a:gd name="connsiteX25" fmla="*/ 60961 w 264160"/>
              <a:gd name="connsiteY25" fmla="*/ 162560 h 193039"/>
              <a:gd name="connsiteX26" fmla="*/ 81280 w 264160"/>
              <a:gd name="connsiteY26" fmla="*/ 162560 h 193039"/>
              <a:gd name="connsiteX27" fmla="*/ 81280 w 264160"/>
              <a:gd name="connsiteY27" fmla="*/ 142240 h 193039"/>
              <a:gd name="connsiteX28" fmla="*/ 91440 w 264160"/>
              <a:gd name="connsiteY28" fmla="*/ 142240 h 193039"/>
              <a:gd name="connsiteX29" fmla="*/ 111761 w 264160"/>
              <a:gd name="connsiteY29" fmla="*/ 142240 h 193039"/>
              <a:gd name="connsiteX30" fmla="*/ 111761 w 264160"/>
              <a:gd name="connsiteY30" fmla="*/ 162560 h 193039"/>
              <a:gd name="connsiteX31" fmla="*/ 91440 w 264160"/>
              <a:gd name="connsiteY31" fmla="*/ 162560 h 193039"/>
              <a:gd name="connsiteX32" fmla="*/ 91440 w 264160"/>
              <a:gd name="connsiteY32" fmla="*/ 142240 h 193039"/>
              <a:gd name="connsiteX33" fmla="*/ 125730 w 264160"/>
              <a:gd name="connsiteY33" fmla="*/ 129540 h 193039"/>
              <a:gd name="connsiteX34" fmla="*/ 88900 w 264160"/>
              <a:gd name="connsiteY34" fmla="*/ 92710 h 193039"/>
              <a:gd name="connsiteX35" fmla="*/ 88900 w 264160"/>
              <a:gd name="connsiteY35" fmla="*/ 57150 h 193039"/>
              <a:gd name="connsiteX36" fmla="*/ 128270 w 264160"/>
              <a:gd name="connsiteY36" fmla="*/ 62230 h 193039"/>
              <a:gd name="connsiteX37" fmla="*/ 132080 w 264160"/>
              <a:gd name="connsiteY37" fmla="*/ 69850 h 193039"/>
              <a:gd name="connsiteX38" fmla="*/ 135890 w 264160"/>
              <a:gd name="connsiteY38" fmla="*/ 62230 h 193039"/>
              <a:gd name="connsiteX39" fmla="*/ 175261 w 264160"/>
              <a:gd name="connsiteY39" fmla="*/ 57150 h 193039"/>
              <a:gd name="connsiteX40" fmla="*/ 175261 w 264160"/>
              <a:gd name="connsiteY40" fmla="*/ 92710 h 193039"/>
              <a:gd name="connsiteX41" fmla="*/ 138430 w 264160"/>
              <a:gd name="connsiteY41" fmla="*/ 129540 h 193039"/>
              <a:gd name="connsiteX42" fmla="*/ 125730 w 264160"/>
              <a:gd name="connsiteY42" fmla="*/ 129540 h 193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64160" h="193039">
                <a:moveTo>
                  <a:pt x="233680" y="20320"/>
                </a:moveTo>
                <a:lnTo>
                  <a:pt x="30480" y="20320"/>
                </a:lnTo>
                <a:cubicBezTo>
                  <a:pt x="25400" y="20320"/>
                  <a:pt x="20320" y="25400"/>
                  <a:pt x="20320" y="30480"/>
                </a:cubicBezTo>
                <a:lnTo>
                  <a:pt x="20320" y="162560"/>
                </a:lnTo>
                <a:cubicBezTo>
                  <a:pt x="20320" y="167640"/>
                  <a:pt x="25400" y="172720"/>
                  <a:pt x="30480" y="172720"/>
                </a:cubicBezTo>
                <a:lnTo>
                  <a:pt x="233680" y="172720"/>
                </a:lnTo>
                <a:cubicBezTo>
                  <a:pt x="238761" y="172720"/>
                  <a:pt x="243840" y="167640"/>
                  <a:pt x="243840" y="162560"/>
                </a:cubicBezTo>
                <a:lnTo>
                  <a:pt x="243840" y="30480"/>
                </a:lnTo>
                <a:cubicBezTo>
                  <a:pt x="243840" y="24130"/>
                  <a:pt x="238761" y="20320"/>
                  <a:pt x="233680" y="20320"/>
                </a:cubicBezTo>
                <a:close/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162560"/>
                </a:lnTo>
                <a:cubicBezTo>
                  <a:pt x="0" y="179070"/>
                  <a:pt x="13970" y="193040"/>
                  <a:pt x="30480" y="193040"/>
                </a:cubicBezTo>
                <a:lnTo>
                  <a:pt x="233680" y="193040"/>
                </a:lnTo>
                <a:cubicBezTo>
                  <a:pt x="250190" y="193040"/>
                  <a:pt x="264161" y="179070"/>
                  <a:pt x="264161" y="162560"/>
                </a:cubicBezTo>
                <a:lnTo>
                  <a:pt x="264161" y="30480"/>
                </a:lnTo>
                <a:cubicBezTo>
                  <a:pt x="264161" y="13970"/>
                  <a:pt x="250190" y="0"/>
                  <a:pt x="233680" y="0"/>
                </a:cubicBezTo>
                <a:lnTo>
                  <a:pt x="30480" y="0"/>
                </a:lnTo>
                <a:close/>
                <a:moveTo>
                  <a:pt x="30480" y="142240"/>
                </a:moveTo>
                <a:lnTo>
                  <a:pt x="50800" y="142240"/>
                </a:lnTo>
                <a:lnTo>
                  <a:pt x="50800" y="162560"/>
                </a:lnTo>
                <a:lnTo>
                  <a:pt x="30480" y="162560"/>
                </a:lnTo>
                <a:lnTo>
                  <a:pt x="30480" y="142240"/>
                </a:lnTo>
                <a:close/>
                <a:moveTo>
                  <a:pt x="81280" y="142240"/>
                </a:moveTo>
                <a:lnTo>
                  <a:pt x="60961" y="142240"/>
                </a:lnTo>
                <a:lnTo>
                  <a:pt x="60961" y="162560"/>
                </a:lnTo>
                <a:lnTo>
                  <a:pt x="81280" y="162560"/>
                </a:lnTo>
                <a:lnTo>
                  <a:pt x="81280" y="142240"/>
                </a:lnTo>
                <a:close/>
                <a:moveTo>
                  <a:pt x="91440" y="142240"/>
                </a:moveTo>
                <a:lnTo>
                  <a:pt x="111761" y="142240"/>
                </a:lnTo>
                <a:lnTo>
                  <a:pt x="111761" y="162560"/>
                </a:lnTo>
                <a:lnTo>
                  <a:pt x="91440" y="162560"/>
                </a:lnTo>
                <a:lnTo>
                  <a:pt x="91440" y="142240"/>
                </a:lnTo>
                <a:close/>
                <a:moveTo>
                  <a:pt x="125730" y="129540"/>
                </a:moveTo>
                <a:lnTo>
                  <a:pt x="88900" y="92710"/>
                </a:lnTo>
                <a:cubicBezTo>
                  <a:pt x="78740" y="82550"/>
                  <a:pt x="78740" y="67310"/>
                  <a:pt x="88900" y="57150"/>
                </a:cubicBezTo>
                <a:cubicBezTo>
                  <a:pt x="100330" y="45720"/>
                  <a:pt x="119380" y="48260"/>
                  <a:pt x="128270" y="62230"/>
                </a:cubicBezTo>
                <a:lnTo>
                  <a:pt x="132080" y="69850"/>
                </a:lnTo>
                <a:lnTo>
                  <a:pt x="135890" y="62230"/>
                </a:lnTo>
                <a:cubicBezTo>
                  <a:pt x="143511" y="48260"/>
                  <a:pt x="163830" y="45720"/>
                  <a:pt x="175261" y="57150"/>
                </a:cubicBezTo>
                <a:cubicBezTo>
                  <a:pt x="185420" y="67310"/>
                  <a:pt x="185420" y="82550"/>
                  <a:pt x="175261" y="92710"/>
                </a:cubicBezTo>
                <a:lnTo>
                  <a:pt x="138430" y="129540"/>
                </a:lnTo>
                <a:cubicBezTo>
                  <a:pt x="134620" y="133350"/>
                  <a:pt x="129540" y="133350"/>
                  <a:pt x="125730" y="12954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3" name="Рисунок 2">
            <a:extLst>
              <a:ext uri="{FF2B5EF4-FFF2-40B4-BE49-F238E27FC236}">
                <a16:creationId xmlns:a16="http://schemas.microsoft.com/office/drawing/2014/main" id="{09AD4A81-C486-25DF-F186-27B4B6B49BD3}"/>
              </a:ext>
            </a:extLst>
          </p:cNvPr>
          <p:cNvGrpSpPr/>
          <p:nvPr/>
        </p:nvGrpSpPr>
        <p:grpSpPr>
          <a:xfrm>
            <a:off x="7840738" y="2172489"/>
            <a:ext cx="182880" cy="303530"/>
            <a:chOff x="7985759" y="1094739"/>
            <a:chExt cx="182880" cy="303530"/>
          </a:xfrm>
          <a:solidFill>
            <a:schemeClr val="tx1"/>
          </a:solidFill>
        </p:grpSpPr>
        <p:sp>
          <p:nvSpPr>
            <p:cNvPr id="4" name="Полилиния: фигура 18">
              <a:extLst>
                <a:ext uri="{FF2B5EF4-FFF2-40B4-BE49-F238E27FC236}">
                  <a16:creationId xmlns:a16="http://schemas.microsoft.com/office/drawing/2014/main" id="{6D3DC8E5-0AC9-CB47-6060-C76E34A0DA21}"/>
                </a:ext>
              </a:extLst>
            </p:cNvPr>
            <p:cNvSpPr/>
            <p:nvPr/>
          </p:nvSpPr>
          <p:spPr>
            <a:xfrm>
              <a:off x="8026400" y="1196339"/>
              <a:ext cx="101600" cy="50800"/>
            </a:xfrm>
            <a:custGeom>
              <a:avLst/>
              <a:gdLst>
                <a:gd name="connsiteX0" fmla="*/ 10160 w 101600"/>
                <a:gd name="connsiteY0" fmla="*/ 0 h 50800"/>
                <a:gd name="connsiteX1" fmla="*/ 0 w 101600"/>
                <a:gd name="connsiteY1" fmla="*/ 10160 h 50800"/>
                <a:gd name="connsiteX2" fmla="*/ 0 w 101600"/>
                <a:gd name="connsiteY2" fmla="*/ 40640 h 50800"/>
                <a:gd name="connsiteX3" fmla="*/ 10160 w 101600"/>
                <a:gd name="connsiteY3" fmla="*/ 50800 h 50800"/>
                <a:gd name="connsiteX4" fmla="*/ 91440 w 101600"/>
                <a:gd name="connsiteY4" fmla="*/ 50800 h 50800"/>
                <a:gd name="connsiteX5" fmla="*/ 101600 w 101600"/>
                <a:gd name="connsiteY5" fmla="*/ 40640 h 50800"/>
                <a:gd name="connsiteX6" fmla="*/ 101600 w 101600"/>
                <a:gd name="connsiteY6" fmla="*/ 10160 h 50800"/>
                <a:gd name="connsiteX7" fmla="*/ 91440 w 101600"/>
                <a:gd name="connsiteY7" fmla="*/ 0 h 50800"/>
                <a:gd name="connsiteX8" fmla="*/ 10160 w 101600"/>
                <a:gd name="connsiteY8" fmla="*/ 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1600" h="5080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lnTo>
                    <a:pt x="0" y="40640"/>
                  </a:lnTo>
                  <a:cubicBezTo>
                    <a:pt x="0" y="45720"/>
                    <a:pt x="5080" y="50800"/>
                    <a:pt x="10160" y="50800"/>
                  </a:cubicBezTo>
                  <a:lnTo>
                    <a:pt x="91440" y="50800"/>
                  </a:lnTo>
                  <a:cubicBezTo>
                    <a:pt x="96520" y="50800"/>
                    <a:pt x="101600" y="45720"/>
                    <a:pt x="101600" y="40640"/>
                  </a:cubicBezTo>
                  <a:lnTo>
                    <a:pt x="101600" y="10160"/>
                  </a:lnTo>
                  <a:cubicBezTo>
                    <a:pt x="101600" y="5080"/>
                    <a:pt x="96520" y="0"/>
                    <a:pt x="9144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" name="Полилиния: фигура 19">
              <a:extLst>
                <a:ext uri="{FF2B5EF4-FFF2-40B4-BE49-F238E27FC236}">
                  <a16:creationId xmlns:a16="http://schemas.microsoft.com/office/drawing/2014/main" id="{F2CF97B3-DD14-7E8D-7390-D405FE421123}"/>
                </a:ext>
              </a:extLst>
            </p:cNvPr>
            <p:cNvSpPr/>
            <p:nvPr/>
          </p:nvSpPr>
          <p:spPr>
            <a:xfrm>
              <a:off x="8036559" y="1277619"/>
              <a:ext cx="20320" cy="20319"/>
            </a:xfrm>
            <a:custGeom>
              <a:avLst/>
              <a:gdLst>
                <a:gd name="connsiteX0" fmla="*/ 0 w 20320"/>
                <a:gd name="connsiteY0" fmla="*/ 10160 h 20319"/>
                <a:gd name="connsiteX1" fmla="*/ 10160 w 20320"/>
                <a:gd name="connsiteY1" fmla="*/ 0 h 20319"/>
                <a:gd name="connsiteX2" fmla="*/ 20320 w 20320"/>
                <a:gd name="connsiteY2" fmla="*/ 10160 h 20319"/>
                <a:gd name="connsiteX3" fmla="*/ 10160 w 20320"/>
                <a:gd name="connsiteY3" fmla="*/ 20320 h 20319"/>
                <a:gd name="connsiteX4" fmla="*/ 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6" name="Полилиния: фигура 20">
              <a:extLst>
                <a:ext uri="{FF2B5EF4-FFF2-40B4-BE49-F238E27FC236}">
                  <a16:creationId xmlns:a16="http://schemas.microsoft.com/office/drawing/2014/main" id="{081DFE1C-374D-792C-BCB5-1492119163E5}"/>
                </a:ext>
              </a:extLst>
            </p:cNvPr>
            <p:cNvSpPr/>
            <p:nvPr/>
          </p:nvSpPr>
          <p:spPr>
            <a:xfrm>
              <a:off x="8036559" y="1308100"/>
              <a:ext cx="20320" cy="20319"/>
            </a:xfrm>
            <a:custGeom>
              <a:avLst/>
              <a:gdLst>
                <a:gd name="connsiteX0" fmla="*/ 10160 w 20320"/>
                <a:gd name="connsiteY0" fmla="*/ 0 h 20319"/>
                <a:gd name="connsiteX1" fmla="*/ 0 w 20320"/>
                <a:gd name="connsiteY1" fmla="*/ 10160 h 20319"/>
                <a:gd name="connsiteX2" fmla="*/ 10160 w 20320"/>
                <a:gd name="connsiteY2" fmla="*/ 20320 h 20319"/>
                <a:gd name="connsiteX3" fmla="*/ 20320 w 20320"/>
                <a:gd name="connsiteY3" fmla="*/ 10160 h 20319"/>
                <a:gd name="connsiteX4" fmla="*/ 10160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3810"/>
                    <a:pt x="165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7" name="Полилиния: фигура 21">
              <a:extLst>
                <a:ext uri="{FF2B5EF4-FFF2-40B4-BE49-F238E27FC236}">
                  <a16:creationId xmlns:a16="http://schemas.microsoft.com/office/drawing/2014/main" id="{96619C90-2DD7-0D43-F572-DA95B3F2F8D7}"/>
                </a:ext>
              </a:extLst>
            </p:cNvPr>
            <p:cNvSpPr/>
            <p:nvPr/>
          </p:nvSpPr>
          <p:spPr>
            <a:xfrm>
              <a:off x="8067040" y="1308100"/>
              <a:ext cx="20319" cy="20319"/>
            </a:xfrm>
            <a:custGeom>
              <a:avLst/>
              <a:gdLst>
                <a:gd name="connsiteX0" fmla="*/ 10160 w 20319"/>
                <a:gd name="connsiteY0" fmla="*/ 0 h 20319"/>
                <a:gd name="connsiteX1" fmla="*/ 0 w 20319"/>
                <a:gd name="connsiteY1" fmla="*/ 10160 h 20319"/>
                <a:gd name="connsiteX2" fmla="*/ 10160 w 20319"/>
                <a:gd name="connsiteY2" fmla="*/ 20320 h 20319"/>
                <a:gd name="connsiteX3" fmla="*/ 20320 w 20319"/>
                <a:gd name="connsiteY3" fmla="*/ 10160 h 20319"/>
                <a:gd name="connsiteX4" fmla="*/ 10160 w 20319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3810"/>
                    <a:pt x="165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8" name="Полилиния: фигура 22">
              <a:extLst>
                <a:ext uri="{FF2B5EF4-FFF2-40B4-BE49-F238E27FC236}">
                  <a16:creationId xmlns:a16="http://schemas.microsoft.com/office/drawing/2014/main" id="{0D2823F8-05FB-36F8-E43E-3601758C4C00}"/>
                </a:ext>
              </a:extLst>
            </p:cNvPr>
            <p:cNvSpPr/>
            <p:nvPr/>
          </p:nvSpPr>
          <p:spPr>
            <a:xfrm>
              <a:off x="8097519" y="1308100"/>
              <a:ext cx="20320" cy="20319"/>
            </a:xfrm>
            <a:custGeom>
              <a:avLst/>
              <a:gdLst>
                <a:gd name="connsiteX0" fmla="*/ 0 w 20320"/>
                <a:gd name="connsiteY0" fmla="*/ 10160 h 20319"/>
                <a:gd name="connsiteX1" fmla="*/ 10161 w 20320"/>
                <a:gd name="connsiteY1" fmla="*/ 0 h 20319"/>
                <a:gd name="connsiteX2" fmla="*/ 20320 w 20320"/>
                <a:gd name="connsiteY2" fmla="*/ 10160 h 20319"/>
                <a:gd name="connsiteX3" fmla="*/ 10161 w 20320"/>
                <a:gd name="connsiteY3" fmla="*/ 20320 h 20319"/>
                <a:gd name="connsiteX4" fmla="*/ 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cubicBezTo>
                    <a:pt x="15240" y="0"/>
                    <a:pt x="20320" y="5080"/>
                    <a:pt x="20320" y="10160"/>
                  </a:cubicBezTo>
                  <a:cubicBezTo>
                    <a:pt x="20320" y="15240"/>
                    <a:pt x="15240" y="20320"/>
                    <a:pt x="10161" y="20320"/>
                  </a:cubicBez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" name="Полилиния: фигура 23">
              <a:extLst>
                <a:ext uri="{FF2B5EF4-FFF2-40B4-BE49-F238E27FC236}">
                  <a16:creationId xmlns:a16="http://schemas.microsoft.com/office/drawing/2014/main" id="{406528BE-DAF4-1669-DD46-BDDD7513827C}"/>
                </a:ext>
              </a:extLst>
            </p:cNvPr>
            <p:cNvSpPr/>
            <p:nvPr/>
          </p:nvSpPr>
          <p:spPr>
            <a:xfrm>
              <a:off x="8036559" y="1337310"/>
              <a:ext cx="20320" cy="20319"/>
            </a:xfrm>
            <a:custGeom>
              <a:avLst/>
              <a:gdLst>
                <a:gd name="connsiteX0" fmla="*/ 10160 w 20320"/>
                <a:gd name="connsiteY0" fmla="*/ 0 h 20319"/>
                <a:gd name="connsiteX1" fmla="*/ 0 w 20320"/>
                <a:gd name="connsiteY1" fmla="*/ 10160 h 20319"/>
                <a:gd name="connsiteX2" fmla="*/ 10160 w 20320"/>
                <a:gd name="connsiteY2" fmla="*/ 20320 h 20319"/>
                <a:gd name="connsiteX3" fmla="*/ 20320 w 20320"/>
                <a:gd name="connsiteY3" fmla="*/ 10160 h 20319"/>
                <a:gd name="connsiteX4" fmla="*/ 10160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65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" name="Полилиния: фигура 24">
              <a:extLst>
                <a:ext uri="{FF2B5EF4-FFF2-40B4-BE49-F238E27FC236}">
                  <a16:creationId xmlns:a16="http://schemas.microsoft.com/office/drawing/2014/main" id="{0ADA84A4-67A0-E602-9363-DF0DA1109E46}"/>
                </a:ext>
              </a:extLst>
            </p:cNvPr>
            <p:cNvSpPr/>
            <p:nvPr/>
          </p:nvSpPr>
          <p:spPr>
            <a:xfrm>
              <a:off x="8067040" y="1337310"/>
              <a:ext cx="20319" cy="20319"/>
            </a:xfrm>
            <a:custGeom>
              <a:avLst/>
              <a:gdLst>
                <a:gd name="connsiteX0" fmla="*/ 0 w 20319"/>
                <a:gd name="connsiteY0" fmla="*/ 10160 h 20319"/>
                <a:gd name="connsiteX1" fmla="*/ 10160 w 20319"/>
                <a:gd name="connsiteY1" fmla="*/ 0 h 20319"/>
                <a:gd name="connsiteX2" fmla="*/ 20320 w 20319"/>
                <a:gd name="connsiteY2" fmla="*/ 10160 h 20319"/>
                <a:gd name="connsiteX3" fmla="*/ 10160 w 20319"/>
                <a:gd name="connsiteY3" fmla="*/ 20320 h 20319"/>
                <a:gd name="connsiteX4" fmla="*/ 0 w 20319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0" y="10160"/>
                  </a:move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651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2" name="Полилиния: фигура 25">
              <a:extLst>
                <a:ext uri="{FF2B5EF4-FFF2-40B4-BE49-F238E27FC236}">
                  <a16:creationId xmlns:a16="http://schemas.microsoft.com/office/drawing/2014/main" id="{7577BCAB-E303-D7F0-3628-9AE504AE4F92}"/>
                </a:ext>
              </a:extLst>
            </p:cNvPr>
            <p:cNvSpPr/>
            <p:nvPr/>
          </p:nvSpPr>
          <p:spPr>
            <a:xfrm>
              <a:off x="8097519" y="1337310"/>
              <a:ext cx="20320" cy="20319"/>
            </a:xfrm>
            <a:custGeom>
              <a:avLst/>
              <a:gdLst>
                <a:gd name="connsiteX0" fmla="*/ 10161 w 20320"/>
                <a:gd name="connsiteY0" fmla="*/ 0 h 20319"/>
                <a:gd name="connsiteX1" fmla="*/ 0 w 20320"/>
                <a:gd name="connsiteY1" fmla="*/ 10160 h 20319"/>
                <a:gd name="connsiteX2" fmla="*/ 10161 w 20320"/>
                <a:gd name="connsiteY2" fmla="*/ 20320 h 20319"/>
                <a:gd name="connsiteX3" fmla="*/ 20320 w 20320"/>
                <a:gd name="connsiteY3" fmla="*/ 10160 h 20319"/>
                <a:gd name="connsiteX4" fmla="*/ 10161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1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6511" y="0"/>
                    <a:pt x="10161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3" name="Полилиния: фигура 26">
              <a:extLst>
                <a:ext uri="{FF2B5EF4-FFF2-40B4-BE49-F238E27FC236}">
                  <a16:creationId xmlns:a16="http://schemas.microsoft.com/office/drawing/2014/main" id="{6C034EFF-9A24-A213-DF4F-7B6087342B88}"/>
                </a:ext>
              </a:extLst>
            </p:cNvPr>
            <p:cNvSpPr/>
            <p:nvPr/>
          </p:nvSpPr>
          <p:spPr>
            <a:xfrm>
              <a:off x="8067040" y="1277619"/>
              <a:ext cx="20319" cy="20319"/>
            </a:xfrm>
            <a:custGeom>
              <a:avLst/>
              <a:gdLst>
                <a:gd name="connsiteX0" fmla="*/ 10160 w 20319"/>
                <a:gd name="connsiteY0" fmla="*/ 0 h 20319"/>
                <a:gd name="connsiteX1" fmla="*/ 0 w 20319"/>
                <a:gd name="connsiteY1" fmla="*/ 10160 h 20319"/>
                <a:gd name="connsiteX2" fmla="*/ 10160 w 20319"/>
                <a:gd name="connsiteY2" fmla="*/ 20320 h 20319"/>
                <a:gd name="connsiteX3" fmla="*/ 20320 w 20319"/>
                <a:gd name="connsiteY3" fmla="*/ 10160 h 20319"/>
                <a:gd name="connsiteX4" fmla="*/ 10160 w 20319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65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4" name="Полилиния: фигура 27">
              <a:extLst>
                <a:ext uri="{FF2B5EF4-FFF2-40B4-BE49-F238E27FC236}">
                  <a16:creationId xmlns:a16="http://schemas.microsoft.com/office/drawing/2014/main" id="{92C6A2BC-1BBD-68FF-7F41-FDC77E9D15C7}"/>
                </a:ext>
              </a:extLst>
            </p:cNvPr>
            <p:cNvSpPr/>
            <p:nvPr/>
          </p:nvSpPr>
          <p:spPr>
            <a:xfrm>
              <a:off x="8097519" y="1277619"/>
              <a:ext cx="20320" cy="20319"/>
            </a:xfrm>
            <a:custGeom>
              <a:avLst/>
              <a:gdLst>
                <a:gd name="connsiteX0" fmla="*/ 0 w 20320"/>
                <a:gd name="connsiteY0" fmla="*/ 10160 h 20319"/>
                <a:gd name="connsiteX1" fmla="*/ 10161 w 20320"/>
                <a:gd name="connsiteY1" fmla="*/ 0 h 20319"/>
                <a:gd name="connsiteX2" fmla="*/ 20320 w 20320"/>
                <a:gd name="connsiteY2" fmla="*/ 10160 h 20319"/>
                <a:gd name="connsiteX3" fmla="*/ 10161 w 20320"/>
                <a:gd name="connsiteY3" fmla="*/ 20320 h 20319"/>
                <a:gd name="connsiteX4" fmla="*/ 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cubicBezTo>
                    <a:pt x="15240" y="0"/>
                    <a:pt x="20320" y="5080"/>
                    <a:pt x="20320" y="10160"/>
                  </a:cubicBezTo>
                  <a:cubicBezTo>
                    <a:pt x="20320" y="15240"/>
                    <a:pt x="15240" y="20320"/>
                    <a:pt x="10161" y="20320"/>
                  </a:cubicBez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5" name="Полилиния: фигура 28">
              <a:extLst>
                <a:ext uri="{FF2B5EF4-FFF2-40B4-BE49-F238E27FC236}">
                  <a16:creationId xmlns:a16="http://schemas.microsoft.com/office/drawing/2014/main" id="{5AD5DEB8-6834-1257-3AF7-7347F08C4D3C}"/>
                </a:ext>
              </a:extLst>
            </p:cNvPr>
            <p:cNvSpPr/>
            <p:nvPr/>
          </p:nvSpPr>
          <p:spPr>
            <a:xfrm>
              <a:off x="7985759" y="1094739"/>
              <a:ext cx="182880" cy="303530"/>
            </a:xfrm>
            <a:custGeom>
              <a:avLst/>
              <a:gdLst>
                <a:gd name="connsiteX0" fmla="*/ 40640 w 182880"/>
                <a:gd name="connsiteY0" fmla="*/ 10160 h 303530"/>
                <a:gd name="connsiteX1" fmla="*/ 50800 w 182880"/>
                <a:gd name="connsiteY1" fmla="*/ 0 h 303530"/>
                <a:gd name="connsiteX2" fmla="*/ 132080 w 182880"/>
                <a:gd name="connsiteY2" fmla="*/ 0 h 303530"/>
                <a:gd name="connsiteX3" fmla="*/ 142240 w 182880"/>
                <a:gd name="connsiteY3" fmla="*/ 10160 h 303530"/>
                <a:gd name="connsiteX4" fmla="*/ 142240 w 182880"/>
                <a:gd name="connsiteY4" fmla="*/ 20320 h 303530"/>
                <a:gd name="connsiteX5" fmla="*/ 182880 w 182880"/>
                <a:gd name="connsiteY5" fmla="*/ 60960 h 303530"/>
                <a:gd name="connsiteX6" fmla="*/ 182880 w 182880"/>
                <a:gd name="connsiteY6" fmla="*/ 111760 h 303530"/>
                <a:gd name="connsiteX7" fmla="*/ 182880 w 182880"/>
                <a:gd name="connsiteY7" fmla="*/ 114300 h 303530"/>
                <a:gd name="connsiteX8" fmla="*/ 170180 w 182880"/>
                <a:gd name="connsiteY8" fmla="*/ 265430 h 303530"/>
                <a:gd name="connsiteX9" fmla="*/ 151130 w 182880"/>
                <a:gd name="connsiteY9" fmla="*/ 294640 h 303530"/>
                <a:gd name="connsiteX10" fmla="*/ 121920 w 182880"/>
                <a:gd name="connsiteY10" fmla="*/ 303530 h 303530"/>
                <a:gd name="connsiteX11" fmla="*/ 60960 w 182880"/>
                <a:gd name="connsiteY11" fmla="*/ 303530 h 303530"/>
                <a:gd name="connsiteX12" fmla="*/ 31750 w 182880"/>
                <a:gd name="connsiteY12" fmla="*/ 294640 h 303530"/>
                <a:gd name="connsiteX13" fmla="*/ 12700 w 182880"/>
                <a:gd name="connsiteY13" fmla="*/ 265430 h 303530"/>
                <a:gd name="connsiteX14" fmla="*/ 0 w 182880"/>
                <a:gd name="connsiteY14" fmla="*/ 114300 h 303530"/>
                <a:gd name="connsiteX15" fmla="*/ 0 w 182880"/>
                <a:gd name="connsiteY15" fmla="*/ 111760 h 303530"/>
                <a:gd name="connsiteX16" fmla="*/ 0 w 182880"/>
                <a:gd name="connsiteY16" fmla="*/ 60960 h 303530"/>
                <a:gd name="connsiteX17" fmla="*/ 40640 w 182880"/>
                <a:gd name="connsiteY17" fmla="*/ 20320 h 303530"/>
                <a:gd name="connsiteX18" fmla="*/ 40640 w 182880"/>
                <a:gd name="connsiteY18" fmla="*/ 10160 h 303530"/>
                <a:gd name="connsiteX19" fmla="*/ 121920 w 182880"/>
                <a:gd name="connsiteY19" fmla="*/ 60960 h 303530"/>
                <a:gd name="connsiteX20" fmla="*/ 60960 w 182880"/>
                <a:gd name="connsiteY20" fmla="*/ 60960 h 303530"/>
                <a:gd name="connsiteX21" fmla="*/ 60960 w 182880"/>
                <a:gd name="connsiteY21" fmla="*/ 20320 h 303530"/>
                <a:gd name="connsiteX22" fmla="*/ 121920 w 182880"/>
                <a:gd name="connsiteY22" fmla="*/ 20320 h 303530"/>
                <a:gd name="connsiteX23" fmla="*/ 121920 w 182880"/>
                <a:gd name="connsiteY23" fmla="*/ 60960 h 303530"/>
                <a:gd name="connsiteX24" fmla="*/ 40640 w 182880"/>
                <a:gd name="connsiteY24" fmla="*/ 40640 h 303530"/>
                <a:gd name="connsiteX25" fmla="*/ 20320 w 182880"/>
                <a:gd name="connsiteY25" fmla="*/ 60960 h 303530"/>
                <a:gd name="connsiteX26" fmla="*/ 20320 w 182880"/>
                <a:gd name="connsiteY26" fmla="*/ 111760 h 303530"/>
                <a:gd name="connsiteX27" fmla="*/ 20320 w 182880"/>
                <a:gd name="connsiteY27" fmla="*/ 113030 h 303530"/>
                <a:gd name="connsiteX28" fmla="*/ 33020 w 182880"/>
                <a:gd name="connsiteY28" fmla="*/ 259080 h 303530"/>
                <a:gd name="connsiteX29" fmla="*/ 40640 w 182880"/>
                <a:gd name="connsiteY29" fmla="*/ 275590 h 303530"/>
                <a:gd name="connsiteX30" fmla="*/ 60960 w 182880"/>
                <a:gd name="connsiteY30" fmla="*/ 284480 h 303530"/>
                <a:gd name="connsiteX31" fmla="*/ 60960 w 182880"/>
                <a:gd name="connsiteY31" fmla="*/ 284480 h 303530"/>
                <a:gd name="connsiteX32" fmla="*/ 60960 w 182880"/>
                <a:gd name="connsiteY32" fmla="*/ 284480 h 303530"/>
                <a:gd name="connsiteX33" fmla="*/ 121920 w 182880"/>
                <a:gd name="connsiteY33" fmla="*/ 284480 h 303530"/>
                <a:gd name="connsiteX34" fmla="*/ 121920 w 182880"/>
                <a:gd name="connsiteY34" fmla="*/ 284480 h 303530"/>
                <a:gd name="connsiteX35" fmla="*/ 121920 w 182880"/>
                <a:gd name="connsiteY35" fmla="*/ 284480 h 303530"/>
                <a:gd name="connsiteX36" fmla="*/ 142240 w 182880"/>
                <a:gd name="connsiteY36" fmla="*/ 275590 h 303530"/>
                <a:gd name="connsiteX37" fmla="*/ 149860 w 182880"/>
                <a:gd name="connsiteY37" fmla="*/ 259080 h 303530"/>
                <a:gd name="connsiteX38" fmla="*/ 162560 w 182880"/>
                <a:gd name="connsiteY38" fmla="*/ 113030 h 303530"/>
                <a:gd name="connsiteX39" fmla="*/ 162560 w 182880"/>
                <a:gd name="connsiteY39" fmla="*/ 111760 h 303530"/>
                <a:gd name="connsiteX40" fmla="*/ 162560 w 182880"/>
                <a:gd name="connsiteY40" fmla="*/ 60960 h 303530"/>
                <a:gd name="connsiteX41" fmla="*/ 142240 w 182880"/>
                <a:gd name="connsiteY41" fmla="*/ 40640 h 303530"/>
                <a:gd name="connsiteX42" fmla="*/ 142240 w 182880"/>
                <a:gd name="connsiteY42" fmla="*/ 71120 h 303530"/>
                <a:gd name="connsiteX43" fmla="*/ 132080 w 182880"/>
                <a:gd name="connsiteY43" fmla="*/ 81280 h 303530"/>
                <a:gd name="connsiteX44" fmla="*/ 50800 w 182880"/>
                <a:gd name="connsiteY44" fmla="*/ 81280 h 303530"/>
                <a:gd name="connsiteX45" fmla="*/ 40640 w 182880"/>
                <a:gd name="connsiteY45" fmla="*/ 71120 h 303530"/>
                <a:gd name="connsiteX46" fmla="*/ 40640 w 182880"/>
                <a:gd name="connsiteY46" fmla="*/ 40640 h 3035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</a:cxnLst>
              <a:rect l="l" t="t" r="r" b="b"/>
              <a:pathLst>
                <a:path w="182880" h="303530">
                  <a:moveTo>
                    <a:pt x="40640" y="10160"/>
                  </a:moveTo>
                  <a:cubicBezTo>
                    <a:pt x="40640" y="5080"/>
                    <a:pt x="45720" y="0"/>
                    <a:pt x="50800" y="0"/>
                  </a:cubicBezTo>
                  <a:lnTo>
                    <a:pt x="132080" y="0"/>
                  </a:lnTo>
                  <a:cubicBezTo>
                    <a:pt x="137160" y="0"/>
                    <a:pt x="142240" y="5080"/>
                    <a:pt x="142240" y="10160"/>
                  </a:cubicBezTo>
                  <a:lnTo>
                    <a:pt x="142240" y="20320"/>
                  </a:lnTo>
                  <a:cubicBezTo>
                    <a:pt x="165100" y="20320"/>
                    <a:pt x="182880" y="38100"/>
                    <a:pt x="182880" y="60960"/>
                  </a:cubicBezTo>
                  <a:lnTo>
                    <a:pt x="182880" y="111760"/>
                  </a:lnTo>
                  <a:cubicBezTo>
                    <a:pt x="182880" y="113030"/>
                    <a:pt x="182880" y="113030"/>
                    <a:pt x="182880" y="114300"/>
                  </a:cubicBezTo>
                  <a:cubicBezTo>
                    <a:pt x="182880" y="205740"/>
                    <a:pt x="177800" y="238760"/>
                    <a:pt x="170180" y="265430"/>
                  </a:cubicBezTo>
                  <a:cubicBezTo>
                    <a:pt x="166370" y="278130"/>
                    <a:pt x="160020" y="288290"/>
                    <a:pt x="151130" y="294640"/>
                  </a:cubicBezTo>
                  <a:cubicBezTo>
                    <a:pt x="142240" y="302260"/>
                    <a:pt x="130810" y="303530"/>
                    <a:pt x="121920" y="303530"/>
                  </a:cubicBezTo>
                  <a:lnTo>
                    <a:pt x="60960" y="303530"/>
                  </a:lnTo>
                  <a:cubicBezTo>
                    <a:pt x="52070" y="303530"/>
                    <a:pt x="41910" y="300990"/>
                    <a:pt x="31750" y="294640"/>
                  </a:cubicBezTo>
                  <a:cubicBezTo>
                    <a:pt x="22860" y="287020"/>
                    <a:pt x="16510" y="276860"/>
                    <a:pt x="12700" y="265430"/>
                  </a:cubicBezTo>
                  <a:cubicBezTo>
                    <a:pt x="3810" y="238760"/>
                    <a:pt x="0" y="205740"/>
                    <a:pt x="0" y="114300"/>
                  </a:cubicBezTo>
                  <a:cubicBezTo>
                    <a:pt x="0" y="113030"/>
                    <a:pt x="0" y="113030"/>
                    <a:pt x="0" y="111760"/>
                  </a:cubicBezTo>
                  <a:lnTo>
                    <a:pt x="0" y="60960"/>
                  </a:lnTo>
                  <a:cubicBezTo>
                    <a:pt x="0" y="38100"/>
                    <a:pt x="17780" y="20320"/>
                    <a:pt x="40640" y="20320"/>
                  </a:cubicBezTo>
                  <a:lnTo>
                    <a:pt x="40640" y="10160"/>
                  </a:lnTo>
                  <a:close/>
                  <a:moveTo>
                    <a:pt x="121920" y="60960"/>
                  </a:moveTo>
                  <a:lnTo>
                    <a:pt x="60960" y="60960"/>
                  </a:lnTo>
                  <a:lnTo>
                    <a:pt x="60960" y="20320"/>
                  </a:lnTo>
                  <a:lnTo>
                    <a:pt x="121920" y="20320"/>
                  </a:lnTo>
                  <a:lnTo>
                    <a:pt x="121920" y="60960"/>
                  </a:lnTo>
                  <a:close/>
                  <a:moveTo>
                    <a:pt x="40640" y="40640"/>
                  </a:moveTo>
                  <a:cubicBezTo>
                    <a:pt x="29210" y="40640"/>
                    <a:pt x="20320" y="49530"/>
                    <a:pt x="20320" y="60960"/>
                  </a:cubicBezTo>
                  <a:lnTo>
                    <a:pt x="20320" y="111760"/>
                  </a:lnTo>
                  <a:cubicBezTo>
                    <a:pt x="20320" y="111760"/>
                    <a:pt x="20320" y="113030"/>
                    <a:pt x="20320" y="113030"/>
                  </a:cubicBezTo>
                  <a:cubicBezTo>
                    <a:pt x="20320" y="204470"/>
                    <a:pt x="25400" y="234950"/>
                    <a:pt x="33020" y="259080"/>
                  </a:cubicBezTo>
                  <a:cubicBezTo>
                    <a:pt x="35560" y="266700"/>
                    <a:pt x="38100" y="271780"/>
                    <a:pt x="40640" y="275590"/>
                  </a:cubicBezTo>
                  <a:cubicBezTo>
                    <a:pt x="45720" y="281940"/>
                    <a:pt x="53340" y="284480"/>
                    <a:pt x="60960" y="284480"/>
                  </a:cubicBezTo>
                  <a:cubicBezTo>
                    <a:pt x="60960" y="284480"/>
                    <a:pt x="60960" y="284480"/>
                    <a:pt x="60960" y="284480"/>
                  </a:cubicBezTo>
                  <a:lnTo>
                    <a:pt x="60960" y="284480"/>
                  </a:lnTo>
                  <a:lnTo>
                    <a:pt x="121920" y="284480"/>
                  </a:lnTo>
                  <a:cubicBezTo>
                    <a:pt x="121920" y="284480"/>
                    <a:pt x="121920" y="284480"/>
                    <a:pt x="121920" y="284480"/>
                  </a:cubicBezTo>
                  <a:cubicBezTo>
                    <a:pt x="121920" y="284480"/>
                    <a:pt x="121920" y="284480"/>
                    <a:pt x="121920" y="284480"/>
                  </a:cubicBezTo>
                  <a:cubicBezTo>
                    <a:pt x="129540" y="284480"/>
                    <a:pt x="135890" y="281940"/>
                    <a:pt x="142240" y="275590"/>
                  </a:cubicBezTo>
                  <a:cubicBezTo>
                    <a:pt x="144780" y="271780"/>
                    <a:pt x="148590" y="266700"/>
                    <a:pt x="149860" y="259080"/>
                  </a:cubicBezTo>
                  <a:cubicBezTo>
                    <a:pt x="157480" y="236220"/>
                    <a:pt x="161290" y="204470"/>
                    <a:pt x="162560" y="113030"/>
                  </a:cubicBezTo>
                  <a:cubicBezTo>
                    <a:pt x="162560" y="113030"/>
                    <a:pt x="162560" y="111760"/>
                    <a:pt x="162560" y="111760"/>
                  </a:cubicBezTo>
                  <a:lnTo>
                    <a:pt x="162560" y="60960"/>
                  </a:lnTo>
                  <a:cubicBezTo>
                    <a:pt x="162560" y="49530"/>
                    <a:pt x="153670" y="40640"/>
                    <a:pt x="142240" y="40640"/>
                  </a:cubicBezTo>
                  <a:lnTo>
                    <a:pt x="142240" y="71120"/>
                  </a:lnTo>
                  <a:cubicBezTo>
                    <a:pt x="142240" y="76200"/>
                    <a:pt x="137160" y="81280"/>
                    <a:pt x="132080" y="81280"/>
                  </a:cubicBezTo>
                  <a:lnTo>
                    <a:pt x="50800" y="81280"/>
                  </a:lnTo>
                  <a:cubicBezTo>
                    <a:pt x="45720" y="81280"/>
                    <a:pt x="40640" y="76200"/>
                    <a:pt x="40640" y="71120"/>
                  </a:cubicBezTo>
                  <a:lnTo>
                    <a:pt x="40640" y="406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6" name="Рисунок 2">
            <a:extLst>
              <a:ext uri="{FF2B5EF4-FFF2-40B4-BE49-F238E27FC236}">
                <a16:creationId xmlns:a16="http://schemas.microsoft.com/office/drawing/2014/main" id="{58548F6D-7BC9-B3A8-217C-31E6E627BF3E}"/>
              </a:ext>
            </a:extLst>
          </p:cNvPr>
          <p:cNvGrpSpPr/>
          <p:nvPr/>
        </p:nvGrpSpPr>
        <p:grpSpPr>
          <a:xfrm>
            <a:off x="8920815" y="2201970"/>
            <a:ext cx="257352" cy="233409"/>
            <a:chOff x="9065836" y="1124220"/>
            <a:chExt cx="257352" cy="233409"/>
          </a:xfrm>
          <a:solidFill>
            <a:schemeClr val="tx1"/>
          </a:solidFill>
        </p:grpSpPr>
        <p:sp>
          <p:nvSpPr>
            <p:cNvPr id="17" name="Полилиния: фигура 34">
              <a:extLst>
                <a:ext uri="{FF2B5EF4-FFF2-40B4-BE49-F238E27FC236}">
                  <a16:creationId xmlns:a16="http://schemas.microsoft.com/office/drawing/2014/main" id="{2DB552F0-C451-F41C-0746-F8C57F1E6948}"/>
                </a:ext>
              </a:extLst>
            </p:cNvPr>
            <p:cNvSpPr/>
            <p:nvPr/>
          </p:nvSpPr>
          <p:spPr>
            <a:xfrm>
              <a:off x="9161780" y="1215389"/>
              <a:ext cx="40639" cy="40639"/>
            </a:xfrm>
            <a:custGeom>
              <a:avLst/>
              <a:gdLst>
                <a:gd name="connsiteX0" fmla="*/ 30480 w 40639"/>
                <a:gd name="connsiteY0" fmla="*/ 38100 h 40639"/>
                <a:gd name="connsiteX1" fmla="*/ 2540 w 40639"/>
                <a:gd name="connsiteY1" fmla="*/ 30480 h 40639"/>
                <a:gd name="connsiteX2" fmla="*/ 10160 w 40639"/>
                <a:gd name="connsiteY2" fmla="*/ 2540 h 40639"/>
                <a:gd name="connsiteX3" fmla="*/ 38100 w 40639"/>
                <a:gd name="connsiteY3" fmla="*/ 10160 h 40639"/>
                <a:gd name="connsiteX4" fmla="*/ 30480 w 40639"/>
                <a:gd name="connsiteY4" fmla="*/ 3810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39" h="40639">
                  <a:moveTo>
                    <a:pt x="30480" y="38100"/>
                  </a:moveTo>
                  <a:cubicBezTo>
                    <a:pt x="20320" y="43180"/>
                    <a:pt x="8890" y="40640"/>
                    <a:pt x="2540" y="30480"/>
                  </a:cubicBezTo>
                  <a:cubicBezTo>
                    <a:pt x="-2540" y="20320"/>
                    <a:pt x="0" y="8890"/>
                    <a:pt x="10160" y="2540"/>
                  </a:cubicBezTo>
                  <a:cubicBezTo>
                    <a:pt x="20320" y="-2540"/>
                    <a:pt x="31750" y="0"/>
                    <a:pt x="38100" y="10160"/>
                  </a:cubicBezTo>
                  <a:cubicBezTo>
                    <a:pt x="43180" y="20320"/>
                    <a:pt x="40640" y="33020"/>
                    <a:pt x="30480" y="381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8" name="Полилиния: фигура 35">
              <a:extLst>
                <a:ext uri="{FF2B5EF4-FFF2-40B4-BE49-F238E27FC236}">
                  <a16:creationId xmlns:a16="http://schemas.microsoft.com/office/drawing/2014/main" id="{8C7F2841-B442-D9A0-48E5-54E16B7AD940}"/>
                </a:ext>
              </a:extLst>
            </p:cNvPr>
            <p:cNvSpPr/>
            <p:nvPr/>
          </p:nvSpPr>
          <p:spPr>
            <a:xfrm>
              <a:off x="9065836" y="1124220"/>
              <a:ext cx="257352" cy="233409"/>
            </a:xfrm>
            <a:custGeom>
              <a:avLst/>
              <a:gdLst>
                <a:gd name="connsiteX0" fmla="*/ 228024 w 257352"/>
                <a:gd name="connsiteY0" fmla="*/ 94980 h 233409"/>
                <a:gd name="connsiteX1" fmla="*/ 135314 w 257352"/>
                <a:gd name="connsiteY1" fmla="*/ 3540 h 233409"/>
                <a:gd name="connsiteX2" fmla="*/ 93404 w 257352"/>
                <a:gd name="connsiteY2" fmla="*/ 14969 h 233409"/>
                <a:gd name="connsiteX3" fmla="*/ 90864 w 257352"/>
                <a:gd name="connsiteY3" fmla="*/ 39100 h 233409"/>
                <a:gd name="connsiteX4" fmla="*/ 85784 w 257352"/>
                <a:gd name="connsiteY4" fmla="*/ 45450 h 233409"/>
                <a:gd name="connsiteX5" fmla="*/ 4504 w 257352"/>
                <a:gd name="connsiteY5" fmla="*/ 188960 h 233409"/>
                <a:gd name="connsiteX6" fmla="*/ 3234 w 257352"/>
                <a:gd name="connsiteY6" fmla="*/ 216900 h 233409"/>
                <a:gd name="connsiteX7" fmla="*/ 29904 w 257352"/>
                <a:gd name="connsiteY7" fmla="*/ 233410 h 233409"/>
                <a:gd name="connsiteX8" fmla="*/ 196274 w 257352"/>
                <a:gd name="connsiteY8" fmla="*/ 233410 h 233409"/>
                <a:gd name="connsiteX9" fmla="*/ 196274 w 257352"/>
                <a:gd name="connsiteY9" fmla="*/ 233410 h 233409"/>
                <a:gd name="connsiteX10" fmla="*/ 196274 w 257352"/>
                <a:gd name="connsiteY10" fmla="*/ 233410 h 233409"/>
                <a:gd name="connsiteX11" fmla="*/ 236914 w 257352"/>
                <a:gd name="connsiteY11" fmla="*/ 233410 h 233409"/>
                <a:gd name="connsiteX12" fmla="*/ 257234 w 257352"/>
                <a:gd name="connsiteY12" fmla="*/ 213090 h 233409"/>
                <a:gd name="connsiteX13" fmla="*/ 257234 w 257352"/>
                <a:gd name="connsiteY13" fmla="*/ 213090 h 233409"/>
                <a:gd name="connsiteX14" fmla="*/ 228024 w 257352"/>
                <a:gd name="connsiteY14" fmla="*/ 94980 h 233409"/>
                <a:gd name="connsiteX15" fmla="*/ 104834 w 257352"/>
                <a:gd name="connsiteY15" fmla="*/ 55610 h 233409"/>
                <a:gd name="connsiteX16" fmla="*/ 104834 w 257352"/>
                <a:gd name="connsiteY16" fmla="*/ 55610 h 233409"/>
                <a:gd name="connsiteX17" fmla="*/ 107374 w 257352"/>
                <a:gd name="connsiteY17" fmla="*/ 56880 h 233409"/>
                <a:gd name="connsiteX18" fmla="*/ 175954 w 257352"/>
                <a:gd name="connsiteY18" fmla="*/ 124190 h 233409"/>
                <a:gd name="connsiteX19" fmla="*/ 197544 w 257352"/>
                <a:gd name="connsiteY19" fmla="*/ 192769 h 233409"/>
                <a:gd name="connsiteX20" fmla="*/ 200084 w 257352"/>
                <a:gd name="connsiteY20" fmla="*/ 197850 h 233409"/>
                <a:gd name="connsiteX21" fmla="*/ 214054 w 257352"/>
                <a:gd name="connsiteY21" fmla="*/ 201660 h 233409"/>
                <a:gd name="connsiteX22" fmla="*/ 217864 w 257352"/>
                <a:gd name="connsiteY22" fmla="*/ 188960 h 233409"/>
                <a:gd name="connsiteX23" fmla="*/ 193734 w 257352"/>
                <a:gd name="connsiteY23" fmla="*/ 114030 h 233409"/>
                <a:gd name="connsiteX24" fmla="*/ 117534 w 257352"/>
                <a:gd name="connsiteY24" fmla="*/ 37830 h 233409"/>
                <a:gd name="connsiteX25" fmla="*/ 113724 w 257352"/>
                <a:gd name="connsiteY25" fmla="*/ 23860 h 233409"/>
                <a:gd name="connsiteX26" fmla="*/ 127694 w 257352"/>
                <a:gd name="connsiteY26" fmla="*/ 20050 h 233409"/>
                <a:gd name="connsiteX27" fmla="*/ 211514 w 257352"/>
                <a:gd name="connsiteY27" fmla="*/ 103869 h 233409"/>
                <a:gd name="connsiteX28" fmla="*/ 238184 w 257352"/>
                <a:gd name="connsiteY28" fmla="*/ 200390 h 233409"/>
                <a:gd name="connsiteX29" fmla="*/ 238184 w 257352"/>
                <a:gd name="connsiteY29" fmla="*/ 211819 h 233409"/>
                <a:gd name="connsiteX30" fmla="*/ 169604 w 257352"/>
                <a:gd name="connsiteY30" fmla="*/ 211819 h 233409"/>
                <a:gd name="connsiteX31" fmla="*/ 173414 w 257352"/>
                <a:gd name="connsiteY31" fmla="*/ 176260 h 233409"/>
                <a:gd name="connsiteX32" fmla="*/ 131504 w 257352"/>
                <a:gd name="connsiteY32" fmla="*/ 164830 h 233409"/>
                <a:gd name="connsiteX33" fmla="*/ 120074 w 257352"/>
                <a:gd name="connsiteY33" fmla="*/ 206740 h 233409"/>
                <a:gd name="connsiteX34" fmla="*/ 123884 w 257352"/>
                <a:gd name="connsiteY34" fmla="*/ 211819 h 233409"/>
                <a:gd name="connsiteX35" fmla="*/ 29904 w 257352"/>
                <a:gd name="connsiteY35" fmla="*/ 211819 h 233409"/>
                <a:gd name="connsiteX36" fmla="*/ 22284 w 257352"/>
                <a:gd name="connsiteY36" fmla="*/ 197850 h 233409"/>
                <a:gd name="connsiteX37" fmla="*/ 38794 w 257352"/>
                <a:gd name="connsiteY37" fmla="*/ 169910 h 233409"/>
                <a:gd name="connsiteX38" fmla="*/ 73084 w 257352"/>
                <a:gd name="connsiteY38" fmla="*/ 178800 h 233409"/>
                <a:gd name="connsiteX39" fmla="*/ 81974 w 257352"/>
                <a:gd name="connsiteY39" fmla="*/ 144510 h 233409"/>
                <a:gd name="connsiteX40" fmla="*/ 60384 w 257352"/>
                <a:gd name="connsiteY40" fmla="*/ 131810 h 233409"/>
                <a:gd name="connsiteX41" fmla="*/ 104834 w 257352"/>
                <a:gd name="connsiteY41" fmla="*/ 55610 h 2334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57352" h="233409">
                  <a:moveTo>
                    <a:pt x="228024" y="94980"/>
                  </a:moveTo>
                  <a:cubicBezTo>
                    <a:pt x="205164" y="55610"/>
                    <a:pt x="173414" y="23860"/>
                    <a:pt x="135314" y="3540"/>
                  </a:cubicBezTo>
                  <a:cubicBezTo>
                    <a:pt x="120074" y="-4081"/>
                    <a:pt x="102294" y="1000"/>
                    <a:pt x="93404" y="14969"/>
                  </a:cubicBezTo>
                  <a:cubicBezTo>
                    <a:pt x="89594" y="22590"/>
                    <a:pt x="88324" y="31480"/>
                    <a:pt x="90864" y="39100"/>
                  </a:cubicBezTo>
                  <a:cubicBezTo>
                    <a:pt x="88324" y="40369"/>
                    <a:pt x="87054" y="42910"/>
                    <a:pt x="85784" y="45450"/>
                  </a:cubicBezTo>
                  <a:lnTo>
                    <a:pt x="4504" y="188960"/>
                  </a:lnTo>
                  <a:cubicBezTo>
                    <a:pt x="-576" y="197850"/>
                    <a:pt x="-1846" y="208010"/>
                    <a:pt x="3234" y="216900"/>
                  </a:cubicBezTo>
                  <a:cubicBezTo>
                    <a:pt x="8314" y="227060"/>
                    <a:pt x="17204" y="233410"/>
                    <a:pt x="29904" y="233410"/>
                  </a:cubicBezTo>
                  <a:lnTo>
                    <a:pt x="196274" y="233410"/>
                  </a:lnTo>
                  <a:cubicBezTo>
                    <a:pt x="196274" y="233410"/>
                    <a:pt x="196274" y="233410"/>
                    <a:pt x="196274" y="233410"/>
                  </a:cubicBezTo>
                  <a:cubicBezTo>
                    <a:pt x="196274" y="233410"/>
                    <a:pt x="196274" y="233410"/>
                    <a:pt x="196274" y="233410"/>
                  </a:cubicBezTo>
                  <a:lnTo>
                    <a:pt x="236914" y="233410"/>
                  </a:lnTo>
                  <a:cubicBezTo>
                    <a:pt x="248344" y="233410"/>
                    <a:pt x="257234" y="224519"/>
                    <a:pt x="257234" y="213090"/>
                  </a:cubicBezTo>
                  <a:lnTo>
                    <a:pt x="257234" y="213090"/>
                  </a:lnTo>
                  <a:cubicBezTo>
                    <a:pt x="258504" y="173719"/>
                    <a:pt x="249614" y="133080"/>
                    <a:pt x="228024" y="94980"/>
                  </a:cubicBezTo>
                  <a:close/>
                  <a:moveTo>
                    <a:pt x="104834" y="55610"/>
                  </a:moveTo>
                  <a:cubicBezTo>
                    <a:pt x="104834" y="55610"/>
                    <a:pt x="104834" y="55610"/>
                    <a:pt x="104834" y="55610"/>
                  </a:cubicBezTo>
                  <a:cubicBezTo>
                    <a:pt x="106104" y="55610"/>
                    <a:pt x="106104" y="56880"/>
                    <a:pt x="107374" y="56880"/>
                  </a:cubicBezTo>
                  <a:cubicBezTo>
                    <a:pt x="135314" y="72119"/>
                    <a:pt x="159444" y="94980"/>
                    <a:pt x="175954" y="124190"/>
                  </a:cubicBezTo>
                  <a:cubicBezTo>
                    <a:pt x="188654" y="145780"/>
                    <a:pt x="195004" y="169910"/>
                    <a:pt x="197544" y="192769"/>
                  </a:cubicBezTo>
                  <a:cubicBezTo>
                    <a:pt x="198814" y="192769"/>
                    <a:pt x="198814" y="196580"/>
                    <a:pt x="200084" y="197850"/>
                  </a:cubicBezTo>
                  <a:cubicBezTo>
                    <a:pt x="202624" y="202930"/>
                    <a:pt x="208974" y="204200"/>
                    <a:pt x="214054" y="201660"/>
                  </a:cubicBezTo>
                  <a:cubicBezTo>
                    <a:pt x="219134" y="199119"/>
                    <a:pt x="220404" y="194040"/>
                    <a:pt x="217864" y="188960"/>
                  </a:cubicBezTo>
                  <a:cubicBezTo>
                    <a:pt x="215324" y="163560"/>
                    <a:pt x="207704" y="138160"/>
                    <a:pt x="193734" y="114030"/>
                  </a:cubicBezTo>
                  <a:cubicBezTo>
                    <a:pt x="174684" y="81010"/>
                    <a:pt x="148014" y="55610"/>
                    <a:pt x="117534" y="37830"/>
                  </a:cubicBezTo>
                  <a:cubicBezTo>
                    <a:pt x="112454" y="35290"/>
                    <a:pt x="111184" y="28940"/>
                    <a:pt x="113724" y="23860"/>
                  </a:cubicBezTo>
                  <a:cubicBezTo>
                    <a:pt x="116264" y="18780"/>
                    <a:pt x="122614" y="17510"/>
                    <a:pt x="127694" y="20050"/>
                  </a:cubicBezTo>
                  <a:cubicBezTo>
                    <a:pt x="161984" y="39100"/>
                    <a:pt x="191194" y="67040"/>
                    <a:pt x="211514" y="103869"/>
                  </a:cubicBezTo>
                  <a:cubicBezTo>
                    <a:pt x="228024" y="134350"/>
                    <a:pt x="238184" y="167369"/>
                    <a:pt x="238184" y="200390"/>
                  </a:cubicBezTo>
                  <a:cubicBezTo>
                    <a:pt x="238184" y="200390"/>
                    <a:pt x="238184" y="204200"/>
                    <a:pt x="238184" y="211819"/>
                  </a:cubicBezTo>
                  <a:lnTo>
                    <a:pt x="169604" y="211819"/>
                  </a:lnTo>
                  <a:cubicBezTo>
                    <a:pt x="178494" y="201660"/>
                    <a:pt x="179764" y="187690"/>
                    <a:pt x="173414" y="176260"/>
                  </a:cubicBezTo>
                  <a:cubicBezTo>
                    <a:pt x="164524" y="162290"/>
                    <a:pt x="146744" y="157210"/>
                    <a:pt x="131504" y="164830"/>
                  </a:cubicBezTo>
                  <a:cubicBezTo>
                    <a:pt x="117534" y="173719"/>
                    <a:pt x="112454" y="191500"/>
                    <a:pt x="120074" y="206740"/>
                  </a:cubicBezTo>
                  <a:cubicBezTo>
                    <a:pt x="121344" y="208010"/>
                    <a:pt x="122614" y="210550"/>
                    <a:pt x="123884" y="211819"/>
                  </a:cubicBezTo>
                  <a:lnTo>
                    <a:pt x="29904" y="211819"/>
                  </a:lnTo>
                  <a:cubicBezTo>
                    <a:pt x="22284" y="211819"/>
                    <a:pt x="18474" y="204200"/>
                    <a:pt x="22284" y="197850"/>
                  </a:cubicBezTo>
                  <a:lnTo>
                    <a:pt x="38794" y="169910"/>
                  </a:lnTo>
                  <a:cubicBezTo>
                    <a:pt x="46414" y="181340"/>
                    <a:pt x="61654" y="185150"/>
                    <a:pt x="73084" y="178800"/>
                  </a:cubicBezTo>
                  <a:cubicBezTo>
                    <a:pt x="85784" y="171180"/>
                    <a:pt x="89594" y="155940"/>
                    <a:pt x="81974" y="144510"/>
                  </a:cubicBezTo>
                  <a:cubicBezTo>
                    <a:pt x="76894" y="136890"/>
                    <a:pt x="69274" y="131810"/>
                    <a:pt x="60384" y="131810"/>
                  </a:cubicBezTo>
                  <a:lnTo>
                    <a:pt x="104834" y="5561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9" name="Рисунок 2">
            <a:extLst>
              <a:ext uri="{FF2B5EF4-FFF2-40B4-BE49-F238E27FC236}">
                <a16:creationId xmlns:a16="http://schemas.microsoft.com/office/drawing/2014/main" id="{DBC8176C-61F4-0956-531E-6CD457461434}"/>
              </a:ext>
            </a:extLst>
          </p:cNvPr>
          <p:cNvGrpSpPr/>
          <p:nvPr/>
        </p:nvGrpSpPr>
        <p:grpSpPr>
          <a:xfrm>
            <a:off x="10612455" y="2192810"/>
            <a:ext cx="229987" cy="264278"/>
            <a:chOff x="10757476" y="1115060"/>
            <a:chExt cx="229987" cy="264278"/>
          </a:xfrm>
          <a:solidFill>
            <a:schemeClr val="tx1"/>
          </a:solidFill>
        </p:grpSpPr>
        <p:sp>
          <p:nvSpPr>
            <p:cNvPr id="20" name="Полилиния: фигура 37">
              <a:extLst>
                <a:ext uri="{FF2B5EF4-FFF2-40B4-BE49-F238E27FC236}">
                  <a16:creationId xmlns:a16="http://schemas.microsoft.com/office/drawing/2014/main" id="{07E194CA-93E2-0D4F-3140-584B2D15B87C}"/>
                </a:ext>
              </a:extLst>
            </p:cNvPr>
            <p:cNvSpPr/>
            <p:nvPr/>
          </p:nvSpPr>
          <p:spPr>
            <a:xfrm>
              <a:off x="10862309" y="1115384"/>
              <a:ext cx="31425" cy="61905"/>
            </a:xfrm>
            <a:custGeom>
              <a:avLst/>
              <a:gdLst>
                <a:gd name="connsiteX0" fmla="*/ 29210 w 31425"/>
                <a:gd name="connsiteY0" fmla="*/ 16185 h 61905"/>
                <a:gd name="connsiteX1" fmla="*/ 26670 w 31425"/>
                <a:gd name="connsiteY1" fmla="*/ 2215 h 61905"/>
                <a:gd name="connsiteX2" fmla="*/ 12700 w 31425"/>
                <a:gd name="connsiteY2" fmla="*/ 4755 h 61905"/>
                <a:gd name="connsiteX3" fmla="*/ 0 w 31425"/>
                <a:gd name="connsiteY3" fmla="*/ 51745 h 61905"/>
                <a:gd name="connsiteX4" fmla="*/ 10160 w 31425"/>
                <a:gd name="connsiteY4" fmla="*/ 61905 h 61905"/>
                <a:gd name="connsiteX5" fmla="*/ 20320 w 31425"/>
                <a:gd name="connsiteY5" fmla="*/ 51745 h 61905"/>
                <a:gd name="connsiteX6" fmla="*/ 29210 w 31425"/>
                <a:gd name="connsiteY6" fmla="*/ 16185 h 619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1425" h="61905">
                  <a:moveTo>
                    <a:pt x="29210" y="16185"/>
                  </a:moveTo>
                  <a:cubicBezTo>
                    <a:pt x="33020" y="11105"/>
                    <a:pt x="31750" y="4755"/>
                    <a:pt x="26670" y="2215"/>
                  </a:cubicBezTo>
                  <a:cubicBezTo>
                    <a:pt x="21590" y="-1595"/>
                    <a:pt x="15240" y="-325"/>
                    <a:pt x="12700" y="4755"/>
                  </a:cubicBezTo>
                  <a:cubicBezTo>
                    <a:pt x="7620" y="11105"/>
                    <a:pt x="0" y="27615"/>
                    <a:pt x="0" y="51745"/>
                  </a:cubicBezTo>
                  <a:cubicBezTo>
                    <a:pt x="0" y="56825"/>
                    <a:pt x="5080" y="61905"/>
                    <a:pt x="10160" y="61905"/>
                  </a:cubicBezTo>
                  <a:cubicBezTo>
                    <a:pt x="15240" y="61905"/>
                    <a:pt x="20320" y="56825"/>
                    <a:pt x="20320" y="51745"/>
                  </a:cubicBezTo>
                  <a:cubicBezTo>
                    <a:pt x="20320" y="30155"/>
                    <a:pt x="26670" y="18725"/>
                    <a:pt x="29210" y="1618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1" name="Полилиния: фигура 38">
              <a:extLst>
                <a:ext uri="{FF2B5EF4-FFF2-40B4-BE49-F238E27FC236}">
                  <a16:creationId xmlns:a16="http://schemas.microsoft.com/office/drawing/2014/main" id="{963A4A6E-0109-A5E2-383B-289AB74269AD}"/>
                </a:ext>
              </a:extLst>
            </p:cNvPr>
            <p:cNvSpPr/>
            <p:nvPr/>
          </p:nvSpPr>
          <p:spPr>
            <a:xfrm>
              <a:off x="10800080" y="1115060"/>
              <a:ext cx="52206" cy="57150"/>
            </a:xfrm>
            <a:custGeom>
              <a:avLst/>
              <a:gdLst>
                <a:gd name="connsiteX0" fmla="*/ 52070 w 52206"/>
                <a:gd name="connsiteY0" fmla="*/ 49530 h 57150"/>
                <a:gd name="connsiteX1" fmla="*/ 43180 w 52206"/>
                <a:gd name="connsiteY1" fmla="*/ 57150 h 57150"/>
                <a:gd name="connsiteX2" fmla="*/ 20320 w 52206"/>
                <a:gd name="connsiteY2" fmla="*/ 46990 h 57150"/>
                <a:gd name="connsiteX3" fmla="*/ 0 w 52206"/>
                <a:gd name="connsiteY3" fmla="*/ 7620 h 57150"/>
                <a:gd name="connsiteX4" fmla="*/ 8889 w 52206"/>
                <a:gd name="connsiteY4" fmla="*/ 0 h 57150"/>
                <a:gd name="connsiteX5" fmla="*/ 31750 w 52206"/>
                <a:gd name="connsiteY5" fmla="*/ 10160 h 57150"/>
                <a:gd name="connsiteX6" fmla="*/ 52070 w 52206"/>
                <a:gd name="connsiteY6" fmla="*/ 49530 h 571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2206" h="57150">
                  <a:moveTo>
                    <a:pt x="52070" y="49530"/>
                  </a:moveTo>
                  <a:cubicBezTo>
                    <a:pt x="52070" y="54610"/>
                    <a:pt x="48260" y="57150"/>
                    <a:pt x="43180" y="57150"/>
                  </a:cubicBezTo>
                  <a:cubicBezTo>
                    <a:pt x="35560" y="55880"/>
                    <a:pt x="26670" y="53340"/>
                    <a:pt x="20320" y="46990"/>
                  </a:cubicBezTo>
                  <a:cubicBezTo>
                    <a:pt x="6350" y="36830"/>
                    <a:pt x="0" y="21590"/>
                    <a:pt x="0" y="7620"/>
                  </a:cubicBezTo>
                  <a:cubicBezTo>
                    <a:pt x="0" y="2540"/>
                    <a:pt x="3810" y="0"/>
                    <a:pt x="8889" y="0"/>
                  </a:cubicBezTo>
                  <a:cubicBezTo>
                    <a:pt x="16510" y="1270"/>
                    <a:pt x="25400" y="3810"/>
                    <a:pt x="31750" y="10160"/>
                  </a:cubicBezTo>
                  <a:cubicBezTo>
                    <a:pt x="45720" y="20320"/>
                    <a:pt x="53339" y="35560"/>
                    <a:pt x="52070" y="4953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2" name="Полилиния: фигура 39">
              <a:extLst>
                <a:ext uri="{FF2B5EF4-FFF2-40B4-BE49-F238E27FC236}">
                  <a16:creationId xmlns:a16="http://schemas.microsoft.com/office/drawing/2014/main" id="{B316DFB5-19E9-DD5B-FE68-A9C7B641B56A}"/>
                </a:ext>
              </a:extLst>
            </p:cNvPr>
            <p:cNvSpPr/>
            <p:nvPr/>
          </p:nvSpPr>
          <p:spPr>
            <a:xfrm>
              <a:off x="10796269" y="1226819"/>
              <a:ext cx="45720" cy="50800"/>
            </a:xfrm>
            <a:custGeom>
              <a:avLst/>
              <a:gdLst>
                <a:gd name="connsiteX0" fmla="*/ 0 w 45720"/>
                <a:gd name="connsiteY0" fmla="*/ 40640 h 50800"/>
                <a:gd name="connsiteX1" fmla="*/ 10161 w 45720"/>
                <a:gd name="connsiteY1" fmla="*/ 50800 h 50800"/>
                <a:gd name="connsiteX2" fmla="*/ 20320 w 45720"/>
                <a:gd name="connsiteY2" fmla="*/ 40640 h 50800"/>
                <a:gd name="connsiteX3" fmla="*/ 25400 w 45720"/>
                <a:gd name="connsiteY3" fmla="*/ 26670 h 50800"/>
                <a:gd name="connsiteX4" fmla="*/ 35561 w 45720"/>
                <a:gd name="connsiteY4" fmla="*/ 20320 h 50800"/>
                <a:gd name="connsiteX5" fmla="*/ 45720 w 45720"/>
                <a:gd name="connsiteY5" fmla="*/ 10160 h 50800"/>
                <a:gd name="connsiteX6" fmla="*/ 35561 w 45720"/>
                <a:gd name="connsiteY6" fmla="*/ 0 h 50800"/>
                <a:gd name="connsiteX7" fmla="*/ 10161 w 45720"/>
                <a:gd name="connsiteY7" fmla="*/ 13970 h 50800"/>
                <a:gd name="connsiteX8" fmla="*/ 0 w 45720"/>
                <a:gd name="connsiteY8" fmla="*/ 4064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5720" h="50800">
                  <a:moveTo>
                    <a:pt x="0" y="40640"/>
                  </a:moveTo>
                  <a:cubicBezTo>
                    <a:pt x="0" y="45720"/>
                    <a:pt x="5080" y="50800"/>
                    <a:pt x="10161" y="50800"/>
                  </a:cubicBezTo>
                  <a:cubicBezTo>
                    <a:pt x="15240" y="50800"/>
                    <a:pt x="20320" y="45720"/>
                    <a:pt x="20320" y="40640"/>
                  </a:cubicBezTo>
                  <a:cubicBezTo>
                    <a:pt x="20320" y="35560"/>
                    <a:pt x="22861" y="30480"/>
                    <a:pt x="25400" y="26670"/>
                  </a:cubicBezTo>
                  <a:cubicBezTo>
                    <a:pt x="27940" y="22860"/>
                    <a:pt x="31750" y="20320"/>
                    <a:pt x="35561" y="20320"/>
                  </a:cubicBezTo>
                  <a:cubicBezTo>
                    <a:pt x="40640" y="20320"/>
                    <a:pt x="45720" y="15240"/>
                    <a:pt x="45720" y="10160"/>
                  </a:cubicBezTo>
                  <a:cubicBezTo>
                    <a:pt x="45720" y="5080"/>
                    <a:pt x="40640" y="0"/>
                    <a:pt x="35561" y="0"/>
                  </a:cubicBezTo>
                  <a:cubicBezTo>
                    <a:pt x="24130" y="0"/>
                    <a:pt x="15240" y="6350"/>
                    <a:pt x="10161" y="13970"/>
                  </a:cubicBezTo>
                  <a:cubicBezTo>
                    <a:pt x="3811" y="20320"/>
                    <a:pt x="0" y="30480"/>
                    <a:pt x="0" y="406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3" name="Полилиния: фигура 40">
              <a:extLst>
                <a:ext uri="{FF2B5EF4-FFF2-40B4-BE49-F238E27FC236}">
                  <a16:creationId xmlns:a16="http://schemas.microsoft.com/office/drawing/2014/main" id="{508B0C7A-900D-B933-F1B4-3CBFF9D517D1}"/>
                </a:ext>
              </a:extLst>
            </p:cNvPr>
            <p:cNvSpPr/>
            <p:nvPr/>
          </p:nvSpPr>
          <p:spPr>
            <a:xfrm>
              <a:off x="10757476" y="1185192"/>
              <a:ext cx="229987" cy="194145"/>
            </a:xfrm>
            <a:custGeom>
              <a:avLst/>
              <a:gdLst>
                <a:gd name="connsiteX0" fmla="*/ 48954 w 229987"/>
                <a:gd name="connsiteY0" fmla="*/ 3527 h 194145"/>
                <a:gd name="connsiteX1" fmla="*/ 114993 w 229987"/>
                <a:gd name="connsiteY1" fmla="*/ 8607 h 194145"/>
                <a:gd name="connsiteX2" fmla="*/ 181034 w 229987"/>
                <a:gd name="connsiteY2" fmla="*/ 3527 h 194145"/>
                <a:gd name="connsiteX3" fmla="*/ 226754 w 229987"/>
                <a:gd name="connsiteY3" fmla="*/ 51787 h 194145"/>
                <a:gd name="connsiteX4" fmla="*/ 225484 w 229987"/>
                <a:gd name="connsiteY4" fmla="*/ 111477 h 194145"/>
                <a:gd name="connsiteX5" fmla="*/ 200084 w 229987"/>
                <a:gd name="connsiteY5" fmla="*/ 164817 h 194145"/>
                <a:gd name="connsiteX6" fmla="*/ 141664 w 229987"/>
                <a:gd name="connsiteY6" fmla="*/ 194027 h 194145"/>
                <a:gd name="connsiteX7" fmla="*/ 114993 w 229987"/>
                <a:gd name="connsiteY7" fmla="*/ 187677 h 194145"/>
                <a:gd name="connsiteX8" fmla="*/ 88324 w 229987"/>
                <a:gd name="connsiteY8" fmla="*/ 194027 h 194145"/>
                <a:gd name="connsiteX9" fmla="*/ 29904 w 229987"/>
                <a:gd name="connsiteY9" fmla="*/ 164817 h 194145"/>
                <a:gd name="connsiteX10" fmla="*/ 4504 w 229987"/>
                <a:gd name="connsiteY10" fmla="*/ 111477 h 194145"/>
                <a:gd name="connsiteX11" fmla="*/ 3234 w 229987"/>
                <a:gd name="connsiteY11" fmla="*/ 51787 h 194145"/>
                <a:gd name="connsiteX12" fmla="*/ 48954 w 229987"/>
                <a:gd name="connsiteY12" fmla="*/ 3527 h 194145"/>
                <a:gd name="connsiteX13" fmla="*/ 206434 w 229987"/>
                <a:gd name="connsiteY13" fmla="*/ 107667 h 194145"/>
                <a:gd name="connsiteX14" fmla="*/ 184843 w 229987"/>
                <a:gd name="connsiteY14" fmla="*/ 152117 h 194145"/>
                <a:gd name="connsiteX15" fmla="*/ 156904 w 229987"/>
                <a:gd name="connsiteY15" fmla="*/ 171167 h 194145"/>
                <a:gd name="connsiteX16" fmla="*/ 128964 w 229987"/>
                <a:gd name="connsiteY16" fmla="*/ 169897 h 194145"/>
                <a:gd name="connsiteX17" fmla="*/ 103564 w 229987"/>
                <a:gd name="connsiteY17" fmla="*/ 169897 h 194145"/>
                <a:gd name="connsiteX18" fmla="*/ 75624 w 229987"/>
                <a:gd name="connsiteY18" fmla="*/ 171167 h 194145"/>
                <a:gd name="connsiteX19" fmla="*/ 47684 w 229987"/>
                <a:gd name="connsiteY19" fmla="*/ 152117 h 194145"/>
                <a:gd name="connsiteX20" fmla="*/ 26093 w 229987"/>
                <a:gd name="connsiteY20" fmla="*/ 107667 h 194145"/>
                <a:gd name="connsiteX21" fmla="*/ 23554 w 229987"/>
                <a:gd name="connsiteY21" fmla="*/ 59407 h 194145"/>
                <a:gd name="connsiteX22" fmla="*/ 51493 w 229987"/>
                <a:gd name="connsiteY22" fmla="*/ 23847 h 194145"/>
                <a:gd name="connsiteX23" fmla="*/ 109914 w 229987"/>
                <a:gd name="connsiteY23" fmla="*/ 26387 h 194145"/>
                <a:gd name="connsiteX24" fmla="*/ 123884 w 229987"/>
                <a:gd name="connsiteY24" fmla="*/ 26387 h 194145"/>
                <a:gd name="connsiteX25" fmla="*/ 182304 w 229987"/>
                <a:gd name="connsiteY25" fmla="*/ 23847 h 194145"/>
                <a:gd name="connsiteX26" fmla="*/ 210243 w 229987"/>
                <a:gd name="connsiteY26" fmla="*/ 59407 h 194145"/>
                <a:gd name="connsiteX27" fmla="*/ 206434 w 229987"/>
                <a:gd name="connsiteY27" fmla="*/ 107667 h 1941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29987" h="194145">
                  <a:moveTo>
                    <a:pt x="48954" y="3527"/>
                  </a:moveTo>
                  <a:cubicBezTo>
                    <a:pt x="69274" y="-2823"/>
                    <a:pt x="92134" y="-283"/>
                    <a:pt x="114993" y="8607"/>
                  </a:cubicBezTo>
                  <a:cubicBezTo>
                    <a:pt x="139124" y="-283"/>
                    <a:pt x="161984" y="-2823"/>
                    <a:pt x="181034" y="3527"/>
                  </a:cubicBezTo>
                  <a:cubicBezTo>
                    <a:pt x="206434" y="11147"/>
                    <a:pt x="220404" y="30197"/>
                    <a:pt x="226754" y="51787"/>
                  </a:cubicBezTo>
                  <a:cubicBezTo>
                    <a:pt x="231834" y="70837"/>
                    <a:pt x="230564" y="92427"/>
                    <a:pt x="225484" y="111477"/>
                  </a:cubicBezTo>
                  <a:cubicBezTo>
                    <a:pt x="220404" y="130527"/>
                    <a:pt x="211514" y="149577"/>
                    <a:pt x="200084" y="164817"/>
                  </a:cubicBezTo>
                  <a:cubicBezTo>
                    <a:pt x="183574" y="186407"/>
                    <a:pt x="161984" y="194027"/>
                    <a:pt x="141664" y="194027"/>
                  </a:cubicBezTo>
                  <a:cubicBezTo>
                    <a:pt x="131504" y="194027"/>
                    <a:pt x="122614" y="191487"/>
                    <a:pt x="114993" y="187677"/>
                  </a:cubicBezTo>
                  <a:cubicBezTo>
                    <a:pt x="107374" y="191487"/>
                    <a:pt x="98484" y="192757"/>
                    <a:pt x="88324" y="194027"/>
                  </a:cubicBezTo>
                  <a:cubicBezTo>
                    <a:pt x="68004" y="195297"/>
                    <a:pt x="46414" y="186407"/>
                    <a:pt x="29904" y="164817"/>
                  </a:cubicBezTo>
                  <a:cubicBezTo>
                    <a:pt x="18474" y="149577"/>
                    <a:pt x="9584" y="130527"/>
                    <a:pt x="4504" y="111477"/>
                  </a:cubicBezTo>
                  <a:cubicBezTo>
                    <a:pt x="-576" y="92427"/>
                    <a:pt x="-1846" y="72107"/>
                    <a:pt x="3234" y="51787"/>
                  </a:cubicBezTo>
                  <a:cubicBezTo>
                    <a:pt x="9584" y="31467"/>
                    <a:pt x="23554" y="11147"/>
                    <a:pt x="48954" y="3527"/>
                  </a:cubicBezTo>
                  <a:close/>
                  <a:moveTo>
                    <a:pt x="206434" y="107667"/>
                  </a:moveTo>
                  <a:cubicBezTo>
                    <a:pt x="202624" y="124177"/>
                    <a:pt x="195004" y="139417"/>
                    <a:pt x="184843" y="152117"/>
                  </a:cubicBezTo>
                  <a:cubicBezTo>
                    <a:pt x="175954" y="163547"/>
                    <a:pt x="167064" y="168627"/>
                    <a:pt x="156904" y="171167"/>
                  </a:cubicBezTo>
                  <a:cubicBezTo>
                    <a:pt x="146743" y="173707"/>
                    <a:pt x="136584" y="172437"/>
                    <a:pt x="128964" y="169897"/>
                  </a:cubicBezTo>
                  <a:cubicBezTo>
                    <a:pt x="121343" y="167357"/>
                    <a:pt x="111184" y="167357"/>
                    <a:pt x="103564" y="169897"/>
                  </a:cubicBezTo>
                  <a:cubicBezTo>
                    <a:pt x="94674" y="172437"/>
                    <a:pt x="85784" y="173707"/>
                    <a:pt x="75624" y="171167"/>
                  </a:cubicBezTo>
                  <a:cubicBezTo>
                    <a:pt x="65464" y="168627"/>
                    <a:pt x="55304" y="162277"/>
                    <a:pt x="47684" y="152117"/>
                  </a:cubicBezTo>
                  <a:cubicBezTo>
                    <a:pt x="37524" y="139417"/>
                    <a:pt x="31174" y="124177"/>
                    <a:pt x="26093" y="107667"/>
                  </a:cubicBezTo>
                  <a:cubicBezTo>
                    <a:pt x="22284" y="91157"/>
                    <a:pt x="21014" y="74647"/>
                    <a:pt x="23554" y="59407"/>
                  </a:cubicBezTo>
                  <a:cubicBezTo>
                    <a:pt x="27364" y="44167"/>
                    <a:pt x="34984" y="31467"/>
                    <a:pt x="51493" y="23847"/>
                  </a:cubicBezTo>
                  <a:cubicBezTo>
                    <a:pt x="66734" y="17497"/>
                    <a:pt x="85784" y="18767"/>
                    <a:pt x="109914" y="26387"/>
                  </a:cubicBezTo>
                  <a:cubicBezTo>
                    <a:pt x="113724" y="27657"/>
                    <a:pt x="118804" y="27657"/>
                    <a:pt x="123884" y="26387"/>
                  </a:cubicBezTo>
                  <a:cubicBezTo>
                    <a:pt x="148014" y="17497"/>
                    <a:pt x="167064" y="16227"/>
                    <a:pt x="182304" y="23847"/>
                  </a:cubicBezTo>
                  <a:cubicBezTo>
                    <a:pt x="197543" y="30197"/>
                    <a:pt x="206434" y="44167"/>
                    <a:pt x="210243" y="59407"/>
                  </a:cubicBezTo>
                  <a:cubicBezTo>
                    <a:pt x="211514" y="74647"/>
                    <a:pt x="210243" y="92427"/>
                    <a:pt x="206434" y="107667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24" name="Рисунок 2">
            <a:extLst>
              <a:ext uri="{FF2B5EF4-FFF2-40B4-BE49-F238E27FC236}">
                <a16:creationId xmlns:a16="http://schemas.microsoft.com/office/drawing/2014/main" id="{26ADC481-2BAE-42D1-11C2-EFEA70C08A02}"/>
              </a:ext>
            </a:extLst>
          </p:cNvPr>
          <p:cNvGrpSpPr/>
          <p:nvPr/>
        </p:nvGrpSpPr>
        <p:grpSpPr>
          <a:xfrm>
            <a:off x="11182426" y="2181380"/>
            <a:ext cx="206395" cy="295909"/>
            <a:chOff x="11327447" y="1103630"/>
            <a:chExt cx="206395" cy="295909"/>
          </a:xfrm>
          <a:solidFill>
            <a:schemeClr val="tx1"/>
          </a:solidFill>
        </p:grpSpPr>
        <p:sp>
          <p:nvSpPr>
            <p:cNvPr id="25" name="Полилиния: фигура 55">
              <a:extLst>
                <a:ext uri="{FF2B5EF4-FFF2-40B4-BE49-F238E27FC236}">
                  <a16:creationId xmlns:a16="http://schemas.microsoft.com/office/drawing/2014/main" id="{739A3B05-1B78-E790-1577-5097CA9BAD95}"/>
                </a:ext>
              </a:extLst>
            </p:cNvPr>
            <p:cNvSpPr/>
            <p:nvPr/>
          </p:nvSpPr>
          <p:spPr>
            <a:xfrm>
              <a:off x="11335455" y="1103630"/>
              <a:ext cx="191628" cy="111759"/>
            </a:xfrm>
            <a:custGeom>
              <a:avLst/>
              <a:gdLst>
                <a:gd name="connsiteX0" fmla="*/ 95814 w 191628"/>
                <a:gd name="connsiteY0" fmla="*/ 0 h 111759"/>
                <a:gd name="connsiteX1" fmla="*/ 55175 w 191628"/>
                <a:gd name="connsiteY1" fmla="*/ 33020 h 111759"/>
                <a:gd name="connsiteX2" fmla="*/ 5645 w 191628"/>
                <a:gd name="connsiteY2" fmla="*/ 50800 h 111759"/>
                <a:gd name="connsiteX3" fmla="*/ 20885 w 191628"/>
                <a:gd name="connsiteY3" fmla="*/ 106680 h 111759"/>
                <a:gd name="connsiteX4" fmla="*/ 39935 w 191628"/>
                <a:gd name="connsiteY4" fmla="*/ 111760 h 111759"/>
                <a:gd name="connsiteX5" fmla="*/ 41204 w 191628"/>
                <a:gd name="connsiteY5" fmla="*/ 111760 h 111759"/>
                <a:gd name="connsiteX6" fmla="*/ 150425 w 191628"/>
                <a:gd name="connsiteY6" fmla="*/ 111760 h 111759"/>
                <a:gd name="connsiteX7" fmla="*/ 151695 w 191628"/>
                <a:gd name="connsiteY7" fmla="*/ 111760 h 111759"/>
                <a:gd name="connsiteX8" fmla="*/ 170745 w 191628"/>
                <a:gd name="connsiteY8" fmla="*/ 106680 h 111759"/>
                <a:gd name="connsiteX9" fmla="*/ 185985 w 191628"/>
                <a:gd name="connsiteY9" fmla="*/ 50800 h 111759"/>
                <a:gd name="connsiteX10" fmla="*/ 136454 w 191628"/>
                <a:gd name="connsiteY10" fmla="*/ 33020 h 111759"/>
                <a:gd name="connsiteX11" fmla="*/ 95814 w 191628"/>
                <a:gd name="connsiteY11" fmla="*/ 0 h 111759"/>
                <a:gd name="connsiteX12" fmla="*/ 95814 w 191628"/>
                <a:gd name="connsiteY12" fmla="*/ 19050 h 111759"/>
                <a:gd name="connsiteX13" fmla="*/ 75495 w 191628"/>
                <a:gd name="connsiteY13" fmla="*/ 39370 h 111759"/>
                <a:gd name="connsiteX14" fmla="*/ 78035 w 191628"/>
                <a:gd name="connsiteY14" fmla="*/ 49530 h 111759"/>
                <a:gd name="connsiteX15" fmla="*/ 78035 w 191628"/>
                <a:gd name="connsiteY15" fmla="*/ 49530 h 111759"/>
                <a:gd name="connsiteX16" fmla="*/ 95814 w 191628"/>
                <a:gd name="connsiteY16" fmla="*/ 81280 h 111759"/>
                <a:gd name="connsiteX17" fmla="*/ 114864 w 191628"/>
                <a:gd name="connsiteY17" fmla="*/ 49530 h 111759"/>
                <a:gd name="connsiteX18" fmla="*/ 114864 w 191628"/>
                <a:gd name="connsiteY18" fmla="*/ 49530 h 111759"/>
                <a:gd name="connsiteX19" fmla="*/ 114864 w 191628"/>
                <a:gd name="connsiteY19" fmla="*/ 48260 h 111759"/>
                <a:gd name="connsiteX20" fmla="*/ 114864 w 191628"/>
                <a:gd name="connsiteY20" fmla="*/ 48260 h 111759"/>
                <a:gd name="connsiteX21" fmla="*/ 116135 w 191628"/>
                <a:gd name="connsiteY21" fmla="*/ 40640 h 111759"/>
                <a:gd name="connsiteX22" fmla="*/ 95814 w 191628"/>
                <a:gd name="connsiteY22" fmla="*/ 19050 h 111759"/>
                <a:gd name="connsiteX23" fmla="*/ 150425 w 191628"/>
                <a:gd name="connsiteY23" fmla="*/ 92710 h 111759"/>
                <a:gd name="connsiteX24" fmla="*/ 150425 w 191628"/>
                <a:gd name="connsiteY24" fmla="*/ 92710 h 111759"/>
                <a:gd name="connsiteX25" fmla="*/ 160585 w 191628"/>
                <a:gd name="connsiteY25" fmla="*/ 90170 h 111759"/>
                <a:gd name="connsiteX26" fmla="*/ 168204 w 191628"/>
                <a:gd name="connsiteY26" fmla="*/ 62230 h 111759"/>
                <a:gd name="connsiteX27" fmla="*/ 138995 w 191628"/>
                <a:gd name="connsiteY27" fmla="*/ 54610 h 111759"/>
                <a:gd name="connsiteX28" fmla="*/ 132645 w 191628"/>
                <a:gd name="connsiteY28" fmla="*/ 59690 h 111759"/>
                <a:gd name="connsiteX29" fmla="*/ 132645 w 191628"/>
                <a:gd name="connsiteY29" fmla="*/ 59690 h 111759"/>
                <a:gd name="connsiteX30" fmla="*/ 132645 w 191628"/>
                <a:gd name="connsiteY30" fmla="*/ 59690 h 111759"/>
                <a:gd name="connsiteX31" fmla="*/ 132645 w 191628"/>
                <a:gd name="connsiteY31" fmla="*/ 59690 h 111759"/>
                <a:gd name="connsiteX32" fmla="*/ 132645 w 191628"/>
                <a:gd name="connsiteY32" fmla="*/ 59690 h 111759"/>
                <a:gd name="connsiteX33" fmla="*/ 132645 w 191628"/>
                <a:gd name="connsiteY33" fmla="*/ 59690 h 111759"/>
                <a:gd name="connsiteX34" fmla="*/ 114864 w 191628"/>
                <a:gd name="connsiteY34" fmla="*/ 91440 h 111759"/>
                <a:gd name="connsiteX35" fmla="*/ 150425 w 191628"/>
                <a:gd name="connsiteY35" fmla="*/ 91440 h 111759"/>
                <a:gd name="connsiteX36" fmla="*/ 78035 w 191628"/>
                <a:gd name="connsiteY36" fmla="*/ 92710 h 111759"/>
                <a:gd name="connsiteX37" fmla="*/ 60254 w 191628"/>
                <a:gd name="connsiteY37" fmla="*/ 60960 h 111759"/>
                <a:gd name="connsiteX38" fmla="*/ 60254 w 191628"/>
                <a:gd name="connsiteY38" fmla="*/ 60960 h 111759"/>
                <a:gd name="connsiteX39" fmla="*/ 52635 w 191628"/>
                <a:gd name="connsiteY39" fmla="*/ 53340 h 111759"/>
                <a:gd name="connsiteX40" fmla="*/ 23425 w 191628"/>
                <a:gd name="connsiteY40" fmla="*/ 60960 h 111759"/>
                <a:gd name="connsiteX41" fmla="*/ 31045 w 191628"/>
                <a:gd name="connsiteY41" fmla="*/ 88900 h 111759"/>
                <a:gd name="connsiteX42" fmla="*/ 41204 w 191628"/>
                <a:gd name="connsiteY42" fmla="*/ 91440 h 111759"/>
                <a:gd name="connsiteX43" fmla="*/ 41204 w 191628"/>
                <a:gd name="connsiteY43" fmla="*/ 91440 h 111759"/>
                <a:gd name="connsiteX44" fmla="*/ 41204 w 191628"/>
                <a:gd name="connsiteY44" fmla="*/ 91440 h 111759"/>
                <a:gd name="connsiteX45" fmla="*/ 78035 w 191628"/>
                <a:gd name="connsiteY45" fmla="*/ 91440 h 1117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191628" h="111759">
                  <a:moveTo>
                    <a:pt x="95814" y="0"/>
                  </a:moveTo>
                  <a:cubicBezTo>
                    <a:pt x="75495" y="0"/>
                    <a:pt x="58985" y="13970"/>
                    <a:pt x="55175" y="33020"/>
                  </a:cubicBezTo>
                  <a:cubicBezTo>
                    <a:pt x="37395" y="26670"/>
                    <a:pt x="15804" y="34290"/>
                    <a:pt x="5645" y="50800"/>
                  </a:cubicBezTo>
                  <a:cubicBezTo>
                    <a:pt x="-5786" y="71120"/>
                    <a:pt x="564" y="95250"/>
                    <a:pt x="20885" y="106680"/>
                  </a:cubicBezTo>
                  <a:cubicBezTo>
                    <a:pt x="27235" y="110490"/>
                    <a:pt x="33585" y="111760"/>
                    <a:pt x="39935" y="111760"/>
                  </a:cubicBezTo>
                  <a:cubicBezTo>
                    <a:pt x="39935" y="111760"/>
                    <a:pt x="41204" y="111760"/>
                    <a:pt x="41204" y="111760"/>
                  </a:cubicBezTo>
                  <a:lnTo>
                    <a:pt x="150425" y="111760"/>
                  </a:lnTo>
                  <a:cubicBezTo>
                    <a:pt x="150425" y="111760"/>
                    <a:pt x="151695" y="111760"/>
                    <a:pt x="151695" y="111760"/>
                  </a:cubicBezTo>
                  <a:cubicBezTo>
                    <a:pt x="158045" y="111760"/>
                    <a:pt x="164395" y="109220"/>
                    <a:pt x="170745" y="106680"/>
                  </a:cubicBezTo>
                  <a:cubicBezTo>
                    <a:pt x="191064" y="95250"/>
                    <a:pt x="197414" y="69850"/>
                    <a:pt x="185985" y="50800"/>
                  </a:cubicBezTo>
                  <a:cubicBezTo>
                    <a:pt x="175825" y="33020"/>
                    <a:pt x="155504" y="26670"/>
                    <a:pt x="136454" y="33020"/>
                  </a:cubicBezTo>
                  <a:cubicBezTo>
                    <a:pt x="132645" y="13970"/>
                    <a:pt x="116135" y="0"/>
                    <a:pt x="95814" y="0"/>
                  </a:cubicBezTo>
                  <a:close/>
                  <a:moveTo>
                    <a:pt x="95814" y="19050"/>
                  </a:moveTo>
                  <a:cubicBezTo>
                    <a:pt x="84385" y="19050"/>
                    <a:pt x="75495" y="27940"/>
                    <a:pt x="75495" y="39370"/>
                  </a:cubicBezTo>
                  <a:cubicBezTo>
                    <a:pt x="75495" y="43180"/>
                    <a:pt x="76764" y="45720"/>
                    <a:pt x="78035" y="49530"/>
                  </a:cubicBezTo>
                  <a:lnTo>
                    <a:pt x="78035" y="49530"/>
                  </a:lnTo>
                  <a:lnTo>
                    <a:pt x="95814" y="81280"/>
                  </a:lnTo>
                  <a:lnTo>
                    <a:pt x="114864" y="49530"/>
                  </a:lnTo>
                  <a:cubicBezTo>
                    <a:pt x="114864" y="49530"/>
                    <a:pt x="114864" y="49530"/>
                    <a:pt x="114864" y="49530"/>
                  </a:cubicBezTo>
                  <a:cubicBezTo>
                    <a:pt x="114864" y="49530"/>
                    <a:pt x="114864" y="49530"/>
                    <a:pt x="114864" y="48260"/>
                  </a:cubicBezTo>
                  <a:lnTo>
                    <a:pt x="114864" y="48260"/>
                  </a:lnTo>
                  <a:cubicBezTo>
                    <a:pt x="116135" y="45720"/>
                    <a:pt x="116135" y="43180"/>
                    <a:pt x="116135" y="40640"/>
                  </a:cubicBezTo>
                  <a:cubicBezTo>
                    <a:pt x="117404" y="29210"/>
                    <a:pt x="108514" y="19050"/>
                    <a:pt x="95814" y="19050"/>
                  </a:cubicBezTo>
                  <a:close/>
                  <a:moveTo>
                    <a:pt x="150425" y="92710"/>
                  </a:moveTo>
                  <a:cubicBezTo>
                    <a:pt x="150425" y="92710"/>
                    <a:pt x="150425" y="92710"/>
                    <a:pt x="150425" y="92710"/>
                  </a:cubicBezTo>
                  <a:cubicBezTo>
                    <a:pt x="154235" y="92710"/>
                    <a:pt x="158045" y="91440"/>
                    <a:pt x="160585" y="90170"/>
                  </a:cubicBezTo>
                  <a:cubicBezTo>
                    <a:pt x="170745" y="83820"/>
                    <a:pt x="174554" y="71120"/>
                    <a:pt x="168204" y="62230"/>
                  </a:cubicBezTo>
                  <a:cubicBezTo>
                    <a:pt x="161854" y="52070"/>
                    <a:pt x="149154" y="48260"/>
                    <a:pt x="138995" y="54610"/>
                  </a:cubicBezTo>
                  <a:cubicBezTo>
                    <a:pt x="136454" y="55880"/>
                    <a:pt x="133914" y="58420"/>
                    <a:pt x="132645" y="59690"/>
                  </a:cubicBezTo>
                  <a:lnTo>
                    <a:pt x="132645" y="59690"/>
                  </a:lnTo>
                  <a:lnTo>
                    <a:pt x="132645" y="59690"/>
                  </a:lnTo>
                  <a:lnTo>
                    <a:pt x="132645" y="59690"/>
                  </a:lnTo>
                  <a:cubicBezTo>
                    <a:pt x="132645" y="59690"/>
                    <a:pt x="132645" y="59690"/>
                    <a:pt x="132645" y="59690"/>
                  </a:cubicBezTo>
                  <a:lnTo>
                    <a:pt x="132645" y="59690"/>
                  </a:lnTo>
                  <a:lnTo>
                    <a:pt x="114864" y="91440"/>
                  </a:lnTo>
                  <a:lnTo>
                    <a:pt x="150425" y="91440"/>
                  </a:lnTo>
                  <a:close/>
                  <a:moveTo>
                    <a:pt x="78035" y="92710"/>
                  </a:moveTo>
                  <a:lnTo>
                    <a:pt x="60254" y="60960"/>
                  </a:lnTo>
                  <a:lnTo>
                    <a:pt x="60254" y="60960"/>
                  </a:lnTo>
                  <a:cubicBezTo>
                    <a:pt x="58985" y="58420"/>
                    <a:pt x="56445" y="55880"/>
                    <a:pt x="52635" y="53340"/>
                  </a:cubicBezTo>
                  <a:cubicBezTo>
                    <a:pt x="42475" y="46990"/>
                    <a:pt x="29775" y="50800"/>
                    <a:pt x="23425" y="60960"/>
                  </a:cubicBezTo>
                  <a:cubicBezTo>
                    <a:pt x="17075" y="71120"/>
                    <a:pt x="20885" y="83820"/>
                    <a:pt x="31045" y="88900"/>
                  </a:cubicBezTo>
                  <a:cubicBezTo>
                    <a:pt x="33585" y="90170"/>
                    <a:pt x="37395" y="91440"/>
                    <a:pt x="41204" y="91440"/>
                  </a:cubicBezTo>
                  <a:cubicBezTo>
                    <a:pt x="41204" y="91440"/>
                    <a:pt x="41204" y="91440"/>
                    <a:pt x="41204" y="91440"/>
                  </a:cubicBezTo>
                  <a:lnTo>
                    <a:pt x="41204" y="91440"/>
                  </a:lnTo>
                  <a:lnTo>
                    <a:pt x="78035" y="914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6" name="Полилиния: фигура 56">
              <a:extLst>
                <a:ext uri="{FF2B5EF4-FFF2-40B4-BE49-F238E27FC236}">
                  <a16:creationId xmlns:a16="http://schemas.microsoft.com/office/drawing/2014/main" id="{872F29D9-B8CB-B36D-F394-003EE1F1A1FD}"/>
                </a:ext>
              </a:extLst>
            </p:cNvPr>
            <p:cNvSpPr/>
            <p:nvPr/>
          </p:nvSpPr>
          <p:spPr>
            <a:xfrm>
              <a:off x="11471909" y="1267460"/>
              <a:ext cx="20320" cy="20319"/>
            </a:xfrm>
            <a:custGeom>
              <a:avLst/>
              <a:gdLst>
                <a:gd name="connsiteX0" fmla="*/ 10160 w 20320"/>
                <a:gd name="connsiteY0" fmla="*/ 20320 h 20319"/>
                <a:gd name="connsiteX1" fmla="*/ 20320 w 20320"/>
                <a:gd name="connsiteY1" fmla="*/ 10160 h 20319"/>
                <a:gd name="connsiteX2" fmla="*/ 10160 w 20320"/>
                <a:gd name="connsiteY2" fmla="*/ 0 h 20319"/>
                <a:gd name="connsiteX3" fmla="*/ 0 w 20320"/>
                <a:gd name="connsiteY3" fmla="*/ 10160 h 20319"/>
                <a:gd name="connsiteX4" fmla="*/ 10160 w 203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0" y="20320"/>
                  </a:move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7" name="Полилиния: фигура 57">
              <a:extLst>
                <a:ext uri="{FF2B5EF4-FFF2-40B4-BE49-F238E27FC236}">
                  <a16:creationId xmlns:a16="http://schemas.microsoft.com/office/drawing/2014/main" id="{4F30F33A-FA05-9D81-DC8A-24D9F15C7EB1}"/>
                </a:ext>
              </a:extLst>
            </p:cNvPr>
            <p:cNvSpPr/>
            <p:nvPr/>
          </p:nvSpPr>
          <p:spPr>
            <a:xfrm>
              <a:off x="11451590" y="1297939"/>
              <a:ext cx="20319" cy="20320"/>
            </a:xfrm>
            <a:custGeom>
              <a:avLst/>
              <a:gdLst>
                <a:gd name="connsiteX0" fmla="*/ 20320 w 20319"/>
                <a:gd name="connsiteY0" fmla="*/ 10160 h 20320"/>
                <a:gd name="connsiteX1" fmla="*/ 10160 w 20319"/>
                <a:gd name="connsiteY1" fmla="*/ 20320 h 20320"/>
                <a:gd name="connsiteX2" fmla="*/ 0 w 20319"/>
                <a:gd name="connsiteY2" fmla="*/ 10160 h 20320"/>
                <a:gd name="connsiteX3" fmla="*/ 10160 w 20319"/>
                <a:gd name="connsiteY3" fmla="*/ 0 h 20320"/>
                <a:gd name="connsiteX4" fmla="*/ 20320 w 20319"/>
                <a:gd name="connsiteY4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20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381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8" name="Полилиния: фигура 58">
              <a:extLst>
                <a:ext uri="{FF2B5EF4-FFF2-40B4-BE49-F238E27FC236}">
                  <a16:creationId xmlns:a16="http://schemas.microsoft.com/office/drawing/2014/main" id="{3174333C-BCC3-6D9D-D1A9-E9EEDBAE99E4}"/>
                </a:ext>
              </a:extLst>
            </p:cNvPr>
            <p:cNvSpPr/>
            <p:nvPr/>
          </p:nvSpPr>
          <p:spPr>
            <a:xfrm>
              <a:off x="11431269" y="1267460"/>
              <a:ext cx="20320" cy="20319"/>
            </a:xfrm>
            <a:custGeom>
              <a:avLst/>
              <a:gdLst>
                <a:gd name="connsiteX0" fmla="*/ 10161 w 20320"/>
                <a:gd name="connsiteY0" fmla="*/ 20320 h 20319"/>
                <a:gd name="connsiteX1" fmla="*/ 20320 w 20320"/>
                <a:gd name="connsiteY1" fmla="*/ 10160 h 20319"/>
                <a:gd name="connsiteX2" fmla="*/ 10161 w 20320"/>
                <a:gd name="connsiteY2" fmla="*/ 0 h 20319"/>
                <a:gd name="connsiteX3" fmla="*/ 0 w 20320"/>
                <a:gd name="connsiteY3" fmla="*/ 10160 h 20319"/>
                <a:gd name="connsiteX4" fmla="*/ 10161 w 203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10161" y="20320"/>
                  </a:move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5240" y="0"/>
                    <a:pt x="10161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29" name="Полилиния: фигура 59">
              <a:extLst>
                <a:ext uri="{FF2B5EF4-FFF2-40B4-BE49-F238E27FC236}">
                  <a16:creationId xmlns:a16="http://schemas.microsoft.com/office/drawing/2014/main" id="{445FDC49-83E5-7783-85F8-B92DB674C394}"/>
                </a:ext>
              </a:extLst>
            </p:cNvPr>
            <p:cNvSpPr/>
            <p:nvPr/>
          </p:nvSpPr>
          <p:spPr>
            <a:xfrm>
              <a:off x="11327447" y="1227454"/>
              <a:ext cx="206395" cy="172084"/>
            </a:xfrm>
            <a:custGeom>
              <a:avLst/>
              <a:gdLst>
                <a:gd name="connsiteX0" fmla="*/ 205422 w 206395"/>
                <a:gd name="connsiteY0" fmla="*/ 51435 h 172084"/>
                <a:gd name="connsiteX1" fmla="*/ 169862 w 206395"/>
                <a:gd name="connsiteY1" fmla="*/ 5715 h 172084"/>
                <a:gd name="connsiteX2" fmla="*/ 108903 w 206395"/>
                <a:gd name="connsiteY2" fmla="*/ 5715 h 172084"/>
                <a:gd name="connsiteX3" fmla="*/ 97472 w 206395"/>
                <a:gd name="connsiteY3" fmla="*/ 5715 h 172084"/>
                <a:gd name="connsiteX4" fmla="*/ 36512 w 206395"/>
                <a:gd name="connsiteY4" fmla="*/ 5715 h 172084"/>
                <a:gd name="connsiteX5" fmla="*/ 953 w 206395"/>
                <a:gd name="connsiteY5" fmla="*/ 51435 h 172084"/>
                <a:gd name="connsiteX6" fmla="*/ 8572 w 206395"/>
                <a:gd name="connsiteY6" fmla="*/ 92075 h 172084"/>
                <a:gd name="connsiteX7" fmla="*/ 35243 w 206395"/>
                <a:gd name="connsiteY7" fmla="*/ 117475 h 172084"/>
                <a:gd name="connsiteX8" fmla="*/ 47943 w 206395"/>
                <a:gd name="connsiteY8" fmla="*/ 126365 h 172084"/>
                <a:gd name="connsiteX9" fmla="*/ 47943 w 206395"/>
                <a:gd name="connsiteY9" fmla="*/ 126365 h 172084"/>
                <a:gd name="connsiteX10" fmla="*/ 47943 w 206395"/>
                <a:gd name="connsiteY10" fmla="*/ 126365 h 172084"/>
                <a:gd name="connsiteX11" fmla="*/ 65722 w 206395"/>
                <a:gd name="connsiteY11" fmla="*/ 139065 h 172084"/>
                <a:gd name="connsiteX12" fmla="*/ 88583 w 206395"/>
                <a:gd name="connsiteY12" fmla="*/ 164465 h 172084"/>
                <a:gd name="connsiteX13" fmla="*/ 103822 w 206395"/>
                <a:gd name="connsiteY13" fmla="*/ 172085 h 172084"/>
                <a:gd name="connsiteX14" fmla="*/ 119062 w 206395"/>
                <a:gd name="connsiteY14" fmla="*/ 164465 h 172084"/>
                <a:gd name="connsiteX15" fmla="*/ 141922 w 206395"/>
                <a:gd name="connsiteY15" fmla="*/ 139065 h 172084"/>
                <a:gd name="connsiteX16" fmla="*/ 157162 w 206395"/>
                <a:gd name="connsiteY16" fmla="*/ 128905 h 172084"/>
                <a:gd name="connsiteX17" fmla="*/ 159703 w 206395"/>
                <a:gd name="connsiteY17" fmla="*/ 126365 h 172084"/>
                <a:gd name="connsiteX18" fmla="*/ 172403 w 206395"/>
                <a:gd name="connsiteY18" fmla="*/ 117475 h 172084"/>
                <a:gd name="connsiteX19" fmla="*/ 199072 w 206395"/>
                <a:gd name="connsiteY19" fmla="*/ 92075 h 172084"/>
                <a:gd name="connsiteX20" fmla="*/ 205422 w 206395"/>
                <a:gd name="connsiteY20" fmla="*/ 51435 h 172084"/>
                <a:gd name="connsiteX21" fmla="*/ 116522 w 206395"/>
                <a:gd name="connsiteY21" fmla="*/ 24765 h 172084"/>
                <a:gd name="connsiteX22" fmla="*/ 162243 w 206395"/>
                <a:gd name="connsiteY22" fmla="*/ 24765 h 172084"/>
                <a:gd name="connsiteX23" fmla="*/ 185103 w 206395"/>
                <a:gd name="connsiteY23" fmla="*/ 55245 h 172084"/>
                <a:gd name="connsiteX24" fmla="*/ 181293 w 206395"/>
                <a:gd name="connsiteY24" fmla="*/ 81915 h 172084"/>
                <a:gd name="connsiteX25" fmla="*/ 160972 w 206395"/>
                <a:gd name="connsiteY25" fmla="*/ 102235 h 172084"/>
                <a:gd name="connsiteX26" fmla="*/ 155893 w 206395"/>
                <a:gd name="connsiteY26" fmla="*/ 106045 h 172084"/>
                <a:gd name="connsiteX27" fmla="*/ 149543 w 206395"/>
                <a:gd name="connsiteY27" fmla="*/ 109855 h 172084"/>
                <a:gd name="connsiteX28" fmla="*/ 145733 w 206395"/>
                <a:gd name="connsiteY28" fmla="*/ 112395 h 172084"/>
                <a:gd name="connsiteX29" fmla="*/ 130493 w 206395"/>
                <a:gd name="connsiteY29" fmla="*/ 123825 h 172084"/>
                <a:gd name="connsiteX30" fmla="*/ 105093 w 206395"/>
                <a:gd name="connsiteY30" fmla="*/ 150495 h 172084"/>
                <a:gd name="connsiteX31" fmla="*/ 79693 w 206395"/>
                <a:gd name="connsiteY31" fmla="*/ 123825 h 172084"/>
                <a:gd name="connsiteX32" fmla="*/ 60643 w 206395"/>
                <a:gd name="connsiteY32" fmla="*/ 109855 h 172084"/>
                <a:gd name="connsiteX33" fmla="*/ 49212 w 206395"/>
                <a:gd name="connsiteY33" fmla="*/ 102235 h 172084"/>
                <a:gd name="connsiteX34" fmla="*/ 28893 w 206395"/>
                <a:gd name="connsiteY34" fmla="*/ 81915 h 172084"/>
                <a:gd name="connsiteX35" fmla="*/ 25083 w 206395"/>
                <a:gd name="connsiteY35" fmla="*/ 55245 h 172084"/>
                <a:gd name="connsiteX36" fmla="*/ 47943 w 206395"/>
                <a:gd name="connsiteY36" fmla="*/ 24765 h 172084"/>
                <a:gd name="connsiteX37" fmla="*/ 93662 w 206395"/>
                <a:gd name="connsiteY37" fmla="*/ 24765 h 172084"/>
                <a:gd name="connsiteX38" fmla="*/ 116522 w 206395"/>
                <a:gd name="connsiteY38" fmla="*/ 24765 h 1720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06395" h="172084">
                  <a:moveTo>
                    <a:pt x="205422" y="51435"/>
                  </a:moveTo>
                  <a:cubicBezTo>
                    <a:pt x="201612" y="29845"/>
                    <a:pt x="188912" y="13335"/>
                    <a:pt x="169862" y="5715"/>
                  </a:cubicBezTo>
                  <a:cubicBezTo>
                    <a:pt x="152083" y="-1905"/>
                    <a:pt x="130493" y="-1905"/>
                    <a:pt x="108903" y="5715"/>
                  </a:cubicBezTo>
                  <a:cubicBezTo>
                    <a:pt x="105093" y="6985"/>
                    <a:pt x="101283" y="6985"/>
                    <a:pt x="97472" y="5715"/>
                  </a:cubicBezTo>
                  <a:cubicBezTo>
                    <a:pt x="77153" y="-1905"/>
                    <a:pt x="54293" y="-1905"/>
                    <a:pt x="36512" y="5715"/>
                  </a:cubicBezTo>
                  <a:cubicBezTo>
                    <a:pt x="18733" y="13335"/>
                    <a:pt x="4762" y="29845"/>
                    <a:pt x="953" y="51435"/>
                  </a:cubicBezTo>
                  <a:cubicBezTo>
                    <a:pt x="-1588" y="67945"/>
                    <a:pt x="953" y="80645"/>
                    <a:pt x="8572" y="92075"/>
                  </a:cubicBezTo>
                  <a:cubicBezTo>
                    <a:pt x="14922" y="102235"/>
                    <a:pt x="25083" y="111125"/>
                    <a:pt x="35243" y="117475"/>
                  </a:cubicBezTo>
                  <a:cubicBezTo>
                    <a:pt x="39053" y="120015"/>
                    <a:pt x="44133" y="123825"/>
                    <a:pt x="47943" y="126365"/>
                  </a:cubicBezTo>
                  <a:lnTo>
                    <a:pt x="47943" y="126365"/>
                  </a:lnTo>
                  <a:lnTo>
                    <a:pt x="47943" y="126365"/>
                  </a:lnTo>
                  <a:cubicBezTo>
                    <a:pt x="54293" y="130175"/>
                    <a:pt x="59372" y="133985"/>
                    <a:pt x="65722" y="139065"/>
                  </a:cubicBezTo>
                  <a:cubicBezTo>
                    <a:pt x="74612" y="146685"/>
                    <a:pt x="83503" y="154305"/>
                    <a:pt x="88583" y="164465"/>
                  </a:cubicBezTo>
                  <a:cubicBezTo>
                    <a:pt x="92393" y="170815"/>
                    <a:pt x="98743" y="172085"/>
                    <a:pt x="103822" y="172085"/>
                  </a:cubicBezTo>
                  <a:cubicBezTo>
                    <a:pt x="108903" y="172085"/>
                    <a:pt x="115253" y="169545"/>
                    <a:pt x="119062" y="164465"/>
                  </a:cubicBezTo>
                  <a:cubicBezTo>
                    <a:pt x="125412" y="154305"/>
                    <a:pt x="133033" y="146685"/>
                    <a:pt x="141922" y="139065"/>
                  </a:cubicBezTo>
                  <a:cubicBezTo>
                    <a:pt x="147003" y="135255"/>
                    <a:pt x="152083" y="131445"/>
                    <a:pt x="157162" y="128905"/>
                  </a:cubicBezTo>
                  <a:lnTo>
                    <a:pt x="159703" y="126365"/>
                  </a:lnTo>
                  <a:cubicBezTo>
                    <a:pt x="163512" y="123825"/>
                    <a:pt x="167322" y="121285"/>
                    <a:pt x="172403" y="117475"/>
                  </a:cubicBezTo>
                  <a:cubicBezTo>
                    <a:pt x="182562" y="111125"/>
                    <a:pt x="191453" y="102235"/>
                    <a:pt x="199072" y="92075"/>
                  </a:cubicBezTo>
                  <a:cubicBezTo>
                    <a:pt x="205422" y="80645"/>
                    <a:pt x="207962" y="67945"/>
                    <a:pt x="205422" y="51435"/>
                  </a:cubicBezTo>
                  <a:close/>
                  <a:moveTo>
                    <a:pt x="116522" y="24765"/>
                  </a:moveTo>
                  <a:cubicBezTo>
                    <a:pt x="133033" y="18415"/>
                    <a:pt x="149543" y="18415"/>
                    <a:pt x="162243" y="24765"/>
                  </a:cubicBezTo>
                  <a:cubicBezTo>
                    <a:pt x="173672" y="29845"/>
                    <a:pt x="182562" y="40005"/>
                    <a:pt x="185103" y="55245"/>
                  </a:cubicBezTo>
                  <a:cubicBezTo>
                    <a:pt x="187643" y="66675"/>
                    <a:pt x="185103" y="75565"/>
                    <a:pt x="181293" y="81915"/>
                  </a:cubicBezTo>
                  <a:cubicBezTo>
                    <a:pt x="177483" y="89535"/>
                    <a:pt x="169862" y="94615"/>
                    <a:pt x="160972" y="102235"/>
                  </a:cubicBezTo>
                  <a:cubicBezTo>
                    <a:pt x="159703" y="103505"/>
                    <a:pt x="157162" y="104775"/>
                    <a:pt x="155893" y="106045"/>
                  </a:cubicBezTo>
                  <a:cubicBezTo>
                    <a:pt x="153353" y="107315"/>
                    <a:pt x="152083" y="108585"/>
                    <a:pt x="149543" y="109855"/>
                  </a:cubicBezTo>
                  <a:lnTo>
                    <a:pt x="145733" y="112395"/>
                  </a:lnTo>
                  <a:cubicBezTo>
                    <a:pt x="140653" y="116205"/>
                    <a:pt x="135572" y="120015"/>
                    <a:pt x="130493" y="123825"/>
                  </a:cubicBezTo>
                  <a:cubicBezTo>
                    <a:pt x="121603" y="131445"/>
                    <a:pt x="111443" y="139065"/>
                    <a:pt x="105093" y="150495"/>
                  </a:cubicBezTo>
                  <a:cubicBezTo>
                    <a:pt x="97472" y="139065"/>
                    <a:pt x="88583" y="131445"/>
                    <a:pt x="79693" y="123825"/>
                  </a:cubicBezTo>
                  <a:cubicBezTo>
                    <a:pt x="73343" y="118745"/>
                    <a:pt x="66993" y="114935"/>
                    <a:pt x="60643" y="109855"/>
                  </a:cubicBezTo>
                  <a:cubicBezTo>
                    <a:pt x="56833" y="107315"/>
                    <a:pt x="53022" y="104775"/>
                    <a:pt x="49212" y="102235"/>
                  </a:cubicBezTo>
                  <a:cubicBezTo>
                    <a:pt x="40322" y="95885"/>
                    <a:pt x="32703" y="89535"/>
                    <a:pt x="28893" y="81915"/>
                  </a:cubicBezTo>
                  <a:cubicBezTo>
                    <a:pt x="25083" y="75565"/>
                    <a:pt x="22543" y="66675"/>
                    <a:pt x="25083" y="55245"/>
                  </a:cubicBezTo>
                  <a:cubicBezTo>
                    <a:pt x="27622" y="40005"/>
                    <a:pt x="36512" y="29845"/>
                    <a:pt x="47943" y="24765"/>
                  </a:cubicBezTo>
                  <a:cubicBezTo>
                    <a:pt x="60643" y="19685"/>
                    <a:pt x="75883" y="18415"/>
                    <a:pt x="93662" y="24765"/>
                  </a:cubicBezTo>
                  <a:cubicBezTo>
                    <a:pt x="100012" y="27305"/>
                    <a:pt x="108903" y="27305"/>
                    <a:pt x="116522" y="2476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30" name="Рисунок 2">
            <a:extLst>
              <a:ext uri="{FF2B5EF4-FFF2-40B4-BE49-F238E27FC236}">
                <a16:creationId xmlns:a16="http://schemas.microsoft.com/office/drawing/2014/main" id="{FFDF339B-B016-F20C-6B73-11B32AF14DCC}"/>
              </a:ext>
            </a:extLst>
          </p:cNvPr>
          <p:cNvGrpSpPr/>
          <p:nvPr/>
        </p:nvGrpSpPr>
        <p:grpSpPr>
          <a:xfrm>
            <a:off x="9498088" y="2191539"/>
            <a:ext cx="223520" cy="264160"/>
            <a:chOff x="9643109" y="1113789"/>
            <a:chExt cx="223520" cy="264160"/>
          </a:xfrm>
          <a:solidFill>
            <a:schemeClr val="tx1"/>
          </a:solidFill>
        </p:grpSpPr>
        <p:sp>
          <p:nvSpPr>
            <p:cNvPr id="31" name="Полилиния: фигура 69">
              <a:extLst>
                <a:ext uri="{FF2B5EF4-FFF2-40B4-BE49-F238E27FC236}">
                  <a16:creationId xmlns:a16="http://schemas.microsoft.com/office/drawing/2014/main" id="{1146D1C1-F647-645E-D3ED-20EBD9CF5B78}"/>
                </a:ext>
              </a:extLst>
            </p:cNvPr>
            <p:cNvSpPr/>
            <p:nvPr/>
          </p:nvSpPr>
          <p:spPr>
            <a:xfrm>
              <a:off x="9744709" y="1216660"/>
              <a:ext cx="20320" cy="121919"/>
            </a:xfrm>
            <a:custGeom>
              <a:avLst/>
              <a:gdLst>
                <a:gd name="connsiteX0" fmla="*/ 0 w 20320"/>
                <a:gd name="connsiteY0" fmla="*/ 111760 h 121919"/>
                <a:gd name="connsiteX1" fmla="*/ 10160 w 20320"/>
                <a:gd name="connsiteY1" fmla="*/ 121920 h 121919"/>
                <a:gd name="connsiteX2" fmla="*/ 20320 w 20320"/>
                <a:gd name="connsiteY2" fmla="*/ 111760 h 121919"/>
                <a:gd name="connsiteX3" fmla="*/ 20320 w 20320"/>
                <a:gd name="connsiteY3" fmla="*/ 10160 h 121919"/>
                <a:gd name="connsiteX4" fmla="*/ 10160 w 20320"/>
                <a:gd name="connsiteY4" fmla="*/ 0 h 121919"/>
                <a:gd name="connsiteX5" fmla="*/ 0 w 20320"/>
                <a:gd name="connsiteY5" fmla="*/ 10160 h 121919"/>
                <a:gd name="connsiteX6" fmla="*/ 0 w 20320"/>
                <a:gd name="connsiteY6" fmla="*/ 111760 h 1219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" h="121919">
                  <a:moveTo>
                    <a:pt x="0" y="111760"/>
                  </a:moveTo>
                  <a:cubicBezTo>
                    <a:pt x="0" y="116840"/>
                    <a:pt x="5080" y="121920"/>
                    <a:pt x="10160" y="121920"/>
                  </a:cubicBezTo>
                  <a:cubicBezTo>
                    <a:pt x="15240" y="121920"/>
                    <a:pt x="20320" y="116840"/>
                    <a:pt x="20320" y="111760"/>
                  </a:cubicBezTo>
                  <a:lnTo>
                    <a:pt x="20320" y="10160"/>
                  </a:ln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lnTo>
                    <a:pt x="0" y="1117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2" name="Полилиния: фигура 70">
              <a:extLst>
                <a:ext uri="{FF2B5EF4-FFF2-40B4-BE49-F238E27FC236}">
                  <a16:creationId xmlns:a16="http://schemas.microsoft.com/office/drawing/2014/main" id="{9705138B-C5D1-EBE4-368A-8B20FA327FF1}"/>
                </a:ext>
              </a:extLst>
            </p:cNvPr>
            <p:cNvSpPr/>
            <p:nvPr/>
          </p:nvSpPr>
          <p:spPr>
            <a:xfrm>
              <a:off x="9693909" y="1215389"/>
              <a:ext cx="20320" cy="121920"/>
            </a:xfrm>
            <a:custGeom>
              <a:avLst/>
              <a:gdLst>
                <a:gd name="connsiteX0" fmla="*/ 10160 w 20320"/>
                <a:gd name="connsiteY0" fmla="*/ 121920 h 121920"/>
                <a:gd name="connsiteX1" fmla="*/ 0 w 20320"/>
                <a:gd name="connsiteY1" fmla="*/ 111760 h 121920"/>
                <a:gd name="connsiteX2" fmla="*/ 0 w 20320"/>
                <a:gd name="connsiteY2" fmla="*/ 10160 h 121920"/>
                <a:gd name="connsiteX3" fmla="*/ 10160 w 20320"/>
                <a:gd name="connsiteY3" fmla="*/ 0 h 121920"/>
                <a:gd name="connsiteX4" fmla="*/ 20320 w 20320"/>
                <a:gd name="connsiteY4" fmla="*/ 10160 h 121920"/>
                <a:gd name="connsiteX5" fmla="*/ 20320 w 20320"/>
                <a:gd name="connsiteY5" fmla="*/ 111760 h 121920"/>
                <a:gd name="connsiteX6" fmla="*/ 10160 w 20320"/>
                <a:gd name="connsiteY6" fmla="*/ 12192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" h="121920">
                  <a:moveTo>
                    <a:pt x="10160" y="121920"/>
                  </a:moveTo>
                  <a:cubicBezTo>
                    <a:pt x="5080" y="121920"/>
                    <a:pt x="0" y="116840"/>
                    <a:pt x="0" y="111760"/>
                  </a:cubicBezTo>
                  <a:lnTo>
                    <a:pt x="0" y="10160"/>
                  </a:ln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lnTo>
                    <a:pt x="20320" y="111760"/>
                  </a:lnTo>
                  <a:cubicBezTo>
                    <a:pt x="20320" y="118110"/>
                    <a:pt x="15240" y="121920"/>
                    <a:pt x="10160" y="1219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3" name="Полилиния: фигура 71">
              <a:extLst>
                <a:ext uri="{FF2B5EF4-FFF2-40B4-BE49-F238E27FC236}">
                  <a16:creationId xmlns:a16="http://schemas.microsoft.com/office/drawing/2014/main" id="{101B5059-4D9E-B77B-B8E5-D2393810145B}"/>
                </a:ext>
              </a:extLst>
            </p:cNvPr>
            <p:cNvSpPr/>
            <p:nvPr/>
          </p:nvSpPr>
          <p:spPr>
            <a:xfrm>
              <a:off x="9643109" y="1113789"/>
              <a:ext cx="223520" cy="264160"/>
            </a:xfrm>
            <a:custGeom>
              <a:avLst/>
              <a:gdLst>
                <a:gd name="connsiteX0" fmla="*/ 0 w 223520"/>
                <a:gd name="connsiteY0" fmla="*/ 223520 h 264160"/>
                <a:gd name="connsiteX1" fmla="*/ 40640 w 223520"/>
                <a:gd name="connsiteY1" fmla="*/ 264160 h 264160"/>
                <a:gd name="connsiteX2" fmla="*/ 132080 w 223520"/>
                <a:gd name="connsiteY2" fmla="*/ 264160 h 264160"/>
                <a:gd name="connsiteX3" fmla="*/ 172720 w 223520"/>
                <a:gd name="connsiteY3" fmla="*/ 223520 h 264160"/>
                <a:gd name="connsiteX4" fmla="*/ 172720 w 223520"/>
                <a:gd name="connsiteY4" fmla="*/ 212090 h 264160"/>
                <a:gd name="connsiteX5" fmla="*/ 223520 w 223520"/>
                <a:gd name="connsiteY5" fmla="*/ 152400 h 264160"/>
                <a:gd name="connsiteX6" fmla="*/ 223520 w 223520"/>
                <a:gd name="connsiteY6" fmla="*/ 121920 h 264160"/>
                <a:gd name="connsiteX7" fmla="*/ 193040 w 223520"/>
                <a:gd name="connsiteY7" fmla="*/ 91440 h 264160"/>
                <a:gd name="connsiteX8" fmla="*/ 172720 w 223520"/>
                <a:gd name="connsiteY8" fmla="*/ 91440 h 264160"/>
                <a:gd name="connsiteX9" fmla="*/ 172720 w 223520"/>
                <a:gd name="connsiteY9" fmla="*/ 68580 h 264160"/>
                <a:gd name="connsiteX10" fmla="*/ 172720 w 223520"/>
                <a:gd name="connsiteY10" fmla="*/ 67310 h 264160"/>
                <a:gd name="connsiteX11" fmla="*/ 172720 w 223520"/>
                <a:gd name="connsiteY11" fmla="*/ 55880 h 264160"/>
                <a:gd name="connsiteX12" fmla="*/ 132080 w 223520"/>
                <a:gd name="connsiteY12" fmla="*/ 19050 h 264160"/>
                <a:gd name="connsiteX13" fmla="*/ 127000 w 223520"/>
                <a:gd name="connsiteY13" fmla="*/ 19050 h 264160"/>
                <a:gd name="connsiteX14" fmla="*/ 86360 w 223520"/>
                <a:gd name="connsiteY14" fmla="*/ 0 h 264160"/>
                <a:gd name="connsiteX15" fmla="*/ 45720 w 223520"/>
                <a:gd name="connsiteY15" fmla="*/ 19050 h 264160"/>
                <a:gd name="connsiteX16" fmla="*/ 40640 w 223520"/>
                <a:gd name="connsiteY16" fmla="*/ 19050 h 264160"/>
                <a:gd name="connsiteX17" fmla="*/ 0 w 223520"/>
                <a:gd name="connsiteY17" fmla="*/ 55880 h 264160"/>
                <a:gd name="connsiteX18" fmla="*/ 0 w 223520"/>
                <a:gd name="connsiteY18" fmla="*/ 67310 h 264160"/>
                <a:gd name="connsiteX19" fmla="*/ 0 w 223520"/>
                <a:gd name="connsiteY19" fmla="*/ 68580 h 264160"/>
                <a:gd name="connsiteX20" fmla="*/ 0 w 223520"/>
                <a:gd name="connsiteY20" fmla="*/ 223520 h 264160"/>
                <a:gd name="connsiteX21" fmla="*/ 86360 w 223520"/>
                <a:gd name="connsiteY21" fmla="*/ 22860 h 264160"/>
                <a:gd name="connsiteX22" fmla="*/ 59690 w 223520"/>
                <a:gd name="connsiteY22" fmla="*/ 36830 h 264160"/>
                <a:gd name="connsiteX23" fmla="*/ 48260 w 223520"/>
                <a:gd name="connsiteY23" fmla="*/ 41910 h 264160"/>
                <a:gd name="connsiteX24" fmla="*/ 41910 w 223520"/>
                <a:gd name="connsiteY24" fmla="*/ 40640 h 264160"/>
                <a:gd name="connsiteX25" fmla="*/ 21590 w 223520"/>
                <a:gd name="connsiteY25" fmla="*/ 57150 h 264160"/>
                <a:gd name="connsiteX26" fmla="*/ 21590 w 223520"/>
                <a:gd name="connsiteY26" fmla="*/ 60960 h 264160"/>
                <a:gd name="connsiteX27" fmla="*/ 33020 w 223520"/>
                <a:gd name="connsiteY27" fmla="*/ 60960 h 264160"/>
                <a:gd name="connsiteX28" fmla="*/ 43180 w 223520"/>
                <a:gd name="connsiteY28" fmla="*/ 71120 h 264160"/>
                <a:gd name="connsiteX29" fmla="*/ 33020 w 223520"/>
                <a:gd name="connsiteY29" fmla="*/ 81280 h 264160"/>
                <a:gd name="connsiteX30" fmla="*/ 21590 w 223520"/>
                <a:gd name="connsiteY30" fmla="*/ 81280 h 264160"/>
                <a:gd name="connsiteX31" fmla="*/ 21590 w 223520"/>
                <a:gd name="connsiteY31" fmla="*/ 223520 h 264160"/>
                <a:gd name="connsiteX32" fmla="*/ 41910 w 223520"/>
                <a:gd name="connsiteY32" fmla="*/ 243840 h 264160"/>
                <a:gd name="connsiteX33" fmla="*/ 133350 w 223520"/>
                <a:gd name="connsiteY33" fmla="*/ 243840 h 264160"/>
                <a:gd name="connsiteX34" fmla="*/ 153670 w 223520"/>
                <a:gd name="connsiteY34" fmla="*/ 223520 h 264160"/>
                <a:gd name="connsiteX35" fmla="*/ 153670 w 223520"/>
                <a:gd name="connsiteY35" fmla="*/ 82550 h 264160"/>
                <a:gd name="connsiteX36" fmla="*/ 71120 w 223520"/>
                <a:gd name="connsiteY36" fmla="*/ 82550 h 264160"/>
                <a:gd name="connsiteX37" fmla="*/ 60960 w 223520"/>
                <a:gd name="connsiteY37" fmla="*/ 72390 h 264160"/>
                <a:gd name="connsiteX38" fmla="*/ 71120 w 223520"/>
                <a:gd name="connsiteY38" fmla="*/ 62230 h 264160"/>
                <a:gd name="connsiteX39" fmla="*/ 153670 w 223520"/>
                <a:gd name="connsiteY39" fmla="*/ 62230 h 264160"/>
                <a:gd name="connsiteX40" fmla="*/ 153670 w 223520"/>
                <a:gd name="connsiteY40" fmla="*/ 58420 h 264160"/>
                <a:gd name="connsiteX41" fmla="*/ 133350 w 223520"/>
                <a:gd name="connsiteY41" fmla="*/ 41910 h 264160"/>
                <a:gd name="connsiteX42" fmla="*/ 125730 w 223520"/>
                <a:gd name="connsiteY42" fmla="*/ 43180 h 264160"/>
                <a:gd name="connsiteX43" fmla="*/ 114300 w 223520"/>
                <a:gd name="connsiteY43" fmla="*/ 38100 h 264160"/>
                <a:gd name="connsiteX44" fmla="*/ 86360 w 223520"/>
                <a:gd name="connsiteY44" fmla="*/ 22860 h 264160"/>
                <a:gd name="connsiteX45" fmla="*/ 172720 w 223520"/>
                <a:gd name="connsiteY45" fmla="*/ 193040 h 264160"/>
                <a:gd name="connsiteX46" fmla="*/ 172720 w 223520"/>
                <a:gd name="connsiteY46" fmla="*/ 113030 h 264160"/>
                <a:gd name="connsiteX47" fmla="*/ 193040 w 223520"/>
                <a:gd name="connsiteY47" fmla="*/ 113030 h 264160"/>
                <a:gd name="connsiteX48" fmla="*/ 203200 w 223520"/>
                <a:gd name="connsiteY48" fmla="*/ 123190 h 264160"/>
                <a:gd name="connsiteX49" fmla="*/ 203200 w 223520"/>
                <a:gd name="connsiteY49" fmla="*/ 153670 h 264160"/>
                <a:gd name="connsiteX50" fmla="*/ 172720 w 223520"/>
                <a:gd name="connsiteY50" fmla="*/ 193040 h 2641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</a:cxnLst>
              <a:rect l="l" t="t" r="r" b="b"/>
              <a:pathLst>
                <a:path w="223520" h="264160">
                  <a:moveTo>
                    <a:pt x="0" y="223520"/>
                  </a:moveTo>
                  <a:cubicBezTo>
                    <a:pt x="0" y="246380"/>
                    <a:pt x="17780" y="264160"/>
                    <a:pt x="40640" y="264160"/>
                  </a:cubicBezTo>
                  <a:lnTo>
                    <a:pt x="132080" y="264160"/>
                  </a:lnTo>
                  <a:cubicBezTo>
                    <a:pt x="154940" y="264160"/>
                    <a:pt x="172720" y="246380"/>
                    <a:pt x="172720" y="223520"/>
                  </a:cubicBezTo>
                  <a:lnTo>
                    <a:pt x="172720" y="212090"/>
                  </a:lnTo>
                  <a:cubicBezTo>
                    <a:pt x="201930" y="207010"/>
                    <a:pt x="223520" y="181610"/>
                    <a:pt x="223520" y="152400"/>
                  </a:cubicBezTo>
                  <a:lnTo>
                    <a:pt x="223520" y="121920"/>
                  </a:lnTo>
                  <a:cubicBezTo>
                    <a:pt x="223520" y="105410"/>
                    <a:pt x="209550" y="91440"/>
                    <a:pt x="193040" y="91440"/>
                  </a:cubicBezTo>
                  <a:lnTo>
                    <a:pt x="172720" y="91440"/>
                  </a:lnTo>
                  <a:lnTo>
                    <a:pt x="172720" y="68580"/>
                  </a:lnTo>
                  <a:cubicBezTo>
                    <a:pt x="172720" y="68580"/>
                    <a:pt x="172720" y="68580"/>
                    <a:pt x="172720" y="67310"/>
                  </a:cubicBezTo>
                  <a:cubicBezTo>
                    <a:pt x="172720" y="63500"/>
                    <a:pt x="172720" y="59690"/>
                    <a:pt x="172720" y="55880"/>
                  </a:cubicBezTo>
                  <a:cubicBezTo>
                    <a:pt x="172720" y="34290"/>
                    <a:pt x="153670" y="19050"/>
                    <a:pt x="132080" y="19050"/>
                  </a:cubicBezTo>
                  <a:cubicBezTo>
                    <a:pt x="130810" y="19050"/>
                    <a:pt x="128270" y="19050"/>
                    <a:pt x="127000" y="19050"/>
                  </a:cubicBezTo>
                  <a:cubicBezTo>
                    <a:pt x="118110" y="7620"/>
                    <a:pt x="102870" y="0"/>
                    <a:pt x="86360" y="0"/>
                  </a:cubicBezTo>
                  <a:cubicBezTo>
                    <a:pt x="69850" y="0"/>
                    <a:pt x="55880" y="7620"/>
                    <a:pt x="45720" y="19050"/>
                  </a:cubicBezTo>
                  <a:cubicBezTo>
                    <a:pt x="44450" y="19050"/>
                    <a:pt x="43180" y="19050"/>
                    <a:pt x="40640" y="19050"/>
                  </a:cubicBezTo>
                  <a:cubicBezTo>
                    <a:pt x="19050" y="19050"/>
                    <a:pt x="0" y="34290"/>
                    <a:pt x="0" y="55880"/>
                  </a:cubicBezTo>
                  <a:cubicBezTo>
                    <a:pt x="0" y="59690"/>
                    <a:pt x="0" y="63500"/>
                    <a:pt x="0" y="67310"/>
                  </a:cubicBezTo>
                  <a:cubicBezTo>
                    <a:pt x="0" y="67310"/>
                    <a:pt x="0" y="68580"/>
                    <a:pt x="0" y="68580"/>
                  </a:cubicBezTo>
                  <a:lnTo>
                    <a:pt x="0" y="223520"/>
                  </a:lnTo>
                  <a:close/>
                  <a:moveTo>
                    <a:pt x="86360" y="22860"/>
                  </a:moveTo>
                  <a:cubicBezTo>
                    <a:pt x="73660" y="22860"/>
                    <a:pt x="63500" y="29210"/>
                    <a:pt x="59690" y="36830"/>
                  </a:cubicBezTo>
                  <a:cubicBezTo>
                    <a:pt x="57150" y="40640"/>
                    <a:pt x="52070" y="43180"/>
                    <a:pt x="48260" y="41910"/>
                  </a:cubicBezTo>
                  <a:cubicBezTo>
                    <a:pt x="45720" y="41910"/>
                    <a:pt x="44450" y="40640"/>
                    <a:pt x="41910" y="40640"/>
                  </a:cubicBezTo>
                  <a:cubicBezTo>
                    <a:pt x="29210" y="40640"/>
                    <a:pt x="21590" y="49530"/>
                    <a:pt x="21590" y="57150"/>
                  </a:cubicBezTo>
                  <a:cubicBezTo>
                    <a:pt x="21590" y="58420"/>
                    <a:pt x="21590" y="59690"/>
                    <a:pt x="21590" y="60960"/>
                  </a:cubicBezTo>
                  <a:lnTo>
                    <a:pt x="33020" y="60960"/>
                  </a:lnTo>
                  <a:cubicBezTo>
                    <a:pt x="38100" y="60960"/>
                    <a:pt x="43180" y="66040"/>
                    <a:pt x="43180" y="71120"/>
                  </a:cubicBezTo>
                  <a:cubicBezTo>
                    <a:pt x="43180" y="76200"/>
                    <a:pt x="38100" y="81280"/>
                    <a:pt x="33020" y="81280"/>
                  </a:cubicBezTo>
                  <a:lnTo>
                    <a:pt x="21590" y="81280"/>
                  </a:lnTo>
                  <a:lnTo>
                    <a:pt x="21590" y="223520"/>
                  </a:lnTo>
                  <a:cubicBezTo>
                    <a:pt x="21590" y="234950"/>
                    <a:pt x="30480" y="243840"/>
                    <a:pt x="41910" y="243840"/>
                  </a:cubicBezTo>
                  <a:lnTo>
                    <a:pt x="133350" y="243840"/>
                  </a:lnTo>
                  <a:cubicBezTo>
                    <a:pt x="144780" y="243840"/>
                    <a:pt x="153670" y="234950"/>
                    <a:pt x="153670" y="223520"/>
                  </a:cubicBezTo>
                  <a:lnTo>
                    <a:pt x="153670" y="82550"/>
                  </a:lnTo>
                  <a:lnTo>
                    <a:pt x="71120" y="82550"/>
                  </a:lnTo>
                  <a:cubicBezTo>
                    <a:pt x="66040" y="82550"/>
                    <a:pt x="60960" y="77470"/>
                    <a:pt x="60960" y="72390"/>
                  </a:cubicBezTo>
                  <a:cubicBezTo>
                    <a:pt x="60960" y="67310"/>
                    <a:pt x="66040" y="62230"/>
                    <a:pt x="71120" y="62230"/>
                  </a:cubicBezTo>
                  <a:lnTo>
                    <a:pt x="153670" y="62230"/>
                  </a:lnTo>
                  <a:cubicBezTo>
                    <a:pt x="153670" y="60960"/>
                    <a:pt x="153670" y="59690"/>
                    <a:pt x="153670" y="58420"/>
                  </a:cubicBezTo>
                  <a:cubicBezTo>
                    <a:pt x="153670" y="49530"/>
                    <a:pt x="146050" y="41910"/>
                    <a:pt x="133350" y="41910"/>
                  </a:cubicBezTo>
                  <a:cubicBezTo>
                    <a:pt x="130810" y="41910"/>
                    <a:pt x="128270" y="41910"/>
                    <a:pt x="125730" y="43180"/>
                  </a:cubicBezTo>
                  <a:cubicBezTo>
                    <a:pt x="120650" y="44450"/>
                    <a:pt x="116840" y="43180"/>
                    <a:pt x="114300" y="38100"/>
                  </a:cubicBezTo>
                  <a:cubicBezTo>
                    <a:pt x="107950" y="29210"/>
                    <a:pt x="97790" y="22860"/>
                    <a:pt x="86360" y="22860"/>
                  </a:cubicBezTo>
                  <a:close/>
                  <a:moveTo>
                    <a:pt x="172720" y="193040"/>
                  </a:moveTo>
                  <a:lnTo>
                    <a:pt x="172720" y="113030"/>
                  </a:lnTo>
                  <a:lnTo>
                    <a:pt x="193040" y="113030"/>
                  </a:lnTo>
                  <a:cubicBezTo>
                    <a:pt x="198120" y="113030"/>
                    <a:pt x="203200" y="118110"/>
                    <a:pt x="203200" y="123190"/>
                  </a:cubicBezTo>
                  <a:lnTo>
                    <a:pt x="203200" y="153670"/>
                  </a:lnTo>
                  <a:cubicBezTo>
                    <a:pt x="203200" y="171450"/>
                    <a:pt x="190500" y="187960"/>
                    <a:pt x="172720" y="1930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4" name="Полилиния: фигура 72">
            <a:extLst>
              <a:ext uri="{FF2B5EF4-FFF2-40B4-BE49-F238E27FC236}">
                <a16:creationId xmlns:a16="http://schemas.microsoft.com/office/drawing/2014/main" id="{19827751-CD00-32BA-BA86-F68B626245AC}"/>
              </a:ext>
            </a:extLst>
          </p:cNvPr>
          <p:cNvSpPr/>
          <p:nvPr/>
        </p:nvSpPr>
        <p:spPr>
          <a:xfrm>
            <a:off x="5553469" y="2181216"/>
            <a:ext cx="285750" cy="296073"/>
          </a:xfrm>
          <a:custGeom>
            <a:avLst/>
            <a:gdLst>
              <a:gd name="connsiteX0" fmla="*/ 68580 w 285750"/>
              <a:gd name="connsiteY0" fmla="*/ 47153 h 296073"/>
              <a:gd name="connsiteX1" fmla="*/ 213360 w 285750"/>
              <a:gd name="connsiteY1" fmla="*/ 23023 h 296073"/>
              <a:gd name="connsiteX2" fmla="*/ 213360 w 285750"/>
              <a:gd name="connsiteY2" fmla="*/ 61123 h 296073"/>
              <a:gd name="connsiteX3" fmla="*/ 92710 w 285750"/>
              <a:gd name="connsiteY3" fmla="*/ 61123 h 296073"/>
              <a:gd name="connsiteX4" fmla="*/ 82550 w 285750"/>
              <a:gd name="connsiteY4" fmla="*/ 71283 h 296073"/>
              <a:gd name="connsiteX5" fmla="*/ 92710 w 285750"/>
              <a:gd name="connsiteY5" fmla="*/ 81443 h 296073"/>
              <a:gd name="connsiteX6" fmla="*/ 255270 w 285750"/>
              <a:gd name="connsiteY6" fmla="*/ 81443 h 296073"/>
              <a:gd name="connsiteX7" fmla="*/ 265430 w 285750"/>
              <a:gd name="connsiteY7" fmla="*/ 91603 h 296073"/>
              <a:gd name="connsiteX8" fmla="*/ 265430 w 285750"/>
              <a:gd name="connsiteY8" fmla="*/ 193203 h 296073"/>
              <a:gd name="connsiteX9" fmla="*/ 255270 w 285750"/>
              <a:gd name="connsiteY9" fmla="*/ 203363 h 296073"/>
              <a:gd name="connsiteX10" fmla="*/ 194310 w 285750"/>
              <a:gd name="connsiteY10" fmla="*/ 203363 h 296073"/>
              <a:gd name="connsiteX11" fmla="*/ 184150 w 285750"/>
              <a:gd name="connsiteY11" fmla="*/ 213523 h 296073"/>
              <a:gd name="connsiteX12" fmla="*/ 194310 w 285750"/>
              <a:gd name="connsiteY12" fmla="*/ 223683 h 296073"/>
              <a:gd name="connsiteX13" fmla="*/ 255270 w 285750"/>
              <a:gd name="connsiteY13" fmla="*/ 223683 h 296073"/>
              <a:gd name="connsiteX14" fmla="*/ 285750 w 285750"/>
              <a:gd name="connsiteY14" fmla="*/ 193203 h 296073"/>
              <a:gd name="connsiteX15" fmla="*/ 285750 w 285750"/>
              <a:gd name="connsiteY15" fmla="*/ 91603 h 296073"/>
              <a:gd name="connsiteX16" fmla="*/ 255270 w 285750"/>
              <a:gd name="connsiteY16" fmla="*/ 61123 h 296073"/>
              <a:gd name="connsiteX17" fmla="*/ 234950 w 285750"/>
              <a:gd name="connsiteY17" fmla="*/ 61123 h 296073"/>
              <a:gd name="connsiteX18" fmla="*/ 234950 w 285750"/>
              <a:gd name="connsiteY18" fmla="*/ 11593 h 296073"/>
              <a:gd name="connsiteX19" fmla="*/ 222250 w 285750"/>
              <a:gd name="connsiteY19" fmla="*/ 163 h 296073"/>
              <a:gd name="connsiteX20" fmla="*/ 66040 w 285750"/>
              <a:gd name="connsiteY20" fmla="*/ 25563 h 296073"/>
              <a:gd name="connsiteX21" fmla="*/ 31750 w 285750"/>
              <a:gd name="connsiteY21" fmla="*/ 66203 h 296073"/>
              <a:gd name="connsiteX22" fmla="*/ 31750 w 285750"/>
              <a:gd name="connsiteY22" fmla="*/ 111923 h 296073"/>
              <a:gd name="connsiteX23" fmla="*/ 41910 w 285750"/>
              <a:gd name="connsiteY23" fmla="*/ 122083 h 296073"/>
              <a:gd name="connsiteX24" fmla="*/ 52070 w 285750"/>
              <a:gd name="connsiteY24" fmla="*/ 111923 h 296073"/>
              <a:gd name="connsiteX25" fmla="*/ 52070 w 285750"/>
              <a:gd name="connsiteY25" fmla="*/ 66203 h 296073"/>
              <a:gd name="connsiteX26" fmla="*/ 68580 w 285750"/>
              <a:gd name="connsiteY26" fmla="*/ 47153 h 296073"/>
              <a:gd name="connsiteX27" fmla="*/ 228600 w 285750"/>
              <a:gd name="connsiteY27" fmla="*/ 158913 h 296073"/>
              <a:gd name="connsiteX28" fmla="*/ 243840 w 285750"/>
              <a:gd name="connsiteY28" fmla="*/ 143673 h 296073"/>
              <a:gd name="connsiteX29" fmla="*/ 228600 w 285750"/>
              <a:gd name="connsiteY29" fmla="*/ 128433 h 296073"/>
              <a:gd name="connsiteX30" fmla="*/ 213360 w 285750"/>
              <a:gd name="connsiteY30" fmla="*/ 143673 h 296073"/>
              <a:gd name="connsiteX31" fmla="*/ 228600 w 285750"/>
              <a:gd name="connsiteY31" fmla="*/ 158913 h 296073"/>
              <a:gd name="connsiteX32" fmla="*/ 162560 w 285750"/>
              <a:gd name="connsiteY32" fmla="*/ 214793 h 296073"/>
              <a:gd name="connsiteX33" fmla="*/ 81280 w 285750"/>
              <a:gd name="connsiteY33" fmla="*/ 296073 h 296073"/>
              <a:gd name="connsiteX34" fmla="*/ 0 w 285750"/>
              <a:gd name="connsiteY34" fmla="*/ 214793 h 296073"/>
              <a:gd name="connsiteX35" fmla="*/ 81280 w 285750"/>
              <a:gd name="connsiteY35" fmla="*/ 133513 h 296073"/>
              <a:gd name="connsiteX36" fmla="*/ 162560 w 285750"/>
              <a:gd name="connsiteY36" fmla="*/ 214793 h 296073"/>
              <a:gd name="connsiteX37" fmla="*/ 82550 w 285750"/>
              <a:gd name="connsiteY37" fmla="*/ 274483 h 296073"/>
              <a:gd name="connsiteX38" fmla="*/ 143510 w 285750"/>
              <a:gd name="connsiteY38" fmla="*/ 213523 h 296073"/>
              <a:gd name="connsiteX39" fmla="*/ 82550 w 285750"/>
              <a:gd name="connsiteY39" fmla="*/ 152563 h 296073"/>
              <a:gd name="connsiteX40" fmla="*/ 21590 w 285750"/>
              <a:gd name="connsiteY40" fmla="*/ 213523 h 296073"/>
              <a:gd name="connsiteX41" fmla="*/ 82550 w 285750"/>
              <a:gd name="connsiteY41" fmla="*/ 274483 h 296073"/>
              <a:gd name="connsiteX42" fmla="*/ 92710 w 285750"/>
              <a:gd name="connsiteY42" fmla="*/ 179233 h 296073"/>
              <a:gd name="connsiteX43" fmla="*/ 82550 w 285750"/>
              <a:gd name="connsiteY43" fmla="*/ 169073 h 296073"/>
              <a:gd name="connsiteX44" fmla="*/ 72390 w 285750"/>
              <a:gd name="connsiteY44" fmla="*/ 179233 h 296073"/>
              <a:gd name="connsiteX45" fmla="*/ 72390 w 285750"/>
              <a:gd name="connsiteY45" fmla="*/ 218603 h 296073"/>
              <a:gd name="connsiteX46" fmla="*/ 101600 w 285750"/>
              <a:gd name="connsiteY46" fmla="*/ 246543 h 296073"/>
              <a:gd name="connsiteX47" fmla="*/ 115570 w 285750"/>
              <a:gd name="connsiteY47" fmla="*/ 246543 h 296073"/>
              <a:gd name="connsiteX48" fmla="*/ 115570 w 285750"/>
              <a:gd name="connsiteY48" fmla="*/ 232573 h 296073"/>
              <a:gd name="connsiteX49" fmla="*/ 92710 w 285750"/>
              <a:gd name="connsiteY49" fmla="*/ 209713 h 296073"/>
              <a:gd name="connsiteX50" fmla="*/ 92710 w 285750"/>
              <a:gd name="connsiteY50" fmla="*/ 179233 h 296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285750" h="296073">
                <a:moveTo>
                  <a:pt x="68580" y="47153"/>
                </a:moveTo>
                <a:lnTo>
                  <a:pt x="213360" y="23023"/>
                </a:lnTo>
                <a:lnTo>
                  <a:pt x="213360" y="61123"/>
                </a:lnTo>
                <a:lnTo>
                  <a:pt x="92710" y="61123"/>
                </a:lnTo>
                <a:cubicBezTo>
                  <a:pt x="87630" y="61123"/>
                  <a:pt x="82550" y="66203"/>
                  <a:pt x="82550" y="71283"/>
                </a:cubicBezTo>
                <a:cubicBezTo>
                  <a:pt x="82550" y="76363"/>
                  <a:pt x="87630" y="81443"/>
                  <a:pt x="92710" y="81443"/>
                </a:cubicBezTo>
                <a:lnTo>
                  <a:pt x="255270" y="81443"/>
                </a:lnTo>
                <a:cubicBezTo>
                  <a:pt x="260350" y="81443"/>
                  <a:pt x="265430" y="86523"/>
                  <a:pt x="265430" y="91603"/>
                </a:cubicBezTo>
                <a:lnTo>
                  <a:pt x="265430" y="193203"/>
                </a:lnTo>
                <a:cubicBezTo>
                  <a:pt x="265430" y="198283"/>
                  <a:pt x="260350" y="203363"/>
                  <a:pt x="255270" y="203363"/>
                </a:cubicBezTo>
                <a:lnTo>
                  <a:pt x="194310" y="203363"/>
                </a:lnTo>
                <a:cubicBezTo>
                  <a:pt x="189230" y="203363"/>
                  <a:pt x="184150" y="208443"/>
                  <a:pt x="184150" y="213523"/>
                </a:cubicBezTo>
                <a:cubicBezTo>
                  <a:pt x="184150" y="218603"/>
                  <a:pt x="189230" y="223683"/>
                  <a:pt x="194310" y="223683"/>
                </a:cubicBezTo>
                <a:lnTo>
                  <a:pt x="255270" y="223683"/>
                </a:lnTo>
                <a:cubicBezTo>
                  <a:pt x="271780" y="223683"/>
                  <a:pt x="285750" y="209713"/>
                  <a:pt x="285750" y="193203"/>
                </a:cubicBezTo>
                <a:lnTo>
                  <a:pt x="285750" y="91603"/>
                </a:lnTo>
                <a:cubicBezTo>
                  <a:pt x="285750" y="75093"/>
                  <a:pt x="271780" y="61123"/>
                  <a:pt x="255270" y="61123"/>
                </a:cubicBezTo>
                <a:lnTo>
                  <a:pt x="234950" y="61123"/>
                </a:lnTo>
                <a:lnTo>
                  <a:pt x="234950" y="11593"/>
                </a:lnTo>
                <a:cubicBezTo>
                  <a:pt x="234950" y="5243"/>
                  <a:pt x="228600" y="-1107"/>
                  <a:pt x="222250" y="163"/>
                </a:cubicBezTo>
                <a:lnTo>
                  <a:pt x="66040" y="25563"/>
                </a:lnTo>
                <a:cubicBezTo>
                  <a:pt x="46990" y="29373"/>
                  <a:pt x="31750" y="45883"/>
                  <a:pt x="31750" y="66203"/>
                </a:cubicBezTo>
                <a:lnTo>
                  <a:pt x="31750" y="111923"/>
                </a:lnTo>
                <a:cubicBezTo>
                  <a:pt x="31750" y="117003"/>
                  <a:pt x="36830" y="122083"/>
                  <a:pt x="41910" y="122083"/>
                </a:cubicBezTo>
                <a:cubicBezTo>
                  <a:pt x="46990" y="122083"/>
                  <a:pt x="52070" y="117003"/>
                  <a:pt x="52070" y="111923"/>
                </a:cubicBezTo>
                <a:lnTo>
                  <a:pt x="52070" y="66203"/>
                </a:lnTo>
                <a:cubicBezTo>
                  <a:pt x="52070" y="57313"/>
                  <a:pt x="58420" y="49693"/>
                  <a:pt x="68580" y="47153"/>
                </a:cubicBezTo>
                <a:close/>
                <a:moveTo>
                  <a:pt x="228600" y="158913"/>
                </a:moveTo>
                <a:cubicBezTo>
                  <a:pt x="237490" y="158913"/>
                  <a:pt x="243840" y="152563"/>
                  <a:pt x="243840" y="143673"/>
                </a:cubicBezTo>
                <a:cubicBezTo>
                  <a:pt x="243840" y="134783"/>
                  <a:pt x="237490" y="128433"/>
                  <a:pt x="228600" y="128433"/>
                </a:cubicBezTo>
                <a:cubicBezTo>
                  <a:pt x="219710" y="128433"/>
                  <a:pt x="213360" y="134783"/>
                  <a:pt x="213360" y="143673"/>
                </a:cubicBezTo>
                <a:cubicBezTo>
                  <a:pt x="213360" y="152563"/>
                  <a:pt x="220980" y="158913"/>
                  <a:pt x="228600" y="158913"/>
                </a:cubicBezTo>
                <a:close/>
                <a:moveTo>
                  <a:pt x="162560" y="214793"/>
                </a:moveTo>
                <a:cubicBezTo>
                  <a:pt x="162560" y="259243"/>
                  <a:pt x="125730" y="296073"/>
                  <a:pt x="81280" y="296073"/>
                </a:cubicBezTo>
                <a:cubicBezTo>
                  <a:pt x="36830" y="296073"/>
                  <a:pt x="0" y="259243"/>
                  <a:pt x="0" y="214793"/>
                </a:cubicBezTo>
                <a:cubicBezTo>
                  <a:pt x="0" y="170343"/>
                  <a:pt x="36830" y="133513"/>
                  <a:pt x="81280" y="133513"/>
                </a:cubicBezTo>
                <a:cubicBezTo>
                  <a:pt x="125730" y="133513"/>
                  <a:pt x="162560" y="169073"/>
                  <a:pt x="162560" y="214793"/>
                </a:cubicBezTo>
                <a:close/>
                <a:moveTo>
                  <a:pt x="82550" y="274483"/>
                </a:moveTo>
                <a:cubicBezTo>
                  <a:pt x="115570" y="274483"/>
                  <a:pt x="143510" y="247813"/>
                  <a:pt x="143510" y="213523"/>
                </a:cubicBezTo>
                <a:cubicBezTo>
                  <a:pt x="143510" y="180503"/>
                  <a:pt x="116840" y="152563"/>
                  <a:pt x="82550" y="152563"/>
                </a:cubicBezTo>
                <a:cubicBezTo>
                  <a:pt x="49530" y="152563"/>
                  <a:pt x="21590" y="179233"/>
                  <a:pt x="21590" y="213523"/>
                </a:cubicBezTo>
                <a:cubicBezTo>
                  <a:pt x="21590" y="247813"/>
                  <a:pt x="48260" y="274483"/>
                  <a:pt x="82550" y="274483"/>
                </a:cubicBezTo>
                <a:close/>
                <a:moveTo>
                  <a:pt x="92710" y="179233"/>
                </a:moveTo>
                <a:cubicBezTo>
                  <a:pt x="92710" y="174153"/>
                  <a:pt x="87630" y="169073"/>
                  <a:pt x="82550" y="169073"/>
                </a:cubicBezTo>
                <a:cubicBezTo>
                  <a:pt x="77470" y="169073"/>
                  <a:pt x="72390" y="174153"/>
                  <a:pt x="72390" y="179233"/>
                </a:cubicBezTo>
                <a:lnTo>
                  <a:pt x="72390" y="218603"/>
                </a:lnTo>
                <a:lnTo>
                  <a:pt x="101600" y="246543"/>
                </a:lnTo>
                <a:cubicBezTo>
                  <a:pt x="105410" y="250353"/>
                  <a:pt x="111760" y="250353"/>
                  <a:pt x="115570" y="246543"/>
                </a:cubicBezTo>
                <a:cubicBezTo>
                  <a:pt x="119380" y="242733"/>
                  <a:pt x="119380" y="236383"/>
                  <a:pt x="115570" y="232573"/>
                </a:cubicBezTo>
                <a:lnTo>
                  <a:pt x="92710" y="209713"/>
                </a:lnTo>
                <a:lnTo>
                  <a:pt x="92710" y="179233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5" name="Полилиния: фигура 76">
            <a:extLst>
              <a:ext uri="{FF2B5EF4-FFF2-40B4-BE49-F238E27FC236}">
                <a16:creationId xmlns:a16="http://schemas.microsoft.com/office/drawing/2014/main" id="{396D086C-0411-1EAD-5ACB-1420075EB041}"/>
              </a:ext>
            </a:extLst>
          </p:cNvPr>
          <p:cNvSpPr/>
          <p:nvPr/>
        </p:nvSpPr>
        <p:spPr>
          <a:xfrm>
            <a:off x="8379219" y="2223289"/>
            <a:ext cx="222250" cy="203200"/>
          </a:xfrm>
          <a:custGeom>
            <a:avLst/>
            <a:gdLst>
              <a:gd name="connsiteX0" fmla="*/ 162560 w 222250"/>
              <a:gd name="connsiteY0" fmla="*/ 30480 h 203200"/>
              <a:gd name="connsiteX1" fmla="*/ 162560 w 222250"/>
              <a:gd name="connsiteY1" fmla="*/ 25400 h 203200"/>
              <a:gd name="connsiteX2" fmla="*/ 137160 w 222250"/>
              <a:gd name="connsiteY2" fmla="*/ 0 h 203200"/>
              <a:gd name="connsiteX3" fmla="*/ 25400 w 222250"/>
              <a:gd name="connsiteY3" fmla="*/ 0 h 203200"/>
              <a:gd name="connsiteX4" fmla="*/ 0 w 222250"/>
              <a:gd name="connsiteY4" fmla="*/ 25400 h 203200"/>
              <a:gd name="connsiteX5" fmla="*/ 0 w 222250"/>
              <a:gd name="connsiteY5" fmla="*/ 91440 h 203200"/>
              <a:gd name="connsiteX6" fmla="*/ 0 w 222250"/>
              <a:gd name="connsiteY6" fmla="*/ 92710 h 203200"/>
              <a:gd name="connsiteX7" fmla="*/ 13970 w 222250"/>
              <a:gd name="connsiteY7" fmla="*/ 180340 h 203200"/>
              <a:gd name="connsiteX8" fmla="*/ 34290 w 222250"/>
              <a:gd name="connsiteY8" fmla="*/ 199390 h 203200"/>
              <a:gd name="connsiteX9" fmla="*/ 57150 w 222250"/>
              <a:gd name="connsiteY9" fmla="*/ 203200 h 203200"/>
              <a:gd name="connsiteX10" fmla="*/ 77470 w 222250"/>
              <a:gd name="connsiteY10" fmla="*/ 203200 h 203200"/>
              <a:gd name="connsiteX11" fmla="*/ 77470 w 222250"/>
              <a:gd name="connsiteY11" fmla="*/ 203200 h 203200"/>
              <a:gd name="connsiteX12" fmla="*/ 83820 w 222250"/>
              <a:gd name="connsiteY12" fmla="*/ 203200 h 203200"/>
              <a:gd name="connsiteX13" fmla="*/ 83820 w 222250"/>
              <a:gd name="connsiteY13" fmla="*/ 203200 h 203200"/>
              <a:gd name="connsiteX14" fmla="*/ 104140 w 222250"/>
              <a:gd name="connsiteY14" fmla="*/ 203200 h 203200"/>
              <a:gd name="connsiteX15" fmla="*/ 127000 w 222250"/>
              <a:gd name="connsiteY15" fmla="*/ 199390 h 203200"/>
              <a:gd name="connsiteX16" fmla="*/ 147320 w 222250"/>
              <a:gd name="connsiteY16" fmla="*/ 180340 h 203200"/>
              <a:gd name="connsiteX17" fmla="*/ 157480 w 222250"/>
              <a:gd name="connsiteY17" fmla="*/ 152400 h 203200"/>
              <a:gd name="connsiteX18" fmla="*/ 161290 w 222250"/>
              <a:gd name="connsiteY18" fmla="*/ 152400 h 203200"/>
              <a:gd name="connsiteX19" fmla="*/ 222250 w 222250"/>
              <a:gd name="connsiteY19" fmla="*/ 91440 h 203200"/>
              <a:gd name="connsiteX20" fmla="*/ 222250 w 222250"/>
              <a:gd name="connsiteY20" fmla="*/ 66040 h 203200"/>
              <a:gd name="connsiteX21" fmla="*/ 186690 w 222250"/>
              <a:gd name="connsiteY21" fmla="*/ 30480 h 203200"/>
              <a:gd name="connsiteX22" fmla="*/ 162560 w 222250"/>
              <a:gd name="connsiteY22" fmla="*/ 30480 h 203200"/>
              <a:gd name="connsiteX23" fmla="*/ 31750 w 222250"/>
              <a:gd name="connsiteY23" fmla="*/ 168910 h 203200"/>
              <a:gd name="connsiteX24" fmla="*/ 38100 w 222250"/>
              <a:gd name="connsiteY24" fmla="*/ 176530 h 203200"/>
              <a:gd name="connsiteX25" fmla="*/ 57150 w 222250"/>
              <a:gd name="connsiteY25" fmla="*/ 181610 h 203200"/>
              <a:gd name="connsiteX26" fmla="*/ 104140 w 222250"/>
              <a:gd name="connsiteY26" fmla="*/ 181610 h 203200"/>
              <a:gd name="connsiteX27" fmla="*/ 123190 w 222250"/>
              <a:gd name="connsiteY27" fmla="*/ 176530 h 203200"/>
              <a:gd name="connsiteX28" fmla="*/ 130810 w 222250"/>
              <a:gd name="connsiteY28" fmla="*/ 167640 h 203200"/>
              <a:gd name="connsiteX29" fmla="*/ 137160 w 222250"/>
              <a:gd name="connsiteY29" fmla="*/ 149860 h 203200"/>
              <a:gd name="connsiteX30" fmla="*/ 137160 w 222250"/>
              <a:gd name="connsiteY30" fmla="*/ 148590 h 203200"/>
              <a:gd name="connsiteX31" fmla="*/ 139700 w 222250"/>
              <a:gd name="connsiteY31" fmla="*/ 129540 h 203200"/>
              <a:gd name="connsiteX32" fmla="*/ 140970 w 222250"/>
              <a:gd name="connsiteY32" fmla="*/ 90170 h 203200"/>
              <a:gd name="connsiteX33" fmla="*/ 140970 w 222250"/>
              <a:gd name="connsiteY33" fmla="*/ 88900 h 203200"/>
              <a:gd name="connsiteX34" fmla="*/ 140970 w 222250"/>
              <a:gd name="connsiteY34" fmla="*/ 22860 h 203200"/>
              <a:gd name="connsiteX35" fmla="*/ 135890 w 222250"/>
              <a:gd name="connsiteY35" fmla="*/ 17780 h 203200"/>
              <a:gd name="connsiteX36" fmla="*/ 24130 w 222250"/>
              <a:gd name="connsiteY36" fmla="*/ 17780 h 203200"/>
              <a:gd name="connsiteX37" fmla="*/ 19050 w 222250"/>
              <a:gd name="connsiteY37" fmla="*/ 22860 h 203200"/>
              <a:gd name="connsiteX38" fmla="*/ 19050 w 222250"/>
              <a:gd name="connsiteY38" fmla="*/ 88900 h 203200"/>
              <a:gd name="connsiteX39" fmla="*/ 19050 w 222250"/>
              <a:gd name="connsiteY39" fmla="*/ 90170 h 203200"/>
              <a:gd name="connsiteX40" fmla="*/ 31750 w 222250"/>
              <a:gd name="connsiteY40" fmla="*/ 168910 h 203200"/>
              <a:gd name="connsiteX41" fmla="*/ 162560 w 222250"/>
              <a:gd name="connsiteY41" fmla="*/ 50800 h 203200"/>
              <a:gd name="connsiteX42" fmla="*/ 162560 w 222250"/>
              <a:gd name="connsiteY42" fmla="*/ 91440 h 203200"/>
              <a:gd name="connsiteX43" fmla="*/ 162560 w 222250"/>
              <a:gd name="connsiteY43" fmla="*/ 92710 h 203200"/>
              <a:gd name="connsiteX44" fmla="*/ 161290 w 222250"/>
              <a:gd name="connsiteY44" fmla="*/ 132080 h 203200"/>
              <a:gd name="connsiteX45" fmla="*/ 162560 w 222250"/>
              <a:gd name="connsiteY45" fmla="*/ 132080 h 203200"/>
              <a:gd name="connsiteX46" fmla="*/ 203200 w 222250"/>
              <a:gd name="connsiteY46" fmla="*/ 91440 h 203200"/>
              <a:gd name="connsiteX47" fmla="*/ 203200 w 222250"/>
              <a:gd name="connsiteY47" fmla="*/ 66040 h 203200"/>
              <a:gd name="connsiteX48" fmla="*/ 187960 w 222250"/>
              <a:gd name="connsiteY48" fmla="*/ 50800 h 203200"/>
              <a:gd name="connsiteX49" fmla="*/ 162560 w 222250"/>
              <a:gd name="connsiteY49" fmla="*/ 5080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22250" h="203200">
                <a:moveTo>
                  <a:pt x="162560" y="30480"/>
                </a:moveTo>
                <a:lnTo>
                  <a:pt x="162560" y="25400"/>
                </a:lnTo>
                <a:cubicBezTo>
                  <a:pt x="162560" y="11430"/>
                  <a:pt x="151130" y="0"/>
                  <a:pt x="137160" y="0"/>
                </a:cubicBezTo>
                <a:lnTo>
                  <a:pt x="25400" y="0"/>
                </a:lnTo>
                <a:cubicBezTo>
                  <a:pt x="11430" y="0"/>
                  <a:pt x="0" y="11430"/>
                  <a:pt x="0" y="25400"/>
                </a:cubicBezTo>
                <a:lnTo>
                  <a:pt x="0" y="91440"/>
                </a:lnTo>
                <a:cubicBezTo>
                  <a:pt x="0" y="91440"/>
                  <a:pt x="0" y="92710"/>
                  <a:pt x="0" y="92710"/>
                </a:cubicBezTo>
                <a:cubicBezTo>
                  <a:pt x="0" y="140970"/>
                  <a:pt x="3810" y="162560"/>
                  <a:pt x="13970" y="180340"/>
                </a:cubicBezTo>
                <a:cubicBezTo>
                  <a:pt x="19050" y="189230"/>
                  <a:pt x="25400" y="195580"/>
                  <a:pt x="34290" y="199390"/>
                </a:cubicBezTo>
                <a:cubicBezTo>
                  <a:pt x="41910" y="203200"/>
                  <a:pt x="50800" y="203200"/>
                  <a:pt x="57150" y="203200"/>
                </a:cubicBezTo>
                <a:lnTo>
                  <a:pt x="77470" y="203200"/>
                </a:lnTo>
                <a:lnTo>
                  <a:pt x="77470" y="203200"/>
                </a:lnTo>
                <a:lnTo>
                  <a:pt x="83820" y="203200"/>
                </a:lnTo>
                <a:lnTo>
                  <a:pt x="83820" y="203200"/>
                </a:lnTo>
                <a:lnTo>
                  <a:pt x="104140" y="203200"/>
                </a:lnTo>
                <a:cubicBezTo>
                  <a:pt x="110490" y="203200"/>
                  <a:pt x="119380" y="201930"/>
                  <a:pt x="127000" y="199390"/>
                </a:cubicBezTo>
                <a:cubicBezTo>
                  <a:pt x="135890" y="195580"/>
                  <a:pt x="142240" y="189230"/>
                  <a:pt x="147320" y="180340"/>
                </a:cubicBezTo>
                <a:cubicBezTo>
                  <a:pt x="152400" y="172720"/>
                  <a:pt x="154940" y="163830"/>
                  <a:pt x="157480" y="152400"/>
                </a:cubicBezTo>
                <a:lnTo>
                  <a:pt x="161290" y="152400"/>
                </a:lnTo>
                <a:cubicBezTo>
                  <a:pt x="194310" y="152400"/>
                  <a:pt x="222250" y="125730"/>
                  <a:pt x="222250" y="91440"/>
                </a:cubicBezTo>
                <a:lnTo>
                  <a:pt x="222250" y="66040"/>
                </a:lnTo>
                <a:cubicBezTo>
                  <a:pt x="222250" y="46990"/>
                  <a:pt x="205740" y="30480"/>
                  <a:pt x="186690" y="30480"/>
                </a:cubicBezTo>
                <a:lnTo>
                  <a:pt x="162560" y="30480"/>
                </a:lnTo>
                <a:close/>
                <a:moveTo>
                  <a:pt x="31750" y="168910"/>
                </a:moveTo>
                <a:cubicBezTo>
                  <a:pt x="34290" y="172720"/>
                  <a:pt x="35560" y="175260"/>
                  <a:pt x="38100" y="176530"/>
                </a:cubicBezTo>
                <a:cubicBezTo>
                  <a:pt x="43180" y="180340"/>
                  <a:pt x="49530" y="181610"/>
                  <a:pt x="57150" y="181610"/>
                </a:cubicBezTo>
                <a:cubicBezTo>
                  <a:pt x="57150" y="181610"/>
                  <a:pt x="104140" y="181610"/>
                  <a:pt x="104140" y="181610"/>
                </a:cubicBezTo>
                <a:cubicBezTo>
                  <a:pt x="111760" y="181610"/>
                  <a:pt x="118110" y="180340"/>
                  <a:pt x="123190" y="176530"/>
                </a:cubicBezTo>
                <a:cubicBezTo>
                  <a:pt x="125730" y="173990"/>
                  <a:pt x="128270" y="171450"/>
                  <a:pt x="130810" y="167640"/>
                </a:cubicBezTo>
                <a:cubicBezTo>
                  <a:pt x="133350" y="162560"/>
                  <a:pt x="135890" y="157480"/>
                  <a:pt x="137160" y="149860"/>
                </a:cubicBezTo>
                <a:cubicBezTo>
                  <a:pt x="137160" y="149860"/>
                  <a:pt x="137160" y="148590"/>
                  <a:pt x="137160" y="148590"/>
                </a:cubicBezTo>
                <a:cubicBezTo>
                  <a:pt x="138430" y="143510"/>
                  <a:pt x="139700" y="137160"/>
                  <a:pt x="139700" y="129540"/>
                </a:cubicBezTo>
                <a:cubicBezTo>
                  <a:pt x="140970" y="119380"/>
                  <a:pt x="140970" y="106680"/>
                  <a:pt x="140970" y="90170"/>
                </a:cubicBezTo>
                <a:cubicBezTo>
                  <a:pt x="140970" y="90170"/>
                  <a:pt x="140970" y="90170"/>
                  <a:pt x="140970" y="88900"/>
                </a:cubicBezTo>
                <a:lnTo>
                  <a:pt x="140970" y="22860"/>
                </a:lnTo>
                <a:cubicBezTo>
                  <a:pt x="140970" y="20320"/>
                  <a:pt x="138430" y="17780"/>
                  <a:pt x="135890" y="17780"/>
                </a:cubicBezTo>
                <a:lnTo>
                  <a:pt x="24130" y="17780"/>
                </a:lnTo>
                <a:cubicBezTo>
                  <a:pt x="21590" y="17780"/>
                  <a:pt x="19050" y="20320"/>
                  <a:pt x="19050" y="22860"/>
                </a:cubicBezTo>
                <a:lnTo>
                  <a:pt x="19050" y="88900"/>
                </a:lnTo>
                <a:cubicBezTo>
                  <a:pt x="19050" y="88900"/>
                  <a:pt x="19050" y="88900"/>
                  <a:pt x="19050" y="90170"/>
                </a:cubicBezTo>
                <a:cubicBezTo>
                  <a:pt x="21590" y="140970"/>
                  <a:pt x="25400" y="157480"/>
                  <a:pt x="31750" y="168910"/>
                </a:cubicBezTo>
                <a:close/>
                <a:moveTo>
                  <a:pt x="162560" y="50800"/>
                </a:moveTo>
                <a:lnTo>
                  <a:pt x="162560" y="91440"/>
                </a:lnTo>
                <a:cubicBezTo>
                  <a:pt x="162560" y="91440"/>
                  <a:pt x="162560" y="92710"/>
                  <a:pt x="162560" y="92710"/>
                </a:cubicBezTo>
                <a:cubicBezTo>
                  <a:pt x="162560" y="107950"/>
                  <a:pt x="162560" y="120650"/>
                  <a:pt x="161290" y="132080"/>
                </a:cubicBezTo>
                <a:lnTo>
                  <a:pt x="162560" y="132080"/>
                </a:lnTo>
                <a:cubicBezTo>
                  <a:pt x="185420" y="132080"/>
                  <a:pt x="203200" y="114300"/>
                  <a:pt x="203200" y="91440"/>
                </a:cubicBezTo>
                <a:lnTo>
                  <a:pt x="203200" y="66040"/>
                </a:lnTo>
                <a:cubicBezTo>
                  <a:pt x="203200" y="57150"/>
                  <a:pt x="196850" y="50800"/>
                  <a:pt x="187960" y="50800"/>
                </a:cubicBezTo>
                <a:lnTo>
                  <a:pt x="162560" y="508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6" name="Полилиния: фигура 79">
            <a:extLst>
              <a:ext uri="{FF2B5EF4-FFF2-40B4-BE49-F238E27FC236}">
                <a16:creationId xmlns:a16="http://schemas.microsoft.com/office/drawing/2014/main" id="{05BBD26C-A0B3-888E-3FFF-A596C714CCD9}"/>
              </a:ext>
            </a:extLst>
          </p:cNvPr>
          <p:cNvSpPr/>
          <p:nvPr/>
        </p:nvSpPr>
        <p:spPr>
          <a:xfrm>
            <a:off x="6679006" y="2233450"/>
            <a:ext cx="267335" cy="198755"/>
          </a:xfrm>
          <a:custGeom>
            <a:avLst/>
            <a:gdLst>
              <a:gd name="connsiteX0" fmla="*/ 27623 w 267335"/>
              <a:gd name="connsiteY0" fmla="*/ 50800 h 198755"/>
              <a:gd name="connsiteX1" fmla="*/ 54292 w 267335"/>
              <a:gd name="connsiteY1" fmla="*/ 50800 h 198755"/>
              <a:gd name="connsiteX2" fmla="*/ 64453 w 267335"/>
              <a:gd name="connsiteY2" fmla="*/ 60960 h 198755"/>
              <a:gd name="connsiteX3" fmla="*/ 54292 w 267335"/>
              <a:gd name="connsiteY3" fmla="*/ 71120 h 198755"/>
              <a:gd name="connsiteX4" fmla="*/ 27623 w 267335"/>
              <a:gd name="connsiteY4" fmla="*/ 71120 h 198755"/>
              <a:gd name="connsiteX5" fmla="*/ 135573 w 267335"/>
              <a:gd name="connsiteY5" fmla="*/ 179070 h 198755"/>
              <a:gd name="connsiteX6" fmla="*/ 243523 w 267335"/>
              <a:gd name="connsiteY6" fmla="*/ 71120 h 198755"/>
              <a:gd name="connsiteX7" fmla="*/ 94933 w 267335"/>
              <a:gd name="connsiteY7" fmla="*/ 71120 h 198755"/>
              <a:gd name="connsiteX8" fmla="*/ 84773 w 267335"/>
              <a:gd name="connsiteY8" fmla="*/ 60960 h 198755"/>
              <a:gd name="connsiteX9" fmla="*/ 94933 w 267335"/>
              <a:gd name="connsiteY9" fmla="*/ 50800 h 198755"/>
              <a:gd name="connsiteX10" fmla="*/ 243523 w 267335"/>
              <a:gd name="connsiteY10" fmla="*/ 50800 h 198755"/>
              <a:gd name="connsiteX11" fmla="*/ 213042 w 267335"/>
              <a:gd name="connsiteY11" fmla="*/ 20320 h 198755"/>
              <a:gd name="connsiteX12" fmla="*/ 59373 w 267335"/>
              <a:gd name="connsiteY12" fmla="*/ 20320 h 198755"/>
              <a:gd name="connsiteX13" fmla="*/ 27623 w 267335"/>
              <a:gd name="connsiteY13" fmla="*/ 50800 h 198755"/>
              <a:gd name="connsiteX14" fmla="*/ 58103 w 267335"/>
              <a:gd name="connsiteY14" fmla="*/ 0 h 198755"/>
              <a:gd name="connsiteX15" fmla="*/ 211773 w 267335"/>
              <a:gd name="connsiteY15" fmla="*/ 0 h 198755"/>
              <a:gd name="connsiteX16" fmla="*/ 225742 w 267335"/>
              <a:gd name="connsiteY16" fmla="*/ 6350 h 198755"/>
              <a:gd name="connsiteX17" fmla="*/ 258763 w 267335"/>
              <a:gd name="connsiteY17" fmla="*/ 39370 h 198755"/>
              <a:gd name="connsiteX18" fmla="*/ 258763 w 267335"/>
              <a:gd name="connsiteY18" fmla="*/ 82550 h 198755"/>
              <a:gd name="connsiteX19" fmla="*/ 148273 w 267335"/>
              <a:gd name="connsiteY19" fmla="*/ 193040 h 198755"/>
              <a:gd name="connsiteX20" fmla="*/ 119063 w 267335"/>
              <a:gd name="connsiteY20" fmla="*/ 193040 h 198755"/>
              <a:gd name="connsiteX21" fmla="*/ 8573 w 267335"/>
              <a:gd name="connsiteY21" fmla="*/ 82550 h 198755"/>
              <a:gd name="connsiteX22" fmla="*/ 8573 w 267335"/>
              <a:gd name="connsiteY22" fmla="*/ 39370 h 198755"/>
              <a:gd name="connsiteX23" fmla="*/ 41592 w 267335"/>
              <a:gd name="connsiteY23" fmla="*/ 6350 h 198755"/>
              <a:gd name="connsiteX24" fmla="*/ 58103 w 267335"/>
              <a:gd name="connsiteY24" fmla="*/ 0 h 1987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67335" h="198755">
                <a:moveTo>
                  <a:pt x="27623" y="50800"/>
                </a:moveTo>
                <a:lnTo>
                  <a:pt x="54292" y="50800"/>
                </a:lnTo>
                <a:cubicBezTo>
                  <a:pt x="59373" y="50800"/>
                  <a:pt x="64453" y="55880"/>
                  <a:pt x="64453" y="60960"/>
                </a:cubicBezTo>
                <a:cubicBezTo>
                  <a:pt x="64453" y="66040"/>
                  <a:pt x="59373" y="71120"/>
                  <a:pt x="54292" y="71120"/>
                </a:cubicBezTo>
                <a:lnTo>
                  <a:pt x="27623" y="71120"/>
                </a:lnTo>
                <a:lnTo>
                  <a:pt x="135573" y="179070"/>
                </a:lnTo>
                <a:lnTo>
                  <a:pt x="243523" y="71120"/>
                </a:lnTo>
                <a:lnTo>
                  <a:pt x="94933" y="71120"/>
                </a:lnTo>
                <a:cubicBezTo>
                  <a:pt x="89853" y="71120"/>
                  <a:pt x="84773" y="66040"/>
                  <a:pt x="84773" y="60960"/>
                </a:cubicBezTo>
                <a:cubicBezTo>
                  <a:pt x="84773" y="55880"/>
                  <a:pt x="89853" y="50800"/>
                  <a:pt x="94933" y="50800"/>
                </a:cubicBezTo>
                <a:lnTo>
                  <a:pt x="243523" y="50800"/>
                </a:lnTo>
                <a:lnTo>
                  <a:pt x="213042" y="20320"/>
                </a:lnTo>
                <a:lnTo>
                  <a:pt x="59373" y="20320"/>
                </a:lnTo>
                <a:lnTo>
                  <a:pt x="27623" y="50800"/>
                </a:lnTo>
                <a:close/>
                <a:moveTo>
                  <a:pt x="58103" y="0"/>
                </a:moveTo>
                <a:lnTo>
                  <a:pt x="211773" y="0"/>
                </a:lnTo>
                <a:cubicBezTo>
                  <a:pt x="216853" y="0"/>
                  <a:pt x="221933" y="2540"/>
                  <a:pt x="225742" y="6350"/>
                </a:cubicBezTo>
                <a:lnTo>
                  <a:pt x="258763" y="39370"/>
                </a:lnTo>
                <a:cubicBezTo>
                  <a:pt x="270192" y="50800"/>
                  <a:pt x="270192" y="71120"/>
                  <a:pt x="258763" y="82550"/>
                </a:cubicBezTo>
                <a:lnTo>
                  <a:pt x="148273" y="193040"/>
                </a:lnTo>
                <a:cubicBezTo>
                  <a:pt x="140653" y="200660"/>
                  <a:pt x="127953" y="200660"/>
                  <a:pt x="119063" y="193040"/>
                </a:cubicBezTo>
                <a:lnTo>
                  <a:pt x="8573" y="82550"/>
                </a:lnTo>
                <a:cubicBezTo>
                  <a:pt x="-2858" y="71120"/>
                  <a:pt x="-2858" y="50800"/>
                  <a:pt x="8573" y="39370"/>
                </a:cubicBezTo>
                <a:lnTo>
                  <a:pt x="41592" y="6350"/>
                </a:lnTo>
                <a:cubicBezTo>
                  <a:pt x="47942" y="1270"/>
                  <a:pt x="53023" y="0"/>
                  <a:pt x="58103" y="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7" name="Полилиния: фигура 81">
            <a:extLst>
              <a:ext uri="{FF2B5EF4-FFF2-40B4-BE49-F238E27FC236}">
                <a16:creationId xmlns:a16="http://schemas.microsoft.com/office/drawing/2014/main" id="{F5BAC22C-8AA6-5F90-F0C8-AACD8F8FB38A}"/>
              </a:ext>
            </a:extLst>
          </p:cNvPr>
          <p:cNvSpPr/>
          <p:nvPr/>
        </p:nvSpPr>
        <p:spPr>
          <a:xfrm>
            <a:off x="1126248" y="2142010"/>
            <a:ext cx="194310" cy="284479"/>
          </a:xfrm>
          <a:custGeom>
            <a:avLst/>
            <a:gdLst>
              <a:gd name="connsiteX0" fmla="*/ 11430 w 194310"/>
              <a:gd name="connsiteY0" fmla="*/ 0 h 284479"/>
              <a:gd name="connsiteX1" fmla="*/ 21590 w 194310"/>
              <a:gd name="connsiteY1" fmla="*/ 10160 h 284479"/>
              <a:gd name="connsiteX2" fmla="*/ 21590 w 194310"/>
              <a:gd name="connsiteY2" fmla="*/ 95250 h 284479"/>
              <a:gd name="connsiteX3" fmla="*/ 36830 w 194310"/>
              <a:gd name="connsiteY3" fmla="*/ 104140 h 284479"/>
              <a:gd name="connsiteX4" fmla="*/ 36830 w 194310"/>
              <a:gd name="connsiteY4" fmla="*/ 10160 h 284479"/>
              <a:gd name="connsiteX5" fmla="*/ 46990 w 194310"/>
              <a:gd name="connsiteY5" fmla="*/ 0 h 284479"/>
              <a:gd name="connsiteX6" fmla="*/ 57150 w 194310"/>
              <a:gd name="connsiteY6" fmla="*/ 10160 h 284479"/>
              <a:gd name="connsiteX7" fmla="*/ 57150 w 194310"/>
              <a:gd name="connsiteY7" fmla="*/ 104140 h 284479"/>
              <a:gd name="connsiteX8" fmla="*/ 72390 w 194310"/>
              <a:gd name="connsiteY8" fmla="*/ 95250 h 284479"/>
              <a:gd name="connsiteX9" fmla="*/ 72390 w 194310"/>
              <a:gd name="connsiteY9" fmla="*/ 10160 h 284479"/>
              <a:gd name="connsiteX10" fmla="*/ 82550 w 194310"/>
              <a:gd name="connsiteY10" fmla="*/ 0 h 284479"/>
              <a:gd name="connsiteX11" fmla="*/ 92710 w 194310"/>
              <a:gd name="connsiteY11" fmla="*/ 10160 h 284479"/>
              <a:gd name="connsiteX12" fmla="*/ 92710 w 194310"/>
              <a:gd name="connsiteY12" fmla="*/ 95250 h 284479"/>
              <a:gd name="connsiteX13" fmla="*/ 82550 w 194310"/>
              <a:gd name="connsiteY13" fmla="*/ 113030 h 284479"/>
              <a:gd name="connsiteX14" fmla="*/ 57150 w 194310"/>
              <a:gd name="connsiteY14" fmla="*/ 127000 h 284479"/>
              <a:gd name="connsiteX15" fmla="*/ 57150 w 194310"/>
              <a:gd name="connsiteY15" fmla="*/ 135890 h 284479"/>
              <a:gd name="connsiteX16" fmla="*/ 66040 w 194310"/>
              <a:gd name="connsiteY16" fmla="*/ 135890 h 284479"/>
              <a:gd name="connsiteX17" fmla="*/ 77470 w 194310"/>
              <a:gd name="connsiteY17" fmla="*/ 146050 h 284479"/>
              <a:gd name="connsiteX18" fmla="*/ 81280 w 194310"/>
              <a:gd name="connsiteY18" fmla="*/ 250190 h 284479"/>
              <a:gd name="connsiteX19" fmla="*/ 50800 w 194310"/>
              <a:gd name="connsiteY19" fmla="*/ 281940 h 284479"/>
              <a:gd name="connsiteX20" fmla="*/ 41910 w 194310"/>
              <a:gd name="connsiteY20" fmla="*/ 281940 h 284479"/>
              <a:gd name="connsiteX21" fmla="*/ 11430 w 194310"/>
              <a:gd name="connsiteY21" fmla="*/ 250190 h 284479"/>
              <a:gd name="connsiteX22" fmla="*/ 15240 w 194310"/>
              <a:gd name="connsiteY22" fmla="*/ 146050 h 284479"/>
              <a:gd name="connsiteX23" fmla="*/ 26670 w 194310"/>
              <a:gd name="connsiteY23" fmla="*/ 135890 h 284479"/>
              <a:gd name="connsiteX24" fmla="*/ 35560 w 194310"/>
              <a:gd name="connsiteY24" fmla="*/ 135890 h 284479"/>
              <a:gd name="connsiteX25" fmla="*/ 35560 w 194310"/>
              <a:gd name="connsiteY25" fmla="*/ 127000 h 284479"/>
              <a:gd name="connsiteX26" fmla="*/ 10160 w 194310"/>
              <a:gd name="connsiteY26" fmla="*/ 113030 h 284479"/>
              <a:gd name="connsiteX27" fmla="*/ 0 w 194310"/>
              <a:gd name="connsiteY27" fmla="*/ 95250 h 284479"/>
              <a:gd name="connsiteX28" fmla="*/ 0 w 194310"/>
              <a:gd name="connsiteY28" fmla="*/ 10160 h 284479"/>
              <a:gd name="connsiteX29" fmla="*/ 11430 w 194310"/>
              <a:gd name="connsiteY29" fmla="*/ 0 h 284479"/>
              <a:gd name="connsiteX30" fmla="*/ 175260 w 194310"/>
              <a:gd name="connsiteY30" fmla="*/ 3810 h 284479"/>
              <a:gd name="connsiteX31" fmla="*/ 194310 w 194310"/>
              <a:gd name="connsiteY31" fmla="*/ 12700 h 284479"/>
              <a:gd name="connsiteX32" fmla="*/ 194310 w 194310"/>
              <a:gd name="connsiteY32" fmla="*/ 193040 h 284479"/>
              <a:gd name="connsiteX33" fmla="*/ 194310 w 194310"/>
              <a:gd name="connsiteY33" fmla="*/ 201930 h 284479"/>
              <a:gd name="connsiteX34" fmla="*/ 194310 w 194310"/>
              <a:gd name="connsiteY34" fmla="*/ 254000 h 284479"/>
              <a:gd name="connsiteX35" fmla="*/ 163830 w 194310"/>
              <a:gd name="connsiteY35" fmla="*/ 284480 h 284479"/>
              <a:gd name="connsiteX36" fmla="*/ 133350 w 194310"/>
              <a:gd name="connsiteY36" fmla="*/ 254000 h 284479"/>
              <a:gd name="connsiteX37" fmla="*/ 133350 w 194310"/>
              <a:gd name="connsiteY37" fmla="*/ 213360 h 284479"/>
              <a:gd name="connsiteX38" fmla="*/ 124460 w 194310"/>
              <a:gd name="connsiteY38" fmla="*/ 213360 h 284479"/>
              <a:gd name="connsiteX39" fmla="*/ 113030 w 194310"/>
              <a:gd name="connsiteY39" fmla="*/ 201930 h 284479"/>
              <a:gd name="connsiteX40" fmla="*/ 175260 w 194310"/>
              <a:gd name="connsiteY40" fmla="*/ 3810 h 284479"/>
              <a:gd name="connsiteX41" fmla="*/ 173990 w 194310"/>
              <a:gd name="connsiteY41" fmla="*/ 35560 h 284479"/>
              <a:gd name="connsiteX42" fmla="*/ 173990 w 194310"/>
              <a:gd name="connsiteY42" fmla="*/ 193040 h 284479"/>
              <a:gd name="connsiteX43" fmla="*/ 133350 w 194310"/>
              <a:gd name="connsiteY43" fmla="*/ 193040 h 284479"/>
              <a:gd name="connsiteX44" fmla="*/ 173990 w 194310"/>
              <a:gd name="connsiteY44" fmla="*/ 35560 h 284479"/>
              <a:gd name="connsiteX45" fmla="*/ 153670 w 194310"/>
              <a:gd name="connsiteY45" fmla="*/ 213360 h 284479"/>
              <a:gd name="connsiteX46" fmla="*/ 173990 w 194310"/>
              <a:gd name="connsiteY46" fmla="*/ 213360 h 284479"/>
              <a:gd name="connsiteX47" fmla="*/ 173990 w 194310"/>
              <a:gd name="connsiteY47" fmla="*/ 254000 h 284479"/>
              <a:gd name="connsiteX48" fmla="*/ 163830 w 194310"/>
              <a:gd name="connsiteY48" fmla="*/ 264160 h 284479"/>
              <a:gd name="connsiteX49" fmla="*/ 153670 w 194310"/>
              <a:gd name="connsiteY49" fmla="*/ 254000 h 284479"/>
              <a:gd name="connsiteX50" fmla="*/ 153670 w 194310"/>
              <a:gd name="connsiteY50" fmla="*/ 213360 h 284479"/>
              <a:gd name="connsiteX51" fmla="*/ 33020 w 194310"/>
              <a:gd name="connsiteY51" fmla="*/ 252730 h 284479"/>
              <a:gd name="connsiteX52" fmla="*/ 36830 w 194310"/>
              <a:gd name="connsiteY52" fmla="*/ 156210 h 284479"/>
              <a:gd name="connsiteX53" fmla="*/ 58420 w 194310"/>
              <a:gd name="connsiteY53" fmla="*/ 156210 h 284479"/>
              <a:gd name="connsiteX54" fmla="*/ 62230 w 194310"/>
              <a:gd name="connsiteY54" fmla="*/ 252730 h 284479"/>
              <a:gd name="connsiteX55" fmla="*/ 52070 w 194310"/>
              <a:gd name="connsiteY55" fmla="*/ 262890 h 284479"/>
              <a:gd name="connsiteX56" fmla="*/ 43180 w 194310"/>
              <a:gd name="connsiteY56" fmla="*/ 262890 h 284479"/>
              <a:gd name="connsiteX57" fmla="*/ 33020 w 194310"/>
              <a:gd name="connsiteY57" fmla="*/ 252730 h 284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</a:cxnLst>
            <a:rect l="l" t="t" r="r" b="b"/>
            <a:pathLst>
              <a:path w="194310" h="284479">
                <a:moveTo>
                  <a:pt x="11430" y="0"/>
                </a:moveTo>
                <a:cubicBezTo>
                  <a:pt x="16510" y="0"/>
                  <a:pt x="21590" y="5080"/>
                  <a:pt x="21590" y="10160"/>
                </a:cubicBezTo>
                <a:lnTo>
                  <a:pt x="21590" y="95250"/>
                </a:lnTo>
                <a:lnTo>
                  <a:pt x="36830" y="104140"/>
                </a:lnTo>
                <a:lnTo>
                  <a:pt x="36830" y="10160"/>
                </a:lnTo>
                <a:cubicBezTo>
                  <a:pt x="36830" y="5080"/>
                  <a:pt x="41910" y="0"/>
                  <a:pt x="46990" y="0"/>
                </a:cubicBezTo>
                <a:cubicBezTo>
                  <a:pt x="52070" y="0"/>
                  <a:pt x="57150" y="5080"/>
                  <a:pt x="57150" y="10160"/>
                </a:cubicBezTo>
                <a:lnTo>
                  <a:pt x="57150" y="104140"/>
                </a:lnTo>
                <a:lnTo>
                  <a:pt x="72390" y="95250"/>
                </a:lnTo>
                <a:lnTo>
                  <a:pt x="72390" y="10160"/>
                </a:lnTo>
                <a:cubicBezTo>
                  <a:pt x="72390" y="5080"/>
                  <a:pt x="77470" y="0"/>
                  <a:pt x="82550" y="0"/>
                </a:cubicBezTo>
                <a:cubicBezTo>
                  <a:pt x="87630" y="0"/>
                  <a:pt x="92710" y="5080"/>
                  <a:pt x="92710" y="10160"/>
                </a:cubicBezTo>
                <a:lnTo>
                  <a:pt x="92710" y="95250"/>
                </a:lnTo>
                <a:cubicBezTo>
                  <a:pt x="92710" y="102870"/>
                  <a:pt x="88900" y="109220"/>
                  <a:pt x="82550" y="113030"/>
                </a:cubicBezTo>
                <a:lnTo>
                  <a:pt x="57150" y="127000"/>
                </a:lnTo>
                <a:lnTo>
                  <a:pt x="57150" y="135890"/>
                </a:lnTo>
                <a:lnTo>
                  <a:pt x="66040" y="135890"/>
                </a:lnTo>
                <a:cubicBezTo>
                  <a:pt x="72390" y="135890"/>
                  <a:pt x="77470" y="140970"/>
                  <a:pt x="77470" y="146050"/>
                </a:cubicBezTo>
                <a:lnTo>
                  <a:pt x="81280" y="250190"/>
                </a:lnTo>
                <a:cubicBezTo>
                  <a:pt x="82550" y="267970"/>
                  <a:pt x="68580" y="281940"/>
                  <a:pt x="50800" y="281940"/>
                </a:cubicBezTo>
                <a:lnTo>
                  <a:pt x="41910" y="281940"/>
                </a:lnTo>
                <a:cubicBezTo>
                  <a:pt x="24130" y="281940"/>
                  <a:pt x="11430" y="267970"/>
                  <a:pt x="11430" y="250190"/>
                </a:cubicBezTo>
                <a:lnTo>
                  <a:pt x="15240" y="146050"/>
                </a:lnTo>
                <a:cubicBezTo>
                  <a:pt x="15240" y="139700"/>
                  <a:pt x="20320" y="135890"/>
                  <a:pt x="26670" y="135890"/>
                </a:cubicBezTo>
                <a:lnTo>
                  <a:pt x="35560" y="135890"/>
                </a:lnTo>
                <a:lnTo>
                  <a:pt x="35560" y="127000"/>
                </a:lnTo>
                <a:lnTo>
                  <a:pt x="10160" y="113030"/>
                </a:lnTo>
                <a:cubicBezTo>
                  <a:pt x="3810" y="109220"/>
                  <a:pt x="0" y="102870"/>
                  <a:pt x="0" y="95250"/>
                </a:cubicBezTo>
                <a:lnTo>
                  <a:pt x="0" y="10160"/>
                </a:lnTo>
                <a:cubicBezTo>
                  <a:pt x="1270" y="3810"/>
                  <a:pt x="6350" y="0"/>
                  <a:pt x="11430" y="0"/>
                </a:cubicBezTo>
                <a:close/>
                <a:moveTo>
                  <a:pt x="175260" y="3810"/>
                </a:moveTo>
                <a:cubicBezTo>
                  <a:pt x="182880" y="-2540"/>
                  <a:pt x="194310" y="3810"/>
                  <a:pt x="194310" y="12700"/>
                </a:cubicBezTo>
                <a:lnTo>
                  <a:pt x="194310" y="193040"/>
                </a:lnTo>
                <a:lnTo>
                  <a:pt x="194310" y="201930"/>
                </a:lnTo>
                <a:lnTo>
                  <a:pt x="194310" y="254000"/>
                </a:lnTo>
                <a:cubicBezTo>
                  <a:pt x="194310" y="270510"/>
                  <a:pt x="180340" y="284480"/>
                  <a:pt x="163830" y="284480"/>
                </a:cubicBezTo>
                <a:cubicBezTo>
                  <a:pt x="147320" y="284480"/>
                  <a:pt x="133350" y="270510"/>
                  <a:pt x="133350" y="254000"/>
                </a:cubicBezTo>
                <a:lnTo>
                  <a:pt x="133350" y="213360"/>
                </a:lnTo>
                <a:lnTo>
                  <a:pt x="124460" y="213360"/>
                </a:lnTo>
                <a:cubicBezTo>
                  <a:pt x="118110" y="213360"/>
                  <a:pt x="113030" y="208280"/>
                  <a:pt x="113030" y="201930"/>
                </a:cubicBezTo>
                <a:cubicBezTo>
                  <a:pt x="113030" y="74930"/>
                  <a:pt x="152400" y="24130"/>
                  <a:pt x="175260" y="3810"/>
                </a:cubicBezTo>
                <a:close/>
                <a:moveTo>
                  <a:pt x="173990" y="35560"/>
                </a:moveTo>
                <a:lnTo>
                  <a:pt x="173990" y="193040"/>
                </a:lnTo>
                <a:lnTo>
                  <a:pt x="133350" y="193040"/>
                </a:lnTo>
                <a:cubicBezTo>
                  <a:pt x="134620" y="105410"/>
                  <a:pt x="156210" y="59690"/>
                  <a:pt x="173990" y="35560"/>
                </a:cubicBezTo>
                <a:close/>
                <a:moveTo>
                  <a:pt x="153670" y="213360"/>
                </a:moveTo>
                <a:lnTo>
                  <a:pt x="173990" y="213360"/>
                </a:lnTo>
                <a:lnTo>
                  <a:pt x="173990" y="254000"/>
                </a:lnTo>
                <a:cubicBezTo>
                  <a:pt x="173990" y="259080"/>
                  <a:pt x="168910" y="264160"/>
                  <a:pt x="163830" y="264160"/>
                </a:cubicBezTo>
                <a:cubicBezTo>
                  <a:pt x="158750" y="264160"/>
                  <a:pt x="153670" y="259080"/>
                  <a:pt x="153670" y="254000"/>
                </a:cubicBezTo>
                <a:lnTo>
                  <a:pt x="153670" y="213360"/>
                </a:lnTo>
                <a:close/>
                <a:moveTo>
                  <a:pt x="33020" y="252730"/>
                </a:moveTo>
                <a:lnTo>
                  <a:pt x="36830" y="156210"/>
                </a:lnTo>
                <a:lnTo>
                  <a:pt x="58420" y="156210"/>
                </a:lnTo>
                <a:lnTo>
                  <a:pt x="62230" y="252730"/>
                </a:lnTo>
                <a:cubicBezTo>
                  <a:pt x="62230" y="259080"/>
                  <a:pt x="58420" y="262890"/>
                  <a:pt x="52070" y="262890"/>
                </a:cubicBezTo>
                <a:lnTo>
                  <a:pt x="43180" y="262890"/>
                </a:lnTo>
                <a:cubicBezTo>
                  <a:pt x="36830" y="264160"/>
                  <a:pt x="33020" y="259080"/>
                  <a:pt x="33020" y="25273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8" name="Полилиния: фигура 84">
            <a:extLst>
              <a:ext uri="{FF2B5EF4-FFF2-40B4-BE49-F238E27FC236}">
                <a16:creationId xmlns:a16="http://schemas.microsoft.com/office/drawing/2014/main" id="{EECF6766-618F-B127-2AC6-2C425972B2A3}"/>
              </a:ext>
            </a:extLst>
          </p:cNvPr>
          <p:cNvSpPr/>
          <p:nvPr/>
        </p:nvSpPr>
        <p:spPr>
          <a:xfrm>
            <a:off x="3866068" y="2155764"/>
            <a:ext cx="301400" cy="266915"/>
          </a:xfrm>
          <a:custGeom>
            <a:avLst/>
            <a:gdLst>
              <a:gd name="connsiteX0" fmla="*/ 32590 w 301400"/>
              <a:gd name="connsiteY0" fmla="*/ 31965 h 266915"/>
              <a:gd name="connsiteX1" fmla="*/ 33860 w 301400"/>
              <a:gd name="connsiteY1" fmla="*/ 29425 h 266915"/>
              <a:gd name="connsiteX2" fmla="*/ 75770 w 301400"/>
              <a:gd name="connsiteY2" fmla="*/ 98005 h 266915"/>
              <a:gd name="connsiteX3" fmla="*/ 113870 w 301400"/>
              <a:gd name="connsiteY3" fmla="*/ 141185 h 266915"/>
              <a:gd name="connsiteX4" fmla="*/ 141810 w 301400"/>
              <a:gd name="connsiteY4" fmla="*/ 108165 h 266915"/>
              <a:gd name="connsiteX5" fmla="*/ 141810 w 301400"/>
              <a:gd name="connsiteY5" fmla="*/ 82765 h 266915"/>
              <a:gd name="connsiteX6" fmla="*/ 111330 w 301400"/>
              <a:gd name="connsiteY6" fmla="*/ 52285 h 266915"/>
              <a:gd name="connsiteX7" fmla="*/ 111330 w 301400"/>
              <a:gd name="connsiteY7" fmla="*/ 52285 h 266915"/>
              <a:gd name="connsiteX8" fmla="*/ 112600 w 301400"/>
              <a:gd name="connsiteY8" fmla="*/ 48475 h 266915"/>
              <a:gd name="connsiteX9" fmla="*/ 117680 w 301400"/>
              <a:gd name="connsiteY9" fmla="*/ 43395 h 266915"/>
              <a:gd name="connsiteX10" fmla="*/ 136730 w 301400"/>
              <a:gd name="connsiteY10" fmla="*/ 35775 h 266915"/>
              <a:gd name="connsiteX11" fmla="*/ 143080 w 301400"/>
              <a:gd name="connsiteY11" fmla="*/ 47205 h 266915"/>
              <a:gd name="connsiteX12" fmla="*/ 145620 w 301400"/>
              <a:gd name="connsiteY12" fmla="*/ 49745 h 266915"/>
              <a:gd name="connsiteX13" fmla="*/ 151970 w 301400"/>
              <a:gd name="connsiteY13" fmla="*/ 52285 h 266915"/>
              <a:gd name="connsiteX14" fmla="*/ 155780 w 301400"/>
              <a:gd name="connsiteY14" fmla="*/ 51015 h 266915"/>
              <a:gd name="connsiteX15" fmla="*/ 158320 w 301400"/>
              <a:gd name="connsiteY15" fmla="*/ 49745 h 266915"/>
              <a:gd name="connsiteX16" fmla="*/ 160860 w 301400"/>
              <a:gd name="connsiteY16" fmla="*/ 47205 h 266915"/>
              <a:gd name="connsiteX17" fmla="*/ 167210 w 301400"/>
              <a:gd name="connsiteY17" fmla="*/ 35775 h 266915"/>
              <a:gd name="connsiteX18" fmla="*/ 186260 w 301400"/>
              <a:gd name="connsiteY18" fmla="*/ 43395 h 266915"/>
              <a:gd name="connsiteX19" fmla="*/ 191340 w 301400"/>
              <a:gd name="connsiteY19" fmla="*/ 48475 h 266915"/>
              <a:gd name="connsiteX20" fmla="*/ 192610 w 301400"/>
              <a:gd name="connsiteY20" fmla="*/ 52285 h 266915"/>
              <a:gd name="connsiteX21" fmla="*/ 192610 w 301400"/>
              <a:gd name="connsiteY21" fmla="*/ 52285 h 266915"/>
              <a:gd name="connsiteX22" fmla="*/ 162130 w 301400"/>
              <a:gd name="connsiteY22" fmla="*/ 82765 h 266915"/>
              <a:gd name="connsiteX23" fmla="*/ 162130 w 301400"/>
              <a:gd name="connsiteY23" fmla="*/ 108165 h 266915"/>
              <a:gd name="connsiteX24" fmla="*/ 190070 w 301400"/>
              <a:gd name="connsiteY24" fmla="*/ 141185 h 266915"/>
              <a:gd name="connsiteX25" fmla="*/ 228170 w 301400"/>
              <a:gd name="connsiteY25" fmla="*/ 98005 h 266915"/>
              <a:gd name="connsiteX26" fmla="*/ 270080 w 301400"/>
              <a:gd name="connsiteY26" fmla="*/ 29425 h 266915"/>
              <a:gd name="connsiteX27" fmla="*/ 271350 w 301400"/>
              <a:gd name="connsiteY27" fmla="*/ 31965 h 266915"/>
              <a:gd name="connsiteX28" fmla="*/ 273890 w 301400"/>
              <a:gd name="connsiteY28" fmla="*/ 152615 h 266915"/>
              <a:gd name="connsiteX29" fmla="*/ 228170 w 301400"/>
              <a:gd name="connsiteY29" fmla="*/ 172935 h 266915"/>
              <a:gd name="connsiteX30" fmla="*/ 211660 w 301400"/>
              <a:gd name="connsiteY30" fmla="*/ 165315 h 266915"/>
              <a:gd name="connsiteX31" fmla="*/ 165940 w 301400"/>
              <a:gd name="connsiteY31" fmla="*/ 188175 h 266915"/>
              <a:gd name="connsiteX32" fmla="*/ 184990 w 301400"/>
              <a:gd name="connsiteY32" fmla="*/ 225005 h 266915"/>
              <a:gd name="connsiteX33" fmla="*/ 202770 w 301400"/>
              <a:gd name="connsiteY33" fmla="*/ 231355 h 266915"/>
              <a:gd name="connsiteX34" fmla="*/ 150700 w 301400"/>
              <a:gd name="connsiteY34" fmla="*/ 249135 h 266915"/>
              <a:gd name="connsiteX35" fmla="*/ 98630 w 301400"/>
              <a:gd name="connsiteY35" fmla="*/ 231355 h 266915"/>
              <a:gd name="connsiteX36" fmla="*/ 116410 w 301400"/>
              <a:gd name="connsiteY36" fmla="*/ 225005 h 266915"/>
              <a:gd name="connsiteX37" fmla="*/ 135460 w 301400"/>
              <a:gd name="connsiteY37" fmla="*/ 188175 h 266915"/>
              <a:gd name="connsiteX38" fmla="*/ 89740 w 301400"/>
              <a:gd name="connsiteY38" fmla="*/ 165315 h 266915"/>
              <a:gd name="connsiteX39" fmla="*/ 73230 w 301400"/>
              <a:gd name="connsiteY39" fmla="*/ 172935 h 266915"/>
              <a:gd name="connsiteX40" fmla="*/ 27510 w 301400"/>
              <a:gd name="connsiteY40" fmla="*/ 152615 h 266915"/>
              <a:gd name="connsiteX41" fmla="*/ 32590 w 301400"/>
              <a:gd name="connsiteY41" fmla="*/ 31965 h 266915"/>
              <a:gd name="connsiteX42" fmla="*/ 153240 w 301400"/>
              <a:gd name="connsiteY42" fmla="*/ 20535 h 266915"/>
              <a:gd name="connsiteX43" fmla="*/ 130380 w 301400"/>
              <a:gd name="connsiteY43" fmla="*/ 15455 h 266915"/>
              <a:gd name="connsiteX44" fmla="*/ 111330 w 301400"/>
              <a:gd name="connsiteY44" fmla="*/ 23075 h 266915"/>
              <a:gd name="connsiteX45" fmla="*/ 94820 w 301400"/>
              <a:gd name="connsiteY45" fmla="*/ 39585 h 266915"/>
              <a:gd name="connsiteX46" fmla="*/ 91010 w 301400"/>
              <a:gd name="connsiteY46" fmla="*/ 49745 h 266915"/>
              <a:gd name="connsiteX47" fmla="*/ 104980 w 301400"/>
              <a:gd name="connsiteY47" fmla="*/ 70065 h 266915"/>
              <a:gd name="connsiteX48" fmla="*/ 112600 w 301400"/>
              <a:gd name="connsiteY48" fmla="*/ 70065 h 266915"/>
              <a:gd name="connsiteX49" fmla="*/ 122760 w 301400"/>
              <a:gd name="connsiteY49" fmla="*/ 80225 h 266915"/>
              <a:gd name="connsiteX50" fmla="*/ 122760 w 301400"/>
              <a:gd name="connsiteY50" fmla="*/ 105625 h 266915"/>
              <a:gd name="connsiteX51" fmla="*/ 111330 w 301400"/>
              <a:gd name="connsiteY51" fmla="*/ 119595 h 266915"/>
              <a:gd name="connsiteX52" fmla="*/ 96090 w 301400"/>
              <a:gd name="connsiteY52" fmla="*/ 100545 h 266915"/>
              <a:gd name="connsiteX53" fmla="*/ 98630 w 301400"/>
              <a:gd name="connsiteY53" fmla="*/ 94195 h 266915"/>
              <a:gd name="connsiteX54" fmla="*/ 45290 w 301400"/>
              <a:gd name="connsiteY54" fmla="*/ 7835 h 266915"/>
              <a:gd name="connsiteX55" fmla="*/ 17350 w 301400"/>
              <a:gd name="connsiteY55" fmla="*/ 10375 h 266915"/>
              <a:gd name="connsiteX56" fmla="*/ 12270 w 301400"/>
              <a:gd name="connsiteY56" fmla="*/ 23075 h 266915"/>
              <a:gd name="connsiteX57" fmla="*/ 9730 w 301400"/>
              <a:gd name="connsiteY57" fmla="*/ 157695 h 266915"/>
              <a:gd name="connsiteX58" fmla="*/ 83390 w 301400"/>
              <a:gd name="connsiteY58" fmla="*/ 189445 h 266915"/>
              <a:gd name="connsiteX59" fmla="*/ 99900 w 301400"/>
              <a:gd name="connsiteY59" fmla="*/ 181825 h 266915"/>
              <a:gd name="connsiteX60" fmla="*/ 116410 w 301400"/>
              <a:gd name="connsiteY60" fmla="*/ 190715 h 266915"/>
              <a:gd name="connsiteX61" fmla="*/ 108790 w 301400"/>
              <a:gd name="connsiteY61" fmla="*/ 204685 h 266915"/>
              <a:gd name="connsiteX62" fmla="*/ 83390 w 301400"/>
              <a:gd name="connsiteY62" fmla="*/ 214845 h 266915"/>
              <a:gd name="connsiteX63" fmla="*/ 79580 w 301400"/>
              <a:gd name="connsiteY63" fmla="*/ 240245 h 266915"/>
              <a:gd name="connsiteX64" fmla="*/ 82120 w 301400"/>
              <a:gd name="connsiteY64" fmla="*/ 241515 h 266915"/>
              <a:gd name="connsiteX65" fmla="*/ 150700 w 301400"/>
              <a:gd name="connsiteY65" fmla="*/ 266915 h 266915"/>
              <a:gd name="connsiteX66" fmla="*/ 219280 w 301400"/>
              <a:gd name="connsiteY66" fmla="*/ 241515 h 266915"/>
              <a:gd name="connsiteX67" fmla="*/ 221820 w 301400"/>
              <a:gd name="connsiteY67" fmla="*/ 240245 h 266915"/>
              <a:gd name="connsiteX68" fmla="*/ 218010 w 301400"/>
              <a:gd name="connsiteY68" fmla="*/ 214845 h 266915"/>
              <a:gd name="connsiteX69" fmla="*/ 192610 w 301400"/>
              <a:gd name="connsiteY69" fmla="*/ 204685 h 266915"/>
              <a:gd name="connsiteX70" fmla="*/ 184990 w 301400"/>
              <a:gd name="connsiteY70" fmla="*/ 190715 h 266915"/>
              <a:gd name="connsiteX71" fmla="*/ 201500 w 301400"/>
              <a:gd name="connsiteY71" fmla="*/ 181825 h 266915"/>
              <a:gd name="connsiteX72" fmla="*/ 218010 w 301400"/>
              <a:gd name="connsiteY72" fmla="*/ 189445 h 266915"/>
              <a:gd name="connsiteX73" fmla="*/ 291670 w 301400"/>
              <a:gd name="connsiteY73" fmla="*/ 157695 h 266915"/>
              <a:gd name="connsiteX74" fmla="*/ 289130 w 301400"/>
              <a:gd name="connsiteY74" fmla="*/ 23075 h 266915"/>
              <a:gd name="connsiteX75" fmla="*/ 284050 w 301400"/>
              <a:gd name="connsiteY75" fmla="*/ 10375 h 266915"/>
              <a:gd name="connsiteX76" fmla="*/ 257380 w 301400"/>
              <a:gd name="connsiteY76" fmla="*/ 7835 h 266915"/>
              <a:gd name="connsiteX77" fmla="*/ 204040 w 301400"/>
              <a:gd name="connsiteY77" fmla="*/ 94195 h 266915"/>
              <a:gd name="connsiteX78" fmla="*/ 206580 w 301400"/>
              <a:gd name="connsiteY78" fmla="*/ 100545 h 266915"/>
              <a:gd name="connsiteX79" fmla="*/ 191340 w 301400"/>
              <a:gd name="connsiteY79" fmla="*/ 119595 h 266915"/>
              <a:gd name="connsiteX80" fmla="*/ 179910 w 301400"/>
              <a:gd name="connsiteY80" fmla="*/ 105625 h 266915"/>
              <a:gd name="connsiteX81" fmla="*/ 179910 w 301400"/>
              <a:gd name="connsiteY81" fmla="*/ 80225 h 266915"/>
              <a:gd name="connsiteX82" fmla="*/ 190070 w 301400"/>
              <a:gd name="connsiteY82" fmla="*/ 70065 h 266915"/>
              <a:gd name="connsiteX83" fmla="*/ 197690 w 301400"/>
              <a:gd name="connsiteY83" fmla="*/ 70065 h 266915"/>
              <a:gd name="connsiteX84" fmla="*/ 211660 w 301400"/>
              <a:gd name="connsiteY84" fmla="*/ 49745 h 266915"/>
              <a:gd name="connsiteX85" fmla="*/ 207850 w 301400"/>
              <a:gd name="connsiteY85" fmla="*/ 39585 h 266915"/>
              <a:gd name="connsiteX86" fmla="*/ 191340 w 301400"/>
              <a:gd name="connsiteY86" fmla="*/ 23075 h 266915"/>
              <a:gd name="connsiteX87" fmla="*/ 172290 w 301400"/>
              <a:gd name="connsiteY87" fmla="*/ 15455 h 266915"/>
              <a:gd name="connsiteX88" fmla="*/ 153240 w 301400"/>
              <a:gd name="connsiteY88" fmla="*/ 20535 h 2669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</a:cxnLst>
            <a:rect l="l" t="t" r="r" b="b"/>
            <a:pathLst>
              <a:path w="301400" h="266915">
                <a:moveTo>
                  <a:pt x="32590" y="31965"/>
                </a:moveTo>
                <a:lnTo>
                  <a:pt x="33860" y="29425"/>
                </a:lnTo>
                <a:lnTo>
                  <a:pt x="75770" y="98005"/>
                </a:lnTo>
                <a:cubicBezTo>
                  <a:pt x="69420" y="122135"/>
                  <a:pt x="89740" y="144995"/>
                  <a:pt x="113870" y="141185"/>
                </a:cubicBezTo>
                <a:cubicBezTo>
                  <a:pt x="130380" y="138645"/>
                  <a:pt x="141810" y="124675"/>
                  <a:pt x="141810" y="108165"/>
                </a:cubicBezTo>
                <a:lnTo>
                  <a:pt x="141810" y="82765"/>
                </a:lnTo>
                <a:cubicBezTo>
                  <a:pt x="141810" y="66255"/>
                  <a:pt x="127840" y="52285"/>
                  <a:pt x="111330" y="52285"/>
                </a:cubicBezTo>
                <a:lnTo>
                  <a:pt x="111330" y="52285"/>
                </a:lnTo>
                <a:lnTo>
                  <a:pt x="112600" y="48475"/>
                </a:lnTo>
                <a:cubicBezTo>
                  <a:pt x="113870" y="45935"/>
                  <a:pt x="115140" y="43395"/>
                  <a:pt x="117680" y="43395"/>
                </a:cubicBezTo>
                <a:lnTo>
                  <a:pt x="136730" y="35775"/>
                </a:lnTo>
                <a:lnTo>
                  <a:pt x="143080" y="47205"/>
                </a:lnTo>
                <a:cubicBezTo>
                  <a:pt x="143080" y="48475"/>
                  <a:pt x="144350" y="49745"/>
                  <a:pt x="145620" y="49745"/>
                </a:cubicBezTo>
                <a:cubicBezTo>
                  <a:pt x="146890" y="51015"/>
                  <a:pt x="149430" y="52285"/>
                  <a:pt x="151970" y="52285"/>
                </a:cubicBezTo>
                <a:cubicBezTo>
                  <a:pt x="153240" y="52285"/>
                  <a:pt x="154510" y="52285"/>
                  <a:pt x="155780" y="51015"/>
                </a:cubicBezTo>
                <a:cubicBezTo>
                  <a:pt x="157050" y="51015"/>
                  <a:pt x="157050" y="49745"/>
                  <a:pt x="158320" y="49745"/>
                </a:cubicBezTo>
                <a:cubicBezTo>
                  <a:pt x="159590" y="48475"/>
                  <a:pt x="159590" y="47205"/>
                  <a:pt x="160860" y="47205"/>
                </a:cubicBezTo>
                <a:lnTo>
                  <a:pt x="167210" y="35775"/>
                </a:lnTo>
                <a:lnTo>
                  <a:pt x="186260" y="43395"/>
                </a:lnTo>
                <a:cubicBezTo>
                  <a:pt x="188800" y="44665"/>
                  <a:pt x="190070" y="45935"/>
                  <a:pt x="191340" y="48475"/>
                </a:cubicBezTo>
                <a:lnTo>
                  <a:pt x="192610" y="52285"/>
                </a:lnTo>
                <a:lnTo>
                  <a:pt x="192610" y="52285"/>
                </a:lnTo>
                <a:cubicBezTo>
                  <a:pt x="176100" y="52285"/>
                  <a:pt x="162130" y="66255"/>
                  <a:pt x="162130" y="82765"/>
                </a:cubicBezTo>
                <a:lnTo>
                  <a:pt x="162130" y="108165"/>
                </a:lnTo>
                <a:cubicBezTo>
                  <a:pt x="162130" y="124675"/>
                  <a:pt x="173560" y="138645"/>
                  <a:pt x="190070" y="141185"/>
                </a:cubicBezTo>
                <a:cubicBezTo>
                  <a:pt x="215470" y="144995"/>
                  <a:pt x="234520" y="122135"/>
                  <a:pt x="228170" y="98005"/>
                </a:cubicBezTo>
                <a:lnTo>
                  <a:pt x="270080" y="29425"/>
                </a:lnTo>
                <a:lnTo>
                  <a:pt x="271350" y="31965"/>
                </a:lnTo>
                <a:cubicBezTo>
                  <a:pt x="285320" y="71335"/>
                  <a:pt x="285320" y="113245"/>
                  <a:pt x="273890" y="152615"/>
                </a:cubicBezTo>
                <a:cubicBezTo>
                  <a:pt x="267540" y="171665"/>
                  <a:pt x="245950" y="181825"/>
                  <a:pt x="228170" y="172935"/>
                </a:cubicBezTo>
                <a:lnTo>
                  <a:pt x="211660" y="165315"/>
                </a:lnTo>
                <a:cubicBezTo>
                  <a:pt x="192610" y="156425"/>
                  <a:pt x="171020" y="167855"/>
                  <a:pt x="165940" y="188175"/>
                </a:cubicBezTo>
                <a:cubicBezTo>
                  <a:pt x="162130" y="203415"/>
                  <a:pt x="171020" y="219925"/>
                  <a:pt x="184990" y="225005"/>
                </a:cubicBezTo>
                <a:lnTo>
                  <a:pt x="202770" y="231355"/>
                </a:lnTo>
                <a:cubicBezTo>
                  <a:pt x="187530" y="242785"/>
                  <a:pt x="169750" y="249135"/>
                  <a:pt x="150700" y="249135"/>
                </a:cubicBezTo>
                <a:cubicBezTo>
                  <a:pt x="131650" y="249135"/>
                  <a:pt x="113870" y="242785"/>
                  <a:pt x="98630" y="231355"/>
                </a:cubicBezTo>
                <a:lnTo>
                  <a:pt x="116410" y="225005"/>
                </a:lnTo>
                <a:cubicBezTo>
                  <a:pt x="131650" y="218655"/>
                  <a:pt x="139270" y="203415"/>
                  <a:pt x="135460" y="188175"/>
                </a:cubicBezTo>
                <a:cubicBezTo>
                  <a:pt x="130380" y="167855"/>
                  <a:pt x="108790" y="156425"/>
                  <a:pt x="89740" y="165315"/>
                </a:cubicBezTo>
                <a:lnTo>
                  <a:pt x="73230" y="172935"/>
                </a:lnTo>
                <a:cubicBezTo>
                  <a:pt x="55450" y="181825"/>
                  <a:pt x="32590" y="171665"/>
                  <a:pt x="27510" y="152615"/>
                </a:cubicBezTo>
                <a:cubicBezTo>
                  <a:pt x="18620" y="114515"/>
                  <a:pt x="18620" y="71335"/>
                  <a:pt x="32590" y="31965"/>
                </a:cubicBezTo>
                <a:close/>
                <a:moveTo>
                  <a:pt x="153240" y="20535"/>
                </a:moveTo>
                <a:cubicBezTo>
                  <a:pt x="148160" y="14185"/>
                  <a:pt x="138000" y="11645"/>
                  <a:pt x="130380" y="15455"/>
                </a:cubicBezTo>
                <a:lnTo>
                  <a:pt x="111330" y="23075"/>
                </a:lnTo>
                <a:cubicBezTo>
                  <a:pt x="103710" y="25615"/>
                  <a:pt x="98630" y="31965"/>
                  <a:pt x="94820" y="39585"/>
                </a:cubicBezTo>
                <a:lnTo>
                  <a:pt x="91010" y="49745"/>
                </a:lnTo>
                <a:cubicBezTo>
                  <a:pt x="87200" y="59905"/>
                  <a:pt x="94820" y="70065"/>
                  <a:pt x="104980" y="70065"/>
                </a:cubicBezTo>
                <a:lnTo>
                  <a:pt x="112600" y="70065"/>
                </a:lnTo>
                <a:cubicBezTo>
                  <a:pt x="117680" y="70065"/>
                  <a:pt x="122760" y="75145"/>
                  <a:pt x="122760" y="80225"/>
                </a:cubicBezTo>
                <a:lnTo>
                  <a:pt x="122760" y="105625"/>
                </a:lnTo>
                <a:cubicBezTo>
                  <a:pt x="122760" y="111975"/>
                  <a:pt x="117680" y="118325"/>
                  <a:pt x="111330" y="119595"/>
                </a:cubicBezTo>
                <a:cubicBezTo>
                  <a:pt x="101170" y="120865"/>
                  <a:pt x="92280" y="110705"/>
                  <a:pt x="96090" y="100545"/>
                </a:cubicBezTo>
                <a:lnTo>
                  <a:pt x="98630" y="94195"/>
                </a:lnTo>
                <a:lnTo>
                  <a:pt x="45290" y="7835"/>
                </a:lnTo>
                <a:cubicBezTo>
                  <a:pt x="38940" y="-3595"/>
                  <a:pt x="22430" y="-1055"/>
                  <a:pt x="17350" y="10375"/>
                </a:cubicBezTo>
                <a:lnTo>
                  <a:pt x="12270" y="23075"/>
                </a:lnTo>
                <a:cubicBezTo>
                  <a:pt x="-2970" y="66255"/>
                  <a:pt x="-4240" y="113245"/>
                  <a:pt x="9730" y="157695"/>
                </a:cubicBezTo>
                <a:cubicBezTo>
                  <a:pt x="19890" y="188175"/>
                  <a:pt x="54180" y="203415"/>
                  <a:pt x="83390" y="189445"/>
                </a:cubicBezTo>
                <a:lnTo>
                  <a:pt x="99900" y="181825"/>
                </a:lnTo>
                <a:cubicBezTo>
                  <a:pt x="107520" y="178015"/>
                  <a:pt x="115140" y="183095"/>
                  <a:pt x="116410" y="190715"/>
                </a:cubicBezTo>
                <a:cubicBezTo>
                  <a:pt x="117680" y="197065"/>
                  <a:pt x="115140" y="202145"/>
                  <a:pt x="108790" y="204685"/>
                </a:cubicBezTo>
                <a:lnTo>
                  <a:pt x="83390" y="214845"/>
                </a:lnTo>
                <a:cubicBezTo>
                  <a:pt x="73230" y="218655"/>
                  <a:pt x="70690" y="232625"/>
                  <a:pt x="79580" y="240245"/>
                </a:cubicBezTo>
                <a:lnTo>
                  <a:pt x="82120" y="241515"/>
                </a:lnTo>
                <a:cubicBezTo>
                  <a:pt x="101170" y="258025"/>
                  <a:pt x="125300" y="266915"/>
                  <a:pt x="150700" y="266915"/>
                </a:cubicBezTo>
                <a:cubicBezTo>
                  <a:pt x="176100" y="266915"/>
                  <a:pt x="200230" y="258025"/>
                  <a:pt x="219280" y="241515"/>
                </a:cubicBezTo>
                <a:lnTo>
                  <a:pt x="221820" y="240245"/>
                </a:lnTo>
                <a:cubicBezTo>
                  <a:pt x="230710" y="232625"/>
                  <a:pt x="228170" y="218655"/>
                  <a:pt x="218010" y="214845"/>
                </a:cubicBezTo>
                <a:lnTo>
                  <a:pt x="192610" y="204685"/>
                </a:lnTo>
                <a:cubicBezTo>
                  <a:pt x="187530" y="202145"/>
                  <a:pt x="183720" y="197065"/>
                  <a:pt x="184990" y="190715"/>
                </a:cubicBezTo>
                <a:cubicBezTo>
                  <a:pt x="186260" y="183095"/>
                  <a:pt x="195150" y="179285"/>
                  <a:pt x="201500" y="181825"/>
                </a:cubicBezTo>
                <a:lnTo>
                  <a:pt x="218010" y="189445"/>
                </a:lnTo>
                <a:cubicBezTo>
                  <a:pt x="247220" y="203415"/>
                  <a:pt x="282780" y="188175"/>
                  <a:pt x="291670" y="157695"/>
                </a:cubicBezTo>
                <a:cubicBezTo>
                  <a:pt x="305640" y="114515"/>
                  <a:pt x="304370" y="67525"/>
                  <a:pt x="289130" y="23075"/>
                </a:cubicBezTo>
                <a:lnTo>
                  <a:pt x="284050" y="10375"/>
                </a:lnTo>
                <a:cubicBezTo>
                  <a:pt x="280240" y="-2325"/>
                  <a:pt x="263730" y="-3595"/>
                  <a:pt x="257380" y="7835"/>
                </a:cubicBezTo>
                <a:lnTo>
                  <a:pt x="204040" y="94195"/>
                </a:lnTo>
                <a:lnTo>
                  <a:pt x="206580" y="100545"/>
                </a:lnTo>
                <a:cubicBezTo>
                  <a:pt x="210390" y="110705"/>
                  <a:pt x="201500" y="120865"/>
                  <a:pt x="191340" y="119595"/>
                </a:cubicBezTo>
                <a:cubicBezTo>
                  <a:pt x="184990" y="118325"/>
                  <a:pt x="179910" y="113245"/>
                  <a:pt x="179910" y="105625"/>
                </a:cubicBezTo>
                <a:lnTo>
                  <a:pt x="179910" y="80225"/>
                </a:lnTo>
                <a:cubicBezTo>
                  <a:pt x="179910" y="75145"/>
                  <a:pt x="184990" y="70065"/>
                  <a:pt x="190070" y="70065"/>
                </a:cubicBezTo>
                <a:lnTo>
                  <a:pt x="197690" y="70065"/>
                </a:lnTo>
                <a:cubicBezTo>
                  <a:pt x="207850" y="70065"/>
                  <a:pt x="215470" y="58635"/>
                  <a:pt x="211660" y="49745"/>
                </a:cubicBezTo>
                <a:lnTo>
                  <a:pt x="207850" y="39585"/>
                </a:lnTo>
                <a:cubicBezTo>
                  <a:pt x="205310" y="31965"/>
                  <a:pt x="198960" y="25615"/>
                  <a:pt x="191340" y="23075"/>
                </a:cubicBezTo>
                <a:lnTo>
                  <a:pt x="172290" y="15455"/>
                </a:lnTo>
                <a:cubicBezTo>
                  <a:pt x="168480" y="12915"/>
                  <a:pt x="158320" y="14185"/>
                  <a:pt x="153240" y="20535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9" name="Полилиния: фигура 91">
            <a:extLst>
              <a:ext uri="{FF2B5EF4-FFF2-40B4-BE49-F238E27FC236}">
                <a16:creationId xmlns:a16="http://schemas.microsoft.com/office/drawing/2014/main" id="{0C9DC5AF-3F35-BC42-E875-CF0C129BE912}"/>
              </a:ext>
            </a:extLst>
          </p:cNvPr>
          <p:cNvSpPr/>
          <p:nvPr/>
        </p:nvSpPr>
        <p:spPr>
          <a:xfrm>
            <a:off x="540271" y="2161821"/>
            <a:ext cx="249936" cy="249935"/>
          </a:xfrm>
          <a:custGeom>
            <a:avLst/>
            <a:gdLst>
              <a:gd name="connsiteX0" fmla="*/ 189738 w 249936"/>
              <a:gd name="connsiteY0" fmla="*/ 3048 h 249935"/>
              <a:gd name="connsiteX1" fmla="*/ 173228 w 249936"/>
              <a:gd name="connsiteY1" fmla="*/ 6858 h 249935"/>
              <a:gd name="connsiteX2" fmla="*/ 161798 w 249936"/>
              <a:gd name="connsiteY2" fmla="*/ 39878 h 249935"/>
              <a:gd name="connsiteX3" fmla="*/ 110998 w 249936"/>
              <a:gd name="connsiteY3" fmla="*/ 52578 h 249935"/>
              <a:gd name="connsiteX4" fmla="*/ 53848 w 249936"/>
              <a:gd name="connsiteY4" fmla="*/ 109728 h 249935"/>
              <a:gd name="connsiteX5" fmla="*/ 41148 w 249936"/>
              <a:gd name="connsiteY5" fmla="*/ 160528 h 249935"/>
              <a:gd name="connsiteX6" fmla="*/ 6858 w 249936"/>
              <a:gd name="connsiteY6" fmla="*/ 173228 h 249935"/>
              <a:gd name="connsiteX7" fmla="*/ 3048 w 249936"/>
              <a:gd name="connsiteY7" fmla="*/ 189738 h 249935"/>
              <a:gd name="connsiteX8" fmla="*/ 60198 w 249936"/>
              <a:gd name="connsiteY8" fmla="*/ 246888 h 249935"/>
              <a:gd name="connsiteX9" fmla="*/ 76708 w 249936"/>
              <a:gd name="connsiteY9" fmla="*/ 243078 h 249935"/>
              <a:gd name="connsiteX10" fmla="*/ 88138 w 249936"/>
              <a:gd name="connsiteY10" fmla="*/ 208788 h 249935"/>
              <a:gd name="connsiteX11" fmla="*/ 138938 w 249936"/>
              <a:gd name="connsiteY11" fmla="*/ 196088 h 249935"/>
              <a:gd name="connsiteX12" fmla="*/ 196088 w 249936"/>
              <a:gd name="connsiteY12" fmla="*/ 138938 h 249935"/>
              <a:gd name="connsiteX13" fmla="*/ 208788 w 249936"/>
              <a:gd name="connsiteY13" fmla="*/ 88138 h 249935"/>
              <a:gd name="connsiteX14" fmla="*/ 243078 w 249936"/>
              <a:gd name="connsiteY14" fmla="*/ 76708 h 249935"/>
              <a:gd name="connsiteX15" fmla="*/ 246888 w 249936"/>
              <a:gd name="connsiteY15" fmla="*/ 60198 h 249935"/>
              <a:gd name="connsiteX16" fmla="*/ 189738 w 249936"/>
              <a:gd name="connsiteY16" fmla="*/ 3048 h 249935"/>
              <a:gd name="connsiteX17" fmla="*/ 168148 w 249936"/>
              <a:gd name="connsiteY17" fmla="*/ 67818 h 249935"/>
              <a:gd name="connsiteX18" fmla="*/ 165608 w 249936"/>
              <a:gd name="connsiteY18" fmla="*/ 66548 h 249935"/>
              <a:gd name="connsiteX19" fmla="*/ 123698 w 249936"/>
              <a:gd name="connsiteY19" fmla="*/ 67818 h 249935"/>
              <a:gd name="connsiteX20" fmla="*/ 66548 w 249936"/>
              <a:gd name="connsiteY20" fmla="*/ 124968 h 249935"/>
              <a:gd name="connsiteX21" fmla="*/ 66548 w 249936"/>
              <a:gd name="connsiteY21" fmla="*/ 168148 h 249935"/>
              <a:gd name="connsiteX22" fmla="*/ 80518 w 249936"/>
              <a:gd name="connsiteY22" fmla="*/ 182118 h 249935"/>
              <a:gd name="connsiteX23" fmla="*/ 123698 w 249936"/>
              <a:gd name="connsiteY23" fmla="*/ 182118 h 249935"/>
              <a:gd name="connsiteX24" fmla="*/ 180848 w 249936"/>
              <a:gd name="connsiteY24" fmla="*/ 124968 h 249935"/>
              <a:gd name="connsiteX25" fmla="*/ 180848 w 249936"/>
              <a:gd name="connsiteY25" fmla="*/ 81788 h 249935"/>
              <a:gd name="connsiteX26" fmla="*/ 168148 w 249936"/>
              <a:gd name="connsiteY26" fmla="*/ 67818 h 249935"/>
              <a:gd name="connsiteX27" fmla="*/ 28448 w 249936"/>
              <a:gd name="connsiteY27" fmla="*/ 187198 h 249935"/>
              <a:gd name="connsiteX28" fmla="*/ 62738 w 249936"/>
              <a:gd name="connsiteY28" fmla="*/ 221488 h 249935"/>
              <a:gd name="connsiteX29" fmla="*/ 70358 w 249936"/>
              <a:gd name="connsiteY29" fmla="*/ 199898 h 249935"/>
              <a:gd name="connsiteX30" fmla="*/ 50038 w 249936"/>
              <a:gd name="connsiteY30" fmla="*/ 179578 h 249935"/>
              <a:gd name="connsiteX31" fmla="*/ 28448 w 249936"/>
              <a:gd name="connsiteY31" fmla="*/ 187198 h 249935"/>
              <a:gd name="connsiteX32" fmla="*/ 179578 w 249936"/>
              <a:gd name="connsiteY32" fmla="*/ 51308 h 249935"/>
              <a:gd name="connsiteX33" fmla="*/ 199898 w 249936"/>
              <a:gd name="connsiteY33" fmla="*/ 71628 h 249935"/>
              <a:gd name="connsiteX34" fmla="*/ 221488 w 249936"/>
              <a:gd name="connsiteY34" fmla="*/ 64008 h 249935"/>
              <a:gd name="connsiteX35" fmla="*/ 187198 w 249936"/>
              <a:gd name="connsiteY35" fmla="*/ 29718 h 249935"/>
              <a:gd name="connsiteX36" fmla="*/ 179578 w 249936"/>
              <a:gd name="connsiteY36" fmla="*/ 51308 h 249935"/>
              <a:gd name="connsiteX37" fmla="*/ 98298 w 249936"/>
              <a:gd name="connsiteY37" fmla="*/ 152908 h 249935"/>
              <a:gd name="connsiteX38" fmla="*/ 149098 w 249936"/>
              <a:gd name="connsiteY38" fmla="*/ 102108 h 249935"/>
              <a:gd name="connsiteX39" fmla="*/ 149098 w 249936"/>
              <a:gd name="connsiteY39" fmla="*/ 88138 h 249935"/>
              <a:gd name="connsiteX40" fmla="*/ 135128 w 249936"/>
              <a:gd name="connsiteY40" fmla="*/ 88138 h 249935"/>
              <a:gd name="connsiteX41" fmla="*/ 84328 w 249936"/>
              <a:gd name="connsiteY41" fmla="*/ 138938 h 249935"/>
              <a:gd name="connsiteX42" fmla="*/ 84328 w 249936"/>
              <a:gd name="connsiteY42" fmla="*/ 152908 h 249935"/>
              <a:gd name="connsiteX43" fmla="*/ 98298 w 249936"/>
              <a:gd name="connsiteY43" fmla="*/ 152908 h 2499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9936" h="249935">
                <a:moveTo>
                  <a:pt x="189738" y="3048"/>
                </a:moveTo>
                <a:cubicBezTo>
                  <a:pt x="184658" y="-2032"/>
                  <a:pt x="175768" y="-762"/>
                  <a:pt x="173228" y="6858"/>
                </a:cubicBezTo>
                <a:lnTo>
                  <a:pt x="161798" y="39878"/>
                </a:lnTo>
                <a:cubicBezTo>
                  <a:pt x="144018" y="34798"/>
                  <a:pt x="124968" y="38608"/>
                  <a:pt x="110998" y="52578"/>
                </a:cubicBezTo>
                <a:lnTo>
                  <a:pt x="53848" y="109728"/>
                </a:lnTo>
                <a:cubicBezTo>
                  <a:pt x="39878" y="123698"/>
                  <a:pt x="36068" y="142748"/>
                  <a:pt x="41148" y="160528"/>
                </a:cubicBezTo>
                <a:lnTo>
                  <a:pt x="6858" y="173228"/>
                </a:lnTo>
                <a:cubicBezTo>
                  <a:pt x="-762" y="175768"/>
                  <a:pt x="-2032" y="184658"/>
                  <a:pt x="3048" y="189738"/>
                </a:cubicBezTo>
                <a:lnTo>
                  <a:pt x="60198" y="246888"/>
                </a:lnTo>
                <a:cubicBezTo>
                  <a:pt x="65278" y="251968"/>
                  <a:pt x="74168" y="250698"/>
                  <a:pt x="76708" y="243078"/>
                </a:cubicBezTo>
                <a:lnTo>
                  <a:pt x="88138" y="208788"/>
                </a:lnTo>
                <a:cubicBezTo>
                  <a:pt x="105918" y="213868"/>
                  <a:pt x="124968" y="210058"/>
                  <a:pt x="138938" y="196088"/>
                </a:cubicBezTo>
                <a:lnTo>
                  <a:pt x="196088" y="138938"/>
                </a:lnTo>
                <a:cubicBezTo>
                  <a:pt x="210058" y="124968"/>
                  <a:pt x="213868" y="105918"/>
                  <a:pt x="208788" y="88138"/>
                </a:cubicBezTo>
                <a:lnTo>
                  <a:pt x="243078" y="76708"/>
                </a:lnTo>
                <a:cubicBezTo>
                  <a:pt x="250698" y="74168"/>
                  <a:pt x="251968" y="65278"/>
                  <a:pt x="246888" y="60198"/>
                </a:cubicBezTo>
                <a:lnTo>
                  <a:pt x="189738" y="3048"/>
                </a:lnTo>
                <a:close/>
                <a:moveTo>
                  <a:pt x="168148" y="67818"/>
                </a:moveTo>
                <a:lnTo>
                  <a:pt x="165608" y="66548"/>
                </a:lnTo>
                <a:cubicBezTo>
                  <a:pt x="154178" y="56388"/>
                  <a:pt x="135128" y="56388"/>
                  <a:pt x="123698" y="67818"/>
                </a:cubicBezTo>
                <a:lnTo>
                  <a:pt x="66548" y="124968"/>
                </a:lnTo>
                <a:cubicBezTo>
                  <a:pt x="55118" y="136398"/>
                  <a:pt x="55118" y="156718"/>
                  <a:pt x="66548" y="168148"/>
                </a:cubicBezTo>
                <a:lnTo>
                  <a:pt x="80518" y="182118"/>
                </a:lnTo>
                <a:cubicBezTo>
                  <a:pt x="91948" y="193548"/>
                  <a:pt x="112268" y="193548"/>
                  <a:pt x="123698" y="182118"/>
                </a:cubicBezTo>
                <a:lnTo>
                  <a:pt x="180848" y="124968"/>
                </a:lnTo>
                <a:cubicBezTo>
                  <a:pt x="192278" y="113538"/>
                  <a:pt x="192278" y="93218"/>
                  <a:pt x="180848" y="81788"/>
                </a:cubicBezTo>
                <a:lnTo>
                  <a:pt x="168148" y="67818"/>
                </a:lnTo>
                <a:close/>
                <a:moveTo>
                  <a:pt x="28448" y="187198"/>
                </a:moveTo>
                <a:lnTo>
                  <a:pt x="62738" y="221488"/>
                </a:lnTo>
                <a:lnTo>
                  <a:pt x="70358" y="199898"/>
                </a:lnTo>
                <a:lnTo>
                  <a:pt x="50038" y="179578"/>
                </a:lnTo>
                <a:lnTo>
                  <a:pt x="28448" y="187198"/>
                </a:lnTo>
                <a:close/>
                <a:moveTo>
                  <a:pt x="179578" y="51308"/>
                </a:moveTo>
                <a:lnTo>
                  <a:pt x="199898" y="71628"/>
                </a:lnTo>
                <a:lnTo>
                  <a:pt x="221488" y="64008"/>
                </a:lnTo>
                <a:lnTo>
                  <a:pt x="187198" y="29718"/>
                </a:lnTo>
                <a:lnTo>
                  <a:pt x="179578" y="51308"/>
                </a:lnTo>
                <a:close/>
                <a:moveTo>
                  <a:pt x="98298" y="152908"/>
                </a:moveTo>
                <a:lnTo>
                  <a:pt x="149098" y="102108"/>
                </a:lnTo>
                <a:cubicBezTo>
                  <a:pt x="152908" y="98298"/>
                  <a:pt x="152908" y="91948"/>
                  <a:pt x="149098" y="88138"/>
                </a:cubicBezTo>
                <a:cubicBezTo>
                  <a:pt x="145288" y="84328"/>
                  <a:pt x="138938" y="84328"/>
                  <a:pt x="135128" y="88138"/>
                </a:cubicBezTo>
                <a:lnTo>
                  <a:pt x="84328" y="138938"/>
                </a:lnTo>
                <a:cubicBezTo>
                  <a:pt x="80518" y="142748"/>
                  <a:pt x="80518" y="149098"/>
                  <a:pt x="84328" y="152908"/>
                </a:cubicBezTo>
                <a:cubicBezTo>
                  <a:pt x="88138" y="157988"/>
                  <a:pt x="94488" y="157988"/>
                  <a:pt x="98298" y="152908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0" name="Полилиния: фигура 94">
            <a:extLst>
              <a:ext uri="{FF2B5EF4-FFF2-40B4-BE49-F238E27FC236}">
                <a16:creationId xmlns:a16="http://schemas.microsoft.com/office/drawing/2014/main" id="{F31992E8-A5E0-062C-73A9-B03B3A9F7821}"/>
              </a:ext>
            </a:extLst>
          </p:cNvPr>
          <p:cNvSpPr/>
          <p:nvPr/>
        </p:nvSpPr>
        <p:spPr>
          <a:xfrm>
            <a:off x="2190508" y="2222019"/>
            <a:ext cx="303530" cy="143510"/>
          </a:xfrm>
          <a:custGeom>
            <a:avLst/>
            <a:gdLst>
              <a:gd name="connsiteX0" fmla="*/ 232410 w 303530"/>
              <a:gd name="connsiteY0" fmla="*/ 1270 h 143510"/>
              <a:gd name="connsiteX1" fmla="*/ 283210 w 303530"/>
              <a:gd name="connsiteY1" fmla="*/ 21590 h 143510"/>
              <a:gd name="connsiteX2" fmla="*/ 303530 w 303530"/>
              <a:gd name="connsiteY2" fmla="*/ 72390 h 143510"/>
              <a:gd name="connsiteX3" fmla="*/ 283210 w 303530"/>
              <a:gd name="connsiteY3" fmla="*/ 123190 h 143510"/>
              <a:gd name="connsiteX4" fmla="*/ 232410 w 303530"/>
              <a:gd name="connsiteY4" fmla="*/ 143510 h 143510"/>
              <a:gd name="connsiteX5" fmla="*/ 166370 w 303530"/>
              <a:gd name="connsiteY5" fmla="*/ 109220 h 143510"/>
              <a:gd name="connsiteX6" fmla="*/ 166370 w 303530"/>
              <a:gd name="connsiteY6" fmla="*/ 95250 h 143510"/>
              <a:gd name="connsiteX7" fmla="*/ 180340 w 303530"/>
              <a:gd name="connsiteY7" fmla="*/ 95250 h 143510"/>
              <a:gd name="connsiteX8" fmla="*/ 232410 w 303530"/>
              <a:gd name="connsiteY8" fmla="*/ 121920 h 143510"/>
              <a:gd name="connsiteX9" fmla="*/ 267970 w 303530"/>
              <a:gd name="connsiteY9" fmla="*/ 106680 h 143510"/>
              <a:gd name="connsiteX10" fmla="*/ 283210 w 303530"/>
              <a:gd name="connsiteY10" fmla="*/ 71120 h 143510"/>
              <a:gd name="connsiteX11" fmla="*/ 267970 w 303530"/>
              <a:gd name="connsiteY11" fmla="*/ 35560 h 143510"/>
              <a:gd name="connsiteX12" fmla="*/ 232410 w 303530"/>
              <a:gd name="connsiteY12" fmla="*/ 20320 h 143510"/>
              <a:gd name="connsiteX13" fmla="*/ 166370 w 303530"/>
              <a:gd name="connsiteY13" fmla="*/ 68580 h 143510"/>
              <a:gd name="connsiteX14" fmla="*/ 158750 w 303530"/>
              <a:gd name="connsiteY14" fmla="*/ 78740 h 143510"/>
              <a:gd name="connsiteX15" fmla="*/ 71120 w 303530"/>
              <a:gd name="connsiteY15" fmla="*/ 142240 h 143510"/>
              <a:gd name="connsiteX16" fmla="*/ 20320 w 303530"/>
              <a:gd name="connsiteY16" fmla="*/ 121920 h 143510"/>
              <a:gd name="connsiteX17" fmla="*/ 0 w 303530"/>
              <a:gd name="connsiteY17" fmla="*/ 71120 h 143510"/>
              <a:gd name="connsiteX18" fmla="*/ 20320 w 303530"/>
              <a:gd name="connsiteY18" fmla="*/ 20320 h 143510"/>
              <a:gd name="connsiteX19" fmla="*/ 71120 w 303530"/>
              <a:gd name="connsiteY19" fmla="*/ 0 h 143510"/>
              <a:gd name="connsiteX20" fmla="*/ 137160 w 303530"/>
              <a:gd name="connsiteY20" fmla="*/ 34290 h 143510"/>
              <a:gd name="connsiteX21" fmla="*/ 137160 w 303530"/>
              <a:gd name="connsiteY21" fmla="*/ 48260 h 143510"/>
              <a:gd name="connsiteX22" fmla="*/ 123190 w 303530"/>
              <a:gd name="connsiteY22" fmla="*/ 48260 h 143510"/>
              <a:gd name="connsiteX23" fmla="*/ 71120 w 303530"/>
              <a:gd name="connsiteY23" fmla="*/ 21590 h 143510"/>
              <a:gd name="connsiteX24" fmla="*/ 35560 w 303530"/>
              <a:gd name="connsiteY24" fmla="*/ 36830 h 143510"/>
              <a:gd name="connsiteX25" fmla="*/ 20320 w 303530"/>
              <a:gd name="connsiteY25" fmla="*/ 72390 h 143510"/>
              <a:gd name="connsiteX26" fmla="*/ 35560 w 303530"/>
              <a:gd name="connsiteY26" fmla="*/ 107950 h 143510"/>
              <a:gd name="connsiteX27" fmla="*/ 71120 w 303530"/>
              <a:gd name="connsiteY27" fmla="*/ 123190 h 143510"/>
              <a:gd name="connsiteX28" fmla="*/ 138430 w 303530"/>
              <a:gd name="connsiteY28" fmla="*/ 73660 h 143510"/>
              <a:gd name="connsiteX29" fmla="*/ 148590 w 303530"/>
              <a:gd name="connsiteY29" fmla="*/ 60960 h 143510"/>
              <a:gd name="connsiteX30" fmla="*/ 232410 w 303530"/>
              <a:gd name="connsiteY30" fmla="*/ 1270 h 143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303530" h="143510">
                <a:moveTo>
                  <a:pt x="232410" y="1270"/>
                </a:moveTo>
                <a:cubicBezTo>
                  <a:pt x="251460" y="1270"/>
                  <a:pt x="269240" y="8890"/>
                  <a:pt x="283210" y="21590"/>
                </a:cubicBezTo>
                <a:cubicBezTo>
                  <a:pt x="295910" y="34290"/>
                  <a:pt x="303530" y="53340"/>
                  <a:pt x="303530" y="72390"/>
                </a:cubicBezTo>
                <a:cubicBezTo>
                  <a:pt x="303530" y="91440"/>
                  <a:pt x="295910" y="109220"/>
                  <a:pt x="283210" y="123190"/>
                </a:cubicBezTo>
                <a:cubicBezTo>
                  <a:pt x="270510" y="135890"/>
                  <a:pt x="251460" y="143510"/>
                  <a:pt x="232410" y="143510"/>
                </a:cubicBezTo>
                <a:cubicBezTo>
                  <a:pt x="207010" y="143510"/>
                  <a:pt x="185420" y="130810"/>
                  <a:pt x="166370" y="109220"/>
                </a:cubicBezTo>
                <a:cubicBezTo>
                  <a:pt x="162560" y="105410"/>
                  <a:pt x="162560" y="99060"/>
                  <a:pt x="166370" y="95250"/>
                </a:cubicBezTo>
                <a:cubicBezTo>
                  <a:pt x="170180" y="91440"/>
                  <a:pt x="176530" y="91440"/>
                  <a:pt x="180340" y="95250"/>
                </a:cubicBezTo>
                <a:cubicBezTo>
                  <a:pt x="196850" y="111760"/>
                  <a:pt x="213360" y="121920"/>
                  <a:pt x="232410" y="121920"/>
                </a:cubicBezTo>
                <a:cubicBezTo>
                  <a:pt x="246380" y="121920"/>
                  <a:pt x="259080" y="116840"/>
                  <a:pt x="267970" y="106680"/>
                </a:cubicBezTo>
                <a:cubicBezTo>
                  <a:pt x="276860" y="97790"/>
                  <a:pt x="283210" y="85090"/>
                  <a:pt x="283210" y="71120"/>
                </a:cubicBezTo>
                <a:cubicBezTo>
                  <a:pt x="283210" y="57150"/>
                  <a:pt x="278130" y="44450"/>
                  <a:pt x="267970" y="35560"/>
                </a:cubicBezTo>
                <a:cubicBezTo>
                  <a:pt x="259080" y="26670"/>
                  <a:pt x="246380" y="20320"/>
                  <a:pt x="232410" y="20320"/>
                </a:cubicBezTo>
                <a:cubicBezTo>
                  <a:pt x="210820" y="20320"/>
                  <a:pt x="195580" y="33020"/>
                  <a:pt x="166370" y="68580"/>
                </a:cubicBezTo>
                <a:lnTo>
                  <a:pt x="158750" y="78740"/>
                </a:lnTo>
                <a:cubicBezTo>
                  <a:pt x="120650" y="125730"/>
                  <a:pt x="101600" y="142240"/>
                  <a:pt x="71120" y="142240"/>
                </a:cubicBezTo>
                <a:cubicBezTo>
                  <a:pt x="52070" y="142240"/>
                  <a:pt x="34290" y="134620"/>
                  <a:pt x="20320" y="121920"/>
                </a:cubicBezTo>
                <a:cubicBezTo>
                  <a:pt x="7620" y="109220"/>
                  <a:pt x="0" y="90170"/>
                  <a:pt x="0" y="71120"/>
                </a:cubicBezTo>
                <a:cubicBezTo>
                  <a:pt x="0" y="52070"/>
                  <a:pt x="7620" y="34290"/>
                  <a:pt x="20320" y="20320"/>
                </a:cubicBezTo>
                <a:cubicBezTo>
                  <a:pt x="33020" y="7620"/>
                  <a:pt x="52070" y="0"/>
                  <a:pt x="71120" y="0"/>
                </a:cubicBezTo>
                <a:cubicBezTo>
                  <a:pt x="96520" y="0"/>
                  <a:pt x="118110" y="12700"/>
                  <a:pt x="137160" y="34290"/>
                </a:cubicBezTo>
                <a:cubicBezTo>
                  <a:pt x="140970" y="38100"/>
                  <a:pt x="140970" y="44450"/>
                  <a:pt x="137160" y="48260"/>
                </a:cubicBezTo>
                <a:cubicBezTo>
                  <a:pt x="133350" y="52070"/>
                  <a:pt x="127000" y="52070"/>
                  <a:pt x="123190" y="48260"/>
                </a:cubicBezTo>
                <a:cubicBezTo>
                  <a:pt x="106680" y="31750"/>
                  <a:pt x="90170" y="21590"/>
                  <a:pt x="71120" y="21590"/>
                </a:cubicBezTo>
                <a:cubicBezTo>
                  <a:pt x="57150" y="21590"/>
                  <a:pt x="44450" y="26670"/>
                  <a:pt x="35560" y="36830"/>
                </a:cubicBezTo>
                <a:cubicBezTo>
                  <a:pt x="26670" y="45720"/>
                  <a:pt x="20320" y="58420"/>
                  <a:pt x="20320" y="72390"/>
                </a:cubicBezTo>
                <a:cubicBezTo>
                  <a:pt x="20320" y="86360"/>
                  <a:pt x="25400" y="99060"/>
                  <a:pt x="35560" y="107950"/>
                </a:cubicBezTo>
                <a:cubicBezTo>
                  <a:pt x="44450" y="116840"/>
                  <a:pt x="57150" y="123190"/>
                  <a:pt x="71120" y="123190"/>
                </a:cubicBezTo>
                <a:cubicBezTo>
                  <a:pt x="92710" y="123190"/>
                  <a:pt x="107950" y="110490"/>
                  <a:pt x="138430" y="73660"/>
                </a:cubicBezTo>
                <a:lnTo>
                  <a:pt x="148590" y="60960"/>
                </a:lnTo>
                <a:cubicBezTo>
                  <a:pt x="182880" y="16510"/>
                  <a:pt x="201930" y="1270"/>
                  <a:pt x="232410" y="127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1" name="Полилиния: фигура 97">
            <a:extLst>
              <a:ext uri="{FF2B5EF4-FFF2-40B4-BE49-F238E27FC236}">
                <a16:creationId xmlns:a16="http://schemas.microsoft.com/office/drawing/2014/main" id="{8A930322-686C-881C-A37B-FA412EDD8AE0}"/>
              </a:ext>
            </a:extLst>
          </p:cNvPr>
          <p:cNvSpPr/>
          <p:nvPr/>
        </p:nvSpPr>
        <p:spPr>
          <a:xfrm>
            <a:off x="2769629" y="2202969"/>
            <a:ext cx="264160" cy="193040"/>
          </a:xfrm>
          <a:custGeom>
            <a:avLst/>
            <a:gdLst>
              <a:gd name="connsiteX0" fmla="*/ 30480 w 264160"/>
              <a:gd name="connsiteY0" fmla="*/ 0 h 193040"/>
              <a:gd name="connsiteX1" fmla="*/ 198120 w 264160"/>
              <a:gd name="connsiteY1" fmla="*/ 0 h 193040"/>
              <a:gd name="connsiteX2" fmla="*/ 205740 w 264160"/>
              <a:gd name="connsiteY2" fmla="*/ 2540 h 193040"/>
              <a:gd name="connsiteX3" fmla="*/ 261620 w 264160"/>
              <a:gd name="connsiteY3" fmla="*/ 58420 h 193040"/>
              <a:gd name="connsiteX4" fmla="*/ 264160 w 264160"/>
              <a:gd name="connsiteY4" fmla="*/ 66040 h 193040"/>
              <a:gd name="connsiteX5" fmla="*/ 264160 w 264160"/>
              <a:gd name="connsiteY5" fmla="*/ 162560 h 193040"/>
              <a:gd name="connsiteX6" fmla="*/ 233680 w 264160"/>
              <a:gd name="connsiteY6" fmla="*/ 193040 h 193040"/>
              <a:gd name="connsiteX7" fmla="*/ 30480 w 264160"/>
              <a:gd name="connsiteY7" fmla="*/ 193040 h 193040"/>
              <a:gd name="connsiteX8" fmla="*/ 0 w 264160"/>
              <a:gd name="connsiteY8" fmla="*/ 162560 h 193040"/>
              <a:gd name="connsiteX9" fmla="*/ 0 w 264160"/>
              <a:gd name="connsiteY9" fmla="*/ 30480 h 193040"/>
              <a:gd name="connsiteX10" fmla="*/ 30480 w 264160"/>
              <a:gd name="connsiteY10" fmla="*/ 0 h 193040"/>
              <a:gd name="connsiteX11" fmla="*/ 242570 w 264160"/>
              <a:gd name="connsiteY11" fmla="*/ 69850 h 193040"/>
              <a:gd name="connsiteX12" fmla="*/ 193040 w 264160"/>
              <a:gd name="connsiteY12" fmla="*/ 20320 h 193040"/>
              <a:gd name="connsiteX13" fmla="*/ 29210 w 264160"/>
              <a:gd name="connsiteY13" fmla="*/ 20320 h 193040"/>
              <a:gd name="connsiteX14" fmla="*/ 19050 w 264160"/>
              <a:gd name="connsiteY14" fmla="*/ 30480 h 193040"/>
              <a:gd name="connsiteX15" fmla="*/ 19050 w 264160"/>
              <a:gd name="connsiteY15" fmla="*/ 162560 h 193040"/>
              <a:gd name="connsiteX16" fmla="*/ 29210 w 264160"/>
              <a:gd name="connsiteY16" fmla="*/ 172720 h 193040"/>
              <a:gd name="connsiteX17" fmla="*/ 232410 w 264160"/>
              <a:gd name="connsiteY17" fmla="*/ 172720 h 193040"/>
              <a:gd name="connsiteX18" fmla="*/ 242570 w 264160"/>
              <a:gd name="connsiteY18" fmla="*/ 162560 h 193040"/>
              <a:gd name="connsiteX19" fmla="*/ 242570 w 264160"/>
              <a:gd name="connsiteY19" fmla="*/ 69850 h 193040"/>
              <a:gd name="connsiteX20" fmla="*/ 142240 w 264160"/>
              <a:gd name="connsiteY20" fmla="*/ 45720 h 193040"/>
              <a:gd name="connsiteX21" fmla="*/ 142240 w 264160"/>
              <a:gd name="connsiteY21" fmla="*/ 66040 h 193040"/>
              <a:gd name="connsiteX22" fmla="*/ 50800 w 264160"/>
              <a:gd name="connsiteY22" fmla="*/ 66040 h 193040"/>
              <a:gd name="connsiteX23" fmla="*/ 50800 w 264160"/>
              <a:gd name="connsiteY23" fmla="*/ 45720 h 193040"/>
              <a:gd name="connsiteX24" fmla="*/ 142240 w 264160"/>
              <a:gd name="connsiteY24" fmla="*/ 45720 h 193040"/>
              <a:gd name="connsiteX25" fmla="*/ 142240 w 264160"/>
              <a:gd name="connsiteY25" fmla="*/ 106680 h 193040"/>
              <a:gd name="connsiteX26" fmla="*/ 142240 w 264160"/>
              <a:gd name="connsiteY26" fmla="*/ 86360 h 193040"/>
              <a:gd name="connsiteX27" fmla="*/ 50800 w 264160"/>
              <a:gd name="connsiteY27" fmla="*/ 86360 h 193040"/>
              <a:gd name="connsiteX28" fmla="*/ 50800 w 264160"/>
              <a:gd name="connsiteY28" fmla="*/ 106680 h 193040"/>
              <a:gd name="connsiteX29" fmla="*/ 142240 w 264160"/>
              <a:gd name="connsiteY29" fmla="*/ 10668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64160" h="193040">
                <a:moveTo>
                  <a:pt x="30480" y="0"/>
                </a:moveTo>
                <a:lnTo>
                  <a:pt x="198120" y="0"/>
                </a:lnTo>
                <a:cubicBezTo>
                  <a:pt x="200660" y="0"/>
                  <a:pt x="203200" y="1270"/>
                  <a:pt x="205740" y="2540"/>
                </a:cubicBezTo>
                <a:lnTo>
                  <a:pt x="261620" y="58420"/>
                </a:lnTo>
                <a:cubicBezTo>
                  <a:pt x="264160" y="59690"/>
                  <a:pt x="264160" y="63500"/>
                  <a:pt x="264160" y="66040"/>
                </a:cubicBezTo>
                <a:lnTo>
                  <a:pt x="264160" y="162560"/>
                </a:lnTo>
                <a:cubicBezTo>
                  <a:pt x="264160" y="179070"/>
                  <a:pt x="250190" y="193040"/>
                  <a:pt x="233680" y="193040"/>
                </a:cubicBezTo>
                <a:lnTo>
                  <a:pt x="30480" y="193040"/>
                </a:lnTo>
                <a:cubicBezTo>
                  <a:pt x="13970" y="193040"/>
                  <a:pt x="0" y="179070"/>
                  <a:pt x="0" y="162560"/>
                </a:cubicBezTo>
                <a:lnTo>
                  <a:pt x="0" y="30480"/>
                </a:lnTo>
                <a:cubicBezTo>
                  <a:pt x="0" y="13970"/>
                  <a:pt x="12700" y="0"/>
                  <a:pt x="30480" y="0"/>
                </a:cubicBezTo>
                <a:close/>
                <a:moveTo>
                  <a:pt x="242570" y="69850"/>
                </a:moveTo>
                <a:lnTo>
                  <a:pt x="193040" y="20320"/>
                </a:lnTo>
                <a:lnTo>
                  <a:pt x="29210" y="20320"/>
                </a:lnTo>
                <a:cubicBezTo>
                  <a:pt x="24130" y="20320"/>
                  <a:pt x="19050" y="25400"/>
                  <a:pt x="19050" y="30480"/>
                </a:cubicBezTo>
                <a:lnTo>
                  <a:pt x="19050" y="162560"/>
                </a:lnTo>
                <a:cubicBezTo>
                  <a:pt x="19050" y="167640"/>
                  <a:pt x="24130" y="172720"/>
                  <a:pt x="29210" y="172720"/>
                </a:cubicBezTo>
                <a:lnTo>
                  <a:pt x="232410" y="172720"/>
                </a:lnTo>
                <a:cubicBezTo>
                  <a:pt x="237490" y="172720"/>
                  <a:pt x="242570" y="167640"/>
                  <a:pt x="242570" y="162560"/>
                </a:cubicBezTo>
                <a:lnTo>
                  <a:pt x="242570" y="69850"/>
                </a:lnTo>
                <a:close/>
                <a:moveTo>
                  <a:pt x="142240" y="45720"/>
                </a:moveTo>
                <a:lnTo>
                  <a:pt x="142240" y="66040"/>
                </a:lnTo>
                <a:lnTo>
                  <a:pt x="50800" y="66040"/>
                </a:lnTo>
                <a:lnTo>
                  <a:pt x="50800" y="45720"/>
                </a:lnTo>
                <a:lnTo>
                  <a:pt x="142240" y="45720"/>
                </a:lnTo>
                <a:close/>
                <a:moveTo>
                  <a:pt x="142240" y="106680"/>
                </a:moveTo>
                <a:lnTo>
                  <a:pt x="142240" y="86360"/>
                </a:lnTo>
                <a:lnTo>
                  <a:pt x="50800" y="86360"/>
                </a:lnTo>
                <a:lnTo>
                  <a:pt x="50800" y="106680"/>
                </a:lnTo>
                <a:lnTo>
                  <a:pt x="142240" y="1066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42" name="Рисунок 2">
            <a:extLst>
              <a:ext uri="{FF2B5EF4-FFF2-40B4-BE49-F238E27FC236}">
                <a16:creationId xmlns:a16="http://schemas.microsoft.com/office/drawing/2014/main" id="{2276502B-009A-462C-8AEF-FDEC35BDEE1D}"/>
              </a:ext>
            </a:extLst>
          </p:cNvPr>
          <p:cNvGrpSpPr/>
          <p:nvPr/>
        </p:nvGrpSpPr>
        <p:grpSpPr>
          <a:xfrm>
            <a:off x="3318269" y="2192810"/>
            <a:ext cx="284479" cy="213359"/>
            <a:chOff x="3463290" y="1115060"/>
            <a:chExt cx="284479" cy="213359"/>
          </a:xfrm>
          <a:solidFill>
            <a:schemeClr val="tx1"/>
          </a:solidFill>
        </p:grpSpPr>
        <p:sp>
          <p:nvSpPr>
            <p:cNvPr id="43" name="Полилиния: фигура 101">
              <a:extLst>
                <a:ext uri="{FF2B5EF4-FFF2-40B4-BE49-F238E27FC236}">
                  <a16:creationId xmlns:a16="http://schemas.microsoft.com/office/drawing/2014/main" id="{4E6AF1F5-AFE7-4A50-CC0C-966C21944600}"/>
                </a:ext>
              </a:extLst>
            </p:cNvPr>
            <p:cNvSpPr/>
            <p:nvPr/>
          </p:nvSpPr>
          <p:spPr>
            <a:xfrm>
              <a:off x="3554729" y="1160780"/>
              <a:ext cx="71120" cy="20319"/>
            </a:xfrm>
            <a:custGeom>
              <a:avLst/>
              <a:gdLst>
                <a:gd name="connsiteX0" fmla="*/ 71120 w 71120"/>
                <a:gd name="connsiteY0" fmla="*/ 20320 h 20319"/>
                <a:gd name="connsiteX1" fmla="*/ 71120 w 71120"/>
                <a:gd name="connsiteY1" fmla="*/ 0 h 20319"/>
                <a:gd name="connsiteX2" fmla="*/ 0 w 71120"/>
                <a:gd name="connsiteY2" fmla="*/ 0 h 20319"/>
                <a:gd name="connsiteX3" fmla="*/ 0 w 71120"/>
                <a:gd name="connsiteY3" fmla="*/ 20320 h 20319"/>
                <a:gd name="connsiteX4" fmla="*/ 71120 w 71120"/>
                <a:gd name="connsiteY4" fmla="*/ 2032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120" h="20319">
                  <a:moveTo>
                    <a:pt x="71120" y="20320"/>
                  </a:moveTo>
                  <a:lnTo>
                    <a:pt x="71120" y="0"/>
                  </a:lnTo>
                  <a:lnTo>
                    <a:pt x="0" y="0"/>
                  </a:lnTo>
                  <a:lnTo>
                    <a:pt x="0" y="20320"/>
                  </a:lnTo>
                  <a:lnTo>
                    <a:pt x="711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4" name="Полилиния: фигура 102">
              <a:extLst>
                <a:ext uri="{FF2B5EF4-FFF2-40B4-BE49-F238E27FC236}">
                  <a16:creationId xmlns:a16="http://schemas.microsoft.com/office/drawing/2014/main" id="{F0D447BA-6952-8AAA-2511-7206F0126F8D}"/>
                </a:ext>
              </a:extLst>
            </p:cNvPr>
            <p:cNvSpPr/>
            <p:nvPr/>
          </p:nvSpPr>
          <p:spPr>
            <a:xfrm>
              <a:off x="3554729" y="1196339"/>
              <a:ext cx="71120" cy="20320"/>
            </a:xfrm>
            <a:custGeom>
              <a:avLst/>
              <a:gdLst>
                <a:gd name="connsiteX0" fmla="*/ 71120 w 71120"/>
                <a:gd name="connsiteY0" fmla="*/ 20320 h 20320"/>
                <a:gd name="connsiteX1" fmla="*/ 71120 w 71120"/>
                <a:gd name="connsiteY1" fmla="*/ 0 h 20320"/>
                <a:gd name="connsiteX2" fmla="*/ 0 w 71120"/>
                <a:gd name="connsiteY2" fmla="*/ 0 h 20320"/>
                <a:gd name="connsiteX3" fmla="*/ 0 w 71120"/>
                <a:gd name="connsiteY3" fmla="*/ 20320 h 20320"/>
                <a:gd name="connsiteX4" fmla="*/ 71120 w 71120"/>
                <a:gd name="connsiteY4" fmla="*/ 2032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1120" h="20320">
                  <a:moveTo>
                    <a:pt x="71120" y="20320"/>
                  </a:moveTo>
                  <a:lnTo>
                    <a:pt x="71120" y="0"/>
                  </a:lnTo>
                  <a:lnTo>
                    <a:pt x="0" y="0"/>
                  </a:lnTo>
                  <a:lnTo>
                    <a:pt x="0" y="20320"/>
                  </a:lnTo>
                  <a:lnTo>
                    <a:pt x="711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45" name="Полилиния: фигура 103">
              <a:extLst>
                <a:ext uri="{FF2B5EF4-FFF2-40B4-BE49-F238E27FC236}">
                  <a16:creationId xmlns:a16="http://schemas.microsoft.com/office/drawing/2014/main" id="{1AF67F24-F326-AD45-0437-9819776602DC}"/>
                </a:ext>
              </a:extLst>
            </p:cNvPr>
            <p:cNvSpPr/>
            <p:nvPr/>
          </p:nvSpPr>
          <p:spPr>
            <a:xfrm>
              <a:off x="3463290" y="1115060"/>
              <a:ext cx="284479" cy="213359"/>
            </a:xfrm>
            <a:custGeom>
              <a:avLst/>
              <a:gdLst>
                <a:gd name="connsiteX0" fmla="*/ 71120 w 284479"/>
                <a:gd name="connsiteY0" fmla="*/ 0 h 213359"/>
                <a:gd name="connsiteX1" fmla="*/ 218440 w 284479"/>
                <a:gd name="connsiteY1" fmla="*/ 0 h 213359"/>
                <a:gd name="connsiteX2" fmla="*/ 226060 w 284479"/>
                <a:gd name="connsiteY2" fmla="*/ 2540 h 213359"/>
                <a:gd name="connsiteX3" fmla="*/ 281940 w 284479"/>
                <a:gd name="connsiteY3" fmla="*/ 58420 h 213359"/>
                <a:gd name="connsiteX4" fmla="*/ 284480 w 284479"/>
                <a:gd name="connsiteY4" fmla="*/ 66040 h 213359"/>
                <a:gd name="connsiteX5" fmla="*/ 284480 w 284479"/>
                <a:gd name="connsiteY5" fmla="*/ 142240 h 213359"/>
                <a:gd name="connsiteX6" fmla="*/ 254000 w 284479"/>
                <a:gd name="connsiteY6" fmla="*/ 172720 h 213359"/>
                <a:gd name="connsiteX7" fmla="*/ 243840 w 284479"/>
                <a:gd name="connsiteY7" fmla="*/ 172720 h 213359"/>
                <a:gd name="connsiteX8" fmla="*/ 243840 w 284479"/>
                <a:gd name="connsiteY8" fmla="*/ 182880 h 213359"/>
                <a:gd name="connsiteX9" fmla="*/ 213360 w 284479"/>
                <a:gd name="connsiteY9" fmla="*/ 213360 h 213359"/>
                <a:gd name="connsiteX10" fmla="*/ 30480 w 284479"/>
                <a:gd name="connsiteY10" fmla="*/ 213360 h 213359"/>
                <a:gd name="connsiteX11" fmla="*/ 0 w 284479"/>
                <a:gd name="connsiteY11" fmla="*/ 182880 h 213359"/>
                <a:gd name="connsiteX12" fmla="*/ 0 w 284479"/>
                <a:gd name="connsiteY12" fmla="*/ 71120 h 213359"/>
                <a:gd name="connsiteX13" fmla="*/ 30480 w 284479"/>
                <a:gd name="connsiteY13" fmla="*/ 40640 h 213359"/>
                <a:gd name="connsiteX14" fmla="*/ 40640 w 284479"/>
                <a:gd name="connsiteY14" fmla="*/ 40640 h 213359"/>
                <a:gd name="connsiteX15" fmla="*/ 40640 w 284479"/>
                <a:gd name="connsiteY15" fmla="*/ 30480 h 213359"/>
                <a:gd name="connsiteX16" fmla="*/ 71120 w 284479"/>
                <a:gd name="connsiteY16" fmla="*/ 0 h 213359"/>
                <a:gd name="connsiteX17" fmla="*/ 40640 w 284479"/>
                <a:gd name="connsiteY17" fmla="*/ 60960 h 213359"/>
                <a:gd name="connsiteX18" fmla="*/ 30480 w 284479"/>
                <a:gd name="connsiteY18" fmla="*/ 60960 h 213359"/>
                <a:gd name="connsiteX19" fmla="*/ 20320 w 284479"/>
                <a:gd name="connsiteY19" fmla="*/ 71120 h 213359"/>
                <a:gd name="connsiteX20" fmla="*/ 20320 w 284479"/>
                <a:gd name="connsiteY20" fmla="*/ 182880 h 213359"/>
                <a:gd name="connsiteX21" fmla="*/ 30480 w 284479"/>
                <a:gd name="connsiteY21" fmla="*/ 193040 h 213359"/>
                <a:gd name="connsiteX22" fmla="*/ 213360 w 284479"/>
                <a:gd name="connsiteY22" fmla="*/ 193040 h 213359"/>
                <a:gd name="connsiteX23" fmla="*/ 223520 w 284479"/>
                <a:gd name="connsiteY23" fmla="*/ 182880 h 213359"/>
                <a:gd name="connsiteX24" fmla="*/ 223520 w 284479"/>
                <a:gd name="connsiteY24" fmla="*/ 172720 h 213359"/>
                <a:gd name="connsiteX25" fmla="*/ 71120 w 284479"/>
                <a:gd name="connsiteY25" fmla="*/ 172720 h 213359"/>
                <a:gd name="connsiteX26" fmla="*/ 40640 w 284479"/>
                <a:gd name="connsiteY26" fmla="*/ 142240 h 213359"/>
                <a:gd name="connsiteX27" fmla="*/ 40640 w 284479"/>
                <a:gd name="connsiteY27" fmla="*/ 60960 h 213359"/>
                <a:gd name="connsiteX28" fmla="*/ 264160 w 284479"/>
                <a:gd name="connsiteY28" fmla="*/ 69850 h 213359"/>
                <a:gd name="connsiteX29" fmla="*/ 214630 w 284479"/>
                <a:gd name="connsiteY29" fmla="*/ 20320 h 213359"/>
                <a:gd name="connsiteX30" fmla="*/ 71120 w 284479"/>
                <a:gd name="connsiteY30" fmla="*/ 20320 h 213359"/>
                <a:gd name="connsiteX31" fmla="*/ 60960 w 284479"/>
                <a:gd name="connsiteY31" fmla="*/ 30480 h 213359"/>
                <a:gd name="connsiteX32" fmla="*/ 60960 w 284479"/>
                <a:gd name="connsiteY32" fmla="*/ 142240 h 213359"/>
                <a:gd name="connsiteX33" fmla="*/ 71120 w 284479"/>
                <a:gd name="connsiteY33" fmla="*/ 152400 h 213359"/>
                <a:gd name="connsiteX34" fmla="*/ 254000 w 284479"/>
                <a:gd name="connsiteY34" fmla="*/ 152400 h 213359"/>
                <a:gd name="connsiteX35" fmla="*/ 264160 w 284479"/>
                <a:gd name="connsiteY35" fmla="*/ 142240 h 213359"/>
                <a:gd name="connsiteX36" fmla="*/ 264160 w 284479"/>
                <a:gd name="connsiteY36" fmla="*/ 69850 h 213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284479" h="213359">
                  <a:moveTo>
                    <a:pt x="71120" y="0"/>
                  </a:moveTo>
                  <a:lnTo>
                    <a:pt x="218440" y="0"/>
                  </a:lnTo>
                  <a:cubicBezTo>
                    <a:pt x="220980" y="0"/>
                    <a:pt x="223520" y="1270"/>
                    <a:pt x="226060" y="2540"/>
                  </a:cubicBezTo>
                  <a:lnTo>
                    <a:pt x="281940" y="58420"/>
                  </a:lnTo>
                  <a:cubicBezTo>
                    <a:pt x="284480" y="59690"/>
                    <a:pt x="284480" y="63500"/>
                    <a:pt x="284480" y="66040"/>
                  </a:cubicBezTo>
                  <a:lnTo>
                    <a:pt x="284480" y="142240"/>
                  </a:lnTo>
                  <a:cubicBezTo>
                    <a:pt x="284480" y="158750"/>
                    <a:pt x="270510" y="172720"/>
                    <a:pt x="254000" y="172720"/>
                  </a:cubicBezTo>
                  <a:lnTo>
                    <a:pt x="243840" y="172720"/>
                  </a:lnTo>
                  <a:lnTo>
                    <a:pt x="243840" y="182880"/>
                  </a:lnTo>
                  <a:cubicBezTo>
                    <a:pt x="243840" y="199390"/>
                    <a:pt x="229870" y="213360"/>
                    <a:pt x="213360" y="213360"/>
                  </a:cubicBezTo>
                  <a:lnTo>
                    <a:pt x="30480" y="213360"/>
                  </a:lnTo>
                  <a:cubicBezTo>
                    <a:pt x="13970" y="213360"/>
                    <a:pt x="0" y="199390"/>
                    <a:pt x="0" y="182880"/>
                  </a:cubicBezTo>
                  <a:lnTo>
                    <a:pt x="0" y="71120"/>
                  </a:lnTo>
                  <a:cubicBezTo>
                    <a:pt x="0" y="54610"/>
                    <a:pt x="13970" y="40640"/>
                    <a:pt x="30480" y="40640"/>
                  </a:cubicBezTo>
                  <a:lnTo>
                    <a:pt x="40640" y="40640"/>
                  </a:lnTo>
                  <a:lnTo>
                    <a:pt x="40640" y="30480"/>
                  </a:lnTo>
                  <a:cubicBezTo>
                    <a:pt x="40640" y="13970"/>
                    <a:pt x="54610" y="0"/>
                    <a:pt x="71120" y="0"/>
                  </a:cubicBezTo>
                  <a:close/>
                  <a:moveTo>
                    <a:pt x="40640" y="60960"/>
                  </a:moveTo>
                  <a:lnTo>
                    <a:pt x="30480" y="60960"/>
                  </a:lnTo>
                  <a:cubicBezTo>
                    <a:pt x="25400" y="60960"/>
                    <a:pt x="20320" y="66040"/>
                    <a:pt x="20320" y="71120"/>
                  </a:cubicBezTo>
                  <a:lnTo>
                    <a:pt x="20320" y="182880"/>
                  </a:lnTo>
                  <a:cubicBezTo>
                    <a:pt x="20320" y="187960"/>
                    <a:pt x="25400" y="193040"/>
                    <a:pt x="30480" y="193040"/>
                  </a:cubicBezTo>
                  <a:lnTo>
                    <a:pt x="213360" y="193040"/>
                  </a:lnTo>
                  <a:cubicBezTo>
                    <a:pt x="218440" y="193040"/>
                    <a:pt x="223520" y="187960"/>
                    <a:pt x="223520" y="182880"/>
                  </a:cubicBezTo>
                  <a:lnTo>
                    <a:pt x="223520" y="172720"/>
                  </a:lnTo>
                  <a:lnTo>
                    <a:pt x="71120" y="172720"/>
                  </a:lnTo>
                  <a:cubicBezTo>
                    <a:pt x="54610" y="172720"/>
                    <a:pt x="40640" y="158750"/>
                    <a:pt x="40640" y="142240"/>
                  </a:cubicBezTo>
                  <a:lnTo>
                    <a:pt x="40640" y="60960"/>
                  </a:lnTo>
                  <a:close/>
                  <a:moveTo>
                    <a:pt x="264160" y="69850"/>
                  </a:moveTo>
                  <a:lnTo>
                    <a:pt x="214630" y="20320"/>
                  </a:lnTo>
                  <a:lnTo>
                    <a:pt x="71120" y="20320"/>
                  </a:lnTo>
                  <a:cubicBezTo>
                    <a:pt x="66040" y="20320"/>
                    <a:pt x="60960" y="25400"/>
                    <a:pt x="60960" y="30480"/>
                  </a:cubicBezTo>
                  <a:lnTo>
                    <a:pt x="60960" y="142240"/>
                  </a:lnTo>
                  <a:cubicBezTo>
                    <a:pt x="60960" y="147320"/>
                    <a:pt x="66040" y="152400"/>
                    <a:pt x="71120" y="152400"/>
                  </a:cubicBezTo>
                  <a:lnTo>
                    <a:pt x="254000" y="152400"/>
                  </a:lnTo>
                  <a:cubicBezTo>
                    <a:pt x="259080" y="152400"/>
                    <a:pt x="264160" y="147320"/>
                    <a:pt x="264160" y="142240"/>
                  </a:cubicBezTo>
                  <a:lnTo>
                    <a:pt x="264160" y="6985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46" name="Полилиния: фигура 106">
            <a:extLst>
              <a:ext uri="{FF2B5EF4-FFF2-40B4-BE49-F238E27FC236}">
                <a16:creationId xmlns:a16="http://schemas.microsoft.com/office/drawing/2014/main" id="{F49214E0-576E-4BA9-80B7-45110D65E15A}"/>
              </a:ext>
            </a:extLst>
          </p:cNvPr>
          <p:cNvSpPr/>
          <p:nvPr/>
        </p:nvSpPr>
        <p:spPr>
          <a:xfrm>
            <a:off x="4446029" y="2182650"/>
            <a:ext cx="264159" cy="203200"/>
          </a:xfrm>
          <a:custGeom>
            <a:avLst/>
            <a:gdLst>
              <a:gd name="connsiteX0" fmla="*/ 254000 w 264159"/>
              <a:gd name="connsiteY0" fmla="*/ 0 h 203200"/>
              <a:gd name="connsiteX1" fmla="*/ 264160 w 264159"/>
              <a:gd name="connsiteY1" fmla="*/ 10160 h 203200"/>
              <a:gd name="connsiteX2" fmla="*/ 264160 w 264159"/>
              <a:gd name="connsiteY2" fmla="*/ 193040 h 203200"/>
              <a:gd name="connsiteX3" fmla="*/ 254000 w 264159"/>
              <a:gd name="connsiteY3" fmla="*/ 203200 h 203200"/>
              <a:gd name="connsiteX4" fmla="*/ 10160 w 264159"/>
              <a:gd name="connsiteY4" fmla="*/ 203200 h 203200"/>
              <a:gd name="connsiteX5" fmla="*/ 0 w 264159"/>
              <a:gd name="connsiteY5" fmla="*/ 193040 h 203200"/>
              <a:gd name="connsiteX6" fmla="*/ 0 w 264159"/>
              <a:gd name="connsiteY6" fmla="*/ 10160 h 203200"/>
              <a:gd name="connsiteX7" fmla="*/ 10160 w 264159"/>
              <a:gd name="connsiteY7" fmla="*/ 0 h 203200"/>
              <a:gd name="connsiteX8" fmla="*/ 254000 w 264159"/>
              <a:gd name="connsiteY8" fmla="*/ 0 h 203200"/>
              <a:gd name="connsiteX9" fmla="*/ 243840 w 264159"/>
              <a:gd name="connsiteY9" fmla="*/ 20320 h 203200"/>
              <a:gd name="connsiteX10" fmla="*/ 20320 w 264159"/>
              <a:gd name="connsiteY10" fmla="*/ 20320 h 203200"/>
              <a:gd name="connsiteX11" fmla="*/ 20320 w 264159"/>
              <a:gd name="connsiteY11" fmla="*/ 182880 h 203200"/>
              <a:gd name="connsiteX12" fmla="*/ 243840 w 264159"/>
              <a:gd name="connsiteY12" fmla="*/ 182880 h 203200"/>
              <a:gd name="connsiteX13" fmla="*/ 243840 w 264159"/>
              <a:gd name="connsiteY13" fmla="*/ 20320 h 203200"/>
              <a:gd name="connsiteX14" fmla="*/ 213360 w 264159"/>
              <a:gd name="connsiteY14" fmla="*/ 71120 h 203200"/>
              <a:gd name="connsiteX15" fmla="*/ 223520 w 264159"/>
              <a:gd name="connsiteY15" fmla="*/ 60960 h 203200"/>
              <a:gd name="connsiteX16" fmla="*/ 213360 w 264159"/>
              <a:gd name="connsiteY16" fmla="*/ 50800 h 203200"/>
              <a:gd name="connsiteX17" fmla="*/ 203200 w 264159"/>
              <a:gd name="connsiteY17" fmla="*/ 60960 h 203200"/>
              <a:gd name="connsiteX18" fmla="*/ 213360 w 264159"/>
              <a:gd name="connsiteY18" fmla="*/ 71120 h 203200"/>
              <a:gd name="connsiteX19" fmla="*/ 111760 w 264159"/>
              <a:gd name="connsiteY19" fmla="*/ 87630 h 203200"/>
              <a:gd name="connsiteX20" fmla="*/ 165100 w 264159"/>
              <a:gd name="connsiteY20" fmla="*/ 157480 h 203200"/>
              <a:gd name="connsiteX21" fmla="*/ 179070 w 264159"/>
              <a:gd name="connsiteY21" fmla="*/ 160020 h 203200"/>
              <a:gd name="connsiteX22" fmla="*/ 181610 w 264159"/>
              <a:gd name="connsiteY22" fmla="*/ 146050 h 203200"/>
              <a:gd name="connsiteX23" fmla="*/ 120650 w 264159"/>
              <a:gd name="connsiteY23" fmla="*/ 64770 h 203200"/>
              <a:gd name="connsiteX24" fmla="*/ 104140 w 264159"/>
              <a:gd name="connsiteY24" fmla="*/ 64770 h 203200"/>
              <a:gd name="connsiteX25" fmla="*/ 43180 w 264159"/>
              <a:gd name="connsiteY25" fmla="*/ 146050 h 203200"/>
              <a:gd name="connsiteX26" fmla="*/ 45720 w 264159"/>
              <a:gd name="connsiteY26" fmla="*/ 160020 h 203200"/>
              <a:gd name="connsiteX27" fmla="*/ 59690 w 264159"/>
              <a:gd name="connsiteY27" fmla="*/ 157480 h 203200"/>
              <a:gd name="connsiteX28" fmla="*/ 111760 w 264159"/>
              <a:gd name="connsiteY28" fmla="*/ 87630 h 203200"/>
              <a:gd name="connsiteX29" fmla="*/ 175260 w 264159"/>
              <a:gd name="connsiteY29" fmla="*/ 85090 h 203200"/>
              <a:gd name="connsiteX30" fmla="*/ 220980 w 264159"/>
              <a:gd name="connsiteY30" fmla="*/ 146050 h 203200"/>
              <a:gd name="connsiteX31" fmla="*/ 218440 w 264159"/>
              <a:gd name="connsiteY31" fmla="*/ 160020 h 203200"/>
              <a:gd name="connsiteX32" fmla="*/ 204470 w 264159"/>
              <a:gd name="connsiteY32" fmla="*/ 157480 h 203200"/>
              <a:gd name="connsiteX33" fmla="*/ 158750 w 264159"/>
              <a:gd name="connsiteY33" fmla="*/ 96520 h 203200"/>
              <a:gd name="connsiteX34" fmla="*/ 161290 w 264159"/>
              <a:gd name="connsiteY34" fmla="*/ 82550 h 203200"/>
              <a:gd name="connsiteX35" fmla="*/ 175260 w 264159"/>
              <a:gd name="connsiteY35" fmla="*/ 85090 h 20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64159" h="203200">
                <a:moveTo>
                  <a:pt x="254000" y="0"/>
                </a:moveTo>
                <a:cubicBezTo>
                  <a:pt x="259080" y="0"/>
                  <a:pt x="264160" y="5080"/>
                  <a:pt x="264160" y="10160"/>
                </a:cubicBezTo>
                <a:lnTo>
                  <a:pt x="264160" y="193040"/>
                </a:lnTo>
                <a:cubicBezTo>
                  <a:pt x="264160" y="198120"/>
                  <a:pt x="259080" y="203200"/>
                  <a:pt x="254000" y="203200"/>
                </a:cubicBezTo>
                <a:lnTo>
                  <a:pt x="10160" y="203200"/>
                </a:lnTo>
                <a:cubicBezTo>
                  <a:pt x="5080" y="203200"/>
                  <a:pt x="0" y="198120"/>
                  <a:pt x="0" y="193040"/>
                </a:cubicBezTo>
                <a:lnTo>
                  <a:pt x="0" y="10160"/>
                </a:lnTo>
                <a:cubicBezTo>
                  <a:pt x="0" y="5080"/>
                  <a:pt x="5080" y="0"/>
                  <a:pt x="10160" y="0"/>
                </a:cubicBezTo>
                <a:lnTo>
                  <a:pt x="254000" y="0"/>
                </a:lnTo>
                <a:close/>
                <a:moveTo>
                  <a:pt x="243840" y="20320"/>
                </a:moveTo>
                <a:lnTo>
                  <a:pt x="20320" y="20320"/>
                </a:lnTo>
                <a:lnTo>
                  <a:pt x="20320" y="182880"/>
                </a:lnTo>
                <a:lnTo>
                  <a:pt x="243840" y="182880"/>
                </a:lnTo>
                <a:lnTo>
                  <a:pt x="243840" y="20320"/>
                </a:lnTo>
                <a:close/>
                <a:moveTo>
                  <a:pt x="213360" y="71120"/>
                </a:moveTo>
                <a:cubicBezTo>
                  <a:pt x="218440" y="71120"/>
                  <a:pt x="223520" y="66040"/>
                  <a:pt x="223520" y="60960"/>
                </a:cubicBezTo>
                <a:cubicBezTo>
                  <a:pt x="223520" y="55880"/>
                  <a:pt x="218440" y="50800"/>
                  <a:pt x="213360" y="50800"/>
                </a:cubicBezTo>
                <a:cubicBezTo>
                  <a:pt x="208280" y="50800"/>
                  <a:pt x="203200" y="55880"/>
                  <a:pt x="203200" y="60960"/>
                </a:cubicBezTo>
                <a:cubicBezTo>
                  <a:pt x="203200" y="66040"/>
                  <a:pt x="208280" y="71120"/>
                  <a:pt x="213360" y="71120"/>
                </a:cubicBezTo>
                <a:close/>
                <a:moveTo>
                  <a:pt x="111760" y="87630"/>
                </a:moveTo>
                <a:lnTo>
                  <a:pt x="165100" y="157480"/>
                </a:lnTo>
                <a:cubicBezTo>
                  <a:pt x="168910" y="162560"/>
                  <a:pt x="175260" y="162560"/>
                  <a:pt x="179070" y="160020"/>
                </a:cubicBezTo>
                <a:cubicBezTo>
                  <a:pt x="184150" y="156210"/>
                  <a:pt x="184150" y="149860"/>
                  <a:pt x="181610" y="146050"/>
                </a:cubicBezTo>
                <a:lnTo>
                  <a:pt x="120650" y="64770"/>
                </a:lnTo>
                <a:cubicBezTo>
                  <a:pt x="116840" y="59690"/>
                  <a:pt x="107950" y="59690"/>
                  <a:pt x="104140" y="64770"/>
                </a:cubicBezTo>
                <a:lnTo>
                  <a:pt x="43180" y="146050"/>
                </a:lnTo>
                <a:cubicBezTo>
                  <a:pt x="39370" y="151130"/>
                  <a:pt x="40640" y="157480"/>
                  <a:pt x="45720" y="160020"/>
                </a:cubicBezTo>
                <a:cubicBezTo>
                  <a:pt x="50800" y="163830"/>
                  <a:pt x="57150" y="162560"/>
                  <a:pt x="59690" y="157480"/>
                </a:cubicBezTo>
                <a:lnTo>
                  <a:pt x="111760" y="87630"/>
                </a:lnTo>
                <a:close/>
                <a:moveTo>
                  <a:pt x="175260" y="85090"/>
                </a:moveTo>
                <a:lnTo>
                  <a:pt x="220980" y="146050"/>
                </a:lnTo>
                <a:cubicBezTo>
                  <a:pt x="224790" y="151130"/>
                  <a:pt x="223520" y="157480"/>
                  <a:pt x="218440" y="160020"/>
                </a:cubicBezTo>
                <a:cubicBezTo>
                  <a:pt x="213360" y="163830"/>
                  <a:pt x="207010" y="162560"/>
                  <a:pt x="204470" y="157480"/>
                </a:cubicBezTo>
                <a:lnTo>
                  <a:pt x="158750" y="96520"/>
                </a:lnTo>
                <a:cubicBezTo>
                  <a:pt x="154940" y="91440"/>
                  <a:pt x="156210" y="85090"/>
                  <a:pt x="161290" y="82550"/>
                </a:cubicBezTo>
                <a:cubicBezTo>
                  <a:pt x="166370" y="80010"/>
                  <a:pt x="172720" y="80010"/>
                  <a:pt x="175260" y="8509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7" name="Полилиния: фигура 112">
            <a:extLst>
              <a:ext uri="{FF2B5EF4-FFF2-40B4-BE49-F238E27FC236}">
                <a16:creationId xmlns:a16="http://schemas.microsoft.com/office/drawing/2014/main" id="{26195C35-51DD-D6DA-F7CA-F77608A192E1}"/>
              </a:ext>
            </a:extLst>
          </p:cNvPr>
          <p:cNvSpPr/>
          <p:nvPr/>
        </p:nvSpPr>
        <p:spPr>
          <a:xfrm>
            <a:off x="5031499" y="2162330"/>
            <a:ext cx="213359" cy="264159"/>
          </a:xfrm>
          <a:custGeom>
            <a:avLst/>
            <a:gdLst>
              <a:gd name="connsiteX0" fmla="*/ 154940 w 213359"/>
              <a:gd name="connsiteY0" fmla="*/ 20320 h 264159"/>
              <a:gd name="connsiteX1" fmla="*/ 57150 w 213359"/>
              <a:gd name="connsiteY1" fmla="*/ 20320 h 264159"/>
              <a:gd name="connsiteX2" fmla="*/ 49530 w 213359"/>
              <a:gd name="connsiteY2" fmla="*/ 25400 h 264159"/>
              <a:gd name="connsiteX3" fmla="*/ 33020 w 213359"/>
              <a:gd name="connsiteY3" fmla="*/ 66040 h 264159"/>
              <a:gd name="connsiteX4" fmla="*/ 179070 w 213359"/>
              <a:gd name="connsiteY4" fmla="*/ 66040 h 264159"/>
              <a:gd name="connsiteX5" fmla="*/ 162560 w 213359"/>
              <a:gd name="connsiteY5" fmla="*/ 25400 h 264159"/>
              <a:gd name="connsiteX6" fmla="*/ 154940 w 213359"/>
              <a:gd name="connsiteY6" fmla="*/ 20320 h 264159"/>
              <a:gd name="connsiteX7" fmla="*/ 200660 w 213359"/>
              <a:gd name="connsiteY7" fmla="*/ 66040 h 264159"/>
              <a:gd name="connsiteX8" fmla="*/ 181610 w 213359"/>
              <a:gd name="connsiteY8" fmla="*/ 17780 h 264159"/>
              <a:gd name="connsiteX9" fmla="*/ 181610 w 213359"/>
              <a:gd name="connsiteY9" fmla="*/ 17780 h 264159"/>
              <a:gd name="connsiteX10" fmla="*/ 154940 w 213359"/>
              <a:gd name="connsiteY10" fmla="*/ 0 h 264159"/>
              <a:gd name="connsiteX11" fmla="*/ 57150 w 213359"/>
              <a:gd name="connsiteY11" fmla="*/ 0 h 264159"/>
              <a:gd name="connsiteX12" fmla="*/ 30480 w 213359"/>
              <a:gd name="connsiteY12" fmla="*/ 17780 h 264159"/>
              <a:gd name="connsiteX13" fmla="*/ 30480 w 213359"/>
              <a:gd name="connsiteY13" fmla="*/ 17780 h 264159"/>
              <a:gd name="connsiteX14" fmla="*/ 11430 w 213359"/>
              <a:gd name="connsiteY14" fmla="*/ 66040 h 264159"/>
              <a:gd name="connsiteX15" fmla="*/ 10160 w 213359"/>
              <a:gd name="connsiteY15" fmla="*/ 66040 h 264159"/>
              <a:gd name="connsiteX16" fmla="*/ 0 w 213359"/>
              <a:gd name="connsiteY16" fmla="*/ 76200 h 264159"/>
              <a:gd name="connsiteX17" fmla="*/ 10160 w 213359"/>
              <a:gd name="connsiteY17" fmla="*/ 86360 h 264159"/>
              <a:gd name="connsiteX18" fmla="*/ 203200 w 213359"/>
              <a:gd name="connsiteY18" fmla="*/ 86360 h 264159"/>
              <a:gd name="connsiteX19" fmla="*/ 213360 w 213359"/>
              <a:gd name="connsiteY19" fmla="*/ 76200 h 264159"/>
              <a:gd name="connsiteX20" fmla="*/ 200660 w 213359"/>
              <a:gd name="connsiteY20" fmla="*/ 66040 h 264159"/>
              <a:gd name="connsiteX21" fmla="*/ 200660 w 213359"/>
              <a:gd name="connsiteY21" fmla="*/ 66040 h 264159"/>
              <a:gd name="connsiteX22" fmla="*/ 22860 w 213359"/>
              <a:gd name="connsiteY22" fmla="*/ 101600 h 264159"/>
              <a:gd name="connsiteX23" fmla="*/ 34290 w 213359"/>
              <a:gd name="connsiteY23" fmla="*/ 110490 h 264159"/>
              <a:gd name="connsiteX24" fmla="*/ 52070 w 213359"/>
              <a:gd name="connsiteY24" fmla="*/ 234950 h 264159"/>
              <a:gd name="connsiteX25" fmla="*/ 52070 w 213359"/>
              <a:gd name="connsiteY25" fmla="*/ 234950 h 264159"/>
              <a:gd name="connsiteX26" fmla="*/ 60960 w 213359"/>
              <a:gd name="connsiteY26" fmla="*/ 243840 h 264159"/>
              <a:gd name="connsiteX27" fmla="*/ 149860 w 213359"/>
              <a:gd name="connsiteY27" fmla="*/ 243840 h 264159"/>
              <a:gd name="connsiteX28" fmla="*/ 158750 w 213359"/>
              <a:gd name="connsiteY28" fmla="*/ 234950 h 264159"/>
              <a:gd name="connsiteX29" fmla="*/ 176530 w 213359"/>
              <a:gd name="connsiteY29" fmla="*/ 110490 h 264159"/>
              <a:gd name="connsiteX30" fmla="*/ 187960 w 213359"/>
              <a:gd name="connsiteY30" fmla="*/ 101600 h 264159"/>
              <a:gd name="connsiteX31" fmla="*/ 196850 w 213359"/>
              <a:gd name="connsiteY31" fmla="*/ 113030 h 264159"/>
              <a:gd name="connsiteX32" fmla="*/ 179070 w 213359"/>
              <a:gd name="connsiteY32" fmla="*/ 237490 h 264159"/>
              <a:gd name="connsiteX33" fmla="*/ 149860 w 213359"/>
              <a:gd name="connsiteY33" fmla="*/ 264160 h 264159"/>
              <a:gd name="connsiteX34" fmla="*/ 60960 w 213359"/>
              <a:gd name="connsiteY34" fmla="*/ 264160 h 264159"/>
              <a:gd name="connsiteX35" fmla="*/ 31750 w 213359"/>
              <a:gd name="connsiteY35" fmla="*/ 237490 h 264159"/>
              <a:gd name="connsiteX36" fmla="*/ 13970 w 213359"/>
              <a:gd name="connsiteY36" fmla="*/ 113030 h 264159"/>
              <a:gd name="connsiteX37" fmla="*/ 22860 w 213359"/>
              <a:gd name="connsiteY37" fmla="*/ 10160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13359" h="264159">
                <a:moveTo>
                  <a:pt x="154940" y="20320"/>
                </a:moveTo>
                <a:lnTo>
                  <a:pt x="57150" y="20320"/>
                </a:lnTo>
                <a:cubicBezTo>
                  <a:pt x="54610" y="20320"/>
                  <a:pt x="50800" y="21590"/>
                  <a:pt x="49530" y="25400"/>
                </a:cubicBezTo>
                <a:lnTo>
                  <a:pt x="33020" y="66040"/>
                </a:lnTo>
                <a:lnTo>
                  <a:pt x="179070" y="66040"/>
                </a:lnTo>
                <a:lnTo>
                  <a:pt x="162560" y="25400"/>
                </a:lnTo>
                <a:cubicBezTo>
                  <a:pt x="161290" y="21590"/>
                  <a:pt x="157480" y="20320"/>
                  <a:pt x="154940" y="20320"/>
                </a:cubicBezTo>
                <a:close/>
                <a:moveTo>
                  <a:pt x="200660" y="66040"/>
                </a:moveTo>
                <a:lnTo>
                  <a:pt x="181610" y="17780"/>
                </a:lnTo>
                <a:lnTo>
                  <a:pt x="181610" y="17780"/>
                </a:lnTo>
                <a:cubicBezTo>
                  <a:pt x="176530" y="7620"/>
                  <a:pt x="166370" y="0"/>
                  <a:pt x="154940" y="0"/>
                </a:cubicBezTo>
                <a:lnTo>
                  <a:pt x="57150" y="0"/>
                </a:lnTo>
                <a:cubicBezTo>
                  <a:pt x="45720" y="0"/>
                  <a:pt x="35560" y="6350"/>
                  <a:pt x="30480" y="17780"/>
                </a:cubicBezTo>
                <a:lnTo>
                  <a:pt x="30480" y="17780"/>
                </a:lnTo>
                <a:lnTo>
                  <a:pt x="11430" y="66040"/>
                </a:lnTo>
                <a:lnTo>
                  <a:pt x="10160" y="66040"/>
                </a:lnTo>
                <a:cubicBezTo>
                  <a:pt x="5080" y="66040"/>
                  <a:pt x="0" y="71120"/>
                  <a:pt x="0" y="76200"/>
                </a:cubicBezTo>
                <a:cubicBezTo>
                  <a:pt x="0" y="81280"/>
                  <a:pt x="5080" y="86360"/>
                  <a:pt x="10160" y="86360"/>
                </a:cubicBezTo>
                <a:lnTo>
                  <a:pt x="203200" y="86360"/>
                </a:lnTo>
                <a:cubicBezTo>
                  <a:pt x="208280" y="86360"/>
                  <a:pt x="213360" y="81280"/>
                  <a:pt x="213360" y="76200"/>
                </a:cubicBezTo>
                <a:cubicBezTo>
                  <a:pt x="212090" y="69850"/>
                  <a:pt x="208280" y="66040"/>
                  <a:pt x="200660" y="66040"/>
                </a:cubicBezTo>
                <a:lnTo>
                  <a:pt x="200660" y="66040"/>
                </a:lnTo>
                <a:close/>
                <a:moveTo>
                  <a:pt x="22860" y="101600"/>
                </a:moveTo>
                <a:cubicBezTo>
                  <a:pt x="27940" y="100330"/>
                  <a:pt x="33020" y="104140"/>
                  <a:pt x="34290" y="110490"/>
                </a:cubicBezTo>
                <a:lnTo>
                  <a:pt x="52070" y="234950"/>
                </a:lnTo>
                <a:lnTo>
                  <a:pt x="52070" y="234950"/>
                </a:lnTo>
                <a:cubicBezTo>
                  <a:pt x="53340" y="240030"/>
                  <a:pt x="57150" y="243840"/>
                  <a:pt x="60960" y="243840"/>
                </a:cubicBezTo>
                <a:lnTo>
                  <a:pt x="149860" y="243840"/>
                </a:lnTo>
                <a:cubicBezTo>
                  <a:pt x="153670" y="243840"/>
                  <a:pt x="158750" y="240030"/>
                  <a:pt x="158750" y="234950"/>
                </a:cubicBezTo>
                <a:lnTo>
                  <a:pt x="176530" y="110490"/>
                </a:lnTo>
                <a:cubicBezTo>
                  <a:pt x="177800" y="105410"/>
                  <a:pt x="182880" y="101600"/>
                  <a:pt x="187960" y="101600"/>
                </a:cubicBezTo>
                <a:cubicBezTo>
                  <a:pt x="193040" y="102870"/>
                  <a:pt x="196850" y="107950"/>
                  <a:pt x="196850" y="113030"/>
                </a:cubicBezTo>
                <a:lnTo>
                  <a:pt x="179070" y="237490"/>
                </a:lnTo>
                <a:cubicBezTo>
                  <a:pt x="176530" y="251460"/>
                  <a:pt x="165100" y="264160"/>
                  <a:pt x="149860" y="264160"/>
                </a:cubicBezTo>
                <a:lnTo>
                  <a:pt x="60960" y="264160"/>
                </a:lnTo>
                <a:cubicBezTo>
                  <a:pt x="45720" y="264160"/>
                  <a:pt x="34290" y="252730"/>
                  <a:pt x="31750" y="237490"/>
                </a:cubicBezTo>
                <a:lnTo>
                  <a:pt x="13970" y="113030"/>
                </a:lnTo>
                <a:cubicBezTo>
                  <a:pt x="13970" y="106680"/>
                  <a:pt x="17780" y="101600"/>
                  <a:pt x="22860" y="1016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8" name="Полилиния: фигура 123">
            <a:extLst>
              <a:ext uri="{FF2B5EF4-FFF2-40B4-BE49-F238E27FC236}">
                <a16:creationId xmlns:a16="http://schemas.microsoft.com/office/drawing/2014/main" id="{2FEDE8A4-F637-9916-C13F-EA454B97F219}"/>
              </a:ext>
            </a:extLst>
          </p:cNvPr>
          <p:cNvSpPr/>
          <p:nvPr/>
        </p:nvSpPr>
        <p:spPr>
          <a:xfrm>
            <a:off x="6123699" y="2213130"/>
            <a:ext cx="264160" cy="264159"/>
          </a:xfrm>
          <a:custGeom>
            <a:avLst/>
            <a:gdLst>
              <a:gd name="connsiteX0" fmla="*/ 10160 w 264160"/>
              <a:gd name="connsiteY0" fmla="*/ 81280 h 264159"/>
              <a:gd name="connsiteX1" fmla="*/ 20320 w 264160"/>
              <a:gd name="connsiteY1" fmla="*/ 71120 h 264159"/>
              <a:gd name="connsiteX2" fmla="*/ 20320 w 264160"/>
              <a:gd name="connsiteY2" fmla="*/ 20320 h 264159"/>
              <a:gd name="connsiteX3" fmla="*/ 71120 w 264160"/>
              <a:gd name="connsiteY3" fmla="*/ 20320 h 264159"/>
              <a:gd name="connsiteX4" fmla="*/ 81280 w 264160"/>
              <a:gd name="connsiteY4" fmla="*/ 10160 h 264159"/>
              <a:gd name="connsiteX5" fmla="*/ 71120 w 264160"/>
              <a:gd name="connsiteY5" fmla="*/ 0 h 264159"/>
              <a:gd name="connsiteX6" fmla="*/ 20320 w 264160"/>
              <a:gd name="connsiteY6" fmla="*/ 0 h 264159"/>
              <a:gd name="connsiteX7" fmla="*/ 0 w 264160"/>
              <a:gd name="connsiteY7" fmla="*/ 20320 h 264159"/>
              <a:gd name="connsiteX8" fmla="*/ 0 w 264160"/>
              <a:gd name="connsiteY8" fmla="*/ 71120 h 264159"/>
              <a:gd name="connsiteX9" fmla="*/ 10160 w 264160"/>
              <a:gd name="connsiteY9" fmla="*/ 81280 h 264159"/>
              <a:gd name="connsiteX10" fmla="*/ 81280 w 264160"/>
              <a:gd name="connsiteY10" fmla="*/ 81280 h 264159"/>
              <a:gd name="connsiteX11" fmla="*/ 91440 w 264160"/>
              <a:gd name="connsiteY11" fmla="*/ 91440 h 264159"/>
              <a:gd name="connsiteX12" fmla="*/ 91440 w 264160"/>
              <a:gd name="connsiteY12" fmla="*/ 111760 h 264159"/>
              <a:gd name="connsiteX13" fmla="*/ 81280 w 264160"/>
              <a:gd name="connsiteY13" fmla="*/ 121920 h 264159"/>
              <a:gd name="connsiteX14" fmla="*/ 71120 w 264160"/>
              <a:gd name="connsiteY14" fmla="*/ 111760 h 264159"/>
              <a:gd name="connsiteX15" fmla="*/ 71120 w 264160"/>
              <a:gd name="connsiteY15" fmla="*/ 91440 h 264159"/>
              <a:gd name="connsiteX16" fmla="*/ 81280 w 264160"/>
              <a:gd name="connsiteY16" fmla="*/ 81280 h 264159"/>
              <a:gd name="connsiteX17" fmla="*/ 182880 w 264160"/>
              <a:gd name="connsiteY17" fmla="*/ 81280 h 264159"/>
              <a:gd name="connsiteX18" fmla="*/ 193040 w 264160"/>
              <a:gd name="connsiteY18" fmla="*/ 91440 h 264159"/>
              <a:gd name="connsiteX19" fmla="*/ 193040 w 264160"/>
              <a:gd name="connsiteY19" fmla="*/ 111760 h 264159"/>
              <a:gd name="connsiteX20" fmla="*/ 182880 w 264160"/>
              <a:gd name="connsiteY20" fmla="*/ 121920 h 264159"/>
              <a:gd name="connsiteX21" fmla="*/ 172720 w 264160"/>
              <a:gd name="connsiteY21" fmla="*/ 111760 h 264159"/>
              <a:gd name="connsiteX22" fmla="*/ 172720 w 264160"/>
              <a:gd name="connsiteY22" fmla="*/ 91440 h 264159"/>
              <a:gd name="connsiteX23" fmla="*/ 182880 w 264160"/>
              <a:gd name="connsiteY23" fmla="*/ 81280 h 264159"/>
              <a:gd name="connsiteX24" fmla="*/ 165100 w 264160"/>
              <a:gd name="connsiteY24" fmla="*/ 165100 h 264159"/>
              <a:gd name="connsiteX25" fmla="*/ 97790 w 264160"/>
              <a:gd name="connsiteY25" fmla="*/ 165100 h 264159"/>
              <a:gd name="connsiteX26" fmla="*/ 83820 w 264160"/>
              <a:gd name="connsiteY26" fmla="*/ 165100 h 264159"/>
              <a:gd name="connsiteX27" fmla="*/ 83820 w 264160"/>
              <a:gd name="connsiteY27" fmla="*/ 179070 h 264159"/>
              <a:gd name="connsiteX28" fmla="*/ 179070 w 264160"/>
              <a:gd name="connsiteY28" fmla="*/ 179070 h 264159"/>
              <a:gd name="connsiteX29" fmla="*/ 179070 w 264160"/>
              <a:gd name="connsiteY29" fmla="*/ 165100 h 264159"/>
              <a:gd name="connsiteX30" fmla="*/ 165100 w 264160"/>
              <a:gd name="connsiteY30" fmla="*/ 165100 h 264159"/>
              <a:gd name="connsiteX31" fmla="*/ 20320 w 264160"/>
              <a:gd name="connsiteY31" fmla="*/ 193040 h 264159"/>
              <a:gd name="connsiteX32" fmla="*/ 10160 w 264160"/>
              <a:gd name="connsiteY32" fmla="*/ 182880 h 264159"/>
              <a:gd name="connsiteX33" fmla="*/ 0 w 264160"/>
              <a:gd name="connsiteY33" fmla="*/ 193040 h 264159"/>
              <a:gd name="connsiteX34" fmla="*/ 0 w 264160"/>
              <a:gd name="connsiteY34" fmla="*/ 243840 h 264159"/>
              <a:gd name="connsiteX35" fmla="*/ 20320 w 264160"/>
              <a:gd name="connsiteY35" fmla="*/ 264160 h 264159"/>
              <a:gd name="connsiteX36" fmla="*/ 71120 w 264160"/>
              <a:gd name="connsiteY36" fmla="*/ 264160 h 264159"/>
              <a:gd name="connsiteX37" fmla="*/ 81280 w 264160"/>
              <a:gd name="connsiteY37" fmla="*/ 254000 h 264159"/>
              <a:gd name="connsiteX38" fmla="*/ 71120 w 264160"/>
              <a:gd name="connsiteY38" fmla="*/ 243840 h 264159"/>
              <a:gd name="connsiteX39" fmla="*/ 20320 w 264160"/>
              <a:gd name="connsiteY39" fmla="*/ 243840 h 264159"/>
              <a:gd name="connsiteX40" fmla="*/ 20320 w 264160"/>
              <a:gd name="connsiteY40" fmla="*/ 193040 h 264159"/>
              <a:gd name="connsiteX41" fmla="*/ 254000 w 264160"/>
              <a:gd name="connsiteY41" fmla="*/ 182880 h 264159"/>
              <a:gd name="connsiteX42" fmla="*/ 243840 w 264160"/>
              <a:gd name="connsiteY42" fmla="*/ 193040 h 264159"/>
              <a:gd name="connsiteX43" fmla="*/ 243840 w 264160"/>
              <a:gd name="connsiteY43" fmla="*/ 243840 h 264159"/>
              <a:gd name="connsiteX44" fmla="*/ 193040 w 264160"/>
              <a:gd name="connsiteY44" fmla="*/ 243840 h 264159"/>
              <a:gd name="connsiteX45" fmla="*/ 182880 w 264160"/>
              <a:gd name="connsiteY45" fmla="*/ 254000 h 264159"/>
              <a:gd name="connsiteX46" fmla="*/ 193040 w 264160"/>
              <a:gd name="connsiteY46" fmla="*/ 264160 h 264159"/>
              <a:gd name="connsiteX47" fmla="*/ 243840 w 264160"/>
              <a:gd name="connsiteY47" fmla="*/ 264160 h 264159"/>
              <a:gd name="connsiteX48" fmla="*/ 264160 w 264160"/>
              <a:gd name="connsiteY48" fmla="*/ 243840 h 264159"/>
              <a:gd name="connsiteX49" fmla="*/ 264160 w 264160"/>
              <a:gd name="connsiteY49" fmla="*/ 193040 h 264159"/>
              <a:gd name="connsiteX50" fmla="*/ 254000 w 264160"/>
              <a:gd name="connsiteY50" fmla="*/ 182880 h 264159"/>
              <a:gd name="connsiteX51" fmla="*/ 243840 w 264160"/>
              <a:gd name="connsiteY51" fmla="*/ 71120 h 264159"/>
              <a:gd name="connsiteX52" fmla="*/ 254000 w 264160"/>
              <a:gd name="connsiteY52" fmla="*/ 81280 h 264159"/>
              <a:gd name="connsiteX53" fmla="*/ 264160 w 264160"/>
              <a:gd name="connsiteY53" fmla="*/ 71120 h 264159"/>
              <a:gd name="connsiteX54" fmla="*/ 264160 w 264160"/>
              <a:gd name="connsiteY54" fmla="*/ 20320 h 264159"/>
              <a:gd name="connsiteX55" fmla="*/ 243840 w 264160"/>
              <a:gd name="connsiteY55" fmla="*/ 0 h 264159"/>
              <a:gd name="connsiteX56" fmla="*/ 193040 w 264160"/>
              <a:gd name="connsiteY56" fmla="*/ 0 h 264159"/>
              <a:gd name="connsiteX57" fmla="*/ 182880 w 264160"/>
              <a:gd name="connsiteY57" fmla="*/ 10160 h 264159"/>
              <a:gd name="connsiteX58" fmla="*/ 193040 w 264160"/>
              <a:gd name="connsiteY58" fmla="*/ 20320 h 264159"/>
              <a:gd name="connsiteX59" fmla="*/ 243840 w 264160"/>
              <a:gd name="connsiteY59" fmla="*/ 20320 h 264159"/>
              <a:gd name="connsiteX60" fmla="*/ 243840 w 264160"/>
              <a:gd name="connsiteY60" fmla="*/ 711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64160" h="264159">
                <a:moveTo>
                  <a:pt x="10160" y="81280"/>
                </a:moveTo>
                <a:cubicBezTo>
                  <a:pt x="15240" y="81280"/>
                  <a:pt x="20320" y="76200"/>
                  <a:pt x="20320" y="71120"/>
                </a:cubicBezTo>
                <a:lnTo>
                  <a:pt x="20320" y="20320"/>
                </a:lnTo>
                <a:lnTo>
                  <a:pt x="71120" y="20320"/>
                </a:lnTo>
                <a:cubicBezTo>
                  <a:pt x="76200" y="20320"/>
                  <a:pt x="81280" y="15240"/>
                  <a:pt x="81280" y="10160"/>
                </a:cubicBezTo>
                <a:cubicBezTo>
                  <a:pt x="81280" y="5080"/>
                  <a:pt x="76200" y="0"/>
                  <a:pt x="71120" y="0"/>
                </a:cubicBezTo>
                <a:lnTo>
                  <a:pt x="20320" y="0"/>
                </a:lnTo>
                <a:cubicBezTo>
                  <a:pt x="8890" y="0"/>
                  <a:pt x="0" y="8890"/>
                  <a:pt x="0" y="20320"/>
                </a:cubicBezTo>
                <a:lnTo>
                  <a:pt x="0" y="71120"/>
                </a:lnTo>
                <a:cubicBezTo>
                  <a:pt x="0" y="76200"/>
                  <a:pt x="3810" y="81280"/>
                  <a:pt x="10160" y="81280"/>
                </a:cubicBezTo>
                <a:close/>
                <a:moveTo>
                  <a:pt x="81280" y="81280"/>
                </a:moveTo>
                <a:cubicBezTo>
                  <a:pt x="86360" y="81280"/>
                  <a:pt x="91440" y="86360"/>
                  <a:pt x="91440" y="91440"/>
                </a:cubicBezTo>
                <a:lnTo>
                  <a:pt x="91440" y="111760"/>
                </a:lnTo>
                <a:cubicBezTo>
                  <a:pt x="91440" y="116840"/>
                  <a:pt x="86360" y="121920"/>
                  <a:pt x="81280" y="121920"/>
                </a:cubicBezTo>
                <a:cubicBezTo>
                  <a:pt x="76200" y="121920"/>
                  <a:pt x="71120" y="116840"/>
                  <a:pt x="71120" y="111760"/>
                </a:cubicBezTo>
                <a:lnTo>
                  <a:pt x="71120" y="91440"/>
                </a:lnTo>
                <a:cubicBezTo>
                  <a:pt x="71120" y="85090"/>
                  <a:pt x="74930" y="81280"/>
                  <a:pt x="81280" y="81280"/>
                </a:cubicBezTo>
                <a:close/>
                <a:moveTo>
                  <a:pt x="182880" y="81280"/>
                </a:moveTo>
                <a:cubicBezTo>
                  <a:pt x="187960" y="81280"/>
                  <a:pt x="193040" y="86360"/>
                  <a:pt x="193040" y="91440"/>
                </a:cubicBezTo>
                <a:lnTo>
                  <a:pt x="193040" y="111760"/>
                </a:lnTo>
                <a:cubicBezTo>
                  <a:pt x="193040" y="116840"/>
                  <a:pt x="187960" y="121920"/>
                  <a:pt x="182880" y="121920"/>
                </a:cubicBezTo>
                <a:cubicBezTo>
                  <a:pt x="177800" y="121920"/>
                  <a:pt x="172720" y="116840"/>
                  <a:pt x="172720" y="111760"/>
                </a:cubicBezTo>
                <a:lnTo>
                  <a:pt x="172720" y="91440"/>
                </a:lnTo>
                <a:cubicBezTo>
                  <a:pt x="172720" y="85090"/>
                  <a:pt x="176530" y="81280"/>
                  <a:pt x="182880" y="81280"/>
                </a:cubicBezTo>
                <a:close/>
                <a:moveTo>
                  <a:pt x="165100" y="165100"/>
                </a:moveTo>
                <a:cubicBezTo>
                  <a:pt x="148590" y="181610"/>
                  <a:pt x="119380" y="185420"/>
                  <a:pt x="97790" y="165100"/>
                </a:cubicBezTo>
                <a:cubicBezTo>
                  <a:pt x="93980" y="161290"/>
                  <a:pt x="87630" y="161290"/>
                  <a:pt x="83820" y="165100"/>
                </a:cubicBezTo>
                <a:cubicBezTo>
                  <a:pt x="80010" y="168910"/>
                  <a:pt x="80010" y="175260"/>
                  <a:pt x="83820" y="179070"/>
                </a:cubicBezTo>
                <a:cubicBezTo>
                  <a:pt x="114300" y="209550"/>
                  <a:pt x="156210" y="203200"/>
                  <a:pt x="179070" y="179070"/>
                </a:cubicBezTo>
                <a:cubicBezTo>
                  <a:pt x="182880" y="175260"/>
                  <a:pt x="182880" y="168910"/>
                  <a:pt x="179070" y="165100"/>
                </a:cubicBezTo>
                <a:cubicBezTo>
                  <a:pt x="175260" y="161290"/>
                  <a:pt x="168910" y="161290"/>
                  <a:pt x="165100" y="165100"/>
                </a:cubicBezTo>
                <a:close/>
                <a:moveTo>
                  <a:pt x="20320" y="193040"/>
                </a:move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lose/>
                <a:moveTo>
                  <a:pt x="254000" y="182880"/>
                </a:moveTo>
                <a:cubicBezTo>
                  <a:pt x="248920" y="182880"/>
                  <a:pt x="243840" y="187960"/>
                  <a:pt x="243840" y="193040"/>
                </a:cubicBezTo>
                <a:lnTo>
                  <a:pt x="243840" y="243840"/>
                </a:lnTo>
                <a:lnTo>
                  <a:pt x="193040" y="243840"/>
                </a:lnTo>
                <a:cubicBezTo>
                  <a:pt x="187960" y="243840"/>
                  <a:pt x="182880" y="248920"/>
                  <a:pt x="182880" y="254000"/>
                </a:cubicBezTo>
                <a:cubicBezTo>
                  <a:pt x="182880" y="259080"/>
                  <a:pt x="187960" y="264160"/>
                  <a:pt x="193040" y="264160"/>
                </a:cubicBezTo>
                <a:lnTo>
                  <a:pt x="243840" y="264160"/>
                </a:lnTo>
                <a:cubicBezTo>
                  <a:pt x="255270" y="264160"/>
                  <a:pt x="264160" y="255270"/>
                  <a:pt x="264160" y="243840"/>
                </a:cubicBezTo>
                <a:lnTo>
                  <a:pt x="264160" y="193040"/>
                </a:lnTo>
                <a:cubicBezTo>
                  <a:pt x="264160" y="186690"/>
                  <a:pt x="259080" y="182880"/>
                  <a:pt x="254000" y="182880"/>
                </a:cubicBezTo>
                <a:close/>
                <a:moveTo>
                  <a:pt x="243840" y="71120"/>
                </a:moveTo>
                <a:cubicBezTo>
                  <a:pt x="243840" y="76200"/>
                  <a:pt x="248920" y="81280"/>
                  <a:pt x="254000" y="81280"/>
                </a:cubicBezTo>
                <a:cubicBezTo>
                  <a:pt x="259080" y="81280"/>
                  <a:pt x="264160" y="76200"/>
                  <a:pt x="264160" y="71120"/>
                </a:cubicBezTo>
                <a:lnTo>
                  <a:pt x="264160" y="20320"/>
                </a:lnTo>
                <a:cubicBezTo>
                  <a:pt x="264160" y="8890"/>
                  <a:pt x="255270" y="0"/>
                  <a:pt x="243840" y="0"/>
                </a:cubicBezTo>
                <a:lnTo>
                  <a:pt x="193040" y="0"/>
                </a:lnTo>
                <a:cubicBezTo>
                  <a:pt x="187960" y="0"/>
                  <a:pt x="182880" y="5080"/>
                  <a:pt x="182880" y="10160"/>
                </a:cubicBezTo>
                <a:cubicBezTo>
                  <a:pt x="182880" y="15240"/>
                  <a:pt x="187960" y="20320"/>
                  <a:pt x="193040" y="20320"/>
                </a:cubicBezTo>
                <a:lnTo>
                  <a:pt x="243840" y="20320"/>
                </a:lnTo>
                <a:lnTo>
                  <a:pt x="243840" y="711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49" name="Полилиния: фигура 124">
            <a:extLst>
              <a:ext uri="{FF2B5EF4-FFF2-40B4-BE49-F238E27FC236}">
                <a16:creationId xmlns:a16="http://schemas.microsoft.com/office/drawing/2014/main" id="{126C68F8-AC8C-BB98-4184-0C92CB553149}"/>
              </a:ext>
            </a:extLst>
          </p:cNvPr>
          <p:cNvSpPr/>
          <p:nvPr/>
        </p:nvSpPr>
        <p:spPr>
          <a:xfrm>
            <a:off x="1641064" y="2182967"/>
            <a:ext cx="284649" cy="213042"/>
          </a:xfrm>
          <a:custGeom>
            <a:avLst/>
            <a:gdLst>
              <a:gd name="connsiteX0" fmla="*/ 5885 w 284649"/>
              <a:gd name="connsiteY0" fmla="*/ 66993 h 213042"/>
              <a:gd name="connsiteX1" fmla="*/ 137965 w 284649"/>
              <a:gd name="connsiteY1" fmla="*/ 952 h 213042"/>
              <a:gd name="connsiteX2" fmla="*/ 146855 w 284649"/>
              <a:gd name="connsiteY2" fmla="*/ 952 h 213042"/>
              <a:gd name="connsiteX3" fmla="*/ 278935 w 284649"/>
              <a:gd name="connsiteY3" fmla="*/ 66993 h 213042"/>
              <a:gd name="connsiteX4" fmla="*/ 278935 w 284649"/>
              <a:gd name="connsiteY4" fmla="*/ 84772 h 213042"/>
              <a:gd name="connsiteX5" fmla="*/ 233215 w 284649"/>
              <a:gd name="connsiteY5" fmla="*/ 107633 h 213042"/>
              <a:gd name="connsiteX6" fmla="*/ 233215 w 284649"/>
              <a:gd name="connsiteY6" fmla="*/ 162243 h 213042"/>
              <a:gd name="connsiteX7" fmla="*/ 141775 w 284649"/>
              <a:gd name="connsiteY7" fmla="*/ 213043 h 213042"/>
              <a:gd name="connsiteX8" fmla="*/ 50335 w 284649"/>
              <a:gd name="connsiteY8" fmla="*/ 162243 h 213042"/>
              <a:gd name="connsiteX9" fmla="*/ 50335 w 284649"/>
              <a:gd name="connsiteY9" fmla="*/ 107633 h 213042"/>
              <a:gd name="connsiteX10" fmla="*/ 4615 w 284649"/>
              <a:gd name="connsiteY10" fmla="*/ 84772 h 213042"/>
              <a:gd name="connsiteX11" fmla="*/ 5885 w 284649"/>
              <a:gd name="connsiteY11" fmla="*/ 66993 h 213042"/>
              <a:gd name="connsiteX12" fmla="*/ 70655 w 284649"/>
              <a:gd name="connsiteY12" fmla="*/ 117793 h 213042"/>
              <a:gd name="connsiteX13" fmla="*/ 70655 w 284649"/>
              <a:gd name="connsiteY13" fmla="*/ 162243 h 213042"/>
              <a:gd name="connsiteX14" fmla="*/ 141775 w 284649"/>
              <a:gd name="connsiteY14" fmla="*/ 192722 h 213042"/>
              <a:gd name="connsiteX15" fmla="*/ 212895 w 284649"/>
              <a:gd name="connsiteY15" fmla="*/ 162243 h 213042"/>
              <a:gd name="connsiteX16" fmla="*/ 212895 w 284649"/>
              <a:gd name="connsiteY16" fmla="*/ 117793 h 213042"/>
              <a:gd name="connsiteX17" fmla="*/ 146855 w 284649"/>
              <a:gd name="connsiteY17" fmla="*/ 150813 h 213042"/>
              <a:gd name="connsiteX18" fmla="*/ 137965 w 284649"/>
              <a:gd name="connsiteY18" fmla="*/ 150813 h 213042"/>
              <a:gd name="connsiteX19" fmla="*/ 70655 w 284649"/>
              <a:gd name="connsiteY19" fmla="*/ 117793 h 213042"/>
              <a:gd name="connsiteX20" fmla="*/ 253535 w 284649"/>
              <a:gd name="connsiteY20" fmla="*/ 121602 h 213042"/>
              <a:gd name="connsiteX21" fmla="*/ 253535 w 284649"/>
              <a:gd name="connsiteY21" fmla="*/ 172402 h 213042"/>
              <a:gd name="connsiteX22" fmla="*/ 263695 w 284649"/>
              <a:gd name="connsiteY22" fmla="*/ 182563 h 213042"/>
              <a:gd name="connsiteX23" fmla="*/ 273855 w 284649"/>
              <a:gd name="connsiteY23" fmla="*/ 172402 h 213042"/>
              <a:gd name="connsiteX24" fmla="*/ 273855 w 284649"/>
              <a:gd name="connsiteY24" fmla="*/ 121602 h 213042"/>
              <a:gd name="connsiteX25" fmla="*/ 263695 w 284649"/>
              <a:gd name="connsiteY25" fmla="*/ 111443 h 213042"/>
              <a:gd name="connsiteX26" fmla="*/ 253535 w 284649"/>
              <a:gd name="connsiteY26" fmla="*/ 121602 h 213042"/>
              <a:gd name="connsiteX27" fmla="*/ 141775 w 284649"/>
              <a:gd name="connsiteY27" fmla="*/ 21272 h 213042"/>
              <a:gd name="connsiteX28" fmla="*/ 250995 w 284649"/>
              <a:gd name="connsiteY28" fmla="*/ 75883 h 213042"/>
              <a:gd name="connsiteX29" fmla="*/ 141775 w 284649"/>
              <a:gd name="connsiteY29" fmla="*/ 130493 h 213042"/>
              <a:gd name="connsiteX30" fmla="*/ 32555 w 284649"/>
              <a:gd name="connsiteY30" fmla="*/ 75883 h 213042"/>
              <a:gd name="connsiteX31" fmla="*/ 141775 w 284649"/>
              <a:gd name="connsiteY31" fmla="*/ 21272 h 2130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84649" h="213042">
                <a:moveTo>
                  <a:pt x="5885" y="66993"/>
                </a:moveTo>
                <a:lnTo>
                  <a:pt x="137965" y="952"/>
                </a:lnTo>
                <a:cubicBezTo>
                  <a:pt x="140505" y="-317"/>
                  <a:pt x="144315" y="-317"/>
                  <a:pt x="146855" y="952"/>
                </a:cubicBezTo>
                <a:lnTo>
                  <a:pt x="278935" y="66993"/>
                </a:lnTo>
                <a:cubicBezTo>
                  <a:pt x="286555" y="70802"/>
                  <a:pt x="286555" y="80963"/>
                  <a:pt x="278935" y="84772"/>
                </a:cubicBezTo>
                <a:lnTo>
                  <a:pt x="233215" y="107633"/>
                </a:lnTo>
                <a:lnTo>
                  <a:pt x="233215" y="162243"/>
                </a:lnTo>
                <a:cubicBezTo>
                  <a:pt x="233215" y="191452"/>
                  <a:pt x="191305" y="213043"/>
                  <a:pt x="141775" y="213043"/>
                </a:cubicBezTo>
                <a:cubicBezTo>
                  <a:pt x="92245" y="213043"/>
                  <a:pt x="50335" y="191452"/>
                  <a:pt x="50335" y="162243"/>
                </a:cubicBezTo>
                <a:lnTo>
                  <a:pt x="50335" y="107633"/>
                </a:lnTo>
                <a:lnTo>
                  <a:pt x="4615" y="84772"/>
                </a:lnTo>
                <a:cubicBezTo>
                  <a:pt x="-1735" y="80963"/>
                  <a:pt x="-1735" y="70802"/>
                  <a:pt x="5885" y="66993"/>
                </a:cubicBezTo>
                <a:close/>
                <a:moveTo>
                  <a:pt x="70655" y="117793"/>
                </a:moveTo>
                <a:lnTo>
                  <a:pt x="70655" y="162243"/>
                </a:lnTo>
                <a:cubicBezTo>
                  <a:pt x="70655" y="176213"/>
                  <a:pt x="102405" y="192722"/>
                  <a:pt x="141775" y="192722"/>
                </a:cubicBezTo>
                <a:cubicBezTo>
                  <a:pt x="181145" y="192722"/>
                  <a:pt x="212895" y="176213"/>
                  <a:pt x="212895" y="162243"/>
                </a:cubicBezTo>
                <a:lnTo>
                  <a:pt x="212895" y="117793"/>
                </a:lnTo>
                <a:lnTo>
                  <a:pt x="146855" y="150813"/>
                </a:lnTo>
                <a:cubicBezTo>
                  <a:pt x="144315" y="152083"/>
                  <a:pt x="140505" y="152083"/>
                  <a:pt x="137965" y="150813"/>
                </a:cubicBezTo>
                <a:lnTo>
                  <a:pt x="70655" y="117793"/>
                </a:lnTo>
                <a:close/>
                <a:moveTo>
                  <a:pt x="253535" y="121602"/>
                </a:moveTo>
                <a:lnTo>
                  <a:pt x="253535" y="172402"/>
                </a:lnTo>
                <a:cubicBezTo>
                  <a:pt x="253535" y="177483"/>
                  <a:pt x="258615" y="182563"/>
                  <a:pt x="263695" y="182563"/>
                </a:cubicBezTo>
                <a:cubicBezTo>
                  <a:pt x="268775" y="182563"/>
                  <a:pt x="273855" y="177483"/>
                  <a:pt x="273855" y="172402"/>
                </a:cubicBezTo>
                <a:lnTo>
                  <a:pt x="273855" y="121602"/>
                </a:lnTo>
                <a:cubicBezTo>
                  <a:pt x="273855" y="116522"/>
                  <a:pt x="268775" y="111443"/>
                  <a:pt x="263695" y="111443"/>
                </a:cubicBezTo>
                <a:cubicBezTo>
                  <a:pt x="258615" y="111443"/>
                  <a:pt x="253535" y="115252"/>
                  <a:pt x="253535" y="121602"/>
                </a:cubicBezTo>
                <a:close/>
                <a:moveTo>
                  <a:pt x="141775" y="21272"/>
                </a:moveTo>
                <a:lnTo>
                  <a:pt x="250995" y="75883"/>
                </a:lnTo>
                <a:lnTo>
                  <a:pt x="141775" y="130493"/>
                </a:lnTo>
                <a:lnTo>
                  <a:pt x="32555" y="75883"/>
                </a:lnTo>
                <a:lnTo>
                  <a:pt x="141775" y="21272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50" name="Рисунок 2">
            <a:extLst>
              <a:ext uri="{FF2B5EF4-FFF2-40B4-BE49-F238E27FC236}">
                <a16:creationId xmlns:a16="http://schemas.microsoft.com/office/drawing/2014/main" id="{D4E219D3-8C4F-1910-5FA7-1B7E1376CB60}"/>
              </a:ext>
            </a:extLst>
          </p:cNvPr>
          <p:cNvGrpSpPr/>
          <p:nvPr/>
        </p:nvGrpSpPr>
        <p:grpSpPr>
          <a:xfrm>
            <a:off x="10097529" y="2211860"/>
            <a:ext cx="142240" cy="254000"/>
            <a:chOff x="10242550" y="1134110"/>
            <a:chExt cx="142240" cy="254000"/>
          </a:xfrm>
          <a:solidFill>
            <a:schemeClr val="tx1"/>
          </a:solidFill>
        </p:grpSpPr>
        <p:sp>
          <p:nvSpPr>
            <p:cNvPr id="51" name="Полилиния: фигура 524">
              <a:extLst>
                <a:ext uri="{FF2B5EF4-FFF2-40B4-BE49-F238E27FC236}">
                  <a16:creationId xmlns:a16="http://schemas.microsoft.com/office/drawing/2014/main" id="{25EB7D1C-ECF5-5601-FDE6-EEF93CFD1C45}"/>
                </a:ext>
              </a:extLst>
            </p:cNvPr>
            <p:cNvSpPr/>
            <p:nvPr/>
          </p:nvSpPr>
          <p:spPr>
            <a:xfrm>
              <a:off x="10283190" y="1176019"/>
              <a:ext cx="30479" cy="20319"/>
            </a:xfrm>
            <a:custGeom>
              <a:avLst/>
              <a:gdLst>
                <a:gd name="connsiteX0" fmla="*/ 10160 w 30479"/>
                <a:gd name="connsiteY0" fmla="*/ 0 h 20319"/>
                <a:gd name="connsiteX1" fmla="*/ 0 w 30479"/>
                <a:gd name="connsiteY1" fmla="*/ 10160 h 20319"/>
                <a:gd name="connsiteX2" fmla="*/ 10160 w 30479"/>
                <a:gd name="connsiteY2" fmla="*/ 20320 h 20319"/>
                <a:gd name="connsiteX3" fmla="*/ 20320 w 30479"/>
                <a:gd name="connsiteY3" fmla="*/ 20320 h 20319"/>
                <a:gd name="connsiteX4" fmla="*/ 30480 w 30479"/>
                <a:gd name="connsiteY4" fmla="*/ 10160 h 20319"/>
                <a:gd name="connsiteX5" fmla="*/ 20320 w 30479"/>
                <a:gd name="connsiteY5" fmla="*/ 0 h 20319"/>
                <a:gd name="connsiteX6" fmla="*/ 10160 w 30479"/>
                <a:gd name="connsiteY6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47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20320" y="20320"/>
                  </a:lnTo>
                  <a:cubicBezTo>
                    <a:pt x="25400" y="20320"/>
                    <a:pt x="30480" y="15240"/>
                    <a:pt x="30480" y="10160"/>
                  </a:cubicBez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2" name="Полилиния: фигура 525">
              <a:extLst>
                <a:ext uri="{FF2B5EF4-FFF2-40B4-BE49-F238E27FC236}">
                  <a16:creationId xmlns:a16="http://schemas.microsoft.com/office/drawing/2014/main" id="{82E9C61A-7D9B-A16D-D31D-C7A64BE47955}"/>
                </a:ext>
              </a:extLst>
            </p:cNvPr>
            <p:cNvSpPr/>
            <p:nvPr/>
          </p:nvSpPr>
          <p:spPr>
            <a:xfrm>
              <a:off x="10242550" y="1134110"/>
              <a:ext cx="142240" cy="254000"/>
            </a:xfrm>
            <a:custGeom>
              <a:avLst/>
              <a:gdLst>
                <a:gd name="connsiteX0" fmla="*/ 142240 w 142240"/>
                <a:gd name="connsiteY0" fmla="*/ 83820 h 254000"/>
                <a:gd name="connsiteX1" fmla="*/ 81280 w 142240"/>
                <a:gd name="connsiteY1" fmla="*/ 152400 h 254000"/>
                <a:gd name="connsiteX2" fmla="*/ 81280 w 142240"/>
                <a:gd name="connsiteY2" fmla="*/ 233680 h 254000"/>
                <a:gd name="connsiteX3" fmla="*/ 111760 w 142240"/>
                <a:gd name="connsiteY3" fmla="*/ 233680 h 254000"/>
                <a:gd name="connsiteX4" fmla="*/ 121920 w 142240"/>
                <a:gd name="connsiteY4" fmla="*/ 243840 h 254000"/>
                <a:gd name="connsiteX5" fmla="*/ 111760 w 142240"/>
                <a:gd name="connsiteY5" fmla="*/ 254000 h 254000"/>
                <a:gd name="connsiteX6" fmla="*/ 30480 w 142240"/>
                <a:gd name="connsiteY6" fmla="*/ 254000 h 254000"/>
                <a:gd name="connsiteX7" fmla="*/ 20320 w 142240"/>
                <a:gd name="connsiteY7" fmla="*/ 243840 h 254000"/>
                <a:gd name="connsiteX8" fmla="*/ 30480 w 142240"/>
                <a:gd name="connsiteY8" fmla="*/ 233680 h 254000"/>
                <a:gd name="connsiteX9" fmla="*/ 60960 w 142240"/>
                <a:gd name="connsiteY9" fmla="*/ 233680 h 254000"/>
                <a:gd name="connsiteX10" fmla="*/ 60960 w 142240"/>
                <a:gd name="connsiteY10" fmla="*/ 152400 h 254000"/>
                <a:gd name="connsiteX11" fmla="*/ 0 w 142240"/>
                <a:gd name="connsiteY11" fmla="*/ 83820 h 254000"/>
                <a:gd name="connsiteX12" fmla="*/ 0 w 142240"/>
                <a:gd name="connsiteY12" fmla="*/ 82550 h 254000"/>
                <a:gd name="connsiteX13" fmla="*/ 0 w 142240"/>
                <a:gd name="connsiteY13" fmla="*/ 81280 h 254000"/>
                <a:gd name="connsiteX14" fmla="*/ 0 w 142240"/>
                <a:gd name="connsiteY14" fmla="*/ 81280 h 254000"/>
                <a:gd name="connsiteX15" fmla="*/ 0 w 142240"/>
                <a:gd name="connsiteY15" fmla="*/ 76200 h 254000"/>
                <a:gd name="connsiteX16" fmla="*/ 5080 w 142240"/>
                <a:gd name="connsiteY16" fmla="*/ 11430 h 254000"/>
                <a:gd name="connsiteX17" fmla="*/ 16510 w 142240"/>
                <a:gd name="connsiteY17" fmla="*/ 0 h 254000"/>
                <a:gd name="connsiteX18" fmla="*/ 124460 w 142240"/>
                <a:gd name="connsiteY18" fmla="*/ 0 h 254000"/>
                <a:gd name="connsiteX19" fmla="*/ 135890 w 142240"/>
                <a:gd name="connsiteY19" fmla="*/ 11430 h 254000"/>
                <a:gd name="connsiteX20" fmla="*/ 140970 w 142240"/>
                <a:gd name="connsiteY20" fmla="*/ 76200 h 254000"/>
                <a:gd name="connsiteX21" fmla="*/ 140970 w 142240"/>
                <a:gd name="connsiteY21" fmla="*/ 82550 h 254000"/>
                <a:gd name="connsiteX22" fmla="*/ 140970 w 142240"/>
                <a:gd name="connsiteY22" fmla="*/ 82550 h 254000"/>
                <a:gd name="connsiteX23" fmla="*/ 140970 w 142240"/>
                <a:gd name="connsiteY23" fmla="*/ 82550 h 254000"/>
                <a:gd name="connsiteX24" fmla="*/ 142240 w 142240"/>
                <a:gd name="connsiteY24" fmla="*/ 83820 h 254000"/>
                <a:gd name="connsiteX25" fmla="*/ 142240 w 142240"/>
                <a:gd name="connsiteY25" fmla="*/ 83820 h 254000"/>
                <a:gd name="connsiteX26" fmla="*/ 121920 w 142240"/>
                <a:gd name="connsiteY26" fmla="*/ 78740 h 254000"/>
                <a:gd name="connsiteX27" fmla="*/ 121920 w 142240"/>
                <a:gd name="connsiteY27" fmla="*/ 78740 h 254000"/>
                <a:gd name="connsiteX28" fmla="*/ 118110 w 142240"/>
                <a:gd name="connsiteY28" fmla="*/ 21590 h 254000"/>
                <a:gd name="connsiteX29" fmla="*/ 25400 w 142240"/>
                <a:gd name="connsiteY29" fmla="*/ 21590 h 254000"/>
                <a:gd name="connsiteX30" fmla="*/ 21590 w 142240"/>
                <a:gd name="connsiteY30" fmla="*/ 78740 h 254000"/>
                <a:gd name="connsiteX31" fmla="*/ 21590 w 142240"/>
                <a:gd name="connsiteY31" fmla="*/ 80010 h 254000"/>
                <a:gd name="connsiteX32" fmla="*/ 21590 w 142240"/>
                <a:gd name="connsiteY32" fmla="*/ 82550 h 254000"/>
                <a:gd name="connsiteX33" fmla="*/ 21590 w 142240"/>
                <a:gd name="connsiteY33" fmla="*/ 83820 h 254000"/>
                <a:gd name="connsiteX34" fmla="*/ 21590 w 142240"/>
                <a:gd name="connsiteY34" fmla="*/ 83820 h 254000"/>
                <a:gd name="connsiteX35" fmla="*/ 21590 w 142240"/>
                <a:gd name="connsiteY35" fmla="*/ 83820 h 254000"/>
                <a:gd name="connsiteX36" fmla="*/ 21590 w 142240"/>
                <a:gd name="connsiteY36" fmla="*/ 85090 h 254000"/>
                <a:gd name="connsiteX37" fmla="*/ 72390 w 142240"/>
                <a:gd name="connsiteY37" fmla="*/ 133350 h 254000"/>
                <a:gd name="connsiteX38" fmla="*/ 123190 w 142240"/>
                <a:gd name="connsiteY38" fmla="*/ 85090 h 254000"/>
                <a:gd name="connsiteX39" fmla="*/ 123190 w 142240"/>
                <a:gd name="connsiteY39" fmla="*/ 83820 h 254000"/>
                <a:gd name="connsiteX40" fmla="*/ 123190 w 142240"/>
                <a:gd name="connsiteY40" fmla="*/ 83820 h 254000"/>
                <a:gd name="connsiteX41" fmla="*/ 123190 w 142240"/>
                <a:gd name="connsiteY41" fmla="*/ 83820 h 254000"/>
                <a:gd name="connsiteX42" fmla="*/ 123190 w 142240"/>
                <a:gd name="connsiteY42" fmla="*/ 83820 h 254000"/>
                <a:gd name="connsiteX43" fmla="*/ 123190 w 142240"/>
                <a:gd name="connsiteY43" fmla="*/ 83820 h 254000"/>
                <a:gd name="connsiteX44" fmla="*/ 121920 w 142240"/>
                <a:gd name="connsiteY44" fmla="*/ 78740 h 25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142240" h="254000">
                  <a:moveTo>
                    <a:pt x="142240" y="83820"/>
                  </a:moveTo>
                  <a:cubicBezTo>
                    <a:pt x="142240" y="118110"/>
                    <a:pt x="115570" y="147320"/>
                    <a:pt x="81280" y="152400"/>
                  </a:cubicBezTo>
                  <a:lnTo>
                    <a:pt x="81280" y="233680"/>
                  </a:lnTo>
                  <a:lnTo>
                    <a:pt x="111760" y="233680"/>
                  </a:lnTo>
                  <a:cubicBezTo>
                    <a:pt x="116840" y="233680"/>
                    <a:pt x="121920" y="238760"/>
                    <a:pt x="121920" y="243840"/>
                  </a:cubicBezTo>
                  <a:cubicBezTo>
                    <a:pt x="121920" y="248920"/>
                    <a:pt x="116840" y="254000"/>
                    <a:pt x="111760" y="254000"/>
                  </a:cubicBezTo>
                  <a:lnTo>
                    <a:pt x="30480" y="254000"/>
                  </a:lnTo>
                  <a:cubicBezTo>
                    <a:pt x="25400" y="254000"/>
                    <a:pt x="20320" y="248920"/>
                    <a:pt x="20320" y="243840"/>
                  </a:cubicBezTo>
                  <a:cubicBezTo>
                    <a:pt x="20320" y="238760"/>
                    <a:pt x="25400" y="233680"/>
                    <a:pt x="30480" y="233680"/>
                  </a:cubicBezTo>
                  <a:lnTo>
                    <a:pt x="60960" y="233680"/>
                  </a:lnTo>
                  <a:lnTo>
                    <a:pt x="60960" y="152400"/>
                  </a:lnTo>
                  <a:cubicBezTo>
                    <a:pt x="26670" y="147320"/>
                    <a:pt x="0" y="119380"/>
                    <a:pt x="0" y="83820"/>
                  </a:cubicBezTo>
                  <a:cubicBezTo>
                    <a:pt x="0" y="83820"/>
                    <a:pt x="0" y="83820"/>
                    <a:pt x="0" y="82550"/>
                  </a:cubicBezTo>
                  <a:cubicBezTo>
                    <a:pt x="0" y="82550"/>
                    <a:pt x="0" y="81280"/>
                    <a:pt x="0" y="81280"/>
                  </a:cubicBezTo>
                  <a:lnTo>
                    <a:pt x="0" y="81280"/>
                  </a:lnTo>
                  <a:cubicBezTo>
                    <a:pt x="0" y="80010"/>
                    <a:pt x="0" y="77470"/>
                    <a:pt x="0" y="76200"/>
                  </a:cubicBezTo>
                  <a:lnTo>
                    <a:pt x="5080" y="11430"/>
                  </a:lnTo>
                  <a:cubicBezTo>
                    <a:pt x="5080" y="5080"/>
                    <a:pt x="10160" y="0"/>
                    <a:pt x="16510" y="0"/>
                  </a:cubicBezTo>
                  <a:lnTo>
                    <a:pt x="124460" y="0"/>
                  </a:lnTo>
                  <a:cubicBezTo>
                    <a:pt x="130810" y="0"/>
                    <a:pt x="135890" y="5080"/>
                    <a:pt x="135890" y="11430"/>
                  </a:cubicBezTo>
                  <a:lnTo>
                    <a:pt x="140970" y="76200"/>
                  </a:lnTo>
                  <a:cubicBezTo>
                    <a:pt x="140970" y="78740"/>
                    <a:pt x="140970" y="80010"/>
                    <a:pt x="140970" y="82550"/>
                  </a:cubicBezTo>
                  <a:lnTo>
                    <a:pt x="140970" y="82550"/>
                  </a:lnTo>
                  <a:cubicBezTo>
                    <a:pt x="140970" y="82550"/>
                    <a:pt x="140970" y="82550"/>
                    <a:pt x="140970" y="82550"/>
                  </a:cubicBezTo>
                  <a:cubicBezTo>
                    <a:pt x="142240" y="82550"/>
                    <a:pt x="142240" y="82550"/>
                    <a:pt x="142240" y="83820"/>
                  </a:cubicBezTo>
                  <a:cubicBezTo>
                    <a:pt x="142240" y="83820"/>
                    <a:pt x="142240" y="83820"/>
                    <a:pt x="142240" y="83820"/>
                  </a:cubicBezTo>
                  <a:close/>
                  <a:moveTo>
                    <a:pt x="121920" y="78740"/>
                  </a:moveTo>
                  <a:cubicBezTo>
                    <a:pt x="121920" y="78740"/>
                    <a:pt x="121920" y="77470"/>
                    <a:pt x="121920" y="78740"/>
                  </a:cubicBezTo>
                  <a:lnTo>
                    <a:pt x="118110" y="21590"/>
                  </a:lnTo>
                  <a:lnTo>
                    <a:pt x="25400" y="21590"/>
                  </a:lnTo>
                  <a:lnTo>
                    <a:pt x="21590" y="78740"/>
                  </a:lnTo>
                  <a:cubicBezTo>
                    <a:pt x="21590" y="78740"/>
                    <a:pt x="21590" y="78740"/>
                    <a:pt x="21590" y="80010"/>
                  </a:cubicBezTo>
                  <a:cubicBezTo>
                    <a:pt x="21590" y="81280"/>
                    <a:pt x="21590" y="82550"/>
                    <a:pt x="21590" y="82550"/>
                  </a:cubicBezTo>
                  <a:cubicBezTo>
                    <a:pt x="21590" y="82550"/>
                    <a:pt x="21590" y="82550"/>
                    <a:pt x="21590" y="83820"/>
                  </a:cubicBezTo>
                  <a:cubicBezTo>
                    <a:pt x="21590" y="83820"/>
                    <a:pt x="21590" y="83820"/>
                    <a:pt x="21590" y="83820"/>
                  </a:cubicBezTo>
                  <a:cubicBezTo>
                    <a:pt x="21590" y="83820"/>
                    <a:pt x="21590" y="83820"/>
                    <a:pt x="21590" y="83820"/>
                  </a:cubicBezTo>
                  <a:lnTo>
                    <a:pt x="21590" y="85090"/>
                  </a:lnTo>
                  <a:cubicBezTo>
                    <a:pt x="21590" y="111760"/>
                    <a:pt x="44450" y="133350"/>
                    <a:pt x="72390" y="133350"/>
                  </a:cubicBezTo>
                  <a:cubicBezTo>
                    <a:pt x="100330" y="133350"/>
                    <a:pt x="123190" y="110490"/>
                    <a:pt x="123190" y="85090"/>
                  </a:cubicBezTo>
                  <a:lnTo>
                    <a:pt x="123190" y="83820"/>
                  </a:lnTo>
                  <a:lnTo>
                    <a:pt x="123190" y="83820"/>
                  </a:lnTo>
                  <a:lnTo>
                    <a:pt x="123190" y="83820"/>
                  </a:lnTo>
                  <a:lnTo>
                    <a:pt x="123190" y="83820"/>
                  </a:lnTo>
                  <a:lnTo>
                    <a:pt x="123190" y="83820"/>
                  </a:lnTo>
                  <a:cubicBezTo>
                    <a:pt x="121920" y="81280"/>
                    <a:pt x="121920" y="80010"/>
                    <a:pt x="121920" y="787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53" name="Рисунок 2">
            <a:extLst>
              <a:ext uri="{FF2B5EF4-FFF2-40B4-BE49-F238E27FC236}">
                <a16:creationId xmlns:a16="http://schemas.microsoft.com/office/drawing/2014/main" id="{CC28C2DF-E7EF-067C-E3F4-DD3A1CC7AF82}"/>
              </a:ext>
            </a:extLst>
          </p:cNvPr>
          <p:cNvGrpSpPr/>
          <p:nvPr/>
        </p:nvGrpSpPr>
        <p:grpSpPr>
          <a:xfrm>
            <a:off x="1076718" y="3065109"/>
            <a:ext cx="294640" cy="304800"/>
            <a:chOff x="1221739" y="3031489"/>
            <a:chExt cx="294640" cy="304800"/>
          </a:xfrm>
          <a:solidFill>
            <a:schemeClr val="tx1"/>
          </a:solidFill>
        </p:grpSpPr>
        <p:sp>
          <p:nvSpPr>
            <p:cNvPr id="54" name="Полилиния: фигура 532">
              <a:extLst>
                <a:ext uri="{FF2B5EF4-FFF2-40B4-BE49-F238E27FC236}">
                  <a16:creationId xmlns:a16="http://schemas.microsoft.com/office/drawing/2014/main" id="{BAC49BE3-8E06-A7F8-07C3-61DC4234392F}"/>
                </a:ext>
              </a:extLst>
            </p:cNvPr>
            <p:cNvSpPr/>
            <p:nvPr/>
          </p:nvSpPr>
          <p:spPr>
            <a:xfrm>
              <a:off x="1272539" y="3031489"/>
              <a:ext cx="121920" cy="162560"/>
            </a:xfrm>
            <a:custGeom>
              <a:avLst/>
              <a:gdLst>
                <a:gd name="connsiteX0" fmla="*/ 0 w 121920"/>
                <a:gd name="connsiteY0" fmla="*/ 55880 h 162560"/>
                <a:gd name="connsiteX1" fmla="*/ 55880 w 121920"/>
                <a:gd name="connsiteY1" fmla="*/ 0 h 162560"/>
                <a:gd name="connsiteX2" fmla="*/ 66040 w 121920"/>
                <a:gd name="connsiteY2" fmla="*/ 0 h 162560"/>
                <a:gd name="connsiteX3" fmla="*/ 121920 w 121920"/>
                <a:gd name="connsiteY3" fmla="*/ 55880 h 162560"/>
                <a:gd name="connsiteX4" fmla="*/ 121920 w 121920"/>
                <a:gd name="connsiteY4" fmla="*/ 101600 h 162560"/>
                <a:gd name="connsiteX5" fmla="*/ 60960 w 121920"/>
                <a:gd name="connsiteY5" fmla="*/ 162560 h 162560"/>
                <a:gd name="connsiteX6" fmla="*/ 0 w 121920"/>
                <a:gd name="connsiteY6" fmla="*/ 101600 h 162560"/>
                <a:gd name="connsiteX7" fmla="*/ 0 w 121920"/>
                <a:gd name="connsiteY7" fmla="*/ 55880 h 162560"/>
                <a:gd name="connsiteX8" fmla="*/ 55880 w 121920"/>
                <a:gd name="connsiteY8" fmla="*/ 20320 h 162560"/>
                <a:gd name="connsiteX9" fmla="*/ 20320 w 121920"/>
                <a:gd name="connsiteY9" fmla="*/ 55880 h 162560"/>
                <a:gd name="connsiteX10" fmla="*/ 20320 w 121920"/>
                <a:gd name="connsiteY10" fmla="*/ 71120 h 162560"/>
                <a:gd name="connsiteX11" fmla="*/ 101600 w 121920"/>
                <a:gd name="connsiteY11" fmla="*/ 71120 h 162560"/>
                <a:gd name="connsiteX12" fmla="*/ 101600 w 121920"/>
                <a:gd name="connsiteY12" fmla="*/ 55880 h 162560"/>
                <a:gd name="connsiteX13" fmla="*/ 66040 w 121920"/>
                <a:gd name="connsiteY13" fmla="*/ 20320 h 162560"/>
                <a:gd name="connsiteX14" fmla="*/ 55880 w 121920"/>
                <a:gd name="connsiteY14" fmla="*/ 20320 h 162560"/>
                <a:gd name="connsiteX15" fmla="*/ 60960 w 121920"/>
                <a:gd name="connsiteY15" fmla="*/ 142240 h 162560"/>
                <a:gd name="connsiteX16" fmla="*/ 20320 w 121920"/>
                <a:gd name="connsiteY16" fmla="*/ 101600 h 162560"/>
                <a:gd name="connsiteX17" fmla="*/ 50800 w 121920"/>
                <a:gd name="connsiteY17" fmla="*/ 101600 h 162560"/>
                <a:gd name="connsiteX18" fmla="*/ 50800 w 121920"/>
                <a:gd name="connsiteY18" fmla="*/ 121920 h 162560"/>
                <a:gd name="connsiteX19" fmla="*/ 71120 w 121920"/>
                <a:gd name="connsiteY19" fmla="*/ 121920 h 162560"/>
                <a:gd name="connsiteX20" fmla="*/ 71120 w 121920"/>
                <a:gd name="connsiteY20" fmla="*/ 101600 h 162560"/>
                <a:gd name="connsiteX21" fmla="*/ 101600 w 121920"/>
                <a:gd name="connsiteY21" fmla="*/ 101600 h 162560"/>
                <a:gd name="connsiteX22" fmla="*/ 60960 w 121920"/>
                <a:gd name="connsiteY22" fmla="*/ 142240 h 162560"/>
                <a:gd name="connsiteX23" fmla="*/ 71120 w 121920"/>
                <a:gd name="connsiteY23" fmla="*/ 101600 h 162560"/>
                <a:gd name="connsiteX24" fmla="*/ 50800 w 121920"/>
                <a:gd name="connsiteY24" fmla="*/ 101600 h 162560"/>
                <a:gd name="connsiteX25" fmla="*/ 50800 w 121920"/>
                <a:gd name="connsiteY25" fmla="*/ 91440 h 162560"/>
                <a:gd name="connsiteX26" fmla="*/ 71120 w 121920"/>
                <a:gd name="connsiteY26" fmla="*/ 91440 h 162560"/>
                <a:gd name="connsiteX27" fmla="*/ 71120 w 121920"/>
                <a:gd name="connsiteY27" fmla="*/ 101600 h 162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121920" h="162560">
                  <a:moveTo>
                    <a:pt x="0" y="55880"/>
                  </a:moveTo>
                  <a:cubicBezTo>
                    <a:pt x="0" y="25400"/>
                    <a:pt x="25400" y="0"/>
                    <a:pt x="55880" y="0"/>
                  </a:cubicBezTo>
                  <a:lnTo>
                    <a:pt x="66040" y="0"/>
                  </a:lnTo>
                  <a:cubicBezTo>
                    <a:pt x="96520" y="0"/>
                    <a:pt x="121920" y="25400"/>
                    <a:pt x="121920" y="55880"/>
                  </a:cubicBezTo>
                  <a:lnTo>
                    <a:pt x="121920" y="101600"/>
                  </a:lnTo>
                  <a:cubicBezTo>
                    <a:pt x="121920" y="134620"/>
                    <a:pt x="95250" y="162560"/>
                    <a:pt x="60960" y="162560"/>
                  </a:cubicBezTo>
                  <a:cubicBezTo>
                    <a:pt x="26670" y="162560"/>
                    <a:pt x="0" y="135890"/>
                    <a:pt x="0" y="101600"/>
                  </a:cubicBezTo>
                  <a:lnTo>
                    <a:pt x="0" y="55880"/>
                  </a:lnTo>
                  <a:close/>
                  <a:moveTo>
                    <a:pt x="55880" y="20320"/>
                  </a:moveTo>
                  <a:cubicBezTo>
                    <a:pt x="36830" y="20320"/>
                    <a:pt x="20320" y="36830"/>
                    <a:pt x="20320" y="55880"/>
                  </a:cubicBezTo>
                  <a:lnTo>
                    <a:pt x="20320" y="71120"/>
                  </a:lnTo>
                  <a:cubicBezTo>
                    <a:pt x="45720" y="59690"/>
                    <a:pt x="76200" y="59690"/>
                    <a:pt x="101600" y="71120"/>
                  </a:cubicBezTo>
                  <a:lnTo>
                    <a:pt x="101600" y="55880"/>
                  </a:lnTo>
                  <a:cubicBezTo>
                    <a:pt x="101600" y="36830"/>
                    <a:pt x="85090" y="20320"/>
                    <a:pt x="66040" y="20320"/>
                  </a:cubicBezTo>
                  <a:lnTo>
                    <a:pt x="55880" y="20320"/>
                  </a:lnTo>
                  <a:close/>
                  <a:moveTo>
                    <a:pt x="60960" y="142240"/>
                  </a:moveTo>
                  <a:cubicBezTo>
                    <a:pt x="38100" y="142240"/>
                    <a:pt x="20320" y="124460"/>
                    <a:pt x="20320" y="101600"/>
                  </a:cubicBezTo>
                  <a:lnTo>
                    <a:pt x="50800" y="101600"/>
                  </a:lnTo>
                  <a:lnTo>
                    <a:pt x="50800" y="121920"/>
                  </a:lnTo>
                  <a:lnTo>
                    <a:pt x="71120" y="121920"/>
                  </a:lnTo>
                  <a:lnTo>
                    <a:pt x="71120" y="101600"/>
                  </a:lnTo>
                  <a:lnTo>
                    <a:pt x="101600" y="101600"/>
                  </a:lnTo>
                  <a:cubicBezTo>
                    <a:pt x="101600" y="124460"/>
                    <a:pt x="83820" y="142240"/>
                    <a:pt x="60960" y="142240"/>
                  </a:cubicBezTo>
                  <a:close/>
                  <a:moveTo>
                    <a:pt x="71120" y="101600"/>
                  </a:moveTo>
                  <a:lnTo>
                    <a:pt x="50800" y="101600"/>
                  </a:lnTo>
                  <a:lnTo>
                    <a:pt x="50800" y="91440"/>
                  </a:lnTo>
                  <a:lnTo>
                    <a:pt x="71120" y="91440"/>
                  </a:lnTo>
                  <a:lnTo>
                    <a:pt x="71120" y="1016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5" name="Полилиния: фигура 533">
              <a:extLst>
                <a:ext uri="{FF2B5EF4-FFF2-40B4-BE49-F238E27FC236}">
                  <a16:creationId xmlns:a16="http://schemas.microsoft.com/office/drawing/2014/main" id="{E613F135-6363-4408-0442-5F2B029F1695}"/>
                </a:ext>
              </a:extLst>
            </p:cNvPr>
            <p:cNvSpPr/>
            <p:nvPr/>
          </p:nvSpPr>
          <p:spPr>
            <a:xfrm>
              <a:off x="1221739" y="3194050"/>
              <a:ext cx="132326" cy="121920"/>
            </a:xfrm>
            <a:custGeom>
              <a:avLst/>
              <a:gdLst>
                <a:gd name="connsiteX0" fmla="*/ 59690 w 132326"/>
                <a:gd name="connsiteY0" fmla="*/ 20320 h 121920"/>
                <a:gd name="connsiteX1" fmla="*/ 111760 w 132326"/>
                <a:gd name="connsiteY1" fmla="*/ 50800 h 121920"/>
                <a:gd name="connsiteX2" fmla="*/ 114300 w 132326"/>
                <a:gd name="connsiteY2" fmla="*/ 50800 h 121920"/>
                <a:gd name="connsiteX3" fmla="*/ 116840 w 132326"/>
                <a:gd name="connsiteY3" fmla="*/ 50800 h 121920"/>
                <a:gd name="connsiteX4" fmla="*/ 124460 w 132326"/>
                <a:gd name="connsiteY4" fmla="*/ 49530 h 121920"/>
                <a:gd name="connsiteX5" fmla="*/ 132080 w 132326"/>
                <a:gd name="connsiteY5" fmla="*/ 38100 h 121920"/>
                <a:gd name="connsiteX6" fmla="*/ 120650 w 132326"/>
                <a:gd name="connsiteY6" fmla="*/ 30480 h 121920"/>
                <a:gd name="connsiteX7" fmla="*/ 116840 w 132326"/>
                <a:gd name="connsiteY7" fmla="*/ 30480 h 121920"/>
                <a:gd name="connsiteX8" fmla="*/ 111760 w 132326"/>
                <a:gd name="connsiteY8" fmla="*/ 30480 h 121920"/>
                <a:gd name="connsiteX9" fmla="*/ 74930 w 132326"/>
                <a:gd name="connsiteY9" fmla="*/ 5080 h 121920"/>
                <a:gd name="connsiteX10" fmla="*/ 66040 w 132326"/>
                <a:gd name="connsiteY10" fmla="*/ 0 h 121920"/>
                <a:gd name="connsiteX11" fmla="*/ 60960 w 132326"/>
                <a:gd name="connsiteY11" fmla="*/ 0 h 121920"/>
                <a:gd name="connsiteX12" fmla="*/ 0 w 132326"/>
                <a:gd name="connsiteY12" fmla="*/ 60960 h 121920"/>
                <a:gd name="connsiteX13" fmla="*/ 0 w 132326"/>
                <a:gd name="connsiteY13" fmla="*/ 96520 h 121920"/>
                <a:gd name="connsiteX14" fmla="*/ 25400 w 132326"/>
                <a:gd name="connsiteY14" fmla="*/ 121920 h 121920"/>
                <a:gd name="connsiteX15" fmla="*/ 121920 w 132326"/>
                <a:gd name="connsiteY15" fmla="*/ 121920 h 121920"/>
                <a:gd name="connsiteX16" fmla="*/ 132080 w 132326"/>
                <a:gd name="connsiteY16" fmla="*/ 111760 h 121920"/>
                <a:gd name="connsiteX17" fmla="*/ 121920 w 132326"/>
                <a:gd name="connsiteY17" fmla="*/ 101600 h 121920"/>
                <a:gd name="connsiteX18" fmla="*/ 81280 w 132326"/>
                <a:gd name="connsiteY18" fmla="*/ 101600 h 121920"/>
                <a:gd name="connsiteX19" fmla="*/ 81280 w 132326"/>
                <a:gd name="connsiteY19" fmla="*/ 81280 h 121920"/>
                <a:gd name="connsiteX20" fmla="*/ 80010 w 132326"/>
                <a:gd name="connsiteY20" fmla="*/ 76200 h 121920"/>
                <a:gd name="connsiteX21" fmla="*/ 64770 w 132326"/>
                <a:gd name="connsiteY21" fmla="*/ 45720 h 121920"/>
                <a:gd name="connsiteX22" fmla="*/ 50800 w 132326"/>
                <a:gd name="connsiteY22" fmla="*/ 40640 h 121920"/>
                <a:gd name="connsiteX23" fmla="*/ 45720 w 132326"/>
                <a:gd name="connsiteY23" fmla="*/ 54610 h 121920"/>
                <a:gd name="connsiteX24" fmla="*/ 59690 w 132326"/>
                <a:gd name="connsiteY24" fmla="*/ 82550 h 121920"/>
                <a:gd name="connsiteX25" fmla="*/ 59690 w 132326"/>
                <a:gd name="connsiteY25" fmla="*/ 100330 h 121920"/>
                <a:gd name="connsiteX26" fmla="*/ 24130 w 132326"/>
                <a:gd name="connsiteY26" fmla="*/ 100330 h 121920"/>
                <a:gd name="connsiteX27" fmla="*/ 19050 w 132326"/>
                <a:gd name="connsiteY27" fmla="*/ 95250 h 121920"/>
                <a:gd name="connsiteX28" fmla="*/ 19050 w 132326"/>
                <a:gd name="connsiteY28" fmla="*/ 59690 h 121920"/>
                <a:gd name="connsiteX29" fmla="*/ 59690 w 132326"/>
                <a:gd name="connsiteY29" fmla="*/ 2032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132326" h="121920">
                  <a:moveTo>
                    <a:pt x="59690" y="20320"/>
                  </a:moveTo>
                  <a:cubicBezTo>
                    <a:pt x="67310" y="33020"/>
                    <a:pt x="85090" y="50800"/>
                    <a:pt x="111760" y="50800"/>
                  </a:cubicBezTo>
                  <a:cubicBezTo>
                    <a:pt x="111760" y="50800"/>
                    <a:pt x="113030" y="50800"/>
                    <a:pt x="114300" y="50800"/>
                  </a:cubicBezTo>
                  <a:cubicBezTo>
                    <a:pt x="115570" y="50800"/>
                    <a:pt x="115570" y="50800"/>
                    <a:pt x="116840" y="50800"/>
                  </a:cubicBezTo>
                  <a:cubicBezTo>
                    <a:pt x="119380" y="50800"/>
                    <a:pt x="121920" y="50800"/>
                    <a:pt x="124460" y="49530"/>
                  </a:cubicBezTo>
                  <a:cubicBezTo>
                    <a:pt x="129540" y="48260"/>
                    <a:pt x="133350" y="43180"/>
                    <a:pt x="132080" y="38100"/>
                  </a:cubicBezTo>
                  <a:cubicBezTo>
                    <a:pt x="130810" y="33020"/>
                    <a:pt x="125730" y="29210"/>
                    <a:pt x="120650" y="30480"/>
                  </a:cubicBezTo>
                  <a:cubicBezTo>
                    <a:pt x="119380" y="30480"/>
                    <a:pt x="118110" y="30480"/>
                    <a:pt x="116840" y="30480"/>
                  </a:cubicBezTo>
                  <a:cubicBezTo>
                    <a:pt x="115570" y="30480"/>
                    <a:pt x="114300" y="30480"/>
                    <a:pt x="111760" y="30480"/>
                  </a:cubicBezTo>
                  <a:cubicBezTo>
                    <a:pt x="92710" y="30480"/>
                    <a:pt x="80010" y="13970"/>
                    <a:pt x="74930" y="5080"/>
                  </a:cubicBezTo>
                  <a:cubicBezTo>
                    <a:pt x="73660" y="1270"/>
                    <a:pt x="69850" y="0"/>
                    <a:pt x="66040" y="0"/>
                  </a:cubicBezTo>
                  <a:lnTo>
                    <a:pt x="60960" y="0"/>
                  </a:lnTo>
                  <a:cubicBezTo>
                    <a:pt x="27940" y="0"/>
                    <a:pt x="0" y="26670"/>
                    <a:pt x="0" y="60960"/>
                  </a:cubicBezTo>
                  <a:lnTo>
                    <a:pt x="0" y="96520"/>
                  </a:lnTo>
                  <a:cubicBezTo>
                    <a:pt x="0" y="110490"/>
                    <a:pt x="11430" y="121920"/>
                    <a:pt x="25400" y="121920"/>
                  </a:cubicBezTo>
                  <a:lnTo>
                    <a:pt x="121920" y="121920"/>
                  </a:lnTo>
                  <a:cubicBezTo>
                    <a:pt x="127000" y="121920"/>
                    <a:pt x="132080" y="116840"/>
                    <a:pt x="132080" y="111760"/>
                  </a:cubicBezTo>
                  <a:cubicBezTo>
                    <a:pt x="132080" y="106680"/>
                    <a:pt x="127000" y="101600"/>
                    <a:pt x="121920" y="101600"/>
                  </a:cubicBezTo>
                  <a:lnTo>
                    <a:pt x="81280" y="101600"/>
                  </a:lnTo>
                  <a:lnTo>
                    <a:pt x="81280" y="81280"/>
                  </a:lnTo>
                  <a:cubicBezTo>
                    <a:pt x="81280" y="80010"/>
                    <a:pt x="81280" y="78740"/>
                    <a:pt x="80010" y="76200"/>
                  </a:cubicBezTo>
                  <a:lnTo>
                    <a:pt x="64770" y="45720"/>
                  </a:lnTo>
                  <a:cubicBezTo>
                    <a:pt x="62230" y="40640"/>
                    <a:pt x="55880" y="38100"/>
                    <a:pt x="50800" y="40640"/>
                  </a:cubicBezTo>
                  <a:cubicBezTo>
                    <a:pt x="45720" y="43180"/>
                    <a:pt x="43180" y="49530"/>
                    <a:pt x="45720" y="54610"/>
                  </a:cubicBezTo>
                  <a:lnTo>
                    <a:pt x="59690" y="82550"/>
                  </a:lnTo>
                  <a:lnTo>
                    <a:pt x="59690" y="100330"/>
                  </a:lnTo>
                  <a:lnTo>
                    <a:pt x="24130" y="100330"/>
                  </a:lnTo>
                  <a:cubicBezTo>
                    <a:pt x="21590" y="100330"/>
                    <a:pt x="19050" y="97790"/>
                    <a:pt x="19050" y="95250"/>
                  </a:cubicBezTo>
                  <a:lnTo>
                    <a:pt x="19050" y="59690"/>
                  </a:lnTo>
                  <a:cubicBezTo>
                    <a:pt x="20320" y="39370"/>
                    <a:pt x="38100" y="20320"/>
                    <a:pt x="5969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6" name="Полилиния: фигура 534">
              <a:extLst>
                <a:ext uri="{FF2B5EF4-FFF2-40B4-BE49-F238E27FC236}">
                  <a16:creationId xmlns:a16="http://schemas.microsoft.com/office/drawing/2014/main" id="{1E7BA836-AFA3-FC02-E6EA-22CEEFE390C0}"/>
                </a:ext>
              </a:extLst>
            </p:cNvPr>
            <p:cNvSpPr/>
            <p:nvPr/>
          </p:nvSpPr>
          <p:spPr>
            <a:xfrm>
              <a:off x="1414780" y="3224529"/>
              <a:ext cx="50800" cy="20320"/>
            </a:xfrm>
            <a:custGeom>
              <a:avLst/>
              <a:gdLst>
                <a:gd name="connsiteX0" fmla="*/ 50800 w 50800"/>
                <a:gd name="connsiteY0" fmla="*/ 10160 h 20320"/>
                <a:gd name="connsiteX1" fmla="*/ 40640 w 50800"/>
                <a:gd name="connsiteY1" fmla="*/ 0 h 20320"/>
                <a:gd name="connsiteX2" fmla="*/ 10160 w 50800"/>
                <a:gd name="connsiteY2" fmla="*/ 0 h 20320"/>
                <a:gd name="connsiteX3" fmla="*/ 0 w 50800"/>
                <a:gd name="connsiteY3" fmla="*/ 10160 h 20320"/>
                <a:gd name="connsiteX4" fmla="*/ 10160 w 50800"/>
                <a:gd name="connsiteY4" fmla="*/ 20320 h 20320"/>
                <a:gd name="connsiteX5" fmla="*/ 40640 w 50800"/>
                <a:gd name="connsiteY5" fmla="*/ 20320 h 20320"/>
                <a:gd name="connsiteX6" fmla="*/ 50800 w 50800"/>
                <a:gd name="connsiteY6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0800" h="20320">
                  <a:moveTo>
                    <a:pt x="50800" y="10160"/>
                  </a:moveTo>
                  <a:cubicBezTo>
                    <a:pt x="50800" y="5080"/>
                    <a:pt x="45720" y="0"/>
                    <a:pt x="4064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40640" y="20320"/>
                  </a:lnTo>
                  <a:cubicBezTo>
                    <a:pt x="45720" y="20320"/>
                    <a:pt x="50800" y="16510"/>
                    <a:pt x="5080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57" name="Полилиния: фигура 535">
              <a:extLst>
                <a:ext uri="{FF2B5EF4-FFF2-40B4-BE49-F238E27FC236}">
                  <a16:creationId xmlns:a16="http://schemas.microsoft.com/office/drawing/2014/main" id="{DCA168A4-83C1-BCA7-FEB3-4B659658A0E1}"/>
                </a:ext>
              </a:extLst>
            </p:cNvPr>
            <p:cNvSpPr/>
            <p:nvPr/>
          </p:nvSpPr>
          <p:spPr>
            <a:xfrm>
              <a:off x="1363980" y="3183889"/>
              <a:ext cx="152400" cy="152400"/>
            </a:xfrm>
            <a:custGeom>
              <a:avLst/>
              <a:gdLst>
                <a:gd name="connsiteX0" fmla="*/ 0 w 152400"/>
                <a:gd name="connsiteY0" fmla="*/ 30480 h 152400"/>
                <a:gd name="connsiteX1" fmla="*/ 30480 w 152400"/>
                <a:gd name="connsiteY1" fmla="*/ 0 h 152400"/>
                <a:gd name="connsiteX2" fmla="*/ 121920 w 152400"/>
                <a:gd name="connsiteY2" fmla="*/ 0 h 152400"/>
                <a:gd name="connsiteX3" fmla="*/ 152400 w 152400"/>
                <a:gd name="connsiteY3" fmla="*/ 30480 h 152400"/>
                <a:gd name="connsiteX4" fmla="*/ 152400 w 152400"/>
                <a:gd name="connsiteY4" fmla="*/ 121920 h 152400"/>
                <a:gd name="connsiteX5" fmla="*/ 121920 w 152400"/>
                <a:gd name="connsiteY5" fmla="*/ 152400 h 152400"/>
                <a:gd name="connsiteX6" fmla="*/ 30480 w 152400"/>
                <a:gd name="connsiteY6" fmla="*/ 152400 h 152400"/>
                <a:gd name="connsiteX7" fmla="*/ 0 w 152400"/>
                <a:gd name="connsiteY7" fmla="*/ 121920 h 152400"/>
                <a:gd name="connsiteX8" fmla="*/ 0 w 152400"/>
                <a:gd name="connsiteY8" fmla="*/ 30480 h 152400"/>
                <a:gd name="connsiteX9" fmla="*/ 30480 w 152400"/>
                <a:gd name="connsiteY9" fmla="*/ 20320 h 152400"/>
                <a:gd name="connsiteX10" fmla="*/ 20320 w 152400"/>
                <a:gd name="connsiteY10" fmla="*/ 30480 h 152400"/>
                <a:gd name="connsiteX11" fmla="*/ 20320 w 152400"/>
                <a:gd name="connsiteY11" fmla="*/ 121920 h 152400"/>
                <a:gd name="connsiteX12" fmla="*/ 30480 w 152400"/>
                <a:gd name="connsiteY12" fmla="*/ 132080 h 152400"/>
                <a:gd name="connsiteX13" fmla="*/ 121920 w 152400"/>
                <a:gd name="connsiteY13" fmla="*/ 132080 h 152400"/>
                <a:gd name="connsiteX14" fmla="*/ 132080 w 152400"/>
                <a:gd name="connsiteY14" fmla="*/ 121920 h 152400"/>
                <a:gd name="connsiteX15" fmla="*/ 132080 w 152400"/>
                <a:gd name="connsiteY15" fmla="*/ 30480 h 152400"/>
                <a:gd name="connsiteX16" fmla="*/ 121920 w 152400"/>
                <a:gd name="connsiteY16" fmla="*/ 20320 h 152400"/>
                <a:gd name="connsiteX17" fmla="*/ 30480 w 152400"/>
                <a:gd name="connsiteY17" fmla="*/ 20320 h 1524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2400" h="152400">
                  <a:moveTo>
                    <a:pt x="0" y="30480"/>
                  </a:moveTo>
                  <a:cubicBezTo>
                    <a:pt x="0" y="13970"/>
                    <a:pt x="13970" y="0"/>
                    <a:pt x="30480" y="0"/>
                  </a:cubicBezTo>
                  <a:lnTo>
                    <a:pt x="121920" y="0"/>
                  </a:lnTo>
                  <a:cubicBezTo>
                    <a:pt x="138430" y="0"/>
                    <a:pt x="152400" y="13970"/>
                    <a:pt x="152400" y="30480"/>
                  </a:cubicBezTo>
                  <a:lnTo>
                    <a:pt x="152400" y="121920"/>
                  </a:lnTo>
                  <a:cubicBezTo>
                    <a:pt x="152400" y="138430"/>
                    <a:pt x="138430" y="152400"/>
                    <a:pt x="121920" y="152400"/>
                  </a:cubicBezTo>
                  <a:lnTo>
                    <a:pt x="30480" y="152400"/>
                  </a:lnTo>
                  <a:cubicBezTo>
                    <a:pt x="13970" y="152400"/>
                    <a:pt x="0" y="138430"/>
                    <a:pt x="0" y="121920"/>
                  </a:cubicBezTo>
                  <a:lnTo>
                    <a:pt x="0" y="30480"/>
                  </a:lnTo>
                  <a:close/>
                  <a:moveTo>
                    <a:pt x="30480" y="20320"/>
                  </a:moveTo>
                  <a:cubicBezTo>
                    <a:pt x="25400" y="20320"/>
                    <a:pt x="20320" y="25400"/>
                    <a:pt x="20320" y="30480"/>
                  </a:cubicBezTo>
                  <a:lnTo>
                    <a:pt x="20320" y="121920"/>
                  </a:lnTo>
                  <a:cubicBezTo>
                    <a:pt x="20320" y="127000"/>
                    <a:pt x="25400" y="132080"/>
                    <a:pt x="30480" y="132080"/>
                  </a:cubicBezTo>
                  <a:lnTo>
                    <a:pt x="121920" y="132080"/>
                  </a:lnTo>
                  <a:cubicBezTo>
                    <a:pt x="127000" y="132080"/>
                    <a:pt x="132080" y="127000"/>
                    <a:pt x="132080" y="121920"/>
                  </a:cubicBezTo>
                  <a:lnTo>
                    <a:pt x="132080" y="30480"/>
                  </a:lnTo>
                  <a:cubicBezTo>
                    <a:pt x="132080" y="25400"/>
                    <a:pt x="127000" y="20320"/>
                    <a:pt x="121920" y="20320"/>
                  </a:cubicBezTo>
                  <a:lnTo>
                    <a:pt x="3048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58" name="Полилиния: фигура 546">
            <a:extLst>
              <a:ext uri="{FF2B5EF4-FFF2-40B4-BE49-F238E27FC236}">
                <a16:creationId xmlns:a16="http://schemas.microsoft.com/office/drawing/2014/main" id="{2BA297DD-9CE9-E901-098B-6F74DF00E6EA}"/>
              </a:ext>
            </a:extLst>
          </p:cNvPr>
          <p:cNvSpPr/>
          <p:nvPr/>
        </p:nvSpPr>
        <p:spPr>
          <a:xfrm>
            <a:off x="1638058" y="3100557"/>
            <a:ext cx="290473" cy="254000"/>
          </a:xfrm>
          <a:custGeom>
            <a:avLst/>
            <a:gdLst>
              <a:gd name="connsiteX0" fmla="*/ 90170 w 290473"/>
              <a:gd name="connsiteY0" fmla="*/ 0 h 254000"/>
              <a:gd name="connsiteX1" fmla="*/ 80010 w 290473"/>
              <a:gd name="connsiteY1" fmla="*/ 10160 h 254000"/>
              <a:gd name="connsiteX2" fmla="*/ 80010 w 290473"/>
              <a:gd name="connsiteY2" fmla="*/ 50800 h 254000"/>
              <a:gd name="connsiteX3" fmla="*/ 90170 w 290473"/>
              <a:gd name="connsiteY3" fmla="*/ 60960 h 254000"/>
              <a:gd name="connsiteX4" fmla="*/ 90170 w 290473"/>
              <a:gd name="connsiteY4" fmla="*/ 101600 h 254000"/>
              <a:gd name="connsiteX5" fmla="*/ 110490 w 290473"/>
              <a:gd name="connsiteY5" fmla="*/ 104140 h 254000"/>
              <a:gd name="connsiteX6" fmla="*/ 110490 w 290473"/>
              <a:gd name="connsiteY6" fmla="*/ 60960 h 254000"/>
              <a:gd name="connsiteX7" fmla="*/ 212090 w 290473"/>
              <a:gd name="connsiteY7" fmla="*/ 60960 h 254000"/>
              <a:gd name="connsiteX8" fmla="*/ 212090 w 290473"/>
              <a:gd name="connsiteY8" fmla="*/ 130810 h 254000"/>
              <a:gd name="connsiteX9" fmla="*/ 232410 w 290473"/>
              <a:gd name="connsiteY9" fmla="*/ 120650 h 254000"/>
              <a:gd name="connsiteX10" fmla="*/ 232410 w 290473"/>
              <a:gd name="connsiteY10" fmla="*/ 60960 h 254000"/>
              <a:gd name="connsiteX11" fmla="*/ 242570 w 290473"/>
              <a:gd name="connsiteY11" fmla="*/ 50800 h 254000"/>
              <a:gd name="connsiteX12" fmla="*/ 242570 w 290473"/>
              <a:gd name="connsiteY12" fmla="*/ 10160 h 254000"/>
              <a:gd name="connsiteX13" fmla="*/ 232410 w 290473"/>
              <a:gd name="connsiteY13" fmla="*/ 0 h 254000"/>
              <a:gd name="connsiteX14" fmla="*/ 90170 w 290473"/>
              <a:gd name="connsiteY14" fmla="*/ 0 h 254000"/>
              <a:gd name="connsiteX15" fmla="*/ 100330 w 290473"/>
              <a:gd name="connsiteY15" fmla="*/ 40640 h 254000"/>
              <a:gd name="connsiteX16" fmla="*/ 222250 w 290473"/>
              <a:gd name="connsiteY16" fmla="*/ 40640 h 254000"/>
              <a:gd name="connsiteX17" fmla="*/ 222250 w 290473"/>
              <a:gd name="connsiteY17" fmla="*/ 20320 h 254000"/>
              <a:gd name="connsiteX18" fmla="*/ 100330 w 290473"/>
              <a:gd name="connsiteY18" fmla="*/ 20320 h 254000"/>
              <a:gd name="connsiteX19" fmla="*/ 100330 w 290473"/>
              <a:gd name="connsiteY19" fmla="*/ 40640 h 254000"/>
              <a:gd name="connsiteX20" fmla="*/ 10160 w 290473"/>
              <a:gd name="connsiteY20" fmla="*/ 111760 h 254000"/>
              <a:gd name="connsiteX21" fmla="*/ 0 w 290473"/>
              <a:gd name="connsiteY21" fmla="*/ 121920 h 254000"/>
              <a:gd name="connsiteX22" fmla="*/ 10160 w 290473"/>
              <a:gd name="connsiteY22" fmla="*/ 132080 h 254000"/>
              <a:gd name="connsiteX23" fmla="*/ 30480 w 290473"/>
              <a:gd name="connsiteY23" fmla="*/ 132080 h 254000"/>
              <a:gd name="connsiteX24" fmla="*/ 30480 w 290473"/>
              <a:gd name="connsiteY24" fmla="*/ 162560 h 254000"/>
              <a:gd name="connsiteX25" fmla="*/ 30480 w 290473"/>
              <a:gd name="connsiteY25" fmla="*/ 162560 h 254000"/>
              <a:gd name="connsiteX26" fmla="*/ 30480 w 290473"/>
              <a:gd name="connsiteY26" fmla="*/ 218440 h 254000"/>
              <a:gd name="connsiteX27" fmla="*/ 30480 w 290473"/>
              <a:gd name="connsiteY27" fmla="*/ 233680 h 254000"/>
              <a:gd name="connsiteX28" fmla="*/ 10160 w 290473"/>
              <a:gd name="connsiteY28" fmla="*/ 233680 h 254000"/>
              <a:gd name="connsiteX29" fmla="*/ 0 w 290473"/>
              <a:gd name="connsiteY29" fmla="*/ 243840 h 254000"/>
              <a:gd name="connsiteX30" fmla="*/ 10160 w 290473"/>
              <a:gd name="connsiteY30" fmla="*/ 254000 h 254000"/>
              <a:gd name="connsiteX31" fmla="*/ 39370 w 290473"/>
              <a:gd name="connsiteY31" fmla="*/ 254000 h 254000"/>
              <a:gd name="connsiteX32" fmla="*/ 50800 w 290473"/>
              <a:gd name="connsiteY32" fmla="*/ 242570 h 254000"/>
              <a:gd name="connsiteX33" fmla="*/ 50800 w 290473"/>
              <a:gd name="connsiteY33" fmla="*/ 228600 h 254000"/>
              <a:gd name="connsiteX34" fmla="*/ 85090 w 290473"/>
              <a:gd name="connsiteY34" fmla="*/ 234950 h 254000"/>
              <a:gd name="connsiteX35" fmla="*/ 115570 w 290473"/>
              <a:gd name="connsiteY35" fmla="*/ 245110 h 254000"/>
              <a:gd name="connsiteX36" fmla="*/ 177800 w 290473"/>
              <a:gd name="connsiteY36" fmla="*/ 238760 h 254000"/>
              <a:gd name="connsiteX37" fmla="*/ 275590 w 290473"/>
              <a:gd name="connsiteY37" fmla="*/ 186690 h 254000"/>
              <a:gd name="connsiteX38" fmla="*/ 285750 w 290473"/>
              <a:gd name="connsiteY38" fmla="*/ 146050 h 254000"/>
              <a:gd name="connsiteX39" fmla="*/ 248920 w 290473"/>
              <a:gd name="connsiteY39" fmla="*/ 135890 h 254000"/>
              <a:gd name="connsiteX40" fmla="*/ 204470 w 290473"/>
              <a:gd name="connsiteY40" fmla="*/ 157480 h 254000"/>
              <a:gd name="connsiteX41" fmla="*/ 181610 w 290473"/>
              <a:gd name="connsiteY41" fmla="*/ 142240 h 254000"/>
              <a:gd name="connsiteX42" fmla="*/ 144780 w 290473"/>
              <a:gd name="connsiteY42" fmla="*/ 142240 h 254000"/>
              <a:gd name="connsiteX43" fmla="*/ 133350 w 290473"/>
              <a:gd name="connsiteY43" fmla="*/ 138430 h 254000"/>
              <a:gd name="connsiteX44" fmla="*/ 90170 w 290473"/>
              <a:gd name="connsiteY44" fmla="*/ 121920 h 254000"/>
              <a:gd name="connsiteX45" fmla="*/ 49530 w 290473"/>
              <a:gd name="connsiteY45" fmla="*/ 134620 h 254000"/>
              <a:gd name="connsiteX46" fmla="*/ 49530 w 290473"/>
              <a:gd name="connsiteY46" fmla="*/ 121920 h 254000"/>
              <a:gd name="connsiteX47" fmla="*/ 38100 w 290473"/>
              <a:gd name="connsiteY47" fmla="*/ 110490 h 254000"/>
              <a:gd name="connsiteX48" fmla="*/ 10160 w 290473"/>
              <a:gd name="connsiteY48" fmla="*/ 110490 h 254000"/>
              <a:gd name="connsiteX49" fmla="*/ 90170 w 290473"/>
              <a:gd name="connsiteY49" fmla="*/ 215900 h 254000"/>
              <a:gd name="connsiteX50" fmla="*/ 49530 w 290473"/>
              <a:gd name="connsiteY50" fmla="*/ 208280 h 254000"/>
              <a:gd name="connsiteX51" fmla="*/ 49530 w 290473"/>
              <a:gd name="connsiteY51" fmla="*/ 165100 h 254000"/>
              <a:gd name="connsiteX52" fmla="*/ 90170 w 290473"/>
              <a:gd name="connsiteY52" fmla="*/ 142240 h 254000"/>
              <a:gd name="connsiteX53" fmla="*/ 121920 w 290473"/>
              <a:gd name="connsiteY53" fmla="*/ 156210 h 254000"/>
              <a:gd name="connsiteX54" fmla="*/ 144780 w 290473"/>
              <a:gd name="connsiteY54" fmla="*/ 162560 h 254000"/>
              <a:gd name="connsiteX55" fmla="*/ 181610 w 290473"/>
              <a:gd name="connsiteY55" fmla="*/ 162560 h 254000"/>
              <a:gd name="connsiteX56" fmla="*/ 186690 w 290473"/>
              <a:gd name="connsiteY56" fmla="*/ 167640 h 254000"/>
              <a:gd name="connsiteX57" fmla="*/ 181610 w 290473"/>
              <a:gd name="connsiteY57" fmla="*/ 172720 h 254000"/>
              <a:gd name="connsiteX58" fmla="*/ 140970 w 290473"/>
              <a:gd name="connsiteY58" fmla="*/ 172720 h 254000"/>
              <a:gd name="connsiteX59" fmla="*/ 130810 w 290473"/>
              <a:gd name="connsiteY59" fmla="*/ 182880 h 254000"/>
              <a:gd name="connsiteX60" fmla="*/ 140970 w 290473"/>
              <a:gd name="connsiteY60" fmla="*/ 193040 h 254000"/>
              <a:gd name="connsiteX61" fmla="*/ 181610 w 290473"/>
              <a:gd name="connsiteY61" fmla="*/ 193040 h 254000"/>
              <a:gd name="connsiteX62" fmla="*/ 203200 w 290473"/>
              <a:gd name="connsiteY62" fmla="*/ 180340 h 254000"/>
              <a:gd name="connsiteX63" fmla="*/ 257810 w 290473"/>
              <a:gd name="connsiteY63" fmla="*/ 153670 h 254000"/>
              <a:gd name="connsiteX64" fmla="*/ 267970 w 290473"/>
              <a:gd name="connsiteY64" fmla="*/ 156210 h 254000"/>
              <a:gd name="connsiteX65" fmla="*/ 265430 w 290473"/>
              <a:gd name="connsiteY65" fmla="*/ 167640 h 254000"/>
              <a:gd name="connsiteX66" fmla="*/ 167640 w 290473"/>
              <a:gd name="connsiteY66" fmla="*/ 219710 h 254000"/>
              <a:gd name="connsiteX67" fmla="*/ 120650 w 290473"/>
              <a:gd name="connsiteY67" fmla="*/ 223520 h 254000"/>
              <a:gd name="connsiteX68" fmla="*/ 90170 w 290473"/>
              <a:gd name="connsiteY68" fmla="*/ 21590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</a:cxnLst>
            <a:rect l="l" t="t" r="r" b="b"/>
            <a:pathLst>
              <a:path w="290473" h="254000">
                <a:moveTo>
                  <a:pt x="90170" y="0"/>
                </a:moveTo>
                <a:cubicBezTo>
                  <a:pt x="85090" y="0"/>
                  <a:pt x="80010" y="5080"/>
                  <a:pt x="80010" y="10160"/>
                </a:cubicBezTo>
                <a:lnTo>
                  <a:pt x="80010" y="50800"/>
                </a:lnTo>
                <a:cubicBezTo>
                  <a:pt x="80010" y="55880"/>
                  <a:pt x="85090" y="60960"/>
                  <a:pt x="90170" y="60960"/>
                </a:cubicBezTo>
                <a:lnTo>
                  <a:pt x="90170" y="101600"/>
                </a:lnTo>
                <a:cubicBezTo>
                  <a:pt x="97790" y="101600"/>
                  <a:pt x="104140" y="102870"/>
                  <a:pt x="110490" y="104140"/>
                </a:cubicBezTo>
                <a:lnTo>
                  <a:pt x="110490" y="60960"/>
                </a:lnTo>
                <a:lnTo>
                  <a:pt x="212090" y="60960"/>
                </a:lnTo>
                <a:lnTo>
                  <a:pt x="212090" y="130810"/>
                </a:lnTo>
                <a:lnTo>
                  <a:pt x="232410" y="120650"/>
                </a:lnTo>
                <a:lnTo>
                  <a:pt x="232410" y="60960"/>
                </a:lnTo>
                <a:cubicBezTo>
                  <a:pt x="237490" y="60960"/>
                  <a:pt x="242570" y="55880"/>
                  <a:pt x="242570" y="50800"/>
                </a:cubicBezTo>
                <a:lnTo>
                  <a:pt x="242570" y="10160"/>
                </a:lnTo>
                <a:cubicBezTo>
                  <a:pt x="242570" y="5080"/>
                  <a:pt x="237490" y="0"/>
                  <a:pt x="232410" y="0"/>
                </a:cubicBezTo>
                <a:lnTo>
                  <a:pt x="90170" y="0"/>
                </a:lnTo>
                <a:close/>
                <a:moveTo>
                  <a:pt x="100330" y="40640"/>
                </a:moveTo>
                <a:lnTo>
                  <a:pt x="222250" y="40640"/>
                </a:lnTo>
                <a:lnTo>
                  <a:pt x="222250" y="20320"/>
                </a:lnTo>
                <a:lnTo>
                  <a:pt x="100330" y="20320"/>
                </a:lnTo>
                <a:lnTo>
                  <a:pt x="100330" y="40640"/>
                </a:lnTo>
                <a:close/>
                <a:moveTo>
                  <a:pt x="10160" y="111760"/>
                </a:moveTo>
                <a:cubicBezTo>
                  <a:pt x="5080" y="111760"/>
                  <a:pt x="0" y="116840"/>
                  <a:pt x="0" y="121920"/>
                </a:cubicBezTo>
                <a:cubicBezTo>
                  <a:pt x="0" y="127000"/>
                  <a:pt x="5080" y="132080"/>
                  <a:pt x="10160" y="132080"/>
                </a:cubicBezTo>
                <a:lnTo>
                  <a:pt x="30480" y="132080"/>
                </a:lnTo>
                <a:lnTo>
                  <a:pt x="30480" y="162560"/>
                </a:lnTo>
                <a:cubicBezTo>
                  <a:pt x="30480" y="162560"/>
                  <a:pt x="30480" y="162560"/>
                  <a:pt x="30480" y="162560"/>
                </a:cubicBezTo>
                <a:lnTo>
                  <a:pt x="30480" y="218440"/>
                </a:lnTo>
                <a:lnTo>
                  <a:pt x="30480" y="233680"/>
                </a:lnTo>
                <a:lnTo>
                  <a:pt x="10160" y="233680"/>
                </a:lnTo>
                <a:cubicBezTo>
                  <a:pt x="5080" y="233680"/>
                  <a:pt x="0" y="238760"/>
                  <a:pt x="0" y="243840"/>
                </a:cubicBezTo>
                <a:cubicBezTo>
                  <a:pt x="0" y="248920"/>
                  <a:pt x="5080" y="254000"/>
                  <a:pt x="10160" y="254000"/>
                </a:cubicBezTo>
                <a:lnTo>
                  <a:pt x="39370" y="254000"/>
                </a:lnTo>
                <a:cubicBezTo>
                  <a:pt x="45720" y="254000"/>
                  <a:pt x="50800" y="248920"/>
                  <a:pt x="50800" y="242570"/>
                </a:cubicBezTo>
                <a:lnTo>
                  <a:pt x="50800" y="228600"/>
                </a:lnTo>
                <a:cubicBezTo>
                  <a:pt x="62230" y="229870"/>
                  <a:pt x="73660" y="231140"/>
                  <a:pt x="85090" y="234950"/>
                </a:cubicBezTo>
                <a:lnTo>
                  <a:pt x="115570" y="245110"/>
                </a:lnTo>
                <a:cubicBezTo>
                  <a:pt x="135890" y="251460"/>
                  <a:pt x="158750" y="248920"/>
                  <a:pt x="177800" y="238760"/>
                </a:cubicBezTo>
                <a:lnTo>
                  <a:pt x="275590" y="186690"/>
                </a:lnTo>
                <a:cubicBezTo>
                  <a:pt x="290830" y="179070"/>
                  <a:pt x="294640" y="160020"/>
                  <a:pt x="285750" y="146050"/>
                </a:cubicBezTo>
                <a:cubicBezTo>
                  <a:pt x="278130" y="134620"/>
                  <a:pt x="261620" y="129540"/>
                  <a:pt x="248920" y="135890"/>
                </a:cubicBezTo>
                <a:lnTo>
                  <a:pt x="204470" y="157480"/>
                </a:lnTo>
                <a:cubicBezTo>
                  <a:pt x="200660" y="148590"/>
                  <a:pt x="191770" y="142240"/>
                  <a:pt x="181610" y="142240"/>
                </a:cubicBezTo>
                <a:lnTo>
                  <a:pt x="144780" y="142240"/>
                </a:lnTo>
                <a:cubicBezTo>
                  <a:pt x="140970" y="142240"/>
                  <a:pt x="137160" y="140970"/>
                  <a:pt x="133350" y="138430"/>
                </a:cubicBezTo>
                <a:cubicBezTo>
                  <a:pt x="121920" y="130810"/>
                  <a:pt x="107950" y="121920"/>
                  <a:pt x="90170" y="121920"/>
                </a:cubicBezTo>
                <a:cubicBezTo>
                  <a:pt x="76200" y="121920"/>
                  <a:pt x="60960" y="125730"/>
                  <a:pt x="49530" y="134620"/>
                </a:cubicBezTo>
                <a:lnTo>
                  <a:pt x="49530" y="121920"/>
                </a:lnTo>
                <a:cubicBezTo>
                  <a:pt x="49530" y="115570"/>
                  <a:pt x="44450" y="110490"/>
                  <a:pt x="38100" y="110490"/>
                </a:cubicBezTo>
                <a:lnTo>
                  <a:pt x="10160" y="110490"/>
                </a:lnTo>
                <a:close/>
                <a:moveTo>
                  <a:pt x="90170" y="215900"/>
                </a:moveTo>
                <a:cubicBezTo>
                  <a:pt x="77470" y="212090"/>
                  <a:pt x="63500" y="209550"/>
                  <a:pt x="49530" y="208280"/>
                </a:cubicBezTo>
                <a:lnTo>
                  <a:pt x="49530" y="165100"/>
                </a:lnTo>
                <a:cubicBezTo>
                  <a:pt x="58420" y="149860"/>
                  <a:pt x="73660" y="142240"/>
                  <a:pt x="90170" y="142240"/>
                </a:cubicBezTo>
                <a:cubicBezTo>
                  <a:pt x="101600" y="142240"/>
                  <a:pt x="110490" y="147320"/>
                  <a:pt x="121920" y="156210"/>
                </a:cubicBezTo>
                <a:cubicBezTo>
                  <a:pt x="128270" y="161290"/>
                  <a:pt x="135890" y="162560"/>
                  <a:pt x="144780" y="162560"/>
                </a:cubicBezTo>
                <a:lnTo>
                  <a:pt x="181610" y="162560"/>
                </a:lnTo>
                <a:cubicBezTo>
                  <a:pt x="184150" y="162560"/>
                  <a:pt x="186690" y="165100"/>
                  <a:pt x="186690" y="167640"/>
                </a:cubicBezTo>
                <a:cubicBezTo>
                  <a:pt x="186690" y="170180"/>
                  <a:pt x="184150" y="172720"/>
                  <a:pt x="181610" y="172720"/>
                </a:cubicBezTo>
                <a:lnTo>
                  <a:pt x="140970" y="172720"/>
                </a:lnTo>
                <a:cubicBezTo>
                  <a:pt x="135890" y="172720"/>
                  <a:pt x="130810" y="177800"/>
                  <a:pt x="130810" y="182880"/>
                </a:cubicBezTo>
                <a:cubicBezTo>
                  <a:pt x="130810" y="187960"/>
                  <a:pt x="135890" y="193040"/>
                  <a:pt x="140970" y="193040"/>
                </a:cubicBezTo>
                <a:lnTo>
                  <a:pt x="181610" y="193040"/>
                </a:lnTo>
                <a:cubicBezTo>
                  <a:pt x="190500" y="193040"/>
                  <a:pt x="199390" y="187960"/>
                  <a:pt x="203200" y="180340"/>
                </a:cubicBezTo>
                <a:lnTo>
                  <a:pt x="257810" y="153670"/>
                </a:lnTo>
                <a:cubicBezTo>
                  <a:pt x="261620" y="152400"/>
                  <a:pt x="266700" y="152400"/>
                  <a:pt x="267970" y="156210"/>
                </a:cubicBezTo>
                <a:cubicBezTo>
                  <a:pt x="270510" y="160020"/>
                  <a:pt x="269240" y="166370"/>
                  <a:pt x="265430" y="167640"/>
                </a:cubicBezTo>
                <a:lnTo>
                  <a:pt x="167640" y="219710"/>
                </a:lnTo>
                <a:cubicBezTo>
                  <a:pt x="153670" y="227330"/>
                  <a:pt x="135890" y="228600"/>
                  <a:pt x="120650" y="223520"/>
                </a:cubicBezTo>
                <a:lnTo>
                  <a:pt x="90170" y="2159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59" name="Рисунок 2">
            <a:extLst>
              <a:ext uri="{FF2B5EF4-FFF2-40B4-BE49-F238E27FC236}">
                <a16:creationId xmlns:a16="http://schemas.microsoft.com/office/drawing/2014/main" id="{064DCF3D-EFBB-7B32-674A-04FD4F09FA4C}"/>
              </a:ext>
            </a:extLst>
          </p:cNvPr>
          <p:cNvGrpSpPr/>
          <p:nvPr/>
        </p:nvGrpSpPr>
        <p:grpSpPr>
          <a:xfrm>
            <a:off x="522998" y="3136118"/>
            <a:ext cx="284480" cy="182879"/>
            <a:chOff x="668019" y="3092450"/>
            <a:chExt cx="284480" cy="182879"/>
          </a:xfrm>
          <a:solidFill>
            <a:schemeClr val="tx1"/>
          </a:solidFill>
        </p:grpSpPr>
        <p:sp>
          <p:nvSpPr>
            <p:cNvPr id="60" name="Полилиния: фигура 549">
              <a:extLst>
                <a:ext uri="{FF2B5EF4-FFF2-40B4-BE49-F238E27FC236}">
                  <a16:creationId xmlns:a16="http://schemas.microsoft.com/office/drawing/2014/main" id="{60317FAE-CF05-33A2-1C03-0121AD5CF7DD}"/>
                </a:ext>
              </a:extLst>
            </p:cNvPr>
            <p:cNvSpPr/>
            <p:nvPr/>
          </p:nvSpPr>
          <p:spPr>
            <a:xfrm>
              <a:off x="688340" y="3092450"/>
              <a:ext cx="264159" cy="182879"/>
            </a:xfrm>
            <a:custGeom>
              <a:avLst/>
              <a:gdLst>
                <a:gd name="connsiteX0" fmla="*/ 50800 w 264159"/>
                <a:gd name="connsiteY0" fmla="*/ 30480 h 182879"/>
                <a:gd name="connsiteX1" fmla="*/ 81280 w 264159"/>
                <a:gd name="connsiteY1" fmla="*/ 0 h 182879"/>
                <a:gd name="connsiteX2" fmla="*/ 233680 w 264159"/>
                <a:gd name="connsiteY2" fmla="*/ 0 h 182879"/>
                <a:gd name="connsiteX3" fmla="*/ 264160 w 264159"/>
                <a:gd name="connsiteY3" fmla="*/ 30480 h 182879"/>
                <a:gd name="connsiteX4" fmla="*/ 264160 w 264159"/>
                <a:gd name="connsiteY4" fmla="*/ 152400 h 182879"/>
                <a:gd name="connsiteX5" fmla="*/ 233680 w 264159"/>
                <a:gd name="connsiteY5" fmla="*/ 182880 h 182879"/>
                <a:gd name="connsiteX6" fmla="*/ 81280 w 264159"/>
                <a:gd name="connsiteY6" fmla="*/ 182880 h 182879"/>
                <a:gd name="connsiteX7" fmla="*/ 50800 w 264159"/>
                <a:gd name="connsiteY7" fmla="*/ 152400 h 182879"/>
                <a:gd name="connsiteX8" fmla="*/ 50800 w 264159"/>
                <a:gd name="connsiteY8" fmla="*/ 142240 h 182879"/>
                <a:gd name="connsiteX9" fmla="*/ 10160 w 264159"/>
                <a:gd name="connsiteY9" fmla="*/ 142240 h 182879"/>
                <a:gd name="connsiteX10" fmla="*/ 0 w 264159"/>
                <a:gd name="connsiteY10" fmla="*/ 132080 h 182879"/>
                <a:gd name="connsiteX11" fmla="*/ 10160 w 264159"/>
                <a:gd name="connsiteY11" fmla="*/ 121920 h 182879"/>
                <a:gd name="connsiteX12" fmla="*/ 91440 w 264159"/>
                <a:gd name="connsiteY12" fmla="*/ 121920 h 182879"/>
                <a:gd name="connsiteX13" fmla="*/ 101600 w 264159"/>
                <a:gd name="connsiteY13" fmla="*/ 132080 h 182879"/>
                <a:gd name="connsiteX14" fmla="*/ 91440 w 264159"/>
                <a:gd name="connsiteY14" fmla="*/ 142240 h 182879"/>
                <a:gd name="connsiteX15" fmla="*/ 71120 w 264159"/>
                <a:gd name="connsiteY15" fmla="*/ 142240 h 182879"/>
                <a:gd name="connsiteX16" fmla="*/ 71120 w 264159"/>
                <a:gd name="connsiteY16" fmla="*/ 152400 h 182879"/>
                <a:gd name="connsiteX17" fmla="*/ 81280 w 264159"/>
                <a:gd name="connsiteY17" fmla="*/ 162560 h 182879"/>
                <a:gd name="connsiteX18" fmla="*/ 233680 w 264159"/>
                <a:gd name="connsiteY18" fmla="*/ 162560 h 182879"/>
                <a:gd name="connsiteX19" fmla="*/ 243840 w 264159"/>
                <a:gd name="connsiteY19" fmla="*/ 152400 h 182879"/>
                <a:gd name="connsiteX20" fmla="*/ 243840 w 264159"/>
                <a:gd name="connsiteY20" fmla="*/ 30480 h 182879"/>
                <a:gd name="connsiteX21" fmla="*/ 233680 w 264159"/>
                <a:gd name="connsiteY21" fmla="*/ 20320 h 182879"/>
                <a:gd name="connsiteX22" fmla="*/ 81280 w 264159"/>
                <a:gd name="connsiteY22" fmla="*/ 20320 h 182879"/>
                <a:gd name="connsiteX23" fmla="*/ 71120 w 264159"/>
                <a:gd name="connsiteY23" fmla="*/ 30480 h 182879"/>
                <a:gd name="connsiteX24" fmla="*/ 71120 w 264159"/>
                <a:gd name="connsiteY24" fmla="*/ 50800 h 182879"/>
                <a:gd name="connsiteX25" fmla="*/ 50800 w 264159"/>
                <a:gd name="connsiteY25" fmla="*/ 50800 h 182879"/>
                <a:gd name="connsiteX26" fmla="*/ 50800 w 264159"/>
                <a:gd name="connsiteY26" fmla="*/ 30480 h 18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64159" h="182879">
                  <a:moveTo>
                    <a:pt x="50800" y="30480"/>
                  </a:moveTo>
                  <a:cubicBezTo>
                    <a:pt x="50800" y="13970"/>
                    <a:pt x="64770" y="0"/>
                    <a:pt x="81280" y="0"/>
                  </a:cubicBezTo>
                  <a:lnTo>
                    <a:pt x="233680" y="0"/>
                  </a:lnTo>
                  <a:cubicBezTo>
                    <a:pt x="250190" y="0"/>
                    <a:pt x="264160" y="13970"/>
                    <a:pt x="264160" y="30480"/>
                  </a:cubicBezTo>
                  <a:lnTo>
                    <a:pt x="264160" y="152400"/>
                  </a:lnTo>
                  <a:cubicBezTo>
                    <a:pt x="264160" y="168910"/>
                    <a:pt x="250190" y="182880"/>
                    <a:pt x="233680" y="182880"/>
                  </a:cubicBezTo>
                  <a:lnTo>
                    <a:pt x="81280" y="182880"/>
                  </a:lnTo>
                  <a:cubicBezTo>
                    <a:pt x="64770" y="182880"/>
                    <a:pt x="50800" y="168910"/>
                    <a:pt x="50800" y="152400"/>
                  </a:cubicBezTo>
                  <a:lnTo>
                    <a:pt x="50800" y="142240"/>
                  </a:lnTo>
                  <a:lnTo>
                    <a:pt x="10160" y="142240"/>
                  </a:lnTo>
                  <a:cubicBezTo>
                    <a:pt x="5080" y="142240"/>
                    <a:pt x="0" y="137160"/>
                    <a:pt x="0" y="132080"/>
                  </a:cubicBezTo>
                  <a:cubicBezTo>
                    <a:pt x="0" y="127000"/>
                    <a:pt x="5080" y="121920"/>
                    <a:pt x="10160" y="121920"/>
                  </a:cubicBezTo>
                  <a:lnTo>
                    <a:pt x="91440" y="121920"/>
                  </a:lnTo>
                  <a:cubicBezTo>
                    <a:pt x="96520" y="121920"/>
                    <a:pt x="101600" y="127000"/>
                    <a:pt x="101600" y="132080"/>
                  </a:cubicBezTo>
                  <a:cubicBezTo>
                    <a:pt x="101600" y="137160"/>
                    <a:pt x="96520" y="142240"/>
                    <a:pt x="91440" y="142240"/>
                  </a:cubicBezTo>
                  <a:lnTo>
                    <a:pt x="71120" y="142240"/>
                  </a:lnTo>
                  <a:lnTo>
                    <a:pt x="71120" y="152400"/>
                  </a:lnTo>
                  <a:cubicBezTo>
                    <a:pt x="71120" y="157480"/>
                    <a:pt x="76200" y="162560"/>
                    <a:pt x="81280" y="162560"/>
                  </a:cubicBezTo>
                  <a:lnTo>
                    <a:pt x="233680" y="162560"/>
                  </a:lnTo>
                  <a:cubicBezTo>
                    <a:pt x="238760" y="162560"/>
                    <a:pt x="243840" y="157480"/>
                    <a:pt x="243840" y="152400"/>
                  </a:cubicBezTo>
                  <a:lnTo>
                    <a:pt x="243840" y="30480"/>
                  </a:lnTo>
                  <a:cubicBezTo>
                    <a:pt x="243840" y="25400"/>
                    <a:pt x="238760" y="20320"/>
                    <a:pt x="233680" y="20320"/>
                  </a:cubicBezTo>
                  <a:lnTo>
                    <a:pt x="81280" y="20320"/>
                  </a:lnTo>
                  <a:cubicBezTo>
                    <a:pt x="76200" y="20320"/>
                    <a:pt x="71120" y="25400"/>
                    <a:pt x="71120" y="30480"/>
                  </a:cubicBezTo>
                  <a:lnTo>
                    <a:pt x="71120" y="50800"/>
                  </a:lnTo>
                  <a:lnTo>
                    <a:pt x="50800" y="50800"/>
                  </a:lnTo>
                  <a:lnTo>
                    <a:pt x="50800" y="304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61" name="Полилиния: фигура 550">
              <a:extLst>
                <a:ext uri="{FF2B5EF4-FFF2-40B4-BE49-F238E27FC236}">
                  <a16:creationId xmlns:a16="http://schemas.microsoft.com/office/drawing/2014/main" id="{57462D84-8835-74FF-B49D-50877D3C4CCF}"/>
                </a:ext>
              </a:extLst>
            </p:cNvPr>
            <p:cNvSpPr/>
            <p:nvPr/>
          </p:nvSpPr>
          <p:spPr>
            <a:xfrm>
              <a:off x="668019" y="3163570"/>
              <a:ext cx="142240" cy="30479"/>
            </a:xfrm>
            <a:custGeom>
              <a:avLst/>
              <a:gdLst>
                <a:gd name="connsiteX0" fmla="*/ 71120 w 142240"/>
                <a:gd name="connsiteY0" fmla="*/ 20320 h 30479"/>
                <a:gd name="connsiteX1" fmla="*/ 71120 w 142240"/>
                <a:gd name="connsiteY1" fmla="*/ 30480 h 30479"/>
                <a:gd name="connsiteX2" fmla="*/ 91440 w 142240"/>
                <a:gd name="connsiteY2" fmla="*/ 30480 h 30479"/>
                <a:gd name="connsiteX3" fmla="*/ 91440 w 142240"/>
                <a:gd name="connsiteY3" fmla="*/ 20320 h 30479"/>
                <a:gd name="connsiteX4" fmla="*/ 132080 w 142240"/>
                <a:gd name="connsiteY4" fmla="*/ 20320 h 30479"/>
                <a:gd name="connsiteX5" fmla="*/ 142240 w 142240"/>
                <a:gd name="connsiteY5" fmla="*/ 10160 h 30479"/>
                <a:gd name="connsiteX6" fmla="*/ 132080 w 142240"/>
                <a:gd name="connsiteY6" fmla="*/ 0 h 30479"/>
                <a:gd name="connsiteX7" fmla="*/ 10160 w 142240"/>
                <a:gd name="connsiteY7" fmla="*/ 0 h 30479"/>
                <a:gd name="connsiteX8" fmla="*/ 0 w 142240"/>
                <a:gd name="connsiteY8" fmla="*/ 10160 h 30479"/>
                <a:gd name="connsiteX9" fmla="*/ 10160 w 142240"/>
                <a:gd name="connsiteY9" fmla="*/ 20320 h 30479"/>
                <a:gd name="connsiteX10" fmla="*/ 71120 w 142240"/>
                <a:gd name="connsiteY10" fmla="*/ 20320 h 30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42240" h="30479">
                  <a:moveTo>
                    <a:pt x="71120" y="20320"/>
                  </a:moveTo>
                  <a:lnTo>
                    <a:pt x="71120" y="30480"/>
                  </a:lnTo>
                  <a:lnTo>
                    <a:pt x="91440" y="30480"/>
                  </a:lnTo>
                  <a:lnTo>
                    <a:pt x="91440" y="20320"/>
                  </a:lnTo>
                  <a:lnTo>
                    <a:pt x="132080" y="20320"/>
                  </a:lnTo>
                  <a:cubicBezTo>
                    <a:pt x="137160" y="20320"/>
                    <a:pt x="142240" y="15240"/>
                    <a:pt x="142240" y="10160"/>
                  </a:cubicBezTo>
                  <a:cubicBezTo>
                    <a:pt x="142240" y="5080"/>
                    <a:pt x="137160" y="0"/>
                    <a:pt x="13208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7112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62" name="Полилиния: фигура 551">
              <a:extLst>
                <a:ext uri="{FF2B5EF4-FFF2-40B4-BE49-F238E27FC236}">
                  <a16:creationId xmlns:a16="http://schemas.microsoft.com/office/drawing/2014/main" id="{CBF86BB2-069C-21C0-B05C-17035ADE40A8}"/>
                </a:ext>
              </a:extLst>
            </p:cNvPr>
            <p:cNvSpPr/>
            <p:nvPr/>
          </p:nvSpPr>
          <p:spPr>
            <a:xfrm>
              <a:off x="861060" y="3133089"/>
              <a:ext cx="50800" cy="30480"/>
            </a:xfrm>
            <a:custGeom>
              <a:avLst/>
              <a:gdLst>
                <a:gd name="connsiteX0" fmla="*/ 50800 w 50800"/>
                <a:gd name="connsiteY0" fmla="*/ 0 h 30480"/>
                <a:gd name="connsiteX1" fmla="*/ 0 w 50800"/>
                <a:gd name="connsiteY1" fmla="*/ 0 h 30480"/>
                <a:gd name="connsiteX2" fmla="*/ 0 w 50800"/>
                <a:gd name="connsiteY2" fmla="*/ 30480 h 30480"/>
                <a:gd name="connsiteX3" fmla="*/ 50800 w 50800"/>
                <a:gd name="connsiteY3" fmla="*/ 30480 h 30480"/>
                <a:gd name="connsiteX4" fmla="*/ 50800 w 50800"/>
                <a:gd name="connsiteY4" fmla="*/ 0 h 3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0800" h="30480">
                  <a:moveTo>
                    <a:pt x="50800" y="0"/>
                  </a:moveTo>
                  <a:lnTo>
                    <a:pt x="0" y="0"/>
                  </a:lnTo>
                  <a:lnTo>
                    <a:pt x="0" y="30480"/>
                  </a:lnTo>
                  <a:lnTo>
                    <a:pt x="50800" y="30480"/>
                  </a:lnTo>
                  <a:lnTo>
                    <a:pt x="5080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63" name="Полилиния: фигура 554">
            <a:extLst>
              <a:ext uri="{FF2B5EF4-FFF2-40B4-BE49-F238E27FC236}">
                <a16:creationId xmlns:a16="http://schemas.microsoft.com/office/drawing/2014/main" id="{0D629ED1-D2DA-07A1-2B12-2D7432F1D984}"/>
              </a:ext>
            </a:extLst>
          </p:cNvPr>
          <p:cNvSpPr/>
          <p:nvPr/>
        </p:nvSpPr>
        <p:spPr>
          <a:xfrm>
            <a:off x="2789949" y="3105638"/>
            <a:ext cx="223519" cy="243839"/>
          </a:xfrm>
          <a:custGeom>
            <a:avLst/>
            <a:gdLst>
              <a:gd name="connsiteX0" fmla="*/ 191770 w 223519"/>
              <a:gd name="connsiteY0" fmla="*/ 20320 h 243839"/>
              <a:gd name="connsiteX1" fmla="*/ 29210 w 223519"/>
              <a:gd name="connsiteY1" fmla="*/ 20320 h 243839"/>
              <a:gd name="connsiteX2" fmla="*/ 19050 w 223519"/>
              <a:gd name="connsiteY2" fmla="*/ 30480 h 243839"/>
              <a:gd name="connsiteX3" fmla="*/ 19050 w 223519"/>
              <a:gd name="connsiteY3" fmla="*/ 213360 h 243839"/>
              <a:gd name="connsiteX4" fmla="*/ 29210 w 223519"/>
              <a:gd name="connsiteY4" fmla="*/ 223520 h 243839"/>
              <a:gd name="connsiteX5" fmla="*/ 191770 w 223519"/>
              <a:gd name="connsiteY5" fmla="*/ 223520 h 243839"/>
              <a:gd name="connsiteX6" fmla="*/ 201930 w 223519"/>
              <a:gd name="connsiteY6" fmla="*/ 213360 h 243839"/>
              <a:gd name="connsiteX7" fmla="*/ 201930 w 223519"/>
              <a:gd name="connsiteY7" fmla="*/ 30480 h 243839"/>
              <a:gd name="connsiteX8" fmla="*/ 191770 w 223519"/>
              <a:gd name="connsiteY8" fmla="*/ 20320 h 243839"/>
              <a:gd name="connsiteX9" fmla="*/ 30480 w 223519"/>
              <a:gd name="connsiteY9" fmla="*/ 0 h 243839"/>
              <a:gd name="connsiteX10" fmla="*/ 0 w 223519"/>
              <a:gd name="connsiteY10" fmla="*/ 30480 h 243839"/>
              <a:gd name="connsiteX11" fmla="*/ 0 w 223519"/>
              <a:gd name="connsiteY11" fmla="*/ 213360 h 243839"/>
              <a:gd name="connsiteX12" fmla="*/ 30480 w 223519"/>
              <a:gd name="connsiteY12" fmla="*/ 243840 h 243839"/>
              <a:gd name="connsiteX13" fmla="*/ 193040 w 223519"/>
              <a:gd name="connsiteY13" fmla="*/ 243840 h 243839"/>
              <a:gd name="connsiteX14" fmla="*/ 223520 w 223519"/>
              <a:gd name="connsiteY14" fmla="*/ 213360 h 243839"/>
              <a:gd name="connsiteX15" fmla="*/ 223520 w 223519"/>
              <a:gd name="connsiteY15" fmla="*/ 30480 h 243839"/>
              <a:gd name="connsiteX16" fmla="*/ 193040 w 223519"/>
              <a:gd name="connsiteY16" fmla="*/ 0 h 243839"/>
              <a:gd name="connsiteX17" fmla="*/ 30480 w 223519"/>
              <a:gd name="connsiteY17" fmla="*/ 0 h 243839"/>
              <a:gd name="connsiteX18" fmla="*/ 181610 w 223519"/>
              <a:gd name="connsiteY18" fmla="*/ 71120 h 243839"/>
              <a:gd name="connsiteX19" fmla="*/ 39370 w 223519"/>
              <a:gd name="connsiteY19" fmla="*/ 71120 h 243839"/>
              <a:gd name="connsiteX20" fmla="*/ 39370 w 223519"/>
              <a:gd name="connsiteY20" fmla="*/ 50800 h 243839"/>
              <a:gd name="connsiteX21" fmla="*/ 181610 w 223519"/>
              <a:gd name="connsiteY21" fmla="*/ 50800 h 243839"/>
              <a:gd name="connsiteX22" fmla="*/ 181610 w 223519"/>
              <a:gd name="connsiteY22" fmla="*/ 71120 h 243839"/>
              <a:gd name="connsiteX23" fmla="*/ 50800 w 223519"/>
              <a:gd name="connsiteY23" fmla="*/ 101600 h 243839"/>
              <a:gd name="connsiteX24" fmla="*/ 40640 w 223519"/>
              <a:gd name="connsiteY24" fmla="*/ 111760 h 243839"/>
              <a:gd name="connsiteX25" fmla="*/ 50800 w 223519"/>
              <a:gd name="connsiteY25" fmla="*/ 121920 h 243839"/>
              <a:gd name="connsiteX26" fmla="*/ 71120 w 223519"/>
              <a:gd name="connsiteY26" fmla="*/ 121920 h 243839"/>
              <a:gd name="connsiteX27" fmla="*/ 81280 w 223519"/>
              <a:gd name="connsiteY27" fmla="*/ 111760 h 243839"/>
              <a:gd name="connsiteX28" fmla="*/ 71120 w 223519"/>
              <a:gd name="connsiteY28" fmla="*/ 101600 h 243839"/>
              <a:gd name="connsiteX29" fmla="*/ 50800 w 223519"/>
              <a:gd name="connsiteY29" fmla="*/ 101600 h 243839"/>
              <a:gd name="connsiteX30" fmla="*/ 40640 w 223519"/>
              <a:gd name="connsiteY30" fmla="*/ 152400 h 243839"/>
              <a:gd name="connsiteX31" fmla="*/ 50800 w 223519"/>
              <a:gd name="connsiteY31" fmla="*/ 142240 h 243839"/>
              <a:gd name="connsiteX32" fmla="*/ 71120 w 223519"/>
              <a:gd name="connsiteY32" fmla="*/ 142240 h 243839"/>
              <a:gd name="connsiteX33" fmla="*/ 81280 w 223519"/>
              <a:gd name="connsiteY33" fmla="*/ 152400 h 243839"/>
              <a:gd name="connsiteX34" fmla="*/ 71120 w 223519"/>
              <a:gd name="connsiteY34" fmla="*/ 162560 h 243839"/>
              <a:gd name="connsiteX35" fmla="*/ 50800 w 223519"/>
              <a:gd name="connsiteY35" fmla="*/ 162560 h 243839"/>
              <a:gd name="connsiteX36" fmla="*/ 40640 w 223519"/>
              <a:gd name="connsiteY36" fmla="*/ 152400 h 243839"/>
              <a:gd name="connsiteX37" fmla="*/ 50800 w 223519"/>
              <a:gd name="connsiteY37" fmla="*/ 182880 h 243839"/>
              <a:gd name="connsiteX38" fmla="*/ 40640 w 223519"/>
              <a:gd name="connsiteY38" fmla="*/ 193040 h 243839"/>
              <a:gd name="connsiteX39" fmla="*/ 50800 w 223519"/>
              <a:gd name="connsiteY39" fmla="*/ 203200 h 243839"/>
              <a:gd name="connsiteX40" fmla="*/ 71120 w 223519"/>
              <a:gd name="connsiteY40" fmla="*/ 203200 h 243839"/>
              <a:gd name="connsiteX41" fmla="*/ 81280 w 223519"/>
              <a:gd name="connsiteY41" fmla="*/ 193040 h 243839"/>
              <a:gd name="connsiteX42" fmla="*/ 71120 w 223519"/>
              <a:gd name="connsiteY42" fmla="*/ 182880 h 243839"/>
              <a:gd name="connsiteX43" fmla="*/ 50800 w 223519"/>
              <a:gd name="connsiteY43" fmla="*/ 182880 h 243839"/>
              <a:gd name="connsiteX44" fmla="*/ 91440 w 223519"/>
              <a:gd name="connsiteY44" fmla="*/ 111760 h 243839"/>
              <a:gd name="connsiteX45" fmla="*/ 101600 w 223519"/>
              <a:gd name="connsiteY45" fmla="*/ 101600 h 243839"/>
              <a:gd name="connsiteX46" fmla="*/ 121920 w 223519"/>
              <a:gd name="connsiteY46" fmla="*/ 101600 h 243839"/>
              <a:gd name="connsiteX47" fmla="*/ 132080 w 223519"/>
              <a:gd name="connsiteY47" fmla="*/ 111760 h 243839"/>
              <a:gd name="connsiteX48" fmla="*/ 121920 w 223519"/>
              <a:gd name="connsiteY48" fmla="*/ 121920 h 243839"/>
              <a:gd name="connsiteX49" fmla="*/ 101600 w 223519"/>
              <a:gd name="connsiteY49" fmla="*/ 121920 h 243839"/>
              <a:gd name="connsiteX50" fmla="*/ 91440 w 223519"/>
              <a:gd name="connsiteY50" fmla="*/ 111760 h 243839"/>
              <a:gd name="connsiteX51" fmla="*/ 101600 w 223519"/>
              <a:gd name="connsiteY51" fmla="*/ 142240 h 243839"/>
              <a:gd name="connsiteX52" fmla="*/ 91440 w 223519"/>
              <a:gd name="connsiteY52" fmla="*/ 152400 h 243839"/>
              <a:gd name="connsiteX53" fmla="*/ 101600 w 223519"/>
              <a:gd name="connsiteY53" fmla="*/ 162560 h 243839"/>
              <a:gd name="connsiteX54" fmla="*/ 121920 w 223519"/>
              <a:gd name="connsiteY54" fmla="*/ 162560 h 243839"/>
              <a:gd name="connsiteX55" fmla="*/ 132080 w 223519"/>
              <a:gd name="connsiteY55" fmla="*/ 152400 h 243839"/>
              <a:gd name="connsiteX56" fmla="*/ 121920 w 223519"/>
              <a:gd name="connsiteY56" fmla="*/ 142240 h 243839"/>
              <a:gd name="connsiteX57" fmla="*/ 101600 w 223519"/>
              <a:gd name="connsiteY57" fmla="*/ 142240 h 243839"/>
              <a:gd name="connsiteX58" fmla="*/ 91440 w 223519"/>
              <a:gd name="connsiteY58" fmla="*/ 193040 h 243839"/>
              <a:gd name="connsiteX59" fmla="*/ 101600 w 223519"/>
              <a:gd name="connsiteY59" fmla="*/ 182880 h 243839"/>
              <a:gd name="connsiteX60" fmla="*/ 121920 w 223519"/>
              <a:gd name="connsiteY60" fmla="*/ 182880 h 243839"/>
              <a:gd name="connsiteX61" fmla="*/ 132080 w 223519"/>
              <a:gd name="connsiteY61" fmla="*/ 193040 h 243839"/>
              <a:gd name="connsiteX62" fmla="*/ 121920 w 223519"/>
              <a:gd name="connsiteY62" fmla="*/ 203200 h 243839"/>
              <a:gd name="connsiteX63" fmla="*/ 101600 w 223519"/>
              <a:gd name="connsiteY63" fmla="*/ 203200 h 243839"/>
              <a:gd name="connsiteX64" fmla="*/ 91440 w 223519"/>
              <a:gd name="connsiteY64" fmla="*/ 193040 h 243839"/>
              <a:gd name="connsiteX65" fmla="*/ 151130 w 223519"/>
              <a:gd name="connsiteY65" fmla="*/ 101600 h 243839"/>
              <a:gd name="connsiteX66" fmla="*/ 140970 w 223519"/>
              <a:gd name="connsiteY66" fmla="*/ 111760 h 243839"/>
              <a:gd name="connsiteX67" fmla="*/ 151130 w 223519"/>
              <a:gd name="connsiteY67" fmla="*/ 121920 h 243839"/>
              <a:gd name="connsiteX68" fmla="*/ 171450 w 223519"/>
              <a:gd name="connsiteY68" fmla="*/ 121920 h 243839"/>
              <a:gd name="connsiteX69" fmla="*/ 181610 w 223519"/>
              <a:gd name="connsiteY69" fmla="*/ 111760 h 243839"/>
              <a:gd name="connsiteX70" fmla="*/ 171450 w 223519"/>
              <a:gd name="connsiteY70" fmla="*/ 101600 h 243839"/>
              <a:gd name="connsiteX71" fmla="*/ 151130 w 223519"/>
              <a:gd name="connsiteY71" fmla="*/ 101600 h 243839"/>
              <a:gd name="connsiteX72" fmla="*/ 142240 w 223519"/>
              <a:gd name="connsiteY72" fmla="*/ 152400 h 243839"/>
              <a:gd name="connsiteX73" fmla="*/ 152400 w 223519"/>
              <a:gd name="connsiteY73" fmla="*/ 142240 h 243839"/>
              <a:gd name="connsiteX74" fmla="*/ 172720 w 223519"/>
              <a:gd name="connsiteY74" fmla="*/ 142240 h 243839"/>
              <a:gd name="connsiteX75" fmla="*/ 182880 w 223519"/>
              <a:gd name="connsiteY75" fmla="*/ 152400 h 243839"/>
              <a:gd name="connsiteX76" fmla="*/ 172720 w 223519"/>
              <a:gd name="connsiteY76" fmla="*/ 162560 h 243839"/>
              <a:gd name="connsiteX77" fmla="*/ 151130 w 223519"/>
              <a:gd name="connsiteY77" fmla="*/ 162560 h 243839"/>
              <a:gd name="connsiteX78" fmla="*/ 142240 w 223519"/>
              <a:gd name="connsiteY78" fmla="*/ 152400 h 243839"/>
              <a:gd name="connsiteX79" fmla="*/ 151130 w 223519"/>
              <a:gd name="connsiteY79" fmla="*/ 182880 h 243839"/>
              <a:gd name="connsiteX80" fmla="*/ 140970 w 223519"/>
              <a:gd name="connsiteY80" fmla="*/ 193040 h 243839"/>
              <a:gd name="connsiteX81" fmla="*/ 151130 w 223519"/>
              <a:gd name="connsiteY81" fmla="*/ 203200 h 243839"/>
              <a:gd name="connsiteX82" fmla="*/ 171450 w 223519"/>
              <a:gd name="connsiteY82" fmla="*/ 203200 h 243839"/>
              <a:gd name="connsiteX83" fmla="*/ 181610 w 223519"/>
              <a:gd name="connsiteY83" fmla="*/ 193040 h 243839"/>
              <a:gd name="connsiteX84" fmla="*/ 171450 w 223519"/>
              <a:gd name="connsiteY84" fmla="*/ 182880 h 243839"/>
              <a:gd name="connsiteX85" fmla="*/ 151130 w 223519"/>
              <a:gd name="connsiteY85" fmla="*/ 18288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</a:cxnLst>
            <a:rect l="l" t="t" r="r" b="b"/>
            <a:pathLst>
              <a:path w="223519" h="243839">
                <a:moveTo>
                  <a:pt x="191770" y="20320"/>
                </a:moveTo>
                <a:lnTo>
                  <a:pt x="29210" y="20320"/>
                </a:lnTo>
                <a:cubicBezTo>
                  <a:pt x="24130" y="20320"/>
                  <a:pt x="19050" y="25400"/>
                  <a:pt x="19050" y="30480"/>
                </a:cubicBezTo>
                <a:lnTo>
                  <a:pt x="19050" y="213360"/>
                </a:lnTo>
                <a:cubicBezTo>
                  <a:pt x="19050" y="218440"/>
                  <a:pt x="24130" y="223520"/>
                  <a:pt x="29210" y="223520"/>
                </a:cubicBezTo>
                <a:lnTo>
                  <a:pt x="191770" y="223520"/>
                </a:lnTo>
                <a:cubicBezTo>
                  <a:pt x="196850" y="223520"/>
                  <a:pt x="201930" y="218440"/>
                  <a:pt x="201930" y="213360"/>
                </a:cubicBezTo>
                <a:lnTo>
                  <a:pt x="201930" y="30480"/>
                </a:lnTo>
                <a:cubicBezTo>
                  <a:pt x="201930" y="25400"/>
                  <a:pt x="198120" y="20320"/>
                  <a:pt x="191770" y="20320"/>
                </a:cubicBezTo>
                <a:close/>
                <a:moveTo>
                  <a:pt x="30480" y="0"/>
                </a:moveTo>
                <a:cubicBezTo>
                  <a:pt x="13970" y="0"/>
                  <a:pt x="0" y="13970"/>
                  <a:pt x="0" y="30480"/>
                </a:cubicBezTo>
                <a:lnTo>
                  <a:pt x="0" y="213360"/>
                </a:lnTo>
                <a:cubicBezTo>
                  <a:pt x="0" y="229870"/>
                  <a:pt x="13970" y="243840"/>
                  <a:pt x="30480" y="243840"/>
                </a:cubicBezTo>
                <a:lnTo>
                  <a:pt x="193040" y="243840"/>
                </a:lnTo>
                <a:cubicBezTo>
                  <a:pt x="209550" y="243840"/>
                  <a:pt x="223520" y="229870"/>
                  <a:pt x="223520" y="213360"/>
                </a:cubicBezTo>
                <a:lnTo>
                  <a:pt x="223520" y="30480"/>
                </a:lnTo>
                <a:cubicBezTo>
                  <a:pt x="223520" y="13970"/>
                  <a:pt x="209550" y="0"/>
                  <a:pt x="193040" y="0"/>
                </a:cubicBezTo>
                <a:lnTo>
                  <a:pt x="30480" y="0"/>
                </a:lnTo>
                <a:close/>
                <a:moveTo>
                  <a:pt x="181610" y="71120"/>
                </a:moveTo>
                <a:lnTo>
                  <a:pt x="39370" y="71120"/>
                </a:lnTo>
                <a:lnTo>
                  <a:pt x="39370" y="50800"/>
                </a:lnTo>
                <a:lnTo>
                  <a:pt x="181610" y="50800"/>
                </a:lnTo>
                <a:lnTo>
                  <a:pt x="181610" y="71120"/>
                </a:lnTo>
                <a:close/>
                <a:moveTo>
                  <a:pt x="50800" y="101600"/>
                </a:moveTo>
                <a:cubicBezTo>
                  <a:pt x="45720" y="101600"/>
                  <a:pt x="40640" y="106680"/>
                  <a:pt x="40640" y="111760"/>
                </a:cubicBezTo>
                <a:cubicBezTo>
                  <a:pt x="40640" y="116840"/>
                  <a:pt x="45720" y="121920"/>
                  <a:pt x="50800" y="121920"/>
                </a:cubicBezTo>
                <a:lnTo>
                  <a:pt x="71120" y="121920"/>
                </a:lnTo>
                <a:cubicBezTo>
                  <a:pt x="76200" y="121920"/>
                  <a:pt x="81280" y="116840"/>
                  <a:pt x="81280" y="111760"/>
                </a:cubicBezTo>
                <a:cubicBezTo>
                  <a:pt x="81280" y="106680"/>
                  <a:pt x="76200" y="101600"/>
                  <a:pt x="71120" y="101600"/>
                </a:cubicBezTo>
                <a:lnTo>
                  <a:pt x="50800" y="101600"/>
                </a:lnTo>
                <a:close/>
                <a:moveTo>
                  <a:pt x="40640" y="152400"/>
                </a:moveTo>
                <a:cubicBezTo>
                  <a:pt x="40640" y="147320"/>
                  <a:pt x="45720" y="142240"/>
                  <a:pt x="50800" y="142240"/>
                </a:cubicBezTo>
                <a:lnTo>
                  <a:pt x="71120" y="142240"/>
                </a:lnTo>
                <a:cubicBezTo>
                  <a:pt x="76200" y="142240"/>
                  <a:pt x="81280" y="147320"/>
                  <a:pt x="81280" y="152400"/>
                </a:cubicBezTo>
                <a:cubicBezTo>
                  <a:pt x="81280" y="157480"/>
                  <a:pt x="76200" y="162560"/>
                  <a:pt x="71120" y="162560"/>
                </a:cubicBezTo>
                <a:lnTo>
                  <a:pt x="50800" y="162560"/>
                </a:lnTo>
                <a:cubicBezTo>
                  <a:pt x="44450" y="162560"/>
                  <a:pt x="40640" y="158750"/>
                  <a:pt x="40640" y="152400"/>
                </a:cubicBezTo>
                <a:close/>
                <a:moveTo>
                  <a:pt x="50800" y="182880"/>
                </a:moveTo>
                <a:cubicBezTo>
                  <a:pt x="45720" y="182880"/>
                  <a:pt x="40640" y="187960"/>
                  <a:pt x="40640" y="193040"/>
                </a:cubicBezTo>
                <a:cubicBezTo>
                  <a:pt x="40640" y="198120"/>
                  <a:pt x="45720" y="203200"/>
                  <a:pt x="50800" y="203200"/>
                </a:cubicBezTo>
                <a:lnTo>
                  <a:pt x="71120" y="203200"/>
                </a:lnTo>
                <a:cubicBezTo>
                  <a:pt x="76200" y="203200"/>
                  <a:pt x="81280" y="198120"/>
                  <a:pt x="81280" y="193040"/>
                </a:cubicBezTo>
                <a:cubicBezTo>
                  <a:pt x="81280" y="187960"/>
                  <a:pt x="76200" y="182880"/>
                  <a:pt x="71120" y="182880"/>
                </a:cubicBezTo>
                <a:lnTo>
                  <a:pt x="50800" y="182880"/>
                </a:lnTo>
                <a:close/>
                <a:moveTo>
                  <a:pt x="91440" y="111760"/>
                </a:moveTo>
                <a:cubicBezTo>
                  <a:pt x="91440" y="106680"/>
                  <a:pt x="96520" y="101600"/>
                  <a:pt x="101600" y="101600"/>
                </a:cubicBezTo>
                <a:lnTo>
                  <a:pt x="121920" y="101600"/>
                </a:lnTo>
                <a:cubicBezTo>
                  <a:pt x="127000" y="101600"/>
                  <a:pt x="132080" y="106680"/>
                  <a:pt x="132080" y="111760"/>
                </a:cubicBezTo>
                <a:cubicBezTo>
                  <a:pt x="132080" y="116840"/>
                  <a:pt x="127000" y="121920"/>
                  <a:pt x="121920" y="121920"/>
                </a:cubicBezTo>
                <a:lnTo>
                  <a:pt x="101600" y="121920"/>
                </a:lnTo>
                <a:cubicBezTo>
                  <a:pt x="95250" y="121920"/>
                  <a:pt x="91440" y="118110"/>
                  <a:pt x="91440" y="111760"/>
                </a:cubicBezTo>
                <a:close/>
                <a:moveTo>
                  <a:pt x="101600" y="142240"/>
                </a:moveTo>
                <a:cubicBezTo>
                  <a:pt x="96520" y="142240"/>
                  <a:pt x="91440" y="147320"/>
                  <a:pt x="91440" y="152400"/>
                </a:cubicBezTo>
                <a:cubicBezTo>
                  <a:pt x="91440" y="157480"/>
                  <a:pt x="96520" y="162560"/>
                  <a:pt x="101600" y="162560"/>
                </a:cubicBezTo>
                <a:lnTo>
                  <a:pt x="121920" y="162560"/>
                </a:lnTo>
                <a:cubicBezTo>
                  <a:pt x="127000" y="162560"/>
                  <a:pt x="132080" y="157480"/>
                  <a:pt x="132080" y="152400"/>
                </a:cubicBezTo>
                <a:cubicBezTo>
                  <a:pt x="132080" y="147320"/>
                  <a:pt x="127000" y="142240"/>
                  <a:pt x="121920" y="142240"/>
                </a:cubicBezTo>
                <a:lnTo>
                  <a:pt x="101600" y="142240"/>
                </a:lnTo>
                <a:close/>
                <a:moveTo>
                  <a:pt x="91440" y="193040"/>
                </a:moveTo>
                <a:cubicBezTo>
                  <a:pt x="91440" y="187960"/>
                  <a:pt x="96520" y="182880"/>
                  <a:pt x="101600" y="182880"/>
                </a:cubicBezTo>
                <a:lnTo>
                  <a:pt x="121920" y="182880"/>
                </a:lnTo>
                <a:cubicBezTo>
                  <a:pt x="127000" y="182880"/>
                  <a:pt x="132080" y="187960"/>
                  <a:pt x="132080" y="193040"/>
                </a:cubicBezTo>
                <a:cubicBezTo>
                  <a:pt x="132080" y="198120"/>
                  <a:pt x="127000" y="203200"/>
                  <a:pt x="121920" y="203200"/>
                </a:cubicBezTo>
                <a:lnTo>
                  <a:pt x="101600" y="203200"/>
                </a:lnTo>
                <a:cubicBezTo>
                  <a:pt x="95250" y="203200"/>
                  <a:pt x="91440" y="198120"/>
                  <a:pt x="91440" y="193040"/>
                </a:cubicBezTo>
                <a:close/>
                <a:moveTo>
                  <a:pt x="151130" y="101600"/>
                </a:moveTo>
                <a:cubicBezTo>
                  <a:pt x="146050" y="101600"/>
                  <a:pt x="140970" y="106680"/>
                  <a:pt x="140970" y="111760"/>
                </a:cubicBezTo>
                <a:cubicBezTo>
                  <a:pt x="140970" y="116840"/>
                  <a:pt x="146050" y="121920"/>
                  <a:pt x="151130" y="121920"/>
                </a:cubicBezTo>
                <a:lnTo>
                  <a:pt x="171450" y="121920"/>
                </a:lnTo>
                <a:cubicBezTo>
                  <a:pt x="176530" y="121920"/>
                  <a:pt x="181610" y="116840"/>
                  <a:pt x="181610" y="111760"/>
                </a:cubicBezTo>
                <a:cubicBezTo>
                  <a:pt x="181610" y="106680"/>
                  <a:pt x="176530" y="101600"/>
                  <a:pt x="171450" y="101600"/>
                </a:cubicBezTo>
                <a:lnTo>
                  <a:pt x="151130" y="101600"/>
                </a:lnTo>
                <a:close/>
                <a:moveTo>
                  <a:pt x="142240" y="152400"/>
                </a:moveTo>
                <a:cubicBezTo>
                  <a:pt x="142240" y="147320"/>
                  <a:pt x="147320" y="142240"/>
                  <a:pt x="152400" y="142240"/>
                </a:cubicBezTo>
                <a:lnTo>
                  <a:pt x="172720" y="142240"/>
                </a:lnTo>
                <a:cubicBezTo>
                  <a:pt x="177800" y="142240"/>
                  <a:pt x="182880" y="147320"/>
                  <a:pt x="182880" y="152400"/>
                </a:cubicBezTo>
                <a:cubicBezTo>
                  <a:pt x="182880" y="157480"/>
                  <a:pt x="177800" y="162560"/>
                  <a:pt x="172720" y="162560"/>
                </a:cubicBezTo>
                <a:lnTo>
                  <a:pt x="151130" y="162560"/>
                </a:lnTo>
                <a:cubicBezTo>
                  <a:pt x="146050" y="162560"/>
                  <a:pt x="142240" y="158750"/>
                  <a:pt x="142240" y="152400"/>
                </a:cubicBezTo>
                <a:close/>
                <a:moveTo>
                  <a:pt x="151130" y="182880"/>
                </a:moveTo>
                <a:cubicBezTo>
                  <a:pt x="146050" y="182880"/>
                  <a:pt x="140970" y="187960"/>
                  <a:pt x="140970" y="193040"/>
                </a:cubicBezTo>
                <a:cubicBezTo>
                  <a:pt x="140970" y="198120"/>
                  <a:pt x="146050" y="203200"/>
                  <a:pt x="151130" y="203200"/>
                </a:cubicBezTo>
                <a:lnTo>
                  <a:pt x="171450" y="203200"/>
                </a:lnTo>
                <a:cubicBezTo>
                  <a:pt x="176530" y="203200"/>
                  <a:pt x="181610" y="198120"/>
                  <a:pt x="181610" y="193040"/>
                </a:cubicBezTo>
                <a:cubicBezTo>
                  <a:pt x="181610" y="187960"/>
                  <a:pt x="176530" y="182880"/>
                  <a:pt x="171450" y="182880"/>
                </a:cubicBezTo>
                <a:lnTo>
                  <a:pt x="151130" y="1828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31" name="Полилиния: фигура 556">
            <a:extLst>
              <a:ext uri="{FF2B5EF4-FFF2-40B4-BE49-F238E27FC236}">
                <a16:creationId xmlns:a16="http://schemas.microsoft.com/office/drawing/2014/main" id="{FAA98759-B08E-3CD9-B799-03F4429B476A}"/>
              </a:ext>
            </a:extLst>
          </p:cNvPr>
          <p:cNvSpPr/>
          <p:nvPr/>
        </p:nvSpPr>
        <p:spPr>
          <a:xfrm>
            <a:off x="3369069" y="3090397"/>
            <a:ext cx="182879" cy="274320"/>
          </a:xfrm>
          <a:custGeom>
            <a:avLst/>
            <a:gdLst>
              <a:gd name="connsiteX0" fmla="*/ 146050 w 182879"/>
              <a:gd name="connsiteY0" fmla="*/ 134620 h 274320"/>
              <a:gd name="connsiteX1" fmla="*/ 161290 w 182879"/>
              <a:gd name="connsiteY1" fmla="*/ 91440 h 274320"/>
              <a:gd name="connsiteX2" fmla="*/ 90170 w 182879"/>
              <a:gd name="connsiteY2" fmla="*/ 20320 h 274320"/>
              <a:gd name="connsiteX3" fmla="*/ 19050 w 182879"/>
              <a:gd name="connsiteY3" fmla="*/ 91440 h 274320"/>
              <a:gd name="connsiteX4" fmla="*/ 34290 w 182879"/>
              <a:gd name="connsiteY4" fmla="*/ 134620 h 274320"/>
              <a:gd name="connsiteX5" fmla="*/ 53340 w 182879"/>
              <a:gd name="connsiteY5" fmla="*/ 170180 h 274320"/>
              <a:gd name="connsiteX6" fmla="*/ 57150 w 182879"/>
              <a:gd name="connsiteY6" fmla="*/ 182880 h 274320"/>
              <a:gd name="connsiteX7" fmla="*/ 121920 w 182879"/>
              <a:gd name="connsiteY7" fmla="*/ 182880 h 274320"/>
              <a:gd name="connsiteX8" fmla="*/ 125730 w 182879"/>
              <a:gd name="connsiteY8" fmla="*/ 170180 h 274320"/>
              <a:gd name="connsiteX9" fmla="*/ 146050 w 182879"/>
              <a:gd name="connsiteY9" fmla="*/ 134620 h 274320"/>
              <a:gd name="connsiteX10" fmla="*/ 147320 w 182879"/>
              <a:gd name="connsiteY10" fmla="*/ 175260 h 274320"/>
              <a:gd name="connsiteX11" fmla="*/ 162560 w 182879"/>
              <a:gd name="connsiteY11" fmla="*/ 147320 h 274320"/>
              <a:gd name="connsiteX12" fmla="*/ 182880 w 182879"/>
              <a:gd name="connsiteY12" fmla="*/ 91440 h 274320"/>
              <a:gd name="connsiteX13" fmla="*/ 91440 w 182879"/>
              <a:gd name="connsiteY13" fmla="*/ 0 h 274320"/>
              <a:gd name="connsiteX14" fmla="*/ 0 w 182879"/>
              <a:gd name="connsiteY14" fmla="*/ 91440 h 274320"/>
              <a:gd name="connsiteX15" fmla="*/ 20320 w 182879"/>
              <a:gd name="connsiteY15" fmla="*/ 147320 h 274320"/>
              <a:gd name="connsiteX16" fmla="*/ 35560 w 182879"/>
              <a:gd name="connsiteY16" fmla="*/ 175260 h 274320"/>
              <a:gd name="connsiteX17" fmla="*/ 40640 w 182879"/>
              <a:gd name="connsiteY17" fmla="*/ 191770 h 274320"/>
              <a:gd name="connsiteX18" fmla="*/ 40640 w 182879"/>
              <a:gd name="connsiteY18" fmla="*/ 194310 h 274320"/>
              <a:gd name="connsiteX19" fmla="*/ 40640 w 182879"/>
              <a:gd name="connsiteY19" fmla="*/ 195580 h 274320"/>
              <a:gd name="connsiteX20" fmla="*/ 50800 w 182879"/>
              <a:gd name="connsiteY20" fmla="*/ 204470 h 274320"/>
              <a:gd name="connsiteX21" fmla="*/ 132080 w 182879"/>
              <a:gd name="connsiteY21" fmla="*/ 204470 h 274320"/>
              <a:gd name="connsiteX22" fmla="*/ 142240 w 182879"/>
              <a:gd name="connsiteY22" fmla="*/ 195580 h 274320"/>
              <a:gd name="connsiteX23" fmla="*/ 142240 w 182879"/>
              <a:gd name="connsiteY23" fmla="*/ 194310 h 274320"/>
              <a:gd name="connsiteX24" fmla="*/ 142240 w 182879"/>
              <a:gd name="connsiteY24" fmla="*/ 191770 h 274320"/>
              <a:gd name="connsiteX25" fmla="*/ 147320 w 182879"/>
              <a:gd name="connsiteY25" fmla="*/ 175260 h 274320"/>
              <a:gd name="connsiteX26" fmla="*/ 81280 w 182879"/>
              <a:gd name="connsiteY26" fmla="*/ 50800 h 274320"/>
              <a:gd name="connsiteX27" fmla="*/ 91440 w 182879"/>
              <a:gd name="connsiteY27" fmla="*/ 40640 h 274320"/>
              <a:gd name="connsiteX28" fmla="*/ 142240 w 182879"/>
              <a:gd name="connsiteY28" fmla="*/ 91440 h 274320"/>
              <a:gd name="connsiteX29" fmla="*/ 132080 w 182879"/>
              <a:gd name="connsiteY29" fmla="*/ 101600 h 274320"/>
              <a:gd name="connsiteX30" fmla="*/ 121920 w 182879"/>
              <a:gd name="connsiteY30" fmla="*/ 91440 h 274320"/>
              <a:gd name="connsiteX31" fmla="*/ 91440 w 182879"/>
              <a:gd name="connsiteY31" fmla="*/ 60960 h 274320"/>
              <a:gd name="connsiteX32" fmla="*/ 81280 w 182879"/>
              <a:gd name="connsiteY32" fmla="*/ 50800 h 274320"/>
              <a:gd name="connsiteX33" fmla="*/ 55880 w 182879"/>
              <a:gd name="connsiteY33" fmla="*/ 218440 h 274320"/>
              <a:gd name="connsiteX34" fmla="*/ 45720 w 182879"/>
              <a:gd name="connsiteY34" fmla="*/ 228600 h 274320"/>
              <a:gd name="connsiteX35" fmla="*/ 55880 w 182879"/>
              <a:gd name="connsiteY35" fmla="*/ 238760 h 274320"/>
              <a:gd name="connsiteX36" fmla="*/ 127000 w 182879"/>
              <a:gd name="connsiteY36" fmla="*/ 238760 h 274320"/>
              <a:gd name="connsiteX37" fmla="*/ 137160 w 182879"/>
              <a:gd name="connsiteY37" fmla="*/ 228600 h 274320"/>
              <a:gd name="connsiteX38" fmla="*/ 127000 w 182879"/>
              <a:gd name="connsiteY38" fmla="*/ 218440 h 274320"/>
              <a:gd name="connsiteX39" fmla="*/ 55880 w 182879"/>
              <a:gd name="connsiteY39" fmla="*/ 218440 h 274320"/>
              <a:gd name="connsiteX40" fmla="*/ 66040 w 182879"/>
              <a:gd name="connsiteY40" fmla="*/ 254000 h 274320"/>
              <a:gd name="connsiteX41" fmla="*/ 55880 w 182879"/>
              <a:gd name="connsiteY41" fmla="*/ 264160 h 274320"/>
              <a:gd name="connsiteX42" fmla="*/ 66040 w 182879"/>
              <a:gd name="connsiteY42" fmla="*/ 274320 h 274320"/>
              <a:gd name="connsiteX43" fmla="*/ 116840 w 182879"/>
              <a:gd name="connsiteY43" fmla="*/ 274320 h 274320"/>
              <a:gd name="connsiteX44" fmla="*/ 127000 w 182879"/>
              <a:gd name="connsiteY44" fmla="*/ 264160 h 274320"/>
              <a:gd name="connsiteX45" fmla="*/ 116840 w 182879"/>
              <a:gd name="connsiteY45" fmla="*/ 254000 h 274320"/>
              <a:gd name="connsiteX46" fmla="*/ 66040 w 182879"/>
              <a:gd name="connsiteY46" fmla="*/ 254000 h 274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182879" h="274320">
                <a:moveTo>
                  <a:pt x="146050" y="134620"/>
                </a:moveTo>
                <a:cubicBezTo>
                  <a:pt x="156210" y="123190"/>
                  <a:pt x="161290" y="107950"/>
                  <a:pt x="161290" y="91440"/>
                </a:cubicBezTo>
                <a:cubicBezTo>
                  <a:pt x="161290" y="53340"/>
                  <a:pt x="129540" y="20320"/>
                  <a:pt x="90170" y="20320"/>
                </a:cubicBezTo>
                <a:cubicBezTo>
                  <a:pt x="50800" y="20320"/>
                  <a:pt x="19050" y="52070"/>
                  <a:pt x="19050" y="91440"/>
                </a:cubicBezTo>
                <a:cubicBezTo>
                  <a:pt x="19050" y="106680"/>
                  <a:pt x="25400" y="121920"/>
                  <a:pt x="34290" y="134620"/>
                </a:cubicBezTo>
                <a:cubicBezTo>
                  <a:pt x="41910" y="144780"/>
                  <a:pt x="49530" y="154940"/>
                  <a:pt x="53340" y="170180"/>
                </a:cubicBezTo>
                <a:lnTo>
                  <a:pt x="57150" y="182880"/>
                </a:lnTo>
                <a:lnTo>
                  <a:pt x="121920" y="182880"/>
                </a:lnTo>
                <a:lnTo>
                  <a:pt x="125730" y="170180"/>
                </a:lnTo>
                <a:cubicBezTo>
                  <a:pt x="130810" y="154940"/>
                  <a:pt x="138430" y="144780"/>
                  <a:pt x="146050" y="134620"/>
                </a:cubicBezTo>
                <a:close/>
                <a:moveTo>
                  <a:pt x="147320" y="175260"/>
                </a:moveTo>
                <a:cubicBezTo>
                  <a:pt x="149860" y="163830"/>
                  <a:pt x="154940" y="156210"/>
                  <a:pt x="162560" y="147320"/>
                </a:cubicBezTo>
                <a:cubicBezTo>
                  <a:pt x="175260" y="132080"/>
                  <a:pt x="182880" y="111760"/>
                  <a:pt x="182880" y="91440"/>
                </a:cubicBezTo>
                <a:cubicBezTo>
                  <a:pt x="182880" y="41910"/>
                  <a:pt x="142240" y="0"/>
                  <a:pt x="91440" y="0"/>
                </a:cubicBezTo>
                <a:cubicBezTo>
                  <a:pt x="40640" y="0"/>
                  <a:pt x="0" y="41910"/>
                  <a:pt x="0" y="91440"/>
                </a:cubicBezTo>
                <a:cubicBezTo>
                  <a:pt x="0" y="111760"/>
                  <a:pt x="7620" y="132080"/>
                  <a:pt x="20320" y="147320"/>
                </a:cubicBezTo>
                <a:cubicBezTo>
                  <a:pt x="27940" y="156210"/>
                  <a:pt x="33020" y="163830"/>
                  <a:pt x="35560" y="175260"/>
                </a:cubicBezTo>
                <a:lnTo>
                  <a:pt x="40640" y="191770"/>
                </a:lnTo>
                <a:cubicBezTo>
                  <a:pt x="40640" y="191770"/>
                  <a:pt x="40640" y="193040"/>
                  <a:pt x="40640" y="194310"/>
                </a:cubicBezTo>
                <a:cubicBezTo>
                  <a:pt x="40640" y="194310"/>
                  <a:pt x="40640" y="194310"/>
                  <a:pt x="40640" y="195580"/>
                </a:cubicBezTo>
                <a:cubicBezTo>
                  <a:pt x="41910" y="200660"/>
                  <a:pt x="45720" y="204470"/>
                  <a:pt x="50800" y="204470"/>
                </a:cubicBezTo>
                <a:lnTo>
                  <a:pt x="132080" y="204470"/>
                </a:lnTo>
                <a:cubicBezTo>
                  <a:pt x="137160" y="204470"/>
                  <a:pt x="140970" y="200660"/>
                  <a:pt x="142240" y="195580"/>
                </a:cubicBezTo>
                <a:cubicBezTo>
                  <a:pt x="142240" y="195580"/>
                  <a:pt x="142240" y="195580"/>
                  <a:pt x="142240" y="194310"/>
                </a:cubicBezTo>
                <a:cubicBezTo>
                  <a:pt x="142240" y="193040"/>
                  <a:pt x="142240" y="193040"/>
                  <a:pt x="142240" y="191770"/>
                </a:cubicBezTo>
                <a:lnTo>
                  <a:pt x="147320" y="175260"/>
                </a:lnTo>
                <a:close/>
                <a:moveTo>
                  <a:pt x="81280" y="50800"/>
                </a:moveTo>
                <a:cubicBezTo>
                  <a:pt x="81280" y="45720"/>
                  <a:pt x="86360" y="40640"/>
                  <a:pt x="91440" y="40640"/>
                </a:cubicBezTo>
                <a:cubicBezTo>
                  <a:pt x="120650" y="40640"/>
                  <a:pt x="142240" y="62230"/>
                  <a:pt x="142240" y="91440"/>
                </a:cubicBezTo>
                <a:cubicBezTo>
                  <a:pt x="142240" y="96520"/>
                  <a:pt x="137160" y="101600"/>
                  <a:pt x="132080" y="101600"/>
                </a:cubicBezTo>
                <a:cubicBezTo>
                  <a:pt x="127000" y="101600"/>
                  <a:pt x="121920" y="96520"/>
                  <a:pt x="121920" y="91440"/>
                </a:cubicBezTo>
                <a:cubicBezTo>
                  <a:pt x="121920" y="73660"/>
                  <a:pt x="109220" y="60960"/>
                  <a:pt x="91440" y="60960"/>
                </a:cubicBezTo>
                <a:cubicBezTo>
                  <a:pt x="85090" y="60960"/>
                  <a:pt x="81280" y="57150"/>
                  <a:pt x="81280" y="50800"/>
                </a:cubicBezTo>
                <a:close/>
                <a:moveTo>
                  <a:pt x="55880" y="218440"/>
                </a:moveTo>
                <a:cubicBezTo>
                  <a:pt x="50800" y="218440"/>
                  <a:pt x="45720" y="223520"/>
                  <a:pt x="45720" y="228600"/>
                </a:cubicBezTo>
                <a:cubicBezTo>
                  <a:pt x="45720" y="233680"/>
                  <a:pt x="50800" y="238760"/>
                  <a:pt x="55880" y="238760"/>
                </a:cubicBezTo>
                <a:lnTo>
                  <a:pt x="127000" y="238760"/>
                </a:lnTo>
                <a:cubicBezTo>
                  <a:pt x="132080" y="238760"/>
                  <a:pt x="137160" y="233680"/>
                  <a:pt x="137160" y="228600"/>
                </a:cubicBezTo>
                <a:cubicBezTo>
                  <a:pt x="137160" y="223520"/>
                  <a:pt x="132080" y="218440"/>
                  <a:pt x="127000" y="218440"/>
                </a:cubicBezTo>
                <a:lnTo>
                  <a:pt x="55880" y="218440"/>
                </a:lnTo>
                <a:close/>
                <a:moveTo>
                  <a:pt x="66040" y="254000"/>
                </a:moveTo>
                <a:cubicBezTo>
                  <a:pt x="60960" y="254000"/>
                  <a:pt x="55880" y="259080"/>
                  <a:pt x="55880" y="264160"/>
                </a:cubicBezTo>
                <a:cubicBezTo>
                  <a:pt x="55880" y="269240"/>
                  <a:pt x="60960" y="274320"/>
                  <a:pt x="66040" y="274320"/>
                </a:cubicBezTo>
                <a:lnTo>
                  <a:pt x="116840" y="274320"/>
                </a:lnTo>
                <a:cubicBezTo>
                  <a:pt x="121920" y="274320"/>
                  <a:pt x="127000" y="269240"/>
                  <a:pt x="127000" y="264160"/>
                </a:cubicBezTo>
                <a:cubicBezTo>
                  <a:pt x="127000" y="259080"/>
                  <a:pt x="121920" y="254000"/>
                  <a:pt x="116840" y="254000"/>
                </a:cubicBezTo>
                <a:lnTo>
                  <a:pt x="66040" y="2540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32" name="Полилиния: фигура 560">
            <a:extLst>
              <a:ext uri="{FF2B5EF4-FFF2-40B4-BE49-F238E27FC236}">
                <a16:creationId xmlns:a16="http://schemas.microsoft.com/office/drawing/2014/main" id="{A8A7B471-6DBC-899D-FAED-491EEA9E3C23}"/>
              </a:ext>
            </a:extLst>
          </p:cNvPr>
          <p:cNvSpPr/>
          <p:nvPr/>
        </p:nvSpPr>
        <p:spPr>
          <a:xfrm>
            <a:off x="10036569" y="3108178"/>
            <a:ext cx="264159" cy="238760"/>
          </a:xfrm>
          <a:custGeom>
            <a:avLst/>
            <a:gdLst>
              <a:gd name="connsiteX0" fmla="*/ 106680 w 264159"/>
              <a:gd name="connsiteY0" fmla="*/ 35560 h 238760"/>
              <a:gd name="connsiteX1" fmla="*/ 91440 w 264159"/>
              <a:gd name="connsiteY1" fmla="*/ 50800 h 238760"/>
              <a:gd name="connsiteX2" fmla="*/ 76200 w 264159"/>
              <a:gd name="connsiteY2" fmla="*/ 35560 h 238760"/>
              <a:gd name="connsiteX3" fmla="*/ 91440 w 264159"/>
              <a:gd name="connsiteY3" fmla="*/ 20320 h 238760"/>
              <a:gd name="connsiteX4" fmla="*/ 106680 w 264159"/>
              <a:gd name="connsiteY4" fmla="*/ 35560 h 238760"/>
              <a:gd name="connsiteX5" fmla="*/ 127000 w 264159"/>
              <a:gd name="connsiteY5" fmla="*/ 35560 h 238760"/>
              <a:gd name="connsiteX6" fmla="*/ 91440 w 264159"/>
              <a:gd name="connsiteY6" fmla="*/ 71120 h 238760"/>
              <a:gd name="connsiteX7" fmla="*/ 55880 w 264159"/>
              <a:gd name="connsiteY7" fmla="*/ 35560 h 238760"/>
              <a:gd name="connsiteX8" fmla="*/ 91440 w 264159"/>
              <a:gd name="connsiteY8" fmla="*/ 0 h 238760"/>
              <a:gd name="connsiteX9" fmla="*/ 127000 w 264159"/>
              <a:gd name="connsiteY9" fmla="*/ 35560 h 238760"/>
              <a:gd name="connsiteX10" fmla="*/ 35560 w 264159"/>
              <a:gd name="connsiteY10" fmla="*/ 111760 h 238760"/>
              <a:gd name="connsiteX11" fmla="*/ 50800 w 264159"/>
              <a:gd name="connsiteY11" fmla="*/ 96520 h 238760"/>
              <a:gd name="connsiteX12" fmla="*/ 35560 w 264159"/>
              <a:gd name="connsiteY12" fmla="*/ 81280 h 238760"/>
              <a:gd name="connsiteX13" fmla="*/ 20320 w 264159"/>
              <a:gd name="connsiteY13" fmla="*/ 96520 h 238760"/>
              <a:gd name="connsiteX14" fmla="*/ 35560 w 264159"/>
              <a:gd name="connsiteY14" fmla="*/ 111760 h 238760"/>
              <a:gd name="connsiteX15" fmla="*/ 35560 w 264159"/>
              <a:gd name="connsiteY15" fmla="*/ 132080 h 238760"/>
              <a:gd name="connsiteX16" fmla="*/ 71120 w 264159"/>
              <a:gd name="connsiteY16" fmla="*/ 96520 h 238760"/>
              <a:gd name="connsiteX17" fmla="*/ 35560 w 264159"/>
              <a:gd name="connsiteY17" fmla="*/ 60960 h 238760"/>
              <a:gd name="connsiteX18" fmla="*/ 0 w 264159"/>
              <a:gd name="connsiteY18" fmla="*/ 96520 h 238760"/>
              <a:gd name="connsiteX19" fmla="*/ 35560 w 264159"/>
              <a:gd name="connsiteY19" fmla="*/ 132080 h 238760"/>
              <a:gd name="connsiteX20" fmla="*/ 115570 w 264159"/>
              <a:gd name="connsiteY20" fmla="*/ 114300 h 238760"/>
              <a:gd name="connsiteX21" fmla="*/ 68580 w 264159"/>
              <a:gd name="connsiteY21" fmla="*/ 186690 h 238760"/>
              <a:gd name="connsiteX22" fmla="*/ 85090 w 264159"/>
              <a:gd name="connsiteY22" fmla="*/ 218440 h 238760"/>
              <a:gd name="connsiteX23" fmla="*/ 179070 w 264159"/>
              <a:gd name="connsiteY23" fmla="*/ 218440 h 238760"/>
              <a:gd name="connsiteX24" fmla="*/ 195580 w 264159"/>
              <a:gd name="connsiteY24" fmla="*/ 186690 h 238760"/>
              <a:gd name="connsiteX25" fmla="*/ 148590 w 264159"/>
              <a:gd name="connsiteY25" fmla="*/ 114300 h 238760"/>
              <a:gd name="connsiteX26" fmla="*/ 115570 w 264159"/>
              <a:gd name="connsiteY26" fmla="*/ 114300 h 238760"/>
              <a:gd name="connsiteX27" fmla="*/ 97790 w 264159"/>
              <a:gd name="connsiteY27" fmla="*/ 104140 h 238760"/>
              <a:gd name="connsiteX28" fmla="*/ 50800 w 264159"/>
              <a:gd name="connsiteY28" fmla="*/ 176530 h 238760"/>
              <a:gd name="connsiteX29" fmla="*/ 85090 w 264159"/>
              <a:gd name="connsiteY29" fmla="*/ 238760 h 238760"/>
              <a:gd name="connsiteX30" fmla="*/ 179070 w 264159"/>
              <a:gd name="connsiteY30" fmla="*/ 238760 h 238760"/>
              <a:gd name="connsiteX31" fmla="*/ 213360 w 264159"/>
              <a:gd name="connsiteY31" fmla="*/ 176530 h 238760"/>
              <a:gd name="connsiteX32" fmla="*/ 166370 w 264159"/>
              <a:gd name="connsiteY32" fmla="*/ 104140 h 238760"/>
              <a:gd name="connsiteX33" fmla="*/ 97790 w 264159"/>
              <a:gd name="connsiteY33" fmla="*/ 104140 h 238760"/>
              <a:gd name="connsiteX34" fmla="*/ 172720 w 264159"/>
              <a:gd name="connsiteY34" fmla="*/ 50800 h 238760"/>
              <a:gd name="connsiteX35" fmla="*/ 187960 w 264159"/>
              <a:gd name="connsiteY35" fmla="*/ 35560 h 238760"/>
              <a:gd name="connsiteX36" fmla="*/ 172720 w 264159"/>
              <a:gd name="connsiteY36" fmla="*/ 20320 h 238760"/>
              <a:gd name="connsiteX37" fmla="*/ 157480 w 264159"/>
              <a:gd name="connsiteY37" fmla="*/ 35560 h 238760"/>
              <a:gd name="connsiteX38" fmla="*/ 172720 w 264159"/>
              <a:gd name="connsiteY38" fmla="*/ 50800 h 238760"/>
              <a:gd name="connsiteX39" fmla="*/ 172720 w 264159"/>
              <a:gd name="connsiteY39" fmla="*/ 71120 h 238760"/>
              <a:gd name="connsiteX40" fmla="*/ 208280 w 264159"/>
              <a:gd name="connsiteY40" fmla="*/ 35560 h 238760"/>
              <a:gd name="connsiteX41" fmla="*/ 172720 w 264159"/>
              <a:gd name="connsiteY41" fmla="*/ 0 h 238760"/>
              <a:gd name="connsiteX42" fmla="*/ 137160 w 264159"/>
              <a:gd name="connsiteY42" fmla="*/ 35560 h 238760"/>
              <a:gd name="connsiteX43" fmla="*/ 172720 w 264159"/>
              <a:gd name="connsiteY43" fmla="*/ 71120 h 238760"/>
              <a:gd name="connsiteX44" fmla="*/ 243840 w 264159"/>
              <a:gd name="connsiteY44" fmla="*/ 96520 h 238760"/>
              <a:gd name="connsiteX45" fmla="*/ 228600 w 264159"/>
              <a:gd name="connsiteY45" fmla="*/ 111760 h 238760"/>
              <a:gd name="connsiteX46" fmla="*/ 213360 w 264159"/>
              <a:gd name="connsiteY46" fmla="*/ 96520 h 238760"/>
              <a:gd name="connsiteX47" fmla="*/ 228600 w 264159"/>
              <a:gd name="connsiteY47" fmla="*/ 81280 h 238760"/>
              <a:gd name="connsiteX48" fmla="*/ 243840 w 264159"/>
              <a:gd name="connsiteY48" fmla="*/ 96520 h 238760"/>
              <a:gd name="connsiteX49" fmla="*/ 264160 w 264159"/>
              <a:gd name="connsiteY49" fmla="*/ 96520 h 238760"/>
              <a:gd name="connsiteX50" fmla="*/ 228600 w 264159"/>
              <a:gd name="connsiteY50" fmla="*/ 132080 h 238760"/>
              <a:gd name="connsiteX51" fmla="*/ 193040 w 264159"/>
              <a:gd name="connsiteY51" fmla="*/ 96520 h 238760"/>
              <a:gd name="connsiteX52" fmla="*/ 228600 w 264159"/>
              <a:gd name="connsiteY52" fmla="*/ 60960 h 238760"/>
              <a:gd name="connsiteX53" fmla="*/ 264160 w 264159"/>
              <a:gd name="connsiteY53" fmla="*/ 96520 h 2387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264159" h="238760">
                <a:moveTo>
                  <a:pt x="106680" y="35560"/>
                </a:moveTo>
                <a:cubicBezTo>
                  <a:pt x="106680" y="44450"/>
                  <a:pt x="100330" y="50800"/>
                  <a:pt x="91440" y="50800"/>
                </a:cubicBezTo>
                <a:cubicBezTo>
                  <a:pt x="82550" y="50800"/>
                  <a:pt x="76200" y="44450"/>
                  <a:pt x="76200" y="35560"/>
                </a:cubicBezTo>
                <a:cubicBezTo>
                  <a:pt x="76200" y="26670"/>
                  <a:pt x="82550" y="20320"/>
                  <a:pt x="91440" y="20320"/>
                </a:cubicBezTo>
                <a:cubicBezTo>
                  <a:pt x="100330" y="20320"/>
                  <a:pt x="106680" y="27940"/>
                  <a:pt x="106680" y="35560"/>
                </a:cubicBezTo>
                <a:close/>
                <a:moveTo>
                  <a:pt x="127000" y="35560"/>
                </a:moveTo>
                <a:cubicBezTo>
                  <a:pt x="127000" y="54610"/>
                  <a:pt x="110490" y="71120"/>
                  <a:pt x="91440" y="71120"/>
                </a:cubicBezTo>
                <a:cubicBezTo>
                  <a:pt x="72390" y="71120"/>
                  <a:pt x="55880" y="54610"/>
                  <a:pt x="55880" y="35560"/>
                </a:cubicBezTo>
                <a:cubicBezTo>
                  <a:pt x="55880" y="16510"/>
                  <a:pt x="72390" y="0"/>
                  <a:pt x="91440" y="0"/>
                </a:cubicBezTo>
                <a:cubicBezTo>
                  <a:pt x="110490" y="0"/>
                  <a:pt x="127000" y="16510"/>
                  <a:pt x="127000" y="35560"/>
                </a:cubicBezTo>
                <a:close/>
                <a:moveTo>
                  <a:pt x="35560" y="111760"/>
                </a:moveTo>
                <a:cubicBezTo>
                  <a:pt x="44450" y="111760"/>
                  <a:pt x="50800" y="105410"/>
                  <a:pt x="50800" y="96520"/>
                </a:cubicBezTo>
                <a:cubicBezTo>
                  <a:pt x="50800" y="87630"/>
                  <a:pt x="44450" y="81280"/>
                  <a:pt x="35560" y="81280"/>
                </a:cubicBezTo>
                <a:cubicBezTo>
                  <a:pt x="26670" y="81280"/>
                  <a:pt x="20320" y="87630"/>
                  <a:pt x="20320" y="96520"/>
                </a:cubicBezTo>
                <a:cubicBezTo>
                  <a:pt x="20320" y="105410"/>
                  <a:pt x="27940" y="111760"/>
                  <a:pt x="35560" y="111760"/>
                </a:cubicBezTo>
                <a:close/>
                <a:moveTo>
                  <a:pt x="35560" y="132080"/>
                </a:moveTo>
                <a:cubicBezTo>
                  <a:pt x="54610" y="132080"/>
                  <a:pt x="71120" y="115570"/>
                  <a:pt x="71120" y="96520"/>
                </a:cubicBezTo>
                <a:cubicBezTo>
                  <a:pt x="71120" y="77470"/>
                  <a:pt x="54610" y="60960"/>
                  <a:pt x="35560" y="60960"/>
                </a:cubicBezTo>
                <a:cubicBezTo>
                  <a:pt x="16510" y="60960"/>
                  <a:pt x="0" y="77470"/>
                  <a:pt x="0" y="96520"/>
                </a:cubicBezTo>
                <a:cubicBezTo>
                  <a:pt x="0" y="116840"/>
                  <a:pt x="16510" y="132080"/>
                  <a:pt x="35560" y="132080"/>
                </a:cubicBezTo>
                <a:close/>
                <a:moveTo>
                  <a:pt x="115570" y="114300"/>
                </a:moveTo>
                <a:lnTo>
                  <a:pt x="68580" y="186690"/>
                </a:lnTo>
                <a:cubicBezTo>
                  <a:pt x="59690" y="200660"/>
                  <a:pt x="69850" y="218440"/>
                  <a:pt x="85090" y="218440"/>
                </a:cubicBezTo>
                <a:lnTo>
                  <a:pt x="179070" y="218440"/>
                </a:lnTo>
                <a:cubicBezTo>
                  <a:pt x="195580" y="218440"/>
                  <a:pt x="204470" y="200660"/>
                  <a:pt x="195580" y="186690"/>
                </a:cubicBezTo>
                <a:lnTo>
                  <a:pt x="148590" y="114300"/>
                </a:lnTo>
                <a:cubicBezTo>
                  <a:pt x="140970" y="102870"/>
                  <a:pt x="123190" y="102870"/>
                  <a:pt x="115570" y="114300"/>
                </a:cubicBezTo>
                <a:close/>
                <a:moveTo>
                  <a:pt x="97790" y="104140"/>
                </a:moveTo>
                <a:lnTo>
                  <a:pt x="50800" y="176530"/>
                </a:lnTo>
                <a:cubicBezTo>
                  <a:pt x="33020" y="203200"/>
                  <a:pt x="52070" y="238760"/>
                  <a:pt x="85090" y="238760"/>
                </a:cubicBezTo>
                <a:lnTo>
                  <a:pt x="179070" y="238760"/>
                </a:lnTo>
                <a:cubicBezTo>
                  <a:pt x="210820" y="238760"/>
                  <a:pt x="231140" y="203200"/>
                  <a:pt x="213360" y="176530"/>
                </a:cubicBezTo>
                <a:lnTo>
                  <a:pt x="166370" y="104140"/>
                </a:lnTo>
                <a:cubicBezTo>
                  <a:pt x="149860" y="78740"/>
                  <a:pt x="114300" y="78740"/>
                  <a:pt x="97790" y="104140"/>
                </a:cubicBezTo>
                <a:close/>
                <a:moveTo>
                  <a:pt x="172720" y="50800"/>
                </a:moveTo>
                <a:cubicBezTo>
                  <a:pt x="181610" y="50800"/>
                  <a:pt x="187960" y="44450"/>
                  <a:pt x="187960" y="35560"/>
                </a:cubicBezTo>
                <a:cubicBezTo>
                  <a:pt x="187960" y="26670"/>
                  <a:pt x="181610" y="20320"/>
                  <a:pt x="172720" y="20320"/>
                </a:cubicBezTo>
                <a:cubicBezTo>
                  <a:pt x="163830" y="20320"/>
                  <a:pt x="157480" y="26670"/>
                  <a:pt x="157480" y="35560"/>
                </a:cubicBezTo>
                <a:cubicBezTo>
                  <a:pt x="157480" y="44450"/>
                  <a:pt x="163830" y="50800"/>
                  <a:pt x="172720" y="50800"/>
                </a:cubicBezTo>
                <a:close/>
                <a:moveTo>
                  <a:pt x="172720" y="71120"/>
                </a:moveTo>
                <a:cubicBezTo>
                  <a:pt x="191770" y="71120"/>
                  <a:pt x="208280" y="54610"/>
                  <a:pt x="208280" y="35560"/>
                </a:cubicBezTo>
                <a:cubicBezTo>
                  <a:pt x="208280" y="16510"/>
                  <a:pt x="191770" y="0"/>
                  <a:pt x="172720" y="0"/>
                </a:cubicBezTo>
                <a:cubicBezTo>
                  <a:pt x="153670" y="0"/>
                  <a:pt x="137160" y="16510"/>
                  <a:pt x="137160" y="35560"/>
                </a:cubicBezTo>
                <a:cubicBezTo>
                  <a:pt x="137160" y="54610"/>
                  <a:pt x="153670" y="71120"/>
                  <a:pt x="172720" y="71120"/>
                </a:cubicBezTo>
                <a:close/>
                <a:moveTo>
                  <a:pt x="243840" y="96520"/>
                </a:moveTo>
                <a:cubicBezTo>
                  <a:pt x="243840" y="105410"/>
                  <a:pt x="237490" y="111760"/>
                  <a:pt x="228600" y="111760"/>
                </a:cubicBezTo>
                <a:cubicBezTo>
                  <a:pt x="219710" y="111760"/>
                  <a:pt x="213360" y="105410"/>
                  <a:pt x="213360" y="96520"/>
                </a:cubicBezTo>
                <a:cubicBezTo>
                  <a:pt x="213360" y="87630"/>
                  <a:pt x="219710" y="81280"/>
                  <a:pt x="228600" y="81280"/>
                </a:cubicBezTo>
                <a:cubicBezTo>
                  <a:pt x="237490" y="81280"/>
                  <a:pt x="243840" y="88900"/>
                  <a:pt x="243840" y="96520"/>
                </a:cubicBezTo>
                <a:close/>
                <a:moveTo>
                  <a:pt x="264160" y="96520"/>
                </a:moveTo>
                <a:cubicBezTo>
                  <a:pt x="264160" y="115570"/>
                  <a:pt x="247650" y="132080"/>
                  <a:pt x="228600" y="132080"/>
                </a:cubicBezTo>
                <a:cubicBezTo>
                  <a:pt x="209550" y="132080"/>
                  <a:pt x="193040" y="115570"/>
                  <a:pt x="193040" y="96520"/>
                </a:cubicBezTo>
                <a:cubicBezTo>
                  <a:pt x="193040" y="77470"/>
                  <a:pt x="209550" y="60960"/>
                  <a:pt x="228600" y="60960"/>
                </a:cubicBezTo>
                <a:cubicBezTo>
                  <a:pt x="247650" y="60960"/>
                  <a:pt x="264160" y="77470"/>
                  <a:pt x="264160" y="965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33" name="Полилиния: фигура 562">
            <a:extLst>
              <a:ext uri="{FF2B5EF4-FFF2-40B4-BE49-F238E27FC236}">
                <a16:creationId xmlns:a16="http://schemas.microsoft.com/office/drawing/2014/main" id="{26F9A58A-FB15-F20D-AB57-A199534CF0CE}"/>
              </a:ext>
            </a:extLst>
          </p:cNvPr>
          <p:cNvSpPr/>
          <p:nvPr/>
        </p:nvSpPr>
        <p:spPr>
          <a:xfrm>
            <a:off x="11165598" y="3100875"/>
            <a:ext cx="243840" cy="253682"/>
          </a:xfrm>
          <a:custGeom>
            <a:avLst/>
            <a:gdLst>
              <a:gd name="connsiteX0" fmla="*/ 13970 w 243840"/>
              <a:gd name="connsiteY0" fmla="*/ 79693 h 253682"/>
              <a:gd name="connsiteX1" fmla="*/ 120650 w 243840"/>
              <a:gd name="connsiteY1" fmla="*/ 21272 h 253682"/>
              <a:gd name="connsiteX2" fmla="*/ 227330 w 243840"/>
              <a:gd name="connsiteY2" fmla="*/ 79693 h 253682"/>
              <a:gd name="connsiteX3" fmla="*/ 241300 w 243840"/>
              <a:gd name="connsiteY3" fmla="*/ 75882 h 253682"/>
              <a:gd name="connsiteX4" fmla="*/ 237490 w 243840"/>
              <a:gd name="connsiteY4" fmla="*/ 61913 h 253682"/>
              <a:gd name="connsiteX5" fmla="*/ 127000 w 243840"/>
              <a:gd name="connsiteY5" fmla="*/ 953 h 253682"/>
              <a:gd name="connsiteX6" fmla="*/ 116840 w 243840"/>
              <a:gd name="connsiteY6" fmla="*/ 953 h 253682"/>
              <a:gd name="connsiteX7" fmla="*/ 6350 w 243840"/>
              <a:gd name="connsiteY7" fmla="*/ 61913 h 253682"/>
              <a:gd name="connsiteX8" fmla="*/ 2540 w 243840"/>
              <a:gd name="connsiteY8" fmla="*/ 75882 h 253682"/>
              <a:gd name="connsiteX9" fmla="*/ 13970 w 243840"/>
              <a:gd name="connsiteY9" fmla="*/ 79693 h 253682"/>
              <a:gd name="connsiteX10" fmla="*/ 10161 w 243840"/>
              <a:gd name="connsiteY10" fmla="*/ 233363 h 253682"/>
              <a:gd name="connsiteX11" fmla="*/ 0 w 243840"/>
              <a:gd name="connsiteY11" fmla="*/ 243522 h 253682"/>
              <a:gd name="connsiteX12" fmla="*/ 10161 w 243840"/>
              <a:gd name="connsiteY12" fmla="*/ 253683 h 253682"/>
              <a:gd name="connsiteX13" fmla="*/ 233680 w 243840"/>
              <a:gd name="connsiteY13" fmla="*/ 253683 h 253682"/>
              <a:gd name="connsiteX14" fmla="*/ 243840 w 243840"/>
              <a:gd name="connsiteY14" fmla="*/ 243522 h 253682"/>
              <a:gd name="connsiteX15" fmla="*/ 233680 w 243840"/>
              <a:gd name="connsiteY15" fmla="*/ 233363 h 253682"/>
              <a:gd name="connsiteX16" fmla="*/ 10161 w 243840"/>
              <a:gd name="connsiteY16" fmla="*/ 233363 h 253682"/>
              <a:gd name="connsiteX17" fmla="*/ 10161 w 243840"/>
              <a:gd name="connsiteY17" fmla="*/ 202883 h 253682"/>
              <a:gd name="connsiteX18" fmla="*/ 20320 w 243840"/>
              <a:gd name="connsiteY18" fmla="*/ 192722 h 253682"/>
              <a:gd name="connsiteX19" fmla="*/ 223520 w 243840"/>
              <a:gd name="connsiteY19" fmla="*/ 192722 h 253682"/>
              <a:gd name="connsiteX20" fmla="*/ 233680 w 243840"/>
              <a:gd name="connsiteY20" fmla="*/ 202883 h 253682"/>
              <a:gd name="connsiteX21" fmla="*/ 223520 w 243840"/>
              <a:gd name="connsiteY21" fmla="*/ 213043 h 253682"/>
              <a:gd name="connsiteX22" fmla="*/ 20320 w 243840"/>
              <a:gd name="connsiteY22" fmla="*/ 213043 h 253682"/>
              <a:gd name="connsiteX23" fmla="*/ 10161 w 243840"/>
              <a:gd name="connsiteY23" fmla="*/ 202883 h 253682"/>
              <a:gd name="connsiteX24" fmla="*/ 49530 w 243840"/>
              <a:gd name="connsiteY24" fmla="*/ 101282 h 253682"/>
              <a:gd name="connsiteX25" fmla="*/ 39370 w 243840"/>
              <a:gd name="connsiteY25" fmla="*/ 91122 h 253682"/>
              <a:gd name="connsiteX26" fmla="*/ 29211 w 243840"/>
              <a:gd name="connsiteY26" fmla="*/ 101282 h 253682"/>
              <a:gd name="connsiteX27" fmla="*/ 29211 w 243840"/>
              <a:gd name="connsiteY27" fmla="*/ 162243 h 253682"/>
              <a:gd name="connsiteX28" fmla="*/ 39370 w 243840"/>
              <a:gd name="connsiteY28" fmla="*/ 172403 h 253682"/>
              <a:gd name="connsiteX29" fmla="*/ 49530 w 243840"/>
              <a:gd name="connsiteY29" fmla="*/ 162243 h 253682"/>
              <a:gd name="connsiteX30" fmla="*/ 49530 w 243840"/>
              <a:gd name="connsiteY30" fmla="*/ 101282 h 253682"/>
              <a:gd name="connsiteX31" fmla="*/ 201930 w 243840"/>
              <a:gd name="connsiteY31" fmla="*/ 91122 h 253682"/>
              <a:gd name="connsiteX32" fmla="*/ 212090 w 243840"/>
              <a:gd name="connsiteY32" fmla="*/ 101282 h 253682"/>
              <a:gd name="connsiteX33" fmla="*/ 212090 w 243840"/>
              <a:gd name="connsiteY33" fmla="*/ 162243 h 253682"/>
              <a:gd name="connsiteX34" fmla="*/ 201930 w 243840"/>
              <a:gd name="connsiteY34" fmla="*/ 172403 h 253682"/>
              <a:gd name="connsiteX35" fmla="*/ 191770 w 243840"/>
              <a:gd name="connsiteY35" fmla="*/ 162243 h 253682"/>
              <a:gd name="connsiteX36" fmla="*/ 191770 w 243840"/>
              <a:gd name="connsiteY36" fmla="*/ 101282 h 253682"/>
              <a:gd name="connsiteX37" fmla="*/ 201930 w 243840"/>
              <a:gd name="connsiteY37" fmla="*/ 91122 h 253682"/>
              <a:gd name="connsiteX38" fmla="*/ 90170 w 243840"/>
              <a:gd name="connsiteY38" fmla="*/ 111443 h 253682"/>
              <a:gd name="connsiteX39" fmla="*/ 80011 w 243840"/>
              <a:gd name="connsiteY39" fmla="*/ 101282 h 253682"/>
              <a:gd name="connsiteX40" fmla="*/ 69850 w 243840"/>
              <a:gd name="connsiteY40" fmla="*/ 111443 h 253682"/>
              <a:gd name="connsiteX41" fmla="*/ 69850 w 243840"/>
              <a:gd name="connsiteY41" fmla="*/ 162243 h 253682"/>
              <a:gd name="connsiteX42" fmla="*/ 80011 w 243840"/>
              <a:gd name="connsiteY42" fmla="*/ 172403 h 253682"/>
              <a:gd name="connsiteX43" fmla="*/ 90170 w 243840"/>
              <a:gd name="connsiteY43" fmla="*/ 162243 h 253682"/>
              <a:gd name="connsiteX44" fmla="*/ 90170 w 243840"/>
              <a:gd name="connsiteY44" fmla="*/ 111443 h 253682"/>
              <a:gd name="connsiteX45" fmla="*/ 120650 w 243840"/>
              <a:gd name="connsiteY45" fmla="*/ 101282 h 253682"/>
              <a:gd name="connsiteX46" fmla="*/ 130811 w 243840"/>
              <a:gd name="connsiteY46" fmla="*/ 111443 h 253682"/>
              <a:gd name="connsiteX47" fmla="*/ 130811 w 243840"/>
              <a:gd name="connsiteY47" fmla="*/ 162243 h 253682"/>
              <a:gd name="connsiteX48" fmla="*/ 120650 w 243840"/>
              <a:gd name="connsiteY48" fmla="*/ 172403 h 253682"/>
              <a:gd name="connsiteX49" fmla="*/ 110490 w 243840"/>
              <a:gd name="connsiteY49" fmla="*/ 162243 h 253682"/>
              <a:gd name="connsiteX50" fmla="*/ 110490 w 243840"/>
              <a:gd name="connsiteY50" fmla="*/ 111443 h 253682"/>
              <a:gd name="connsiteX51" fmla="*/ 120650 w 243840"/>
              <a:gd name="connsiteY51" fmla="*/ 101282 h 253682"/>
              <a:gd name="connsiteX52" fmla="*/ 171450 w 243840"/>
              <a:gd name="connsiteY52" fmla="*/ 111443 h 253682"/>
              <a:gd name="connsiteX53" fmla="*/ 161290 w 243840"/>
              <a:gd name="connsiteY53" fmla="*/ 101282 h 253682"/>
              <a:gd name="connsiteX54" fmla="*/ 151130 w 243840"/>
              <a:gd name="connsiteY54" fmla="*/ 111443 h 253682"/>
              <a:gd name="connsiteX55" fmla="*/ 151130 w 243840"/>
              <a:gd name="connsiteY55" fmla="*/ 162243 h 253682"/>
              <a:gd name="connsiteX56" fmla="*/ 161290 w 243840"/>
              <a:gd name="connsiteY56" fmla="*/ 172403 h 253682"/>
              <a:gd name="connsiteX57" fmla="*/ 171450 w 243840"/>
              <a:gd name="connsiteY57" fmla="*/ 162243 h 253682"/>
              <a:gd name="connsiteX58" fmla="*/ 171450 w 243840"/>
              <a:gd name="connsiteY58" fmla="*/ 111443 h 2536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243840" h="253682">
                <a:moveTo>
                  <a:pt x="13970" y="79693"/>
                </a:moveTo>
                <a:lnTo>
                  <a:pt x="120650" y="21272"/>
                </a:lnTo>
                <a:lnTo>
                  <a:pt x="227330" y="79693"/>
                </a:lnTo>
                <a:cubicBezTo>
                  <a:pt x="232411" y="82232"/>
                  <a:pt x="238761" y="80963"/>
                  <a:pt x="241300" y="75882"/>
                </a:cubicBezTo>
                <a:cubicBezTo>
                  <a:pt x="243840" y="70803"/>
                  <a:pt x="242570" y="64453"/>
                  <a:pt x="237490" y="61913"/>
                </a:cubicBezTo>
                <a:lnTo>
                  <a:pt x="127000" y="953"/>
                </a:lnTo>
                <a:cubicBezTo>
                  <a:pt x="123190" y="-318"/>
                  <a:pt x="119380" y="-318"/>
                  <a:pt x="116840" y="953"/>
                </a:cubicBezTo>
                <a:lnTo>
                  <a:pt x="6350" y="61913"/>
                </a:lnTo>
                <a:cubicBezTo>
                  <a:pt x="1270" y="64453"/>
                  <a:pt x="0" y="70803"/>
                  <a:pt x="2540" y="75882"/>
                </a:cubicBezTo>
                <a:cubicBezTo>
                  <a:pt x="3811" y="80963"/>
                  <a:pt x="8890" y="82232"/>
                  <a:pt x="13970" y="79693"/>
                </a:cubicBezTo>
                <a:close/>
                <a:moveTo>
                  <a:pt x="10161" y="233363"/>
                </a:moveTo>
                <a:cubicBezTo>
                  <a:pt x="5080" y="233363"/>
                  <a:pt x="0" y="238443"/>
                  <a:pt x="0" y="243522"/>
                </a:cubicBezTo>
                <a:cubicBezTo>
                  <a:pt x="0" y="248602"/>
                  <a:pt x="5080" y="253683"/>
                  <a:pt x="10161" y="253683"/>
                </a:cubicBezTo>
                <a:lnTo>
                  <a:pt x="233680" y="253683"/>
                </a:lnTo>
                <a:cubicBezTo>
                  <a:pt x="238761" y="253683"/>
                  <a:pt x="243840" y="248602"/>
                  <a:pt x="243840" y="243522"/>
                </a:cubicBezTo>
                <a:cubicBezTo>
                  <a:pt x="243840" y="238443"/>
                  <a:pt x="238761" y="233363"/>
                  <a:pt x="233680" y="233363"/>
                </a:cubicBezTo>
                <a:lnTo>
                  <a:pt x="10161" y="233363"/>
                </a:lnTo>
                <a:close/>
                <a:moveTo>
                  <a:pt x="10161" y="202883"/>
                </a:moveTo>
                <a:cubicBezTo>
                  <a:pt x="10161" y="197802"/>
                  <a:pt x="15240" y="192722"/>
                  <a:pt x="20320" y="192722"/>
                </a:cubicBezTo>
                <a:lnTo>
                  <a:pt x="223520" y="192722"/>
                </a:lnTo>
                <a:cubicBezTo>
                  <a:pt x="228600" y="192722"/>
                  <a:pt x="233680" y="197802"/>
                  <a:pt x="233680" y="202883"/>
                </a:cubicBezTo>
                <a:cubicBezTo>
                  <a:pt x="233680" y="207963"/>
                  <a:pt x="228600" y="213043"/>
                  <a:pt x="223520" y="213043"/>
                </a:cubicBezTo>
                <a:lnTo>
                  <a:pt x="20320" y="213043"/>
                </a:lnTo>
                <a:cubicBezTo>
                  <a:pt x="13970" y="213043"/>
                  <a:pt x="10161" y="207963"/>
                  <a:pt x="10161" y="202883"/>
                </a:cubicBezTo>
                <a:close/>
                <a:moveTo>
                  <a:pt x="49530" y="101282"/>
                </a:moveTo>
                <a:cubicBezTo>
                  <a:pt x="49530" y="96203"/>
                  <a:pt x="44450" y="91122"/>
                  <a:pt x="39370" y="91122"/>
                </a:cubicBezTo>
                <a:cubicBezTo>
                  <a:pt x="34290" y="91122"/>
                  <a:pt x="29211" y="96203"/>
                  <a:pt x="29211" y="101282"/>
                </a:cubicBezTo>
                <a:lnTo>
                  <a:pt x="29211" y="162243"/>
                </a:lnTo>
                <a:cubicBezTo>
                  <a:pt x="29211" y="167322"/>
                  <a:pt x="34290" y="172403"/>
                  <a:pt x="39370" y="172403"/>
                </a:cubicBezTo>
                <a:cubicBezTo>
                  <a:pt x="44450" y="172403"/>
                  <a:pt x="49530" y="167322"/>
                  <a:pt x="49530" y="162243"/>
                </a:cubicBezTo>
                <a:lnTo>
                  <a:pt x="49530" y="101282"/>
                </a:lnTo>
                <a:close/>
                <a:moveTo>
                  <a:pt x="201930" y="91122"/>
                </a:moveTo>
                <a:cubicBezTo>
                  <a:pt x="207011" y="91122"/>
                  <a:pt x="212090" y="96203"/>
                  <a:pt x="212090" y="101282"/>
                </a:cubicBezTo>
                <a:lnTo>
                  <a:pt x="212090" y="162243"/>
                </a:lnTo>
                <a:cubicBezTo>
                  <a:pt x="212090" y="167322"/>
                  <a:pt x="207011" y="172403"/>
                  <a:pt x="201930" y="172403"/>
                </a:cubicBezTo>
                <a:cubicBezTo>
                  <a:pt x="196850" y="172403"/>
                  <a:pt x="191770" y="167322"/>
                  <a:pt x="191770" y="162243"/>
                </a:cubicBezTo>
                <a:lnTo>
                  <a:pt x="191770" y="101282"/>
                </a:lnTo>
                <a:cubicBezTo>
                  <a:pt x="191770" y="96203"/>
                  <a:pt x="196850" y="91122"/>
                  <a:pt x="201930" y="91122"/>
                </a:cubicBezTo>
                <a:close/>
                <a:moveTo>
                  <a:pt x="90170" y="111443"/>
                </a:moveTo>
                <a:cubicBezTo>
                  <a:pt x="90170" y="106363"/>
                  <a:pt x="85090" y="101282"/>
                  <a:pt x="80011" y="101282"/>
                </a:cubicBezTo>
                <a:cubicBezTo>
                  <a:pt x="74930" y="101282"/>
                  <a:pt x="69850" y="106363"/>
                  <a:pt x="69850" y="111443"/>
                </a:cubicBezTo>
                <a:lnTo>
                  <a:pt x="69850" y="162243"/>
                </a:lnTo>
                <a:cubicBezTo>
                  <a:pt x="69850" y="167322"/>
                  <a:pt x="74930" y="172403"/>
                  <a:pt x="80011" y="172403"/>
                </a:cubicBezTo>
                <a:cubicBezTo>
                  <a:pt x="85090" y="172403"/>
                  <a:pt x="90170" y="167322"/>
                  <a:pt x="90170" y="162243"/>
                </a:cubicBezTo>
                <a:lnTo>
                  <a:pt x="90170" y="111443"/>
                </a:lnTo>
                <a:close/>
                <a:moveTo>
                  <a:pt x="120650" y="101282"/>
                </a:moveTo>
                <a:cubicBezTo>
                  <a:pt x="125730" y="101282"/>
                  <a:pt x="130811" y="106363"/>
                  <a:pt x="130811" y="111443"/>
                </a:cubicBezTo>
                <a:lnTo>
                  <a:pt x="130811" y="162243"/>
                </a:lnTo>
                <a:cubicBezTo>
                  <a:pt x="130811" y="167322"/>
                  <a:pt x="125730" y="172403"/>
                  <a:pt x="120650" y="172403"/>
                </a:cubicBezTo>
                <a:cubicBezTo>
                  <a:pt x="115570" y="172403"/>
                  <a:pt x="110490" y="167322"/>
                  <a:pt x="110490" y="162243"/>
                </a:cubicBezTo>
                <a:lnTo>
                  <a:pt x="110490" y="111443"/>
                </a:lnTo>
                <a:cubicBezTo>
                  <a:pt x="110490" y="106363"/>
                  <a:pt x="115570" y="101282"/>
                  <a:pt x="120650" y="101282"/>
                </a:cubicBezTo>
                <a:close/>
                <a:moveTo>
                  <a:pt x="171450" y="111443"/>
                </a:moveTo>
                <a:cubicBezTo>
                  <a:pt x="171450" y="106363"/>
                  <a:pt x="166370" y="101282"/>
                  <a:pt x="161290" y="101282"/>
                </a:cubicBezTo>
                <a:cubicBezTo>
                  <a:pt x="156211" y="101282"/>
                  <a:pt x="151130" y="106363"/>
                  <a:pt x="151130" y="111443"/>
                </a:cubicBezTo>
                <a:lnTo>
                  <a:pt x="151130" y="162243"/>
                </a:lnTo>
                <a:cubicBezTo>
                  <a:pt x="151130" y="167322"/>
                  <a:pt x="156211" y="172403"/>
                  <a:pt x="161290" y="172403"/>
                </a:cubicBezTo>
                <a:cubicBezTo>
                  <a:pt x="166370" y="172403"/>
                  <a:pt x="171450" y="167322"/>
                  <a:pt x="171450" y="162243"/>
                </a:cubicBezTo>
                <a:lnTo>
                  <a:pt x="171450" y="111443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34" name="Полилиния: фигура 565">
            <a:extLst>
              <a:ext uri="{FF2B5EF4-FFF2-40B4-BE49-F238E27FC236}">
                <a16:creationId xmlns:a16="http://schemas.microsoft.com/office/drawing/2014/main" id="{FA7B0D07-159F-8F30-7D0C-4006D2E22629}"/>
              </a:ext>
            </a:extLst>
          </p:cNvPr>
          <p:cNvSpPr/>
          <p:nvPr/>
        </p:nvSpPr>
        <p:spPr>
          <a:xfrm>
            <a:off x="6692659" y="3105638"/>
            <a:ext cx="243839" cy="243839"/>
          </a:xfrm>
          <a:custGeom>
            <a:avLst/>
            <a:gdLst>
              <a:gd name="connsiteX0" fmla="*/ 91439 w 243839"/>
              <a:gd name="connsiteY0" fmla="*/ 20320 h 243839"/>
              <a:gd name="connsiteX1" fmla="*/ 81280 w 243839"/>
              <a:gd name="connsiteY1" fmla="*/ 30480 h 243839"/>
              <a:gd name="connsiteX2" fmla="*/ 81280 w 243839"/>
              <a:gd name="connsiteY2" fmla="*/ 35560 h 243839"/>
              <a:gd name="connsiteX3" fmla="*/ 71120 w 243839"/>
              <a:gd name="connsiteY3" fmla="*/ 45720 h 243839"/>
              <a:gd name="connsiteX4" fmla="*/ 60960 w 243839"/>
              <a:gd name="connsiteY4" fmla="*/ 35560 h 243839"/>
              <a:gd name="connsiteX5" fmla="*/ 60960 w 243839"/>
              <a:gd name="connsiteY5" fmla="*/ 30480 h 243839"/>
              <a:gd name="connsiteX6" fmla="*/ 91439 w 243839"/>
              <a:gd name="connsiteY6" fmla="*/ 0 h 243839"/>
              <a:gd name="connsiteX7" fmla="*/ 152400 w 243839"/>
              <a:gd name="connsiteY7" fmla="*/ 0 h 243839"/>
              <a:gd name="connsiteX8" fmla="*/ 182880 w 243839"/>
              <a:gd name="connsiteY8" fmla="*/ 30480 h 243839"/>
              <a:gd name="connsiteX9" fmla="*/ 182880 w 243839"/>
              <a:gd name="connsiteY9" fmla="*/ 35560 h 243839"/>
              <a:gd name="connsiteX10" fmla="*/ 172720 w 243839"/>
              <a:gd name="connsiteY10" fmla="*/ 45720 h 243839"/>
              <a:gd name="connsiteX11" fmla="*/ 162560 w 243839"/>
              <a:gd name="connsiteY11" fmla="*/ 35560 h 243839"/>
              <a:gd name="connsiteX12" fmla="*/ 162560 w 243839"/>
              <a:gd name="connsiteY12" fmla="*/ 30480 h 243839"/>
              <a:gd name="connsiteX13" fmla="*/ 152400 w 243839"/>
              <a:gd name="connsiteY13" fmla="*/ 20320 h 243839"/>
              <a:gd name="connsiteX14" fmla="*/ 91439 w 243839"/>
              <a:gd name="connsiteY14" fmla="*/ 20320 h 243839"/>
              <a:gd name="connsiteX15" fmla="*/ 111760 w 243839"/>
              <a:gd name="connsiteY15" fmla="*/ 142240 h 243839"/>
              <a:gd name="connsiteX16" fmla="*/ 101600 w 243839"/>
              <a:gd name="connsiteY16" fmla="*/ 152400 h 243839"/>
              <a:gd name="connsiteX17" fmla="*/ 111760 w 243839"/>
              <a:gd name="connsiteY17" fmla="*/ 162560 h 243839"/>
              <a:gd name="connsiteX18" fmla="*/ 132080 w 243839"/>
              <a:gd name="connsiteY18" fmla="*/ 162560 h 243839"/>
              <a:gd name="connsiteX19" fmla="*/ 142239 w 243839"/>
              <a:gd name="connsiteY19" fmla="*/ 152400 h 243839"/>
              <a:gd name="connsiteX20" fmla="*/ 132080 w 243839"/>
              <a:gd name="connsiteY20" fmla="*/ 142240 h 243839"/>
              <a:gd name="connsiteX21" fmla="*/ 111760 w 243839"/>
              <a:gd name="connsiteY21" fmla="*/ 142240 h 243839"/>
              <a:gd name="connsiteX22" fmla="*/ 0 w 243839"/>
              <a:gd name="connsiteY22" fmla="*/ 193040 h 243839"/>
              <a:gd name="connsiteX23" fmla="*/ 0 w 243839"/>
              <a:gd name="connsiteY23" fmla="*/ 91440 h 243839"/>
              <a:gd name="connsiteX24" fmla="*/ 30480 w 243839"/>
              <a:gd name="connsiteY24" fmla="*/ 60960 h 243839"/>
              <a:gd name="connsiteX25" fmla="*/ 213360 w 243839"/>
              <a:gd name="connsiteY25" fmla="*/ 60960 h 243839"/>
              <a:gd name="connsiteX26" fmla="*/ 243839 w 243839"/>
              <a:gd name="connsiteY26" fmla="*/ 91440 h 243839"/>
              <a:gd name="connsiteX27" fmla="*/ 243839 w 243839"/>
              <a:gd name="connsiteY27" fmla="*/ 193040 h 243839"/>
              <a:gd name="connsiteX28" fmla="*/ 243839 w 243839"/>
              <a:gd name="connsiteY28" fmla="*/ 213360 h 243839"/>
              <a:gd name="connsiteX29" fmla="*/ 213360 w 243839"/>
              <a:gd name="connsiteY29" fmla="*/ 243840 h 243839"/>
              <a:gd name="connsiteX30" fmla="*/ 30480 w 243839"/>
              <a:gd name="connsiteY30" fmla="*/ 243840 h 243839"/>
              <a:gd name="connsiteX31" fmla="*/ 0 w 243839"/>
              <a:gd name="connsiteY31" fmla="*/ 213360 h 243839"/>
              <a:gd name="connsiteX32" fmla="*/ 0 w 243839"/>
              <a:gd name="connsiteY32" fmla="*/ 193040 h 243839"/>
              <a:gd name="connsiteX33" fmla="*/ 223520 w 243839"/>
              <a:gd name="connsiteY33" fmla="*/ 182880 h 243839"/>
              <a:gd name="connsiteX34" fmla="*/ 223520 w 243839"/>
              <a:gd name="connsiteY34" fmla="*/ 91440 h 243839"/>
              <a:gd name="connsiteX35" fmla="*/ 213360 w 243839"/>
              <a:gd name="connsiteY35" fmla="*/ 81280 h 243839"/>
              <a:gd name="connsiteX36" fmla="*/ 30480 w 243839"/>
              <a:gd name="connsiteY36" fmla="*/ 81280 h 243839"/>
              <a:gd name="connsiteX37" fmla="*/ 20320 w 243839"/>
              <a:gd name="connsiteY37" fmla="*/ 91440 h 243839"/>
              <a:gd name="connsiteX38" fmla="*/ 20320 w 243839"/>
              <a:gd name="connsiteY38" fmla="*/ 182880 h 243839"/>
              <a:gd name="connsiteX39" fmla="*/ 223520 w 243839"/>
              <a:gd name="connsiteY39" fmla="*/ 182880 h 243839"/>
              <a:gd name="connsiteX40" fmla="*/ 20320 w 243839"/>
              <a:gd name="connsiteY40" fmla="*/ 203200 h 243839"/>
              <a:gd name="connsiteX41" fmla="*/ 223520 w 243839"/>
              <a:gd name="connsiteY41" fmla="*/ 203200 h 243839"/>
              <a:gd name="connsiteX42" fmla="*/ 223520 w 243839"/>
              <a:gd name="connsiteY42" fmla="*/ 213360 h 243839"/>
              <a:gd name="connsiteX43" fmla="*/ 213360 w 243839"/>
              <a:gd name="connsiteY43" fmla="*/ 223520 h 243839"/>
              <a:gd name="connsiteX44" fmla="*/ 30480 w 243839"/>
              <a:gd name="connsiteY44" fmla="*/ 223520 h 243839"/>
              <a:gd name="connsiteX45" fmla="*/ 20320 w 243839"/>
              <a:gd name="connsiteY45" fmla="*/ 213360 h 243839"/>
              <a:gd name="connsiteX46" fmla="*/ 20320 w 243839"/>
              <a:gd name="connsiteY46" fmla="*/ 20320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43839" h="243839">
                <a:moveTo>
                  <a:pt x="91439" y="20320"/>
                </a:moveTo>
                <a:cubicBezTo>
                  <a:pt x="86360" y="20320"/>
                  <a:pt x="81280" y="25400"/>
                  <a:pt x="81280" y="30480"/>
                </a:cubicBezTo>
                <a:lnTo>
                  <a:pt x="81280" y="35560"/>
                </a:lnTo>
                <a:cubicBezTo>
                  <a:pt x="81280" y="40640"/>
                  <a:pt x="76200" y="45720"/>
                  <a:pt x="71120" y="45720"/>
                </a:cubicBezTo>
                <a:cubicBezTo>
                  <a:pt x="66039" y="45720"/>
                  <a:pt x="60960" y="40640"/>
                  <a:pt x="60960" y="35560"/>
                </a:cubicBezTo>
                <a:lnTo>
                  <a:pt x="60960" y="30480"/>
                </a:lnTo>
                <a:cubicBezTo>
                  <a:pt x="60960" y="13970"/>
                  <a:pt x="74930" y="0"/>
                  <a:pt x="91439" y="0"/>
                </a:cubicBezTo>
                <a:lnTo>
                  <a:pt x="152400" y="0"/>
                </a:lnTo>
                <a:cubicBezTo>
                  <a:pt x="168910" y="0"/>
                  <a:pt x="182880" y="13970"/>
                  <a:pt x="182880" y="30480"/>
                </a:cubicBezTo>
                <a:lnTo>
                  <a:pt x="182880" y="35560"/>
                </a:lnTo>
                <a:cubicBezTo>
                  <a:pt x="182880" y="40640"/>
                  <a:pt x="177800" y="45720"/>
                  <a:pt x="172720" y="45720"/>
                </a:cubicBezTo>
                <a:cubicBezTo>
                  <a:pt x="167639" y="45720"/>
                  <a:pt x="162560" y="40640"/>
                  <a:pt x="162560" y="35560"/>
                </a:cubicBezTo>
                <a:lnTo>
                  <a:pt x="162560" y="30480"/>
                </a:lnTo>
                <a:cubicBezTo>
                  <a:pt x="162560" y="25400"/>
                  <a:pt x="157480" y="20320"/>
                  <a:pt x="152400" y="20320"/>
                </a:cubicBezTo>
                <a:lnTo>
                  <a:pt x="91439" y="20320"/>
                </a:lnTo>
                <a:close/>
                <a:moveTo>
                  <a:pt x="111760" y="142240"/>
                </a:moveTo>
                <a:cubicBezTo>
                  <a:pt x="106680" y="142240"/>
                  <a:pt x="101600" y="147320"/>
                  <a:pt x="101600" y="152400"/>
                </a:cubicBezTo>
                <a:cubicBezTo>
                  <a:pt x="101600" y="157480"/>
                  <a:pt x="106680" y="162560"/>
                  <a:pt x="111760" y="162560"/>
                </a:cubicBezTo>
                <a:lnTo>
                  <a:pt x="132080" y="162560"/>
                </a:lnTo>
                <a:cubicBezTo>
                  <a:pt x="137160" y="162560"/>
                  <a:pt x="142239" y="157480"/>
                  <a:pt x="142239" y="152400"/>
                </a:cubicBezTo>
                <a:cubicBezTo>
                  <a:pt x="142239" y="147320"/>
                  <a:pt x="137160" y="142240"/>
                  <a:pt x="132080" y="142240"/>
                </a:cubicBezTo>
                <a:lnTo>
                  <a:pt x="111760" y="142240"/>
                </a:lnTo>
                <a:close/>
                <a:moveTo>
                  <a:pt x="0" y="193040"/>
                </a:moveTo>
                <a:lnTo>
                  <a:pt x="0" y="91440"/>
                </a:lnTo>
                <a:cubicBezTo>
                  <a:pt x="0" y="74930"/>
                  <a:pt x="13970" y="60960"/>
                  <a:pt x="30480" y="60960"/>
                </a:cubicBezTo>
                <a:lnTo>
                  <a:pt x="213360" y="60960"/>
                </a:lnTo>
                <a:cubicBezTo>
                  <a:pt x="229870" y="60960"/>
                  <a:pt x="243839" y="74930"/>
                  <a:pt x="243839" y="91440"/>
                </a:cubicBezTo>
                <a:lnTo>
                  <a:pt x="243839" y="193040"/>
                </a:lnTo>
                <a:lnTo>
                  <a:pt x="243839" y="213360"/>
                </a:lnTo>
                <a:cubicBezTo>
                  <a:pt x="243839" y="229870"/>
                  <a:pt x="229870" y="243840"/>
                  <a:pt x="213360" y="243840"/>
                </a:cubicBezTo>
                <a:lnTo>
                  <a:pt x="30480" y="243840"/>
                </a:lnTo>
                <a:cubicBezTo>
                  <a:pt x="13970" y="243840"/>
                  <a:pt x="0" y="229870"/>
                  <a:pt x="0" y="213360"/>
                </a:cubicBezTo>
                <a:lnTo>
                  <a:pt x="0" y="193040"/>
                </a:lnTo>
                <a:close/>
                <a:moveTo>
                  <a:pt x="223520" y="182880"/>
                </a:moveTo>
                <a:lnTo>
                  <a:pt x="223520" y="91440"/>
                </a:lnTo>
                <a:cubicBezTo>
                  <a:pt x="223520" y="86360"/>
                  <a:pt x="218439" y="81280"/>
                  <a:pt x="213360" y="81280"/>
                </a:cubicBezTo>
                <a:lnTo>
                  <a:pt x="30480" y="81280"/>
                </a:lnTo>
                <a:cubicBezTo>
                  <a:pt x="25400" y="81280"/>
                  <a:pt x="20320" y="86360"/>
                  <a:pt x="20320" y="91440"/>
                </a:cubicBezTo>
                <a:lnTo>
                  <a:pt x="20320" y="182880"/>
                </a:lnTo>
                <a:lnTo>
                  <a:pt x="223520" y="182880"/>
                </a:lnTo>
                <a:close/>
                <a:moveTo>
                  <a:pt x="20320" y="203200"/>
                </a:moveTo>
                <a:lnTo>
                  <a:pt x="223520" y="203200"/>
                </a:lnTo>
                <a:lnTo>
                  <a:pt x="223520" y="213360"/>
                </a:lnTo>
                <a:cubicBezTo>
                  <a:pt x="223520" y="218440"/>
                  <a:pt x="218439" y="223520"/>
                  <a:pt x="213360" y="223520"/>
                </a:cubicBezTo>
                <a:lnTo>
                  <a:pt x="30480" y="223520"/>
                </a:lnTo>
                <a:cubicBezTo>
                  <a:pt x="25400" y="223520"/>
                  <a:pt x="20320" y="218440"/>
                  <a:pt x="20320" y="213360"/>
                </a:cubicBezTo>
                <a:lnTo>
                  <a:pt x="20320" y="2032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35" name="Полилиния: фигура 569">
            <a:extLst>
              <a:ext uri="{FF2B5EF4-FFF2-40B4-BE49-F238E27FC236}">
                <a16:creationId xmlns:a16="http://schemas.microsoft.com/office/drawing/2014/main" id="{EE9B74CA-7648-DB83-CDCB-233C31F5C027}"/>
              </a:ext>
            </a:extLst>
          </p:cNvPr>
          <p:cNvSpPr/>
          <p:nvPr/>
        </p:nvSpPr>
        <p:spPr>
          <a:xfrm>
            <a:off x="5045469" y="3077697"/>
            <a:ext cx="182879" cy="302260"/>
          </a:xfrm>
          <a:custGeom>
            <a:avLst/>
            <a:gdLst>
              <a:gd name="connsiteX0" fmla="*/ 54610 w 182879"/>
              <a:gd name="connsiteY0" fmla="*/ 196850 h 302260"/>
              <a:gd name="connsiteX1" fmla="*/ 60960 w 182879"/>
              <a:gd name="connsiteY1" fmla="*/ 201930 h 302260"/>
              <a:gd name="connsiteX2" fmla="*/ 50800 w 182879"/>
              <a:gd name="connsiteY2" fmla="*/ 217170 h 302260"/>
              <a:gd name="connsiteX3" fmla="*/ 49530 w 182879"/>
              <a:gd name="connsiteY3" fmla="*/ 219710 h 302260"/>
              <a:gd name="connsiteX4" fmla="*/ 59690 w 182879"/>
              <a:gd name="connsiteY4" fmla="*/ 233680 h 302260"/>
              <a:gd name="connsiteX5" fmla="*/ 123190 w 182879"/>
              <a:gd name="connsiteY5" fmla="*/ 233680 h 302260"/>
              <a:gd name="connsiteX6" fmla="*/ 132080 w 182879"/>
              <a:gd name="connsiteY6" fmla="*/ 218440 h 302260"/>
              <a:gd name="connsiteX7" fmla="*/ 121920 w 182879"/>
              <a:gd name="connsiteY7" fmla="*/ 203200 h 302260"/>
              <a:gd name="connsiteX8" fmla="*/ 182880 w 182879"/>
              <a:gd name="connsiteY8" fmla="*/ 101600 h 302260"/>
              <a:gd name="connsiteX9" fmla="*/ 91440 w 182879"/>
              <a:gd name="connsiteY9" fmla="*/ 0 h 302260"/>
              <a:gd name="connsiteX10" fmla="*/ 0 w 182879"/>
              <a:gd name="connsiteY10" fmla="*/ 101600 h 302260"/>
              <a:gd name="connsiteX11" fmla="*/ 54610 w 182879"/>
              <a:gd name="connsiteY11" fmla="*/ 196850 h 302260"/>
              <a:gd name="connsiteX12" fmla="*/ 162560 w 182879"/>
              <a:gd name="connsiteY12" fmla="*/ 99060 h 302260"/>
              <a:gd name="connsiteX13" fmla="*/ 110490 w 182879"/>
              <a:gd name="connsiteY13" fmla="*/ 184150 h 302260"/>
              <a:gd name="connsiteX14" fmla="*/ 104140 w 182879"/>
              <a:gd name="connsiteY14" fmla="*/ 210820 h 302260"/>
              <a:gd name="connsiteX15" fmla="*/ 78740 w 182879"/>
              <a:gd name="connsiteY15" fmla="*/ 210820 h 302260"/>
              <a:gd name="connsiteX16" fmla="*/ 72390 w 182879"/>
              <a:gd name="connsiteY16" fmla="*/ 182880 h 302260"/>
              <a:gd name="connsiteX17" fmla="*/ 21590 w 182879"/>
              <a:gd name="connsiteY17" fmla="*/ 99060 h 302260"/>
              <a:gd name="connsiteX18" fmla="*/ 92710 w 182879"/>
              <a:gd name="connsiteY18" fmla="*/ 17780 h 302260"/>
              <a:gd name="connsiteX19" fmla="*/ 162560 w 182879"/>
              <a:gd name="connsiteY19" fmla="*/ 99060 h 302260"/>
              <a:gd name="connsiteX20" fmla="*/ 67310 w 182879"/>
              <a:gd name="connsiteY20" fmla="*/ 71120 h 302260"/>
              <a:gd name="connsiteX21" fmla="*/ 55880 w 182879"/>
              <a:gd name="connsiteY21" fmla="*/ 99060 h 302260"/>
              <a:gd name="connsiteX22" fmla="*/ 45720 w 182879"/>
              <a:gd name="connsiteY22" fmla="*/ 109220 h 302260"/>
              <a:gd name="connsiteX23" fmla="*/ 35560 w 182879"/>
              <a:gd name="connsiteY23" fmla="*/ 99060 h 302260"/>
              <a:gd name="connsiteX24" fmla="*/ 50800 w 182879"/>
              <a:gd name="connsiteY24" fmla="*/ 57150 h 302260"/>
              <a:gd name="connsiteX25" fmla="*/ 90170 w 182879"/>
              <a:gd name="connsiteY25" fmla="*/ 38100 h 302260"/>
              <a:gd name="connsiteX26" fmla="*/ 100330 w 182879"/>
              <a:gd name="connsiteY26" fmla="*/ 48260 h 302260"/>
              <a:gd name="connsiteX27" fmla="*/ 90170 w 182879"/>
              <a:gd name="connsiteY27" fmla="*/ 58420 h 302260"/>
              <a:gd name="connsiteX28" fmla="*/ 67310 w 182879"/>
              <a:gd name="connsiteY28" fmla="*/ 71120 h 302260"/>
              <a:gd name="connsiteX29" fmla="*/ 91440 w 182879"/>
              <a:gd name="connsiteY29" fmla="*/ 241300 h 302260"/>
              <a:gd name="connsiteX30" fmla="*/ 101600 w 182879"/>
              <a:gd name="connsiteY30" fmla="*/ 251460 h 302260"/>
              <a:gd name="connsiteX31" fmla="*/ 101600 w 182879"/>
              <a:gd name="connsiteY31" fmla="*/ 254000 h 302260"/>
              <a:gd name="connsiteX32" fmla="*/ 81280 w 182879"/>
              <a:gd name="connsiteY32" fmla="*/ 279400 h 302260"/>
              <a:gd name="connsiteX33" fmla="*/ 64770 w 182879"/>
              <a:gd name="connsiteY33" fmla="*/ 283210 h 302260"/>
              <a:gd name="connsiteX34" fmla="*/ 59690 w 182879"/>
              <a:gd name="connsiteY34" fmla="*/ 289560 h 302260"/>
              <a:gd name="connsiteX35" fmla="*/ 59690 w 182879"/>
              <a:gd name="connsiteY35" fmla="*/ 292100 h 302260"/>
              <a:gd name="connsiteX36" fmla="*/ 49530 w 182879"/>
              <a:gd name="connsiteY36" fmla="*/ 302260 h 302260"/>
              <a:gd name="connsiteX37" fmla="*/ 39370 w 182879"/>
              <a:gd name="connsiteY37" fmla="*/ 292100 h 302260"/>
              <a:gd name="connsiteX38" fmla="*/ 39370 w 182879"/>
              <a:gd name="connsiteY38" fmla="*/ 289560 h 302260"/>
              <a:gd name="connsiteX39" fmla="*/ 59690 w 182879"/>
              <a:gd name="connsiteY39" fmla="*/ 264160 h 302260"/>
              <a:gd name="connsiteX40" fmla="*/ 76200 w 182879"/>
              <a:gd name="connsiteY40" fmla="*/ 260350 h 302260"/>
              <a:gd name="connsiteX41" fmla="*/ 81280 w 182879"/>
              <a:gd name="connsiteY41" fmla="*/ 254000 h 302260"/>
              <a:gd name="connsiteX42" fmla="*/ 81280 w 182879"/>
              <a:gd name="connsiteY42" fmla="*/ 251460 h 302260"/>
              <a:gd name="connsiteX43" fmla="*/ 91440 w 182879"/>
              <a:gd name="connsiteY43" fmla="*/ 241300 h 302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182879" h="302260">
                <a:moveTo>
                  <a:pt x="54610" y="196850"/>
                </a:moveTo>
                <a:cubicBezTo>
                  <a:pt x="57150" y="198120"/>
                  <a:pt x="59690" y="199390"/>
                  <a:pt x="60960" y="201930"/>
                </a:cubicBezTo>
                <a:lnTo>
                  <a:pt x="50800" y="217170"/>
                </a:lnTo>
                <a:cubicBezTo>
                  <a:pt x="50800" y="218440"/>
                  <a:pt x="49530" y="218440"/>
                  <a:pt x="49530" y="219710"/>
                </a:cubicBezTo>
                <a:cubicBezTo>
                  <a:pt x="46990" y="226060"/>
                  <a:pt x="52070" y="233680"/>
                  <a:pt x="59690" y="233680"/>
                </a:cubicBezTo>
                <a:lnTo>
                  <a:pt x="123190" y="233680"/>
                </a:lnTo>
                <a:cubicBezTo>
                  <a:pt x="130810" y="233680"/>
                  <a:pt x="135890" y="224790"/>
                  <a:pt x="132080" y="218440"/>
                </a:cubicBezTo>
                <a:lnTo>
                  <a:pt x="121920" y="203200"/>
                </a:lnTo>
                <a:cubicBezTo>
                  <a:pt x="167640" y="172720"/>
                  <a:pt x="182880" y="135890"/>
                  <a:pt x="182880" y="101600"/>
                </a:cubicBezTo>
                <a:cubicBezTo>
                  <a:pt x="182880" y="46990"/>
                  <a:pt x="142240" y="0"/>
                  <a:pt x="91440" y="0"/>
                </a:cubicBezTo>
                <a:cubicBezTo>
                  <a:pt x="40640" y="0"/>
                  <a:pt x="0" y="45720"/>
                  <a:pt x="0" y="101600"/>
                </a:cubicBezTo>
                <a:cubicBezTo>
                  <a:pt x="0" y="132080"/>
                  <a:pt x="19050" y="170180"/>
                  <a:pt x="54610" y="196850"/>
                </a:cubicBezTo>
                <a:close/>
                <a:moveTo>
                  <a:pt x="162560" y="99060"/>
                </a:moveTo>
                <a:cubicBezTo>
                  <a:pt x="162560" y="125730"/>
                  <a:pt x="151130" y="156210"/>
                  <a:pt x="110490" y="184150"/>
                </a:cubicBezTo>
                <a:cubicBezTo>
                  <a:pt x="100330" y="190500"/>
                  <a:pt x="99060" y="203200"/>
                  <a:pt x="104140" y="210820"/>
                </a:cubicBezTo>
                <a:lnTo>
                  <a:pt x="78740" y="210820"/>
                </a:lnTo>
                <a:cubicBezTo>
                  <a:pt x="83820" y="201930"/>
                  <a:pt x="81280" y="189230"/>
                  <a:pt x="72390" y="182880"/>
                </a:cubicBezTo>
                <a:cubicBezTo>
                  <a:pt x="38100" y="161290"/>
                  <a:pt x="21590" y="125730"/>
                  <a:pt x="21590" y="99060"/>
                </a:cubicBezTo>
                <a:cubicBezTo>
                  <a:pt x="21590" y="53340"/>
                  <a:pt x="54610" y="17780"/>
                  <a:pt x="92710" y="17780"/>
                </a:cubicBezTo>
                <a:cubicBezTo>
                  <a:pt x="130810" y="17780"/>
                  <a:pt x="162560" y="53340"/>
                  <a:pt x="162560" y="99060"/>
                </a:cubicBezTo>
                <a:close/>
                <a:moveTo>
                  <a:pt x="67310" y="71120"/>
                </a:moveTo>
                <a:cubicBezTo>
                  <a:pt x="60960" y="78740"/>
                  <a:pt x="55880" y="88900"/>
                  <a:pt x="55880" y="99060"/>
                </a:cubicBezTo>
                <a:cubicBezTo>
                  <a:pt x="55880" y="104140"/>
                  <a:pt x="50800" y="109220"/>
                  <a:pt x="45720" y="109220"/>
                </a:cubicBezTo>
                <a:cubicBezTo>
                  <a:pt x="40640" y="109220"/>
                  <a:pt x="35560" y="104140"/>
                  <a:pt x="35560" y="99060"/>
                </a:cubicBezTo>
                <a:cubicBezTo>
                  <a:pt x="35560" y="83820"/>
                  <a:pt x="41910" y="68580"/>
                  <a:pt x="50800" y="57150"/>
                </a:cubicBezTo>
                <a:cubicBezTo>
                  <a:pt x="60960" y="45720"/>
                  <a:pt x="74930" y="38100"/>
                  <a:pt x="90170" y="38100"/>
                </a:cubicBezTo>
                <a:cubicBezTo>
                  <a:pt x="95250" y="38100"/>
                  <a:pt x="100330" y="43180"/>
                  <a:pt x="100330" y="48260"/>
                </a:cubicBezTo>
                <a:cubicBezTo>
                  <a:pt x="100330" y="53340"/>
                  <a:pt x="95250" y="58420"/>
                  <a:pt x="90170" y="58420"/>
                </a:cubicBezTo>
                <a:cubicBezTo>
                  <a:pt x="82550" y="58420"/>
                  <a:pt x="73660" y="63500"/>
                  <a:pt x="67310" y="71120"/>
                </a:cubicBezTo>
                <a:close/>
                <a:moveTo>
                  <a:pt x="91440" y="241300"/>
                </a:moveTo>
                <a:cubicBezTo>
                  <a:pt x="96520" y="241300"/>
                  <a:pt x="101600" y="246380"/>
                  <a:pt x="101600" y="251460"/>
                </a:cubicBezTo>
                <a:lnTo>
                  <a:pt x="101600" y="254000"/>
                </a:lnTo>
                <a:cubicBezTo>
                  <a:pt x="101600" y="266700"/>
                  <a:pt x="93980" y="276860"/>
                  <a:pt x="81280" y="279400"/>
                </a:cubicBezTo>
                <a:lnTo>
                  <a:pt x="64770" y="283210"/>
                </a:lnTo>
                <a:cubicBezTo>
                  <a:pt x="62230" y="284480"/>
                  <a:pt x="59690" y="285750"/>
                  <a:pt x="59690" y="289560"/>
                </a:cubicBezTo>
                <a:lnTo>
                  <a:pt x="59690" y="292100"/>
                </a:lnTo>
                <a:cubicBezTo>
                  <a:pt x="59690" y="297180"/>
                  <a:pt x="54610" y="302260"/>
                  <a:pt x="49530" y="302260"/>
                </a:cubicBezTo>
                <a:cubicBezTo>
                  <a:pt x="44450" y="302260"/>
                  <a:pt x="39370" y="297180"/>
                  <a:pt x="39370" y="292100"/>
                </a:cubicBezTo>
                <a:lnTo>
                  <a:pt x="39370" y="289560"/>
                </a:lnTo>
                <a:cubicBezTo>
                  <a:pt x="39370" y="276860"/>
                  <a:pt x="46990" y="266700"/>
                  <a:pt x="59690" y="264160"/>
                </a:cubicBezTo>
                <a:lnTo>
                  <a:pt x="76200" y="260350"/>
                </a:lnTo>
                <a:cubicBezTo>
                  <a:pt x="78740" y="259080"/>
                  <a:pt x="81280" y="257810"/>
                  <a:pt x="81280" y="254000"/>
                </a:cubicBezTo>
                <a:lnTo>
                  <a:pt x="81280" y="251460"/>
                </a:lnTo>
                <a:cubicBezTo>
                  <a:pt x="81280" y="246380"/>
                  <a:pt x="86360" y="241300"/>
                  <a:pt x="91440" y="2413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936" name="Рисунок 2">
            <a:extLst>
              <a:ext uri="{FF2B5EF4-FFF2-40B4-BE49-F238E27FC236}">
                <a16:creationId xmlns:a16="http://schemas.microsoft.com/office/drawing/2014/main" id="{91334103-B95B-28DD-6D70-C7F378B8FC82}"/>
              </a:ext>
            </a:extLst>
          </p:cNvPr>
          <p:cNvGrpSpPr/>
          <p:nvPr/>
        </p:nvGrpSpPr>
        <p:grpSpPr>
          <a:xfrm>
            <a:off x="9498088" y="3085154"/>
            <a:ext cx="224385" cy="284643"/>
            <a:chOff x="9643109" y="3041486"/>
            <a:chExt cx="224385" cy="284643"/>
          </a:xfrm>
          <a:solidFill>
            <a:schemeClr val="tx1"/>
          </a:solidFill>
        </p:grpSpPr>
        <p:sp>
          <p:nvSpPr>
            <p:cNvPr id="937" name="Полилиния: фигура 572">
              <a:extLst>
                <a:ext uri="{FF2B5EF4-FFF2-40B4-BE49-F238E27FC236}">
                  <a16:creationId xmlns:a16="http://schemas.microsoft.com/office/drawing/2014/main" id="{32092D74-88D0-D518-D8D1-00237ADBFC19}"/>
                </a:ext>
              </a:extLst>
            </p:cNvPr>
            <p:cNvSpPr/>
            <p:nvPr/>
          </p:nvSpPr>
          <p:spPr>
            <a:xfrm>
              <a:off x="9655006" y="3041486"/>
              <a:ext cx="212488" cy="244003"/>
            </a:xfrm>
            <a:custGeom>
              <a:avLst/>
              <a:gdLst>
                <a:gd name="connsiteX0" fmla="*/ 131613 w 212488"/>
                <a:gd name="connsiteY0" fmla="*/ 132243 h 244003"/>
                <a:gd name="connsiteX1" fmla="*/ 137963 w 212488"/>
                <a:gd name="connsiteY1" fmla="*/ 150024 h 244003"/>
                <a:gd name="connsiteX2" fmla="*/ 145584 w 212488"/>
                <a:gd name="connsiteY2" fmla="*/ 161453 h 244003"/>
                <a:gd name="connsiteX3" fmla="*/ 146853 w 212488"/>
                <a:gd name="connsiteY3" fmla="*/ 162724 h 244003"/>
                <a:gd name="connsiteX4" fmla="*/ 155744 w 212488"/>
                <a:gd name="connsiteY4" fmla="*/ 177963 h 244003"/>
                <a:gd name="connsiteX5" fmla="*/ 160824 w 212488"/>
                <a:gd name="connsiteY5" fmla="*/ 217334 h 244003"/>
                <a:gd name="connsiteX6" fmla="*/ 159553 w 212488"/>
                <a:gd name="connsiteY6" fmla="*/ 223684 h 244003"/>
                <a:gd name="connsiteX7" fmla="*/ 173524 w 212488"/>
                <a:gd name="connsiteY7" fmla="*/ 223684 h 244003"/>
                <a:gd name="connsiteX8" fmla="*/ 183684 w 212488"/>
                <a:gd name="connsiteY8" fmla="*/ 233843 h 244003"/>
                <a:gd name="connsiteX9" fmla="*/ 173524 w 212488"/>
                <a:gd name="connsiteY9" fmla="*/ 244004 h 244003"/>
                <a:gd name="connsiteX10" fmla="*/ 10963 w 212488"/>
                <a:gd name="connsiteY10" fmla="*/ 244004 h 244003"/>
                <a:gd name="connsiteX11" fmla="*/ 803 w 212488"/>
                <a:gd name="connsiteY11" fmla="*/ 233843 h 244003"/>
                <a:gd name="connsiteX12" fmla="*/ 10963 w 212488"/>
                <a:gd name="connsiteY12" fmla="*/ 223684 h 244003"/>
                <a:gd name="connsiteX13" fmla="*/ 22394 w 212488"/>
                <a:gd name="connsiteY13" fmla="*/ 223684 h 244003"/>
                <a:gd name="connsiteX14" fmla="*/ 803 w 212488"/>
                <a:gd name="connsiteY14" fmla="*/ 130974 h 244003"/>
                <a:gd name="connsiteX15" fmla="*/ 64303 w 212488"/>
                <a:gd name="connsiteY15" fmla="*/ 33184 h 244003"/>
                <a:gd name="connsiteX16" fmla="*/ 139234 w 212488"/>
                <a:gd name="connsiteY16" fmla="*/ 163 h 244003"/>
                <a:gd name="connsiteX17" fmla="*/ 153203 w 212488"/>
                <a:gd name="connsiteY17" fmla="*/ 11593 h 244003"/>
                <a:gd name="connsiteX18" fmla="*/ 153203 w 212488"/>
                <a:gd name="connsiteY18" fmla="*/ 36993 h 244003"/>
                <a:gd name="connsiteX19" fmla="*/ 206544 w 212488"/>
                <a:gd name="connsiteY19" fmla="*/ 97953 h 244003"/>
                <a:gd name="connsiteX20" fmla="*/ 204003 w 212488"/>
                <a:gd name="connsiteY20" fmla="*/ 133513 h 244003"/>
                <a:gd name="connsiteX21" fmla="*/ 195113 w 212488"/>
                <a:gd name="connsiteY21" fmla="*/ 141134 h 244003"/>
                <a:gd name="connsiteX22" fmla="*/ 162094 w 212488"/>
                <a:gd name="connsiteY22" fmla="*/ 141134 h 244003"/>
                <a:gd name="connsiteX23" fmla="*/ 146853 w 212488"/>
                <a:gd name="connsiteY23" fmla="*/ 128434 h 244003"/>
                <a:gd name="connsiteX24" fmla="*/ 131613 w 212488"/>
                <a:gd name="connsiteY24" fmla="*/ 132243 h 244003"/>
                <a:gd name="connsiteX25" fmla="*/ 130344 w 212488"/>
                <a:gd name="connsiteY25" fmla="*/ 24293 h 244003"/>
                <a:gd name="connsiteX26" fmla="*/ 73194 w 212488"/>
                <a:gd name="connsiteY26" fmla="*/ 50963 h 244003"/>
                <a:gd name="connsiteX27" fmla="*/ 18584 w 212488"/>
                <a:gd name="connsiteY27" fmla="*/ 134784 h 244003"/>
                <a:gd name="connsiteX28" fmla="*/ 43984 w 212488"/>
                <a:gd name="connsiteY28" fmla="*/ 224954 h 244003"/>
                <a:gd name="connsiteX29" fmla="*/ 135424 w 212488"/>
                <a:gd name="connsiteY29" fmla="*/ 224954 h 244003"/>
                <a:gd name="connsiteX30" fmla="*/ 139234 w 212488"/>
                <a:gd name="connsiteY30" fmla="*/ 214793 h 244003"/>
                <a:gd name="connsiteX31" fmla="*/ 136694 w 212488"/>
                <a:gd name="connsiteY31" fmla="*/ 189393 h 244003"/>
                <a:gd name="connsiteX32" fmla="*/ 129074 w 212488"/>
                <a:gd name="connsiteY32" fmla="*/ 175424 h 244003"/>
                <a:gd name="connsiteX33" fmla="*/ 127803 w 212488"/>
                <a:gd name="connsiteY33" fmla="*/ 174153 h 244003"/>
                <a:gd name="connsiteX34" fmla="*/ 120184 w 212488"/>
                <a:gd name="connsiteY34" fmla="*/ 161453 h 244003"/>
                <a:gd name="connsiteX35" fmla="*/ 110024 w 212488"/>
                <a:gd name="connsiteY35" fmla="*/ 128434 h 244003"/>
                <a:gd name="connsiteX36" fmla="*/ 108753 w 212488"/>
                <a:gd name="connsiteY36" fmla="*/ 128434 h 244003"/>
                <a:gd name="connsiteX37" fmla="*/ 88434 w 212488"/>
                <a:gd name="connsiteY37" fmla="*/ 94143 h 244003"/>
                <a:gd name="connsiteX38" fmla="*/ 98594 w 212488"/>
                <a:gd name="connsiteY38" fmla="*/ 83984 h 244003"/>
                <a:gd name="connsiteX39" fmla="*/ 108753 w 212488"/>
                <a:gd name="connsiteY39" fmla="*/ 94143 h 244003"/>
                <a:gd name="connsiteX40" fmla="*/ 118913 w 212488"/>
                <a:gd name="connsiteY40" fmla="*/ 110653 h 244003"/>
                <a:gd name="connsiteX41" fmla="*/ 137963 w 212488"/>
                <a:gd name="connsiteY41" fmla="*/ 110653 h 244003"/>
                <a:gd name="connsiteX42" fmla="*/ 150663 w 212488"/>
                <a:gd name="connsiteY42" fmla="*/ 111924 h 244003"/>
                <a:gd name="connsiteX43" fmla="*/ 170984 w 212488"/>
                <a:gd name="connsiteY43" fmla="*/ 128434 h 244003"/>
                <a:gd name="connsiteX44" fmla="*/ 177334 w 212488"/>
                <a:gd name="connsiteY44" fmla="*/ 128434 h 244003"/>
                <a:gd name="connsiteX45" fmla="*/ 186224 w 212488"/>
                <a:gd name="connsiteY45" fmla="*/ 120813 h 244003"/>
                <a:gd name="connsiteX46" fmla="*/ 186224 w 212488"/>
                <a:gd name="connsiteY46" fmla="*/ 113193 h 244003"/>
                <a:gd name="connsiteX47" fmla="*/ 130344 w 212488"/>
                <a:gd name="connsiteY47" fmla="*/ 49693 h 244003"/>
                <a:gd name="connsiteX48" fmla="*/ 127803 w 212488"/>
                <a:gd name="connsiteY48" fmla="*/ 42074 h 244003"/>
                <a:gd name="connsiteX49" fmla="*/ 127803 w 212488"/>
                <a:gd name="connsiteY49" fmla="*/ 24293 h 244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12488" h="244003">
                  <a:moveTo>
                    <a:pt x="131613" y="132243"/>
                  </a:moveTo>
                  <a:cubicBezTo>
                    <a:pt x="132884" y="138593"/>
                    <a:pt x="135424" y="144943"/>
                    <a:pt x="137963" y="150024"/>
                  </a:cubicBezTo>
                  <a:cubicBezTo>
                    <a:pt x="140503" y="153834"/>
                    <a:pt x="143044" y="157643"/>
                    <a:pt x="145584" y="161453"/>
                  </a:cubicBezTo>
                  <a:lnTo>
                    <a:pt x="146853" y="162724"/>
                  </a:lnTo>
                  <a:cubicBezTo>
                    <a:pt x="149394" y="167803"/>
                    <a:pt x="153203" y="172884"/>
                    <a:pt x="155744" y="177963"/>
                  </a:cubicBezTo>
                  <a:cubicBezTo>
                    <a:pt x="163363" y="191934"/>
                    <a:pt x="163363" y="205903"/>
                    <a:pt x="160824" y="217334"/>
                  </a:cubicBezTo>
                  <a:cubicBezTo>
                    <a:pt x="160824" y="219873"/>
                    <a:pt x="159553" y="221143"/>
                    <a:pt x="159553" y="223684"/>
                  </a:cubicBezTo>
                  <a:lnTo>
                    <a:pt x="173524" y="223684"/>
                  </a:lnTo>
                  <a:cubicBezTo>
                    <a:pt x="178603" y="223684"/>
                    <a:pt x="183684" y="228763"/>
                    <a:pt x="183684" y="233843"/>
                  </a:cubicBezTo>
                  <a:cubicBezTo>
                    <a:pt x="183684" y="238923"/>
                    <a:pt x="178603" y="244004"/>
                    <a:pt x="173524" y="244004"/>
                  </a:cubicBezTo>
                  <a:lnTo>
                    <a:pt x="10963" y="244004"/>
                  </a:lnTo>
                  <a:cubicBezTo>
                    <a:pt x="5884" y="244004"/>
                    <a:pt x="803" y="238923"/>
                    <a:pt x="803" y="233843"/>
                  </a:cubicBezTo>
                  <a:cubicBezTo>
                    <a:pt x="803" y="228763"/>
                    <a:pt x="5884" y="223684"/>
                    <a:pt x="10963" y="223684"/>
                  </a:cubicBezTo>
                  <a:lnTo>
                    <a:pt x="22394" y="223684"/>
                  </a:lnTo>
                  <a:cubicBezTo>
                    <a:pt x="7153" y="198284"/>
                    <a:pt x="-3006" y="165263"/>
                    <a:pt x="803" y="130974"/>
                  </a:cubicBezTo>
                  <a:cubicBezTo>
                    <a:pt x="5884" y="83984"/>
                    <a:pt x="35094" y="53503"/>
                    <a:pt x="64303" y="33184"/>
                  </a:cubicBezTo>
                  <a:cubicBezTo>
                    <a:pt x="93513" y="12863"/>
                    <a:pt x="125263" y="3974"/>
                    <a:pt x="139234" y="163"/>
                  </a:cubicBezTo>
                  <a:cubicBezTo>
                    <a:pt x="146853" y="-1107"/>
                    <a:pt x="153203" y="5243"/>
                    <a:pt x="153203" y="11593"/>
                  </a:cubicBezTo>
                  <a:lnTo>
                    <a:pt x="153203" y="36993"/>
                  </a:lnTo>
                  <a:lnTo>
                    <a:pt x="206544" y="97953"/>
                  </a:lnTo>
                  <a:cubicBezTo>
                    <a:pt x="215434" y="108113"/>
                    <a:pt x="214163" y="124624"/>
                    <a:pt x="204003" y="133513"/>
                  </a:cubicBezTo>
                  <a:lnTo>
                    <a:pt x="195113" y="141134"/>
                  </a:lnTo>
                  <a:cubicBezTo>
                    <a:pt x="186224" y="148753"/>
                    <a:pt x="172253" y="148753"/>
                    <a:pt x="162094" y="141134"/>
                  </a:cubicBezTo>
                  <a:lnTo>
                    <a:pt x="146853" y="128434"/>
                  </a:lnTo>
                  <a:cubicBezTo>
                    <a:pt x="140503" y="130974"/>
                    <a:pt x="136694" y="130974"/>
                    <a:pt x="131613" y="132243"/>
                  </a:cubicBezTo>
                  <a:close/>
                  <a:moveTo>
                    <a:pt x="130344" y="24293"/>
                  </a:moveTo>
                  <a:cubicBezTo>
                    <a:pt x="115103" y="28103"/>
                    <a:pt x="93513" y="36993"/>
                    <a:pt x="73194" y="50963"/>
                  </a:cubicBezTo>
                  <a:cubicBezTo>
                    <a:pt x="46524" y="68743"/>
                    <a:pt x="23663" y="95413"/>
                    <a:pt x="18584" y="134784"/>
                  </a:cubicBezTo>
                  <a:cubicBezTo>
                    <a:pt x="14774" y="167803"/>
                    <a:pt x="26203" y="200824"/>
                    <a:pt x="43984" y="224954"/>
                  </a:cubicBezTo>
                  <a:lnTo>
                    <a:pt x="135424" y="224954"/>
                  </a:lnTo>
                  <a:cubicBezTo>
                    <a:pt x="136694" y="222413"/>
                    <a:pt x="137963" y="218604"/>
                    <a:pt x="139234" y="214793"/>
                  </a:cubicBezTo>
                  <a:cubicBezTo>
                    <a:pt x="140503" y="207174"/>
                    <a:pt x="140503" y="198284"/>
                    <a:pt x="136694" y="189393"/>
                  </a:cubicBezTo>
                  <a:cubicBezTo>
                    <a:pt x="134153" y="184313"/>
                    <a:pt x="131613" y="180503"/>
                    <a:pt x="129074" y="175424"/>
                  </a:cubicBezTo>
                  <a:lnTo>
                    <a:pt x="127803" y="174153"/>
                  </a:lnTo>
                  <a:cubicBezTo>
                    <a:pt x="125263" y="170343"/>
                    <a:pt x="122724" y="165263"/>
                    <a:pt x="120184" y="161453"/>
                  </a:cubicBezTo>
                  <a:cubicBezTo>
                    <a:pt x="115103" y="152563"/>
                    <a:pt x="111294" y="141134"/>
                    <a:pt x="110024" y="128434"/>
                  </a:cubicBezTo>
                  <a:cubicBezTo>
                    <a:pt x="110024" y="128434"/>
                    <a:pt x="110024" y="128434"/>
                    <a:pt x="108753" y="128434"/>
                  </a:cubicBezTo>
                  <a:cubicBezTo>
                    <a:pt x="93513" y="118274"/>
                    <a:pt x="88434" y="103034"/>
                    <a:pt x="88434" y="94143"/>
                  </a:cubicBezTo>
                  <a:cubicBezTo>
                    <a:pt x="88434" y="89063"/>
                    <a:pt x="93513" y="83984"/>
                    <a:pt x="98594" y="83984"/>
                  </a:cubicBezTo>
                  <a:cubicBezTo>
                    <a:pt x="103674" y="83984"/>
                    <a:pt x="108753" y="89063"/>
                    <a:pt x="108753" y="94143"/>
                  </a:cubicBezTo>
                  <a:cubicBezTo>
                    <a:pt x="108753" y="96684"/>
                    <a:pt x="110024" y="105574"/>
                    <a:pt x="118913" y="110653"/>
                  </a:cubicBezTo>
                  <a:cubicBezTo>
                    <a:pt x="126534" y="115734"/>
                    <a:pt x="134153" y="113193"/>
                    <a:pt x="137963" y="110653"/>
                  </a:cubicBezTo>
                  <a:cubicBezTo>
                    <a:pt x="141774" y="108113"/>
                    <a:pt x="146853" y="108113"/>
                    <a:pt x="150663" y="111924"/>
                  </a:cubicBezTo>
                  <a:lnTo>
                    <a:pt x="170984" y="128434"/>
                  </a:lnTo>
                  <a:cubicBezTo>
                    <a:pt x="172253" y="129703"/>
                    <a:pt x="176063" y="129703"/>
                    <a:pt x="177334" y="128434"/>
                  </a:cubicBezTo>
                  <a:lnTo>
                    <a:pt x="186224" y="120813"/>
                  </a:lnTo>
                  <a:cubicBezTo>
                    <a:pt x="188763" y="119543"/>
                    <a:pt x="188763" y="115734"/>
                    <a:pt x="186224" y="113193"/>
                  </a:cubicBezTo>
                  <a:lnTo>
                    <a:pt x="130344" y="49693"/>
                  </a:lnTo>
                  <a:cubicBezTo>
                    <a:pt x="129074" y="47153"/>
                    <a:pt x="127803" y="44613"/>
                    <a:pt x="127803" y="42074"/>
                  </a:cubicBezTo>
                  <a:lnTo>
                    <a:pt x="127803" y="24293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38" name="Полилиния: фигура 573">
              <a:extLst>
                <a:ext uri="{FF2B5EF4-FFF2-40B4-BE49-F238E27FC236}">
                  <a16:creationId xmlns:a16="http://schemas.microsoft.com/office/drawing/2014/main" id="{F01ED965-EE13-BFC5-D857-ECDE4010FED3}"/>
                </a:ext>
              </a:extLst>
            </p:cNvPr>
            <p:cNvSpPr/>
            <p:nvPr/>
          </p:nvSpPr>
          <p:spPr>
            <a:xfrm>
              <a:off x="9643109" y="3305809"/>
              <a:ext cx="203200" cy="20320"/>
            </a:xfrm>
            <a:custGeom>
              <a:avLst/>
              <a:gdLst>
                <a:gd name="connsiteX0" fmla="*/ 10160 w 203200"/>
                <a:gd name="connsiteY0" fmla="*/ 0 h 20320"/>
                <a:gd name="connsiteX1" fmla="*/ 0 w 203200"/>
                <a:gd name="connsiteY1" fmla="*/ 10160 h 20320"/>
                <a:gd name="connsiteX2" fmla="*/ 10160 w 203200"/>
                <a:gd name="connsiteY2" fmla="*/ 20320 h 20320"/>
                <a:gd name="connsiteX3" fmla="*/ 193040 w 203200"/>
                <a:gd name="connsiteY3" fmla="*/ 20320 h 20320"/>
                <a:gd name="connsiteX4" fmla="*/ 203200 w 203200"/>
                <a:gd name="connsiteY4" fmla="*/ 10160 h 20320"/>
                <a:gd name="connsiteX5" fmla="*/ 193040 w 203200"/>
                <a:gd name="connsiteY5" fmla="*/ 0 h 20320"/>
                <a:gd name="connsiteX6" fmla="*/ 10160 w 20320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0" h="2032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93040" y="20320"/>
                  </a:lnTo>
                  <a:cubicBezTo>
                    <a:pt x="198120" y="20320"/>
                    <a:pt x="203200" y="15240"/>
                    <a:pt x="203200" y="10160"/>
                  </a:cubicBez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939" name="Полилиния: фигура 130">
            <a:extLst>
              <a:ext uri="{FF2B5EF4-FFF2-40B4-BE49-F238E27FC236}">
                <a16:creationId xmlns:a16="http://schemas.microsoft.com/office/drawing/2014/main" id="{B08A8AD8-8D35-F014-52AE-91948B8910B2}"/>
              </a:ext>
            </a:extLst>
          </p:cNvPr>
          <p:cNvSpPr/>
          <p:nvPr/>
        </p:nvSpPr>
        <p:spPr>
          <a:xfrm>
            <a:off x="4454919" y="3105638"/>
            <a:ext cx="245608" cy="244002"/>
          </a:xfrm>
          <a:custGeom>
            <a:avLst/>
            <a:gdLst>
              <a:gd name="connsiteX0" fmla="*/ 213360 w 245608"/>
              <a:gd name="connsiteY0" fmla="*/ 167640 h 244002"/>
              <a:gd name="connsiteX1" fmla="*/ 223520 w 245608"/>
              <a:gd name="connsiteY1" fmla="*/ 121920 h 244002"/>
              <a:gd name="connsiteX2" fmla="*/ 121920 w 245608"/>
              <a:gd name="connsiteY2" fmla="*/ 20320 h 244002"/>
              <a:gd name="connsiteX3" fmla="*/ 20320 w 245608"/>
              <a:gd name="connsiteY3" fmla="*/ 121920 h 244002"/>
              <a:gd name="connsiteX4" fmla="*/ 121920 w 245608"/>
              <a:gd name="connsiteY4" fmla="*/ 223520 h 244002"/>
              <a:gd name="connsiteX5" fmla="*/ 171450 w 245608"/>
              <a:gd name="connsiteY5" fmla="*/ 210820 h 244002"/>
              <a:gd name="connsiteX6" fmla="*/ 187960 w 245608"/>
              <a:gd name="connsiteY6" fmla="*/ 209550 h 244002"/>
              <a:gd name="connsiteX7" fmla="*/ 219710 w 245608"/>
              <a:gd name="connsiteY7" fmla="*/ 219710 h 244002"/>
              <a:gd name="connsiteX8" fmla="*/ 210820 w 245608"/>
              <a:gd name="connsiteY8" fmla="*/ 182880 h 244002"/>
              <a:gd name="connsiteX9" fmla="*/ 213360 w 245608"/>
              <a:gd name="connsiteY9" fmla="*/ 167640 h 244002"/>
              <a:gd name="connsiteX10" fmla="*/ 231140 w 245608"/>
              <a:gd name="connsiteY10" fmla="*/ 176530 h 244002"/>
              <a:gd name="connsiteX11" fmla="*/ 231140 w 245608"/>
              <a:gd name="connsiteY11" fmla="*/ 176530 h 244002"/>
              <a:gd name="connsiteX12" fmla="*/ 245110 w 245608"/>
              <a:gd name="connsiteY12" fmla="*/ 231140 h 244002"/>
              <a:gd name="connsiteX13" fmla="*/ 232410 w 245608"/>
              <a:gd name="connsiteY13" fmla="*/ 243840 h 244002"/>
              <a:gd name="connsiteX14" fmla="*/ 182880 w 245608"/>
              <a:gd name="connsiteY14" fmla="*/ 228600 h 244002"/>
              <a:gd name="connsiteX15" fmla="*/ 181610 w 245608"/>
              <a:gd name="connsiteY15" fmla="*/ 228600 h 244002"/>
              <a:gd name="connsiteX16" fmla="*/ 121920 w 245608"/>
              <a:gd name="connsiteY16" fmla="*/ 243840 h 244002"/>
              <a:gd name="connsiteX17" fmla="*/ 0 w 245608"/>
              <a:gd name="connsiteY17" fmla="*/ 121920 h 244002"/>
              <a:gd name="connsiteX18" fmla="*/ 121920 w 245608"/>
              <a:gd name="connsiteY18" fmla="*/ 0 h 244002"/>
              <a:gd name="connsiteX19" fmla="*/ 243840 w 245608"/>
              <a:gd name="connsiteY19" fmla="*/ 121920 h 244002"/>
              <a:gd name="connsiteX20" fmla="*/ 231140 w 245608"/>
              <a:gd name="connsiteY20" fmla="*/ 176530 h 244002"/>
              <a:gd name="connsiteX21" fmla="*/ 120650 w 245608"/>
              <a:gd name="connsiteY21" fmla="*/ 76200 h 244002"/>
              <a:gd name="connsiteX22" fmla="*/ 102870 w 245608"/>
              <a:gd name="connsiteY22" fmla="*/ 93980 h 244002"/>
              <a:gd name="connsiteX23" fmla="*/ 102870 w 245608"/>
              <a:gd name="connsiteY23" fmla="*/ 96520 h 244002"/>
              <a:gd name="connsiteX24" fmla="*/ 92710 w 245608"/>
              <a:gd name="connsiteY24" fmla="*/ 106680 h 244002"/>
              <a:gd name="connsiteX25" fmla="*/ 82550 w 245608"/>
              <a:gd name="connsiteY25" fmla="*/ 96520 h 244002"/>
              <a:gd name="connsiteX26" fmla="*/ 82550 w 245608"/>
              <a:gd name="connsiteY26" fmla="*/ 93980 h 244002"/>
              <a:gd name="connsiteX27" fmla="*/ 120650 w 245608"/>
              <a:gd name="connsiteY27" fmla="*/ 55880 h 244002"/>
              <a:gd name="connsiteX28" fmla="*/ 158750 w 245608"/>
              <a:gd name="connsiteY28" fmla="*/ 93980 h 244002"/>
              <a:gd name="connsiteX29" fmla="*/ 158750 w 245608"/>
              <a:gd name="connsiteY29" fmla="*/ 96520 h 244002"/>
              <a:gd name="connsiteX30" fmla="*/ 143510 w 245608"/>
              <a:gd name="connsiteY30" fmla="*/ 128270 h 244002"/>
              <a:gd name="connsiteX31" fmla="*/ 137160 w 245608"/>
              <a:gd name="connsiteY31" fmla="*/ 133350 h 244002"/>
              <a:gd name="connsiteX32" fmla="*/ 133350 w 245608"/>
              <a:gd name="connsiteY32" fmla="*/ 140970 h 244002"/>
              <a:gd name="connsiteX33" fmla="*/ 133350 w 245608"/>
              <a:gd name="connsiteY33" fmla="*/ 140970 h 244002"/>
              <a:gd name="connsiteX34" fmla="*/ 123190 w 245608"/>
              <a:gd name="connsiteY34" fmla="*/ 151130 h 244002"/>
              <a:gd name="connsiteX35" fmla="*/ 113030 w 245608"/>
              <a:gd name="connsiteY35" fmla="*/ 140970 h 244002"/>
              <a:gd name="connsiteX36" fmla="*/ 113030 w 245608"/>
              <a:gd name="connsiteY36" fmla="*/ 140970 h 244002"/>
              <a:gd name="connsiteX37" fmla="*/ 124460 w 245608"/>
              <a:gd name="connsiteY37" fmla="*/ 116840 h 244002"/>
              <a:gd name="connsiteX38" fmla="*/ 130810 w 245608"/>
              <a:gd name="connsiteY38" fmla="*/ 111760 h 244002"/>
              <a:gd name="connsiteX39" fmla="*/ 138430 w 245608"/>
              <a:gd name="connsiteY39" fmla="*/ 96520 h 244002"/>
              <a:gd name="connsiteX40" fmla="*/ 138430 w 245608"/>
              <a:gd name="connsiteY40" fmla="*/ 93980 h 244002"/>
              <a:gd name="connsiteX41" fmla="*/ 120650 w 245608"/>
              <a:gd name="connsiteY41" fmla="*/ 76200 h 244002"/>
              <a:gd name="connsiteX42" fmla="*/ 133350 w 245608"/>
              <a:gd name="connsiteY42" fmla="*/ 177800 h 244002"/>
              <a:gd name="connsiteX43" fmla="*/ 123190 w 245608"/>
              <a:gd name="connsiteY43" fmla="*/ 167640 h 244002"/>
              <a:gd name="connsiteX44" fmla="*/ 113030 w 245608"/>
              <a:gd name="connsiteY44" fmla="*/ 177800 h 244002"/>
              <a:gd name="connsiteX45" fmla="*/ 113030 w 245608"/>
              <a:gd name="connsiteY45" fmla="*/ 182880 h 244002"/>
              <a:gd name="connsiteX46" fmla="*/ 123190 w 245608"/>
              <a:gd name="connsiteY46" fmla="*/ 193040 h 244002"/>
              <a:gd name="connsiteX47" fmla="*/ 133350 w 245608"/>
              <a:gd name="connsiteY47" fmla="*/ 182880 h 244002"/>
              <a:gd name="connsiteX48" fmla="*/ 133350 w 245608"/>
              <a:gd name="connsiteY48" fmla="*/ 177800 h 244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45608" h="244002">
                <a:moveTo>
                  <a:pt x="213360" y="167640"/>
                </a:moveTo>
                <a:cubicBezTo>
                  <a:pt x="219710" y="153670"/>
                  <a:pt x="223520" y="138430"/>
                  <a:pt x="223520" y="121920"/>
                </a:cubicBezTo>
                <a:cubicBezTo>
                  <a:pt x="223520" y="66040"/>
                  <a:pt x="177800" y="20320"/>
                  <a:pt x="121920" y="20320"/>
                </a:cubicBezTo>
                <a:cubicBezTo>
                  <a:pt x="66040" y="20320"/>
                  <a:pt x="20320" y="66040"/>
                  <a:pt x="20320" y="121920"/>
                </a:cubicBezTo>
                <a:cubicBezTo>
                  <a:pt x="20320" y="177800"/>
                  <a:pt x="66040" y="223520"/>
                  <a:pt x="121920" y="223520"/>
                </a:cubicBezTo>
                <a:cubicBezTo>
                  <a:pt x="139700" y="223520"/>
                  <a:pt x="157480" y="218440"/>
                  <a:pt x="171450" y="210820"/>
                </a:cubicBezTo>
                <a:cubicBezTo>
                  <a:pt x="176530" y="208280"/>
                  <a:pt x="182880" y="207010"/>
                  <a:pt x="187960" y="209550"/>
                </a:cubicBezTo>
                <a:lnTo>
                  <a:pt x="219710" y="219710"/>
                </a:lnTo>
                <a:lnTo>
                  <a:pt x="210820" y="182880"/>
                </a:lnTo>
                <a:cubicBezTo>
                  <a:pt x="210820" y="176530"/>
                  <a:pt x="210820" y="171450"/>
                  <a:pt x="213360" y="167640"/>
                </a:cubicBezTo>
                <a:close/>
                <a:moveTo>
                  <a:pt x="231140" y="176530"/>
                </a:moveTo>
                <a:cubicBezTo>
                  <a:pt x="231140" y="176530"/>
                  <a:pt x="231140" y="176530"/>
                  <a:pt x="231140" y="176530"/>
                </a:cubicBezTo>
                <a:lnTo>
                  <a:pt x="245110" y="231140"/>
                </a:lnTo>
                <a:cubicBezTo>
                  <a:pt x="247650" y="238760"/>
                  <a:pt x="240030" y="245110"/>
                  <a:pt x="232410" y="243840"/>
                </a:cubicBezTo>
                <a:lnTo>
                  <a:pt x="182880" y="228600"/>
                </a:lnTo>
                <a:cubicBezTo>
                  <a:pt x="182880" y="228600"/>
                  <a:pt x="182880" y="228600"/>
                  <a:pt x="181610" y="228600"/>
                </a:cubicBezTo>
                <a:cubicBezTo>
                  <a:pt x="163830" y="238760"/>
                  <a:pt x="143510" y="243840"/>
                  <a:pt x="121920" y="243840"/>
                </a:cubicBezTo>
                <a:cubicBezTo>
                  <a:pt x="54610" y="243840"/>
                  <a:pt x="0" y="189230"/>
                  <a:pt x="0" y="121920"/>
                </a:cubicBezTo>
                <a:cubicBezTo>
                  <a:pt x="0" y="54610"/>
                  <a:pt x="54610" y="0"/>
                  <a:pt x="121920" y="0"/>
                </a:cubicBezTo>
                <a:cubicBezTo>
                  <a:pt x="189230" y="0"/>
                  <a:pt x="243840" y="54610"/>
                  <a:pt x="243840" y="121920"/>
                </a:cubicBezTo>
                <a:cubicBezTo>
                  <a:pt x="245110" y="140970"/>
                  <a:pt x="240030" y="160020"/>
                  <a:pt x="231140" y="176530"/>
                </a:cubicBezTo>
                <a:close/>
                <a:moveTo>
                  <a:pt x="120650" y="76200"/>
                </a:moveTo>
                <a:cubicBezTo>
                  <a:pt x="110490" y="76200"/>
                  <a:pt x="102870" y="83820"/>
                  <a:pt x="102870" y="93980"/>
                </a:cubicBezTo>
                <a:lnTo>
                  <a:pt x="102870" y="96520"/>
                </a:lnTo>
                <a:cubicBezTo>
                  <a:pt x="102870" y="101600"/>
                  <a:pt x="97790" y="106680"/>
                  <a:pt x="92710" y="106680"/>
                </a:cubicBezTo>
                <a:cubicBezTo>
                  <a:pt x="87630" y="106680"/>
                  <a:pt x="82550" y="101600"/>
                  <a:pt x="82550" y="96520"/>
                </a:cubicBezTo>
                <a:lnTo>
                  <a:pt x="82550" y="93980"/>
                </a:lnTo>
                <a:cubicBezTo>
                  <a:pt x="82550" y="72390"/>
                  <a:pt x="99060" y="55880"/>
                  <a:pt x="120650" y="55880"/>
                </a:cubicBezTo>
                <a:cubicBezTo>
                  <a:pt x="142240" y="55880"/>
                  <a:pt x="158750" y="72390"/>
                  <a:pt x="158750" y="93980"/>
                </a:cubicBezTo>
                <a:lnTo>
                  <a:pt x="158750" y="96520"/>
                </a:lnTo>
                <a:cubicBezTo>
                  <a:pt x="158750" y="109220"/>
                  <a:pt x="153670" y="120650"/>
                  <a:pt x="143510" y="128270"/>
                </a:cubicBezTo>
                <a:lnTo>
                  <a:pt x="137160" y="133350"/>
                </a:lnTo>
                <a:cubicBezTo>
                  <a:pt x="134620" y="135890"/>
                  <a:pt x="133350" y="138430"/>
                  <a:pt x="133350" y="140970"/>
                </a:cubicBezTo>
                <a:lnTo>
                  <a:pt x="133350" y="140970"/>
                </a:lnTo>
                <a:cubicBezTo>
                  <a:pt x="133350" y="146050"/>
                  <a:pt x="128270" y="151130"/>
                  <a:pt x="123190" y="151130"/>
                </a:cubicBezTo>
                <a:cubicBezTo>
                  <a:pt x="118110" y="151130"/>
                  <a:pt x="113030" y="146050"/>
                  <a:pt x="113030" y="140970"/>
                </a:cubicBezTo>
                <a:lnTo>
                  <a:pt x="113030" y="140970"/>
                </a:lnTo>
                <a:cubicBezTo>
                  <a:pt x="113030" y="132080"/>
                  <a:pt x="116840" y="123190"/>
                  <a:pt x="124460" y="116840"/>
                </a:cubicBezTo>
                <a:lnTo>
                  <a:pt x="130810" y="111760"/>
                </a:lnTo>
                <a:cubicBezTo>
                  <a:pt x="135890" y="107950"/>
                  <a:pt x="138430" y="101600"/>
                  <a:pt x="138430" y="96520"/>
                </a:cubicBezTo>
                <a:lnTo>
                  <a:pt x="138430" y="93980"/>
                </a:lnTo>
                <a:cubicBezTo>
                  <a:pt x="138430" y="83820"/>
                  <a:pt x="129540" y="76200"/>
                  <a:pt x="120650" y="76200"/>
                </a:cubicBezTo>
                <a:close/>
                <a:moveTo>
                  <a:pt x="133350" y="177800"/>
                </a:moveTo>
                <a:cubicBezTo>
                  <a:pt x="133350" y="172720"/>
                  <a:pt x="128270" y="167640"/>
                  <a:pt x="123190" y="167640"/>
                </a:cubicBezTo>
                <a:cubicBezTo>
                  <a:pt x="118110" y="167640"/>
                  <a:pt x="113030" y="172720"/>
                  <a:pt x="113030" y="177800"/>
                </a:cubicBezTo>
                <a:lnTo>
                  <a:pt x="113030" y="182880"/>
                </a:lnTo>
                <a:cubicBezTo>
                  <a:pt x="113030" y="187960"/>
                  <a:pt x="118110" y="193040"/>
                  <a:pt x="123190" y="193040"/>
                </a:cubicBezTo>
                <a:cubicBezTo>
                  <a:pt x="128270" y="193040"/>
                  <a:pt x="133350" y="187960"/>
                  <a:pt x="133350" y="182880"/>
                </a:cubicBezTo>
                <a:lnTo>
                  <a:pt x="133350" y="1778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40" name="Полилиния: фигура 133">
            <a:extLst>
              <a:ext uri="{FF2B5EF4-FFF2-40B4-BE49-F238E27FC236}">
                <a16:creationId xmlns:a16="http://schemas.microsoft.com/office/drawing/2014/main" id="{59EF574E-AF6E-8D34-97F1-BAB54CC4D05D}"/>
              </a:ext>
            </a:extLst>
          </p:cNvPr>
          <p:cNvSpPr/>
          <p:nvPr/>
        </p:nvSpPr>
        <p:spPr>
          <a:xfrm>
            <a:off x="3897388" y="3115797"/>
            <a:ext cx="243840" cy="223520"/>
          </a:xfrm>
          <a:custGeom>
            <a:avLst/>
            <a:gdLst>
              <a:gd name="connsiteX0" fmla="*/ 20320 w 243840"/>
              <a:gd name="connsiteY0" fmla="*/ 50800 h 223520"/>
              <a:gd name="connsiteX1" fmla="*/ 20320 w 243840"/>
              <a:gd name="connsiteY1" fmla="*/ 20320 h 223520"/>
              <a:gd name="connsiteX2" fmla="*/ 223520 w 243840"/>
              <a:gd name="connsiteY2" fmla="*/ 20320 h 223520"/>
              <a:gd name="connsiteX3" fmla="*/ 223520 w 243840"/>
              <a:gd name="connsiteY3" fmla="*/ 50800 h 223520"/>
              <a:gd name="connsiteX4" fmla="*/ 20320 w 243840"/>
              <a:gd name="connsiteY4" fmla="*/ 50800 h 223520"/>
              <a:gd name="connsiteX5" fmla="*/ 10160 w 243840"/>
              <a:gd name="connsiteY5" fmla="*/ 71120 h 223520"/>
              <a:gd name="connsiteX6" fmla="*/ 0 w 243840"/>
              <a:gd name="connsiteY6" fmla="*/ 60960 h 223520"/>
              <a:gd name="connsiteX7" fmla="*/ 0 w 243840"/>
              <a:gd name="connsiteY7" fmla="*/ 10160 h 223520"/>
              <a:gd name="connsiteX8" fmla="*/ 10160 w 243840"/>
              <a:gd name="connsiteY8" fmla="*/ 0 h 223520"/>
              <a:gd name="connsiteX9" fmla="*/ 233680 w 243840"/>
              <a:gd name="connsiteY9" fmla="*/ 0 h 223520"/>
              <a:gd name="connsiteX10" fmla="*/ 243840 w 243840"/>
              <a:gd name="connsiteY10" fmla="*/ 10160 h 223520"/>
              <a:gd name="connsiteX11" fmla="*/ 243840 w 243840"/>
              <a:gd name="connsiteY11" fmla="*/ 60960 h 223520"/>
              <a:gd name="connsiteX12" fmla="*/ 233680 w 243840"/>
              <a:gd name="connsiteY12" fmla="*/ 71120 h 223520"/>
              <a:gd name="connsiteX13" fmla="*/ 233680 w 243840"/>
              <a:gd name="connsiteY13" fmla="*/ 203200 h 223520"/>
              <a:gd name="connsiteX14" fmla="*/ 213360 w 243840"/>
              <a:gd name="connsiteY14" fmla="*/ 223520 h 223520"/>
              <a:gd name="connsiteX15" fmla="*/ 30480 w 243840"/>
              <a:gd name="connsiteY15" fmla="*/ 223520 h 223520"/>
              <a:gd name="connsiteX16" fmla="*/ 10160 w 243840"/>
              <a:gd name="connsiteY16" fmla="*/ 203200 h 223520"/>
              <a:gd name="connsiteX17" fmla="*/ 10160 w 243840"/>
              <a:gd name="connsiteY17" fmla="*/ 71120 h 223520"/>
              <a:gd name="connsiteX18" fmla="*/ 30480 w 243840"/>
              <a:gd name="connsiteY18" fmla="*/ 71120 h 223520"/>
              <a:gd name="connsiteX19" fmla="*/ 30480 w 243840"/>
              <a:gd name="connsiteY19" fmla="*/ 203200 h 223520"/>
              <a:gd name="connsiteX20" fmla="*/ 213360 w 243840"/>
              <a:gd name="connsiteY20" fmla="*/ 203200 h 223520"/>
              <a:gd name="connsiteX21" fmla="*/ 213360 w 243840"/>
              <a:gd name="connsiteY21" fmla="*/ 71120 h 223520"/>
              <a:gd name="connsiteX22" fmla="*/ 30480 w 243840"/>
              <a:gd name="connsiteY22" fmla="*/ 71120 h 223520"/>
              <a:gd name="connsiteX23" fmla="*/ 193040 w 243840"/>
              <a:gd name="connsiteY23" fmla="*/ 111760 h 223520"/>
              <a:gd name="connsiteX24" fmla="*/ 132080 w 243840"/>
              <a:gd name="connsiteY24" fmla="*/ 111760 h 223520"/>
              <a:gd name="connsiteX25" fmla="*/ 132080 w 243840"/>
              <a:gd name="connsiteY25" fmla="*/ 91440 h 223520"/>
              <a:gd name="connsiteX26" fmla="*/ 193040 w 243840"/>
              <a:gd name="connsiteY26" fmla="*/ 91440 h 223520"/>
              <a:gd name="connsiteX27" fmla="*/ 193040 w 243840"/>
              <a:gd name="connsiteY27" fmla="*/ 111760 h 223520"/>
              <a:gd name="connsiteX28" fmla="*/ 152400 w 243840"/>
              <a:gd name="connsiteY28" fmla="*/ 142240 h 223520"/>
              <a:gd name="connsiteX29" fmla="*/ 193040 w 243840"/>
              <a:gd name="connsiteY29" fmla="*/ 142240 h 223520"/>
              <a:gd name="connsiteX30" fmla="*/ 193040 w 243840"/>
              <a:gd name="connsiteY30" fmla="*/ 121920 h 223520"/>
              <a:gd name="connsiteX31" fmla="*/ 152400 w 243840"/>
              <a:gd name="connsiteY31" fmla="*/ 121920 h 223520"/>
              <a:gd name="connsiteX32" fmla="*/ 152400 w 243840"/>
              <a:gd name="connsiteY32" fmla="*/ 14224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</a:cxnLst>
            <a:rect l="l" t="t" r="r" b="b"/>
            <a:pathLst>
              <a:path w="243840" h="223520">
                <a:moveTo>
                  <a:pt x="20320" y="50800"/>
                </a:moveTo>
                <a:lnTo>
                  <a:pt x="20320" y="20320"/>
                </a:lnTo>
                <a:lnTo>
                  <a:pt x="223520" y="20320"/>
                </a:lnTo>
                <a:lnTo>
                  <a:pt x="223520" y="50800"/>
                </a:lnTo>
                <a:lnTo>
                  <a:pt x="20320" y="50800"/>
                </a:lnTo>
                <a:close/>
                <a:moveTo>
                  <a:pt x="10160" y="71120"/>
                </a:moveTo>
                <a:cubicBezTo>
                  <a:pt x="5080" y="71120"/>
                  <a:pt x="0" y="66040"/>
                  <a:pt x="0" y="60960"/>
                </a:cubicBezTo>
                <a:lnTo>
                  <a:pt x="0" y="10160"/>
                </a:lnTo>
                <a:cubicBezTo>
                  <a:pt x="0" y="5080"/>
                  <a:pt x="5080" y="0"/>
                  <a:pt x="10160" y="0"/>
                </a:cubicBezTo>
                <a:lnTo>
                  <a:pt x="233680" y="0"/>
                </a:lnTo>
                <a:cubicBezTo>
                  <a:pt x="238760" y="0"/>
                  <a:pt x="243840" y="5080"/>
                  <a:pt x="243840" y="10160"/>
                </a:cubicBezTo>
                <a:lnTo>
                  <a:pt x="243840" y="60960"/>
                </a:lnTo>
                <a:cubicBezTo>
                  <a:pt x="243840" y="66040"/>
                  <a:pt x="238760" y="71120"/>
                  <a:pt x="233680" y="71120"/>
                </a:cubicBezTo>
                <a:lnTo>
                  <a:pt x="233680" y="203200"/>
                </a:lnTo>
                <a:cubicBezTo>
                  <a:pt x="233680" y="214630"/>
                  <a:pt x="224790" y="223520"/>
                  <a:pt x="213360" y="223520"/>
                </a:cubicBezTo>
                <a:lnTo>
                  <a:pt x="30480" y="223520"/>
                </a:lnTo>
                <a:cubicBezTo>
                  <a:pt x="19050" y="223520"/>
                  <a:pt x="10160" y="214630"/>
                  <a:pt x="10160" y="203200"/>
                </a:cubicBezTo>
                <a:lnTo>
                  <a:pt x="10160" y="71120"/>
                </a:lnTo>
                <a:close/>
                <a:moveTo>
                  <a:pt x="30480" y="71120"/>
                </a:moveTo>
                <a:lnTo>
                  <a:pt x="30480" y="203200"/>
                </a:lnTo>
                <a:lnTo>
                  <a:pt x="213360" y="203200"/>
                </a:lnTo>
                <a:lnTo>
                  <a:pt x="213360" y="71120"/>
                </a:lnTo>
                <a:lnTo>
                  <a:pt x="30480" y="71120"/>
                </a:lnTo>
                <a:close/>
                <a:moveTo>
                  <a:pt x="193040" y="111760"/>
                </a:moveTo>
                <a:lnTo>
                  <a:pt x="132080" y="111760"/>
                </a:lnTo>
                <a:lnTo>
                  <a:pt x="132080" y="91440"/>
                </a:lnTo>
                <a:lnTo>
                  <a:pt x="193040" y="91440"/>
                </a:lnTo>
                <a:lnTo>
                  <a:pt x="193040" y="111760"/>
                </a:lnTo>
                <a:close/>
                <a:moveTo>
                  <a:pt x="152400" y="142240"/>
                </a:moveTo>
                <a:lnTo>
                  <a:pt x="193040" y="142240"/>
                </a:lnTo>
                <a:lnTo>
                  <a:pt x="193040" y="121920"/>
                </a:lnTo>
                <a:lnTo>
                  <a:pt x="152400" y="121920"/>
                </a:lnTo>
                <a:lnTo>
                  <a:pt x="152400" y="1422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41" name="Полилиния: фигура 136">
            <a:extLst>
              <a:ext uri="{FF2B5EF4-FFF2-40B4-BE49-F238E27FC236}">
                <a16:creationId xmlns:a16="http://schemas.microsoft.com/office/drawing/2014/main" id="{155114D4-8B73-3486-D03A-777BA5AEE4AB}"/>
              </a:ext>
            </a:extLst>
          </p:cNvPr>
          <p:cNvSpPr/>
          <p:nvPr/>
        </p:nvSpPr>
        <p:spPr>
          <a:xfrm>
            <a:off x="5550929" y="3105410"/>
            <a:ext cx="290473" cy="245337"/>
          </a:xfrm>
          <a:custGeom>
            <a:avLst/>
            <a:gdLst>
              <a:gd name="connsiteX0" fmla="*/ 171450 w 290473"/>
              <a:gd name="connsiteY0" fmla="*/ 26898 h 245337"/>
              <a:gd name="connsiteX1" fmla="*/ 200660 w 290473"/>
              <a:gd name="connsiteY1" fmla="*/ 28168 h 245337"/>
              <a:gd name="connsiteX2" fmla="*/ 198120 w 290473"/>
              <a:gd name="connsiteY2" fmla="*/ 52298 h 245337"/>
              <a:gd name="connsiteX3" fmla="*/ 162560 w 290473"/>
              <a:gd name="connsiteY3" fmla="*/ 85318 h 245337"/>
              <a:gd name="connsiteX4" fmla="*/ 127000 w 290473"/>
              <a:gd name="connsiteY4" fmla="*/ 52298 h 245337"/>
              <a:gd name="connsiteX5" fmla="*/ 124460 w 290473"/>
              <a:gd name="connsiteY5" fmla="*/ 28168 h 245337"/>
              <a:gd name="connsiteX6" fmla="*/ 153670 w 290473"/>
              <a:gd name="connsiteY6" fmla="*/ 26898 h 245337"/>
              <a:gd name="connsiteX7" fmla="*/ 162560 w 290473"/>
              <a:gd name="connsiteY7" fmla="*/ 38328 h 245337"/>
              <a:gd name="connsiteX8" fmla="*/ 171450 w 290473"/>
              <a:gd name="connsiteY8" fmla="*/ 26898 h 245337"/>
              <a:gd name="connsiteX9" fmla="*/ 162560 w 290473"/>
              <a:gd name="connsiteY9" fmla="*/ 7848 h 245337"/>
              <a:gd name="connsiteX10" fmla="*/ 217170 w 290473"/>
              <a:gd name="connsiteY10" fmla="*/ 16738 h 245337"/>
              <a:gd name="connsiteX11" fmla="*/ 212090 w 290473"/>
              <a:gd name="connsiteY11" fmla="*/ 67538 h 245337"/>
              <a:gd name="connsiteX12" fmla="*/ 175260 w 290473"/>
              <a:gd name="connsiteY12" fmla="*/ 100558 h 245337"/>
              <a:gd name="connsiteX13" fmla="*/ 148590 w 290473"/>
              <a:gd name="connsiteY13" fmla="*/ 100558 h 245337"/>
              <a:gd name="connsiteX14" fmla="*/ 111760 w 290473"/>
              <a:gd name="connsiteY14" fmla="*/ 67538 h 245337"/>
              <a:gd name="connsiteX15" fmla="*/ 106680 w 290473"/>
              <a:gd name="connsiteY15" fmla="*/ 16738 h 245337"/>
              <a:gd name="connsiteX16" fmla="*/ 162560 w 290473"/>
              <a:gd name="connsiteY16" fmla="*/ 7848 h 245337"/>
              <a:gd name="connsiteX17" fmla="*/ 10160 w 290473"/>
              <a:gd name="connsiteY17" fmla="*/ 103098 h 245337"/>
              <a:gd name="connsiteX18" fmla="*/ 0 w 290473"/>
              <a:gd name="connsiteY18" fmla="*/ 113258 h 245337"/>
              <a:gd name="connsiteX19" fmla="*/ 10160 w 290473"/>
              <a:gd name="connsiteY19" fmla="*/ 123418 h 245337"/>
              <a:gd name="connsiteX20" fmla="*/ 30480 w 290473"/>
              <a:gd name="connsiteY20" fmla="*/ 123418 h 245337"/>
              <a:gd name="connsiteX21" fmla="*/ 30480 w 290473"/>
              <a:gd name="connsiteY21" fmla="*/ 153898 h 245337"/>
              <a:gd name="connsiteX22" fmla="*/ 30480 w 290473"/>
              <a:gd name="connsiteY22" fmla="*/ 153898 h 245337"/>
              <a:gd name="connsiteX23" fmla="*/ 30480 w 290473"/>
              <a:gd name="connsiteY23" fmla="*/ 209778 h 245337"/>
              <a:gd name="connsiteX24" fmla="*/ 30480 w 290473"/>
              <a:gd name="connsiteY24" fmla="*/ 225018 h 245337"/>
              <a:gd name="connsiteX25" fmla="*/ 10160 w 290473"/>
              <a:gd name="connsiteY25" fmla="*/ 225018 h 245337"/>
              <a:gd name="connsiteX26" fmla="*/ 0 w 290473"/>
              <a:gd name="connsiteY26" fmla="*/ 235178 h 245337"/>
              <a:gd name="connsiteX27" fmla="*/ 10160 w 290473"/>
              <a:gd name="connsiteY27" fmla="*/ 245338 h 245337"/>
              <a:gd name="connsiteX28" fmla="*/ 39370 w 290473"/>
              <a:gd name="connsiteY28" fmla="*/ 245338 h 245337"/>
              <a:gd name="connsiteX29" fmla="*/ 50800 w 290473"/>
              <a:gd name="connsiteY29" fmla="*/ 233908 h 245337"/>
              <a:gd name="connsiteX30" fmla="*/ 50800 w 290473"/>
              <a:gd name="connsiteY30" fmla="*/ 219938 h 245337"/>
              <a:gd name="connsiteX31" fmla="*/ 85090 w 290473"/>
              <a:gd name="connsiteY31" fmla="*/ 226288 h 245337"/>
              <a:gd name="connsiteX32" fmla="*/ 115570 w 290473"/>
              <a:gd name="connsiteY32" fmla="*/ 236448 h 245337"/>
              <a:gd name="connsiteX33" fmla="*/ 177800 w 290473"/>
              <a:gd name="connsiteY33" fmla="*/ 230098 h 245337"/>
              <a:gd name="connsiteX34" fmla="*/ 275590 w 290473"/>
              <a:gd name="connsiteY34" fmla="*/ 178028 h 245337"/>
              <a:gd name="connsiteX35" fmla="*/ 285750 w 290473"/>
              <a:gd name="connsiteY35" fmla="*/ 137388 h 245337"/>
              <a:gd name="connsiteX36" fmla="*/ 248920 w 290473"/>
              <a:gd name="connsiteY36" fmla="*/ 127228 h 245337"/>
              <a:gd name="connsiteX37" fmla="*/ 204470 w 290473"/>
              <a:gd name="connsiteY37" fmla="*/ 148818 h 245337"/>
              <a:gd name="connsiteX38" fmla="*/ 181610 w 290473"/>
              <a:gd name="connsiteY38" fmla="*/ 133578 h 245337"/>
              <a:gd name="connsiteX39" fmla="*/ 146050 w 290473"/>
              <a:gd name="connsiteY39" fmla="*/ 133578 h 245337"/>
              <a:gd name="connsiteX40" fmla="*/ 134620 w 290473"/>
              <a:gd name="connsiteY40" fmla="*/ 129768 h 245337"/>
              <a:gd name="connsiteX41" fmla="*/ 91440 w 290473"/>
              <a:gd name="connsiteY41" fmla="*/ 113258 h 245337"/>
              <a:gd name="connsiteX42" fmla="*/ 50800 w 290473"/>
              <a:gd name="connsiteY42" fmla="*/ 125958 h 245337"/>
              <a:gd name="connsiteX43" fmla="*/ 50800 w 290473"/>
              <a:gd name="connsiteY43" fmla="*/ 113258 h 245337"/>
              <a:gd name="connsiteX44" fmla="*/ 39370 w 290473"/>
              <a:gd name="connsiteY44" fmla="*/ 101828 h 245337"/>
              <a:gd name="connsiteX45" fmla="*/ 10160 w 290473"/>
              <a:gd name="connsiteY45" fmla="*/ 101828 h 245337"/>
              <a:gd name="connsiteX46" fmla="*/ 204470 w 290473"/>
              <a:gd name="connsiteY46" fmla="*/ 171678 h 245337"/>
              <a:gd name="connsiteX47" fmla="*/ 182880 w 290473"/>
              <a:gd name="connsiteY47" fmla="*/ 184378 h 245337"/>
              <a:gd name="connsiteX48" fmla="*/ 142240 w 290473"/>
              <a:gd name="connsiteY48" fmla="*/ 184378 h 245337"/>
              <a:gd name="connsiteX49" fmla="*/ 132080 w 290473"/>
              <a:gd name="connsiteY49" fmla="*/ 174218 h 245337"/>
              <a:gd name="connsiteX50" fmla="*/ 142240 w 290473"/>
              <a:gd name="connsiteY50" fmla="*/ 164058 h 245337"/>
              <a:gd name="connsiteX51" fmla="*/ 182880 w 290473"/>
              <a:gd name="connsiteY51" fmla="*/ 164058 h 245337"/>
              <a:gd name="connsiteX52" fmla="*/ 187960 w 290473"/>
              <a:gd name="connsiteY52" fmla="*/ 158978 h 245337"/>
              <a:gd name="connsiteX53" fmla="*/ 182880 w 290473"/>
              <a:gd name="connsiteY53" fmla="*/ 153898 h 245337"/>
              <a:gd name="connsiteX54" fmla="*/ 146050 w 290473"/>
              <a:gd name="connsiteY54" fmla="*/ 153898 h 245337"/>
              <a:gd name="connsiteX55" fmla="*/ 123190 w 290473"/>
              <a:gd name="connsiteY55" fmla="*/ 147548 h 245337"/>
              <a:gd name="connsiteX56" fmla="*/ 91440 w 290473"/>
              <a:gd name="connsiteY56" fmla="*/ 133578 h 245337"/>
              <a:gd name="connsiteX57" fmla="*/ 50800 w 290473"/>
              <a:gd name="connsiteY57" fmla="*/ 156438 h 245337"/>
              <a:gd name="connsiteX58" fmla="*/ 50800 w 290473"/>
              <a:gd name="connsiteY58" fmla="*/ 199618 h 245337"/>
              <a:gd name="connsiteX59" fmla="*/ 91440 w 290473"/>
              <a:gd name="connsiteY59" fmla="*/ 207238 h 245337"/>
              <a:gd name="connsiteX60" fmla="*/ 121920 w 290473"/>
              <a:gd name="connsiteY60" fmla="*/ 217398 h 245337"/>
              <a:gd name="connsiteX61" fmla="*/ 168910 w 290473"/>
              <a:gd name="connsiteY61" fmla="*/ 213588 h 245337"/>
              <a:gd name="connsiteX62" fmla="*/ 266700 w 290473"/>
              <a:gd name="connsiteY62" fmla="*/ 161518 h 245337"/>
              <a:gd name="connsiteX63" fmla="*/ 269240 w 290473"/>
              <a:gd name="connsiteY63" fmla="*/ 150088 h 245337"/>
              <a:gd name="connsiteX64" fmla="*/ 259080 w 290473"/>
              <a:gd name="connsiteY64" fmla="*/ 147548 h 245337"/>
              <a:gd name="connsiteX65" fmla="*/ 204470 w 290473"/>
              <a:gd name="connsiteY65" fmla="*/ 171678 h 245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</a:cxnLst>
            <a:rect l="l" t="t" r="r" b="b"/>
            <a:pathLst>
              <a:path w="290473" h="245337">
                <a:moveTo>
                  <a:pt x="171450" y="26898"/>
                </a:moveTo>
                <a:cubicBezTo>
                  <a:pt x="179070" y="18008"/>
                  <a:pt x="193040" y="18008"/>
                  <a:pt x="200660" y="28168"/>
                </a:cubicBezTo>
                <a:cubicBezTo>
                  <a:pt x="205740" y="35788"/>
                  <a:pt x="204470" y="45948"/>
                  <a:pt x="198120" y="52298"/>
                </a:cubicBezTo>
                <a:lnTo>
                  <a:pt x="162560" y="85318"/>
                </a:lnTo>
                <a:lnTo>
                  <a:pt x="127000" y="52298"/>
                </a:lnTo>
                <a:cubicBezTo>
                  <a:pt x="120650" y="45948"/>
                  <a:pt x="119380" y="35788"/>
                  <a:pt x="124460" y="28168"/>
                </a:cubicBezTo>
                <a:cubicBezTo>
                  <a:pt x="130810" y="18008"/>
                  <a:pt x="146050" y="18008"/>
                  <a:pt x="153670" y="26898"/>
                </a:cubicBezTo>
                <a:lnTo>
                  <a:pt x="162560" y="38328"/>
                </a:lnTo>
                <a:lnTo>
                  <a:pt x="171450" y="26898"/>
                </a:lnTo>
                <a:close/>
                <a:moveTo>
                  <a:pt x="162560" y="7848"/>
                </a:moveTo>
                <a:cubicBezTo>
                  <a:pt x="179070" y="-4852"/>
                  <a:pt x="204470" y="-2312"/>
                  <a:pt x="217170" y="16738"/>
                </a:cubicBezTo>
                <a:cubicBezTo>
                  <a:pt x="228600" y="31978"/>
                  <a:pt x="226060" y="53568"/>
                  <a:pt x="212090" y="67538"/>
                </a:cubicBezTo>
                <a:lnTo>
                  <a:pt x="175260" y="100558"/>
                </a:lnTo>
                <a:cubicBezTo>
                  <a:pt x="167640" y="106908"/>
                  <a:pt x="156210" y="106908"/>
                  <a:pt x="148590" y="100558"/>
                </a:cubicBezTo>
                <a:lnTo>
                  <a:pt x="111760" y="67538"/>
                </a:lnTo>
                <a:cubicBezTo>
                  <a:pt x="97790" y="54838"/>
                  <a:pt x="95250" y="33248"/>
                  <a:pt x="106680" y="16738"/>
                </a:cubicBezTo>
                <a:cubicBezTo>
                  <a:pt x="120650" y="-2312"/>
                  <a:pt x="144780" y="-4852"/>
                  <a:pt x="162560" y="7848"/>
                </a:cubicBezTo>
                <a:close/>
                <a:moveTo>
                  <a:pt x="10160" y="103098"/>
                </a:moveTo>
                <a:cubicBezTo>
                  <a:pt x="5080" y="103098"/>
                  <a:pt x="0" y="108178"/>
                  <a:pt x="0" y="113258"/>
                </a:cubicBezTo>
                <a:cubicBezTo>
                  <a:pt x="0" y="118338"/>
                  <a:pt x="5080" y="123418"/>
                  <a:pt x="10160" y="123418"/>
                </a:cubicBezTo>
                <a:lnTo>
                  <a:pt x="30480" y="123418"/>
                </a:lnTo>
                <a:lnTo>
                  <a:pt x="30480" y="153898"/>
                </a:lnTo>
                <a:lnTo>
                  <a:pt x="30480" y="153898"/>
                </a:lnTo>
                <a:lnTo>
                  <a:pt x="30480" y="209778"/>
                </a:lnTo>
                <a:lnTo>
                  <a:pt x="30480" y="225018"/>
                </a:lnTo>
                <a:lnTo>
                  <a:pt x="10160" y="225018"/>
                </a:lnTo>
                <a:cubicBezTo>
                  <a:pt x="5080" y="225018"/>
                  <a:pt x="0" y="230098"/>
                  <a:pt x="0" y="235178"/>
                </a:cubicBezTo>
                <a:cubicBezTo>
                  <a:pt x="0" y="240258"/>
                  <a:pt x="5080" y="245338"/>
                  <a:pt x="10160" y="245338"/>
                </a:cubicBezTo>
                <a:lnTo>
                  <a:pt x="39370" y="245338"/>
                </a:lnTo>
                <a:cubicBezTo>
                  <a:pt x="45720" y="245338"/>
                  <a:pt x="50800" y="240258"/>
                  <a:pt x="50800" y="233908"/>
                </a:cubicBezTo>
                <a:lnTo>
                  <a:pt x="50800" y="219938"/>
                </a:lnTo>
                <a:cubicBezTo>
                  <a:pt x="62230" y="221208"/>
                  <a:pt x="73660" y="222478"/>
                  <a:pt x="85090" y="226288"/>
                </a:cubicBezTo>
                <a:lnTo>
                  <a:pt x="115570" y="236448"/>
                </a:lnTo>
                <a:cubicBezTo>
                  <a:pt x="135890" y="242798"/>
                  <a:pt x="158750" y="240258"/>
                  <a:pt x="177800" y="230098"/>
                </a:cubicBezTo>
                <a:lnTo>
                  <a:pt x="275590" y="178028"/>
                </a:lnTo>
                <a:cubicBezTo>
                  <a:pt x="290830" y="170408"/>
                  <a:pt x="294640" y="151358"/>
                  <a:pt x="285750" y="137388"/>
                </a:cubicBezTo>
                <a:cubicBezTo>
                  <a:pt x="278130" y="125958"/>
                  <a:pt x="261620" y="120878"/>
                  <a:pt x="248920" y="127228"/>
                </a:cubicBezTo>
                <a:lnTo>
                  <a:pt x="204470" y="148818"/>
                </a:lnTo>
                <a:cubicBezTo>
                  <a:pt x="200660" y="139928"/>
                  <a:pt x="191770" y="133578"/>
                  <a:pt x="181610" y="133578"/>
                </a:cubicBezTo>
                <a:lnTo>
                  <a:pt x="146050" y="133578"/>
                </a:lnTo>
                <a:cubicBezTo>
                  <a:pt x="142240" y="133578"/>
                  <a:pt x="138430" y="132308"/>
                  <a:pt x="134620" y="129768"/>
                </a:cubicBezTo>
                <a:cubicBezTo>
                  <a:pt x="123190" y="122148"/>
                  <a:pt x="109220" y="113258"/>
                  <a:pt x="91440" y="113258"/>
                </a:cubicBezTo>
                <a:cubicBezTo>
                  <a:pt x="77470" y="113258"/>
                  <a:pt x="62230" y="117068"/>
                  <a:pt x="50800" y="125958"/>
                </a:cubicBezTo>
                <a:lnTo>
                  <a:pt x="50800" y="113258"/>
                </a:lnTo>
                <a:cubicBezTo>
                  <a:pt x="50800" y="106908"/>
                  <a:pt x="45720" y="101828"/>
                  <a:pt x="39370" y="101828"/>
                </a:cubicBezTo>
                <a:lnTo>
                  <a:pt x="10160" y="101828"/>
                </a:lnTo>
                <a:close/>
                <a:moveTo>
                  <a:pt x="204470" y="171678"/>
                </a:moveTo>
                <a:cubicBezTo>
                  <a:pt x="199390" y="179298"/>
                  <a:pt x="191770" y="184378"/>
                  <a:pt x="182880" y="184378"/>
                </a:cubicBezTo>
                <a:lnTo>
                  <a:pt x="142240" y="184378"/>
                </a:lnTo>
                <a:cubicBezTo>
                  <a:pt x="137160" y="184378"/>
                  <a:pt x="132080" y="179298"/>
                  <a:pt x="132080" y="174218"/>
                </a:cubicBezTo>
                <a:cubicBezTo>
                  <a:pt x="132080" y="169138"/>
                  <a:pt x="137160" y="164058"/>
                  <a:pt x="142240" y="164058"/>
                </a:cubicBezTo>
                <a:lnTo>
                  <a:pt x="182880" y="164058"/>
                </a:lnTo>
                <a:cubicBezTo>
                  <a:pt x="185420" y="164058"/>
                  <a:pt x="187960" y="161518"/>
                  <a:pt x="187960" y="158978"/>
                </a:cubicBezTo>
                <a:cubicBezTo>
                  <a:pt x="187960" y="156438"/>
                  <a:pt x="185420" y="153898"/>
                  <a:pt x="182880" y="153898"/>
                </a:cubicBezTo>
                <a:lnTo>
                  <a:pt x="146050" y="153898"/>
                </a:lnTo>
                <a:cubicBezTo>
                  <a:pt x="138430" y="153898"/>
                  <a:pt x="130810" y="151358"/>
                  <a:pt x="123190" y="147548"/>
                </a:cubicBezTo>
                <a:cubicBezTo>
                  <a:pt x="111760" y="139928"/>
                  <a:pt x="101600" y="133578"/>
                  <a:pt x="91440" y="133578"/>
                </a:cubicBezTo>
                <a:cubicBezTo>
                  <a:pt x="74930" y="133578"/>
                  <a:pt x="59690" y="141198"/>
                  <a:pt x="50800" y="156438"/>
                </a:cubicBezTo>
                <a:lnTo>
                  <a:pt x="50800" y="199618"/>
                </a:lnTo>
                <a:cubicBezTo>
                  <a:pt x="64770" y="200888"/>
                  <a:pt x="77470" y="202158"/>
                  <a:pt x="91440" y="207238"/>
                </a:cubicBezTo>
                <a:lnTo>
                  <a:pt x="121920" y="217398"/>
                </a:lnTo>
                <a:cubicBezTo>
                  <a:pt x="137160" y="222478"/>
                  <a:pt x="154940" y="221208"/>
                  <a:pt x="168910" y="213588"/>
                </a:cubicBezTo>
                <a:lnTo>
                  <a:pt x="266700" y="161518"/>
                </a:lnTo>
                <a:cubicBezTo>
                  <a:pt x="270510" y="158978"/>
                  <a:pt x="271780" y="153898"/>
                  <a:pt x="269240" y="150088"/>
                </a:cubicBezTo>
                <a:cubicBezTo>
                  <a:pt x="266700" y="146278"/>
                  <a:pt x="262890" y="145008"/>
                  <a:pt x="259080" y="147548"/>
                </a:cubicBezTo>
                <a:lnTo>
                  <a:pt x="204470" y="171678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942" name="Рисунок 2">
            <a:extLst>
              <a:ext uri="{FF2B5EF4-FFF2-40B4-BE49-F238E27FC236}">
                <a16:creationId xmlns:a16="http://schemas.microsoft.com/office/drawing/2014/main" id="{11A6CE84-A1FE-6372-CEBA-5C8AB64C7D32}"/>
              </a:ext>
            </a:extLst>
          </p:cNvPr>
          <p:cNvGrpSpPr/>
          <p:nvPr/>
        </p:nvGrpSpPr>
        <p:grpSpPr>
          <a:xfrm>
            <a:off x="7811529" y="3095478"/>
            <a:ext cx="244086" cy="264160"/>
            <a:chOff x="7956550" y="3051810"/>
            <a:chExt cx="244086" cy="264160"/>
          </a:xfrm>
          <a:solidFill>
            <a:schemeClr val="tx1"/>
          </a:solidFill>
        </p:grpSpPr>
        <p:sp>
          <p:nvSpPr>
            <p:cNvPr id="943" name="Полилиния: фигура 145">
              <a:extLst>
                <a:ext uri="{FF2B5EF4-FFF2-40B4-BE49-F238E27FC236}">
                  <a16:creationId xmlns:a16="http://schemas.microsoft.com/office/drawing/2014/main" id="{479AC5FB-4FA2-B58C-8D3B-708BBE282A51}"/>
                </a:ext>
              </a:extLst>
            </p:cNvPr>
            <p:cNvSpPr/>
            <p:nvPr/>
          </p:nvSpPr>
          <p:spPr>
            <a:xfrm>
              <a:off x="8001000" y="3051810"/>
              <a:ext cx="71119" cy="71119"/>
            </a:xfrm>
            <a:custGeom>
              <a:avLst/>
              <a:gdLst>
                <a:gd name="connsiteX0" fmla="*/ 35560 w 71119"/>
                <a:gd name="connsiteY0" fmla="*/ 0 h 71119"/>
                <a:gd name="connsiteX1" fmla="*/ 0 w 71119"/>
                <a:gd name="connsiteY1" fmla="*/ 35560 h 71119"/>
                <a:gd name="connsiteX2" fmla="*/ 35560 w 71119"/>
                <a:gd name="connsiteY2" fmla="*/ 71120 h 71119"/>
                <a:gd name="connsiteX3" fmla="*/ 71120 w 71119"/>
                <a:gd name="connsiteY3" fmla="*/ 35560 h 71119"/>
                <a:gd name="connsiteX4" fmla="*/ 35560 w 71119"/>
                <a:gd name="connsiteY4" fmla="*/ 0 h 71119"/>
                <a:gd name="connsiteX5" fmla="*/ 20320 w 71119"/>
                <a:gd name="connsiteY5" fmla="*/ 35560 h 71119"/>
                <a:gd name="connsiteX6" fmla="*/ 35560 w 71119"/>
                <a:gd name="connsiteY6" fmla="*/ 20320 h 71119"/>
                <a:gd name="connsiteX7" fmla="*/ 50800 w 71119"/>
                <a:gd name="connsiteY7" fmla="*/ 35560 h 71119"/>
                <a:gd name="connsiteX8" fmla="*/ 35560 w 71119"/>
                <a:gd name="connsiteY8" fmla="*/ 50800 h 71119"/>
                <a:gd name="connsiteX9" fmla="*/ 20320 w 71119"/>
                <a:gd name="connsiteY9" fmla="*/ 35560 h 711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1119" h="71119">
                  <a:moveTo>
                    <a:pt x="35560" y="0"/>
                  </a:moveTo>
                  <a:cubicBezTo>
                    <a:pt x="16510" y="0"/>
                    <a:pt x="0" y="16510"/>
                    <a:pt x="0" y="35560"/>
                  </a:cubicBezTo>
                  <a:cubicBezTo>
                    <a:pt x="0" y="54610"/>
                    <a:pt x="16510" y="71120"/>
                    <a:pt x="35560" y="71120"/>
                  </a:cubicBezTo>
                  <a:cubicBezTo>
                    <a:pt x="54610" y="71120"/>
                    <a:pt x="71120" y="54610"/>
                    <a:pt x="71120" y="35560"/>
                  </a:cubicBezTo>
                  <a:cubicBezTo>
                    <a:pt x="71120" y="16510"/>
                    <a:pt x="55880" y="0"/>
                    <a:pt x="35560" y="0"/>
                  </a:cubicBezTo>
                  <a:close/>
                  <a:moveTo>
                    <a:pt x="20320" y="35560"/>
                  </a:moveTo>
                  <a:cubicBezTo>
                    <a:pt x="20320" y="26670"/>
                    <a:pt x="26670" y="20320"/>
                    <a:pt x="35560" y="20320"/>
                  </a:cubicBezTo>
                  <a:cubicBezTo>
                    <a:pt x="44450" y="20320"/>
                    <a:pt x="50800" y="26670"/>
                    <a:pt x="50800" y="35560"/>
                  </a:cubicBezTo>
                  <a:cubicBezTo>
                    <a:pt x="50800" y="44450"/>
                    <a:pt x="44450" y="50800"/>
                    <a:pt x="35560" y="50800"/>
                  </a:cubicBezTo>
                  <a:cubicBezTo>
                    <a:pt x="26670" y="50800"/>
                    <a:pt x="20320" y="44450"/>
                    <a:pt x="20320" y="355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44" name="Полилиния: фигура 146">
              <a:extLst>
                <a:ext uri="{FF2B5EF4-FFF2-40B4-BE49-F238E27FC236}">
                  <a16:creationId xmlns:a16="http://schemas.microsoft.com/office/drawing/2014/main" id="{D09214E2-4B6A-A36A-904A-41E96A5B6E73}"/>
                </a:ext>
              </a:extLst>
            </p:cNvPr>
            <p:cNvSpPr/>
            <p:nvPr/>
          </p:nvSpPr>
          <p:spPr>
            <a:xfrm>
              <a:off x="7956550" y="3155950"/>
              <a:ext cx="161290" cy="160020"/>
            </a:xfrm>
            <a:custGeom>
              <a:avLst/>
              <a:gdLst>
                <a:gd name="connsiteX0" fmla="*/ 63500 w 161290"/>
                <a:gd name="connsiteY0" fmla="*/ 0 h 160020"/>
                <a:gd name="connsiteX1" fmla="*/ 0 w 161290"/>
                <a:gd name="connsiteY1" fmla="*/ 78740 h 160020"/>
                <a:gd name="connsiteX2" fmla="*/ 81280 w 161290"/>
                <a:gd name="connsiteY2" fmla="*/ 160020 h 160020"/>
                <a:gd name="connsiteX3" fmla="*/ 161290 w 161290"/>
                <a:gd name="connsiteY3" fmla="*/ 88900 h 160020"/>
                <a:gd name="connsiteX4" fmla="*/ 140970 w 161290"/>
                <a:gd name="connsiteY4" fmla="*/ 88900 h 160020"/>
                <a:gd name="connsiteX5" fmla="*/ 81280 w 161290"/>
                <a:gd name="connsiteY5" fmla="*/ 139700 h 160020"/>
                <a:gd name="connsiteX6" fmla="*/ 20320 w 161290"/>
                <a:gd name="connsiteY6" fmla="*/ 78740 h 160020"/>
                <a:gd name="connsiteX7" fmla="*/ 69850 w 161290"/>
                <a:gd name="connsiteY7" fmla="*/ 19050 h 160020"/>
                <a:gd name="connsiteX8" fmla="*/ 63500 w 161290"/>
                <a:gd name="connsiteY8" fmla="*/ 0 h 160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61290" h="160020">
                  <a:moveTo>
                    <a:pt x="63500" y="0"/>
                  </a:moveTo>
                  <a:cubicBezTo>
                    <a:pt x="26670" y="7620"/>
                    <a:pt x="0" y="40640"/>
                    <a:pt x="0" y="78740"/>
                  </a:cubicBezTo>
                  <a:cubicBezTo>
                    <a:pt x="0" y="123190"/>
                    <a:pt x="36830" y="160020"/>
                    <a:pt x="81280" y="160020"/>
                  </a:cubicBezTo>
                  <a:cubicBezTo>
                    <a:pt x="123190" y="160020"/>
                    <a:pt x="156210" y="129540"/>
                    <a:pt x="161290" y="88900"/>
                  </a:cubicBezTo>
                  <a:lnTo>
                    <a:pt x="140970" y="88900"/>
                  </a:lnTo>
                  <a:cubicBezTo>
                    <a:pt x="135890" y="118110"/>
                    <a:pt x="110490" y="139700"/>
                    <a:pt x="81280" y="139700"/>
                  </a:cubicBezTo>
                  <a:cubicBezTo>
                    <a:pt x="48260" y="139700"/>
                    <a:pt x="20320" y="113030"/>
                    <a:pt x="20320" y="78740"/>
                  </a:cubicBezTo>
                  <a:cubicBezTo>
                    <a:pt x="20320" y="49530"/>
                    <a:pt x="41910" y="24130"/>
                    <a:pt x="69850" y="19050"/>
                  </a:cubicBezTo>
                  <a:lnTo>
                    <a:pt x="6350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45" name="Полилиния: фигура 147">
              <a:extLst>
                <a:ext uri="{FF2B5EF4-FFF2-40B4-BE49-F238E27FC236}">
                  <a16:creationId xmlns:a16="http://schemas.microsoft.com/office/drawing/2014/main" id="{23001D1A-0B13-447C-3D53-8F6B1FD44E72}"/>
                </a:ext>
              </a:extLst>
            </p:cNvPr>
            <p:cNvSpPr/>
            <p:nvPr/>
          </p:nvSpPr>
          <p:spPr>
            <a:xfrm>
              <a:off x="8037552" y="3134036"/>
              <a:ext cx="163083" cy="170747"/>
            </a:xfrm>
            <a:custGeom>
              <a:avLst/>
              <a:gdLst>
                <a:gd name="connsiteX0" fmla="*/ 6628 w 163083"/>
                <a:gd name="connsiteY0" fmla="*/ 324 h 170747"/>
                <a:gd name="connsiteX1" fmla="*/ 19328 w 163083"/>
                <a:gd name="connsiteY1" fmla="*/ 6674 h 170747"/>
                <a:gd name="connsiteX2" fmla="*/ 25678 w 163083"/>
                <a:gd name="connsiteY2" fmla="*/ 29534 h 170747"/>
                <a:gd name="connsiteX3" fmla="*/ 75208 w 163083"/>
                <a:gd name="connsiteY3" fmla="*/ 29534 h 170747"/>
                <a:gd name="connsiteX4" fmla="*/ 85367 w 163083"/>
                <a:gd name="connsiteY4" fmla="*/ 39694 h 170747"/>
                <a:gd name="connsiteX5" fmla="*/ 75208 w 163083"/>
                <a:gd name="connsiteY5" fmla="*/ 49854 h 170747"/>
                <a:gd name="connsiteX6" fmla="*/ 32028 w 163083"/>
                <a:gd name="connsiteY6" fmla="*/ 49854 h 170747"/>
                <a:gd name="connsiteX7" fmla="*/ 38378 w 163083"/>
                <a:gd name="connsiteY7" fmla="*/ 70174 h 170747"/>
                <a:gd name="connsiteX8" fmla="*/ 94258 w 163083"/>
                <a:gd name="connsiteY8" fmla="*/ 70174 h 170747"/>
                <a:gd name="connsiteX9" fmla="*/ 113308 w 163083"/>
                <a:gd name="connsiteY9" fmla="*/ 82874 h 170747"/>
                <a:gd name="connsiteX10" fmla="*/ 138708 w 163083"/>
                <a:gd name="connsiteY10" fmla="*/ 148914 h 170747"/>
                <a:gd name="connsiteX11" fmla="*/ 150138 w 163083"/>
                <a:gd name="connsiteY11" fmla="*/ 146373 h 170747"/>
                <a:gd name="connsiteX12" fmla="*/ 162838 w 163083"/>
                <a:gd name="connsiteY12" fmla="*/ 153994 h 170747"/>
                <a:gd name="connsiteX13" fmla="*/ 155217 w 163083"/>
                <a:gd name="connsiteY13" fmla="*/ 166694 h 170747"/>
                <a:gd name="connsiteX14" fmla="*/ 138708 w 163083"/>
                <a:gd name="connsiteY14" fmla="*/ 170504 h 170747"/>
                <a:gd name="connsiteX15" fmla="*/ 120928 w 163083"/>
                <a:gd name="connsiteY15" fmla="*/ 161614 h 170747"/>
                <a:gd name="connsiteX16" fmla="*/ 94258 w 163083"/>
                <a:gd name="connsiteY16" fmla="*/ 91764 h 170747"/>
                <a:gd name="connsiteX17" fmla="*/ 38378 w 163083"/>
                <a:gd name="connsiteY17" fmla="*/ 91764 h 170747"/>
                <a:gd name="connsiteX18" fmla="*/ 19328 w 163083"/>
                <a:gd name="connsiteY18" fmla="*/ 76524 h 170747"/>
                <a:gd name="connsiteX19" fmla="*/ 1548 w 163083"/>
                <a:gd name="connsiteY19" fmla="*/ 13024 h 170747"/>
                <a:gd name="connsiteX20" fmla="*/ 6628 w 163083"/>
                <a:gd name="connsiteY20" fmla="*/ 324 h 17074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63083" h="170747">
                  <a:moveTo>
                    <a:pt x="6628" y="324"/>
                  </a:moveTo>
                  <a:cubicBezTo>
                    <a:pt x="11708" y="-946"/>
                    <a:pt x="18058" y="1594"/>
                    <a:pt x="19328" y="6674"/>
                  </a:cubicBezTo>
                  <a:lnTo>
                    <a:pt x="25678" y="29534"/>
                  </a:lnTo>
                  <a:lnTo>
                    <a:pt x="75208" y="29534"/>
                  </a:lnTo>
                  <a:cubicBezTo>
                    <a:pt x="80288" y="29534"/>
                    <a:pt x="85367" y="34614"/>
                    <a:pt x="85367" y="39694"/>
                  </a:cubicBezTo>
                  <a:cubicBezTo>
                    <a:pt x="85367" y="44774"/>
                    <a:pt x="80288" y="49854"/>
                    <a:pt x="75208" y="49854"/>
                  </a:cubicBezTo>
                  <a:lnTo>
                    <a:pt x="32028" y="49854"/>
                  </a:lnTo>
                  <a:lnTo>
                    <a:pt x="38378" y="70174"/>
                  </a:lnTo>
                  <a:lnTo>
                    <a:pt x="94258" y="70174"/>
                  </a:lnTo>
                  <a:cubicBezTo>
                    <a:pt x="103148" y="70174"/>
                    <a:pt x="110767" y="75254"/>
                    <a:pt x="113308" y="82874"/>
                  </a:cubicBezTo>
                  <a:lnTo>
                    <a:pt x="138708" y="148914"/>
                  </a:lnTo>
                  <a:lnTo>
                    <a:pt x="150138" y="146373"/>
                  </a:lnTo>
                  <a:cubicBezTo>
                    <a:pt x="155217" y="145104"/>
                    <a:pt x="161567" y="148914"/>
                    <a:pt x="162838" y="153994"/>
                  </a:cubicBezTo>
                  <a:cubicBezTo>
                    <a:pt x="164108" y="159073"/>
                    <a:pt x="160298" y="165423"/>
                    <a:pt x="155217" y="166694"/>
                  </a:cubicBezTo>
                  <a:lnTo>
                    <a:pt x="138708" y="170504"/>
                  </a:lnTo>
                  <a:cubicBezTo>
                    <a:pt x="131088" y="171773"/>
                    <a:pt x="123467" y="167964"/>
                    <a:pt x="120928" y="161614"/>
                  </a:cubicBezTo>
                  <a:lnTo>
                    <a:pt x="94258" y="91764"/>
                  </a:lnTo>
                  <a:lnTo>
                    <a:pt x="38378" y="91764"/>
                  </a:lnTo>
                  <a:cubicBezTo>
                    <a:pt x="29488" y="91764"/>
                    <a:pt x="21867" y="85414"/>
                    <a:pt x="19328" y="76524"/>
                  </a:cubicBezTo>
                  <a:lnTo>
                    <a:pt x="1548" y="13024"/>
                  </a:lnTo>
                  <a:cubicBezTo>
                    <a:pt x="-2262" y="6674"/>
                    <a:pt x="1548" y="1594"/>
                    <a:pt x="6628" y="324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946" name="Полилиния: фигура 148">
            <a:extLst>
              <a:ext uri="{FF2B5EF4-FFF2-40B4-BE49-F238E27FC236}">
                <a16:creationId xmlns:a16="http://schemas.microsoft.com/office/drawing/2014/main" id="{33542468-9B7A-F2C8-7BA8-A65E3EE3A3C6}"/>
              </a:ext>
            </a:extLst>
          </p:cNvPr>
          <p:cNvSpPr/>
          <p:nvPr/>
        </p:nvSpPr>
        <p:spPr>
          <a:xfrm>
            <a:off x="8355088" y="3115797"/>
            <a:ext cx="273050" cy="223520"/>
          </a:xfrm>
          <a:custGeom>
            <a:avLst/>
            <a:gdLst>
              <a:gd name="connsiteX0" fmla="*/ 191770 w 273050"/>
              <a:gd name="connsiteY0" fmla="*/ 0 h 223520"/>
              <a:gd name="connsiteX1" fmla="*/ 151130 w 273050"/>
              <a:gd name="connsiteY1" fmla="*/ 40640 h 223520"/>
              <a:gd name="connsiteX2" fmla="*/ 151130 w 273050"/>
              <a:gd name="connsiteY2" fmla="*/ 50800 h 223520"/>
              <a:gd name="connsiteX3" fmla="*/ 191770 w 273050"/>
              <a:gd name="connsiteY3" fmla="*/ 91440 h 223520"/>
              <a:gd name="connsiteX4" fmla="*/ 232410 w 273050"/>
              <a:gd name="connsiteY4" fmla="*/ 50800 h 223520"/>
              <a:gd name="connsiteX5" fmla="*/ 232410 w 273050"/>
              <a:gd name="connsiteY5" fmla="*/ 40640 h 223520"/>
              <a:gd name="connsiteX6" fmla="*/ 191770 w 273050"/>
              <a:gd name="connsiteY6" fmla="*/ 0 h 223520"/>
              <a:gd name="connsiteX7" fmla="*/ 171450 w 273050"/>
              <a:gd name="connsiteY7" fmla="*/ 40640 h 223520"/>
              <a:gd name="connsiteX8" fmla="*/ 191770 w 273050"/>
              <a:gd name="connsiteY8" fmla="*/ 20320 h 223520"/>
              <a:gd name="connsiteX9" fmla="*/ 212090 w 273050"/>
              <a:gd name="connsiteY9" fmla="*/ 40640 h 223520"/>
              <a:gd name="connsiteX10" fmla="*/ 212090 w 273050"/>
              <a:gd name="connsiteY10" fmla="*/ 50800 h 223520"/>
              <a:gd name="connsiteX11" fmla="*/ 191770 w 273050"/>
              <a:gd name="connsiteY11" fmla="*/ 71120 h 223520"/>
              <a:gd name="connsiteX12" fmla="*/ 171450 w 273050"/>
              <a:gd name="connsiteY12" fmla="*/ 50800 h 223520"/>
              <a:gd name="connsiteX13" fmla="*/ 171450 w 273050"/>
              <a:gd name="connsiteY13" fmla="*/ 40640 h 223520"/>
              <a:gd name="connsiteX14" fmla="*/ 81280 w 273050"/>
              <a:gd name="connsiteY14" fmla="*/ 20320 h 223520"/>
              <a:gd name="connsiteX15" fmla="*/ 40640 w 273050"/>
              <a:gd name="connsiteY15" fmla="*/ 60960 h 223520"/>
              <a:gd name="connsiteX16" fmla="*/ 40640 w 273050"/>
              <a:gd name="connsiteY16" fmla="*/ 71120 h 223520"/>
              <a:gd name="connsiteX17" fmla="*/ 81280 w 273050"/>
              <a:gd name="connsiteY17" fmla="*/ 111760 h 223520"/>
              <a:gd name="connsiteX18" fmla="*/ 121920 w 273050"/>
              <a:gd name="connsiteY18" fmla="*/ 71120 h 223520"/>
              <a:gd name="connsiteX19" fmla="*/ 121920 w 273050"/>
              <a:gd name="connsiteY19" fmla="*/ 60960 h 223520"/>
              <a:gd name="connsiteX20" fmla="*/ 81280 w 273050"/>
              <a:gd name="connsiteY20" fmla="*/ 20320 h 223520"/>
              <a:gd name="connsiteX21" fmla="*/ 60960 w 273050"/>
              <a:gd name="connsiteY21" fmla="*/ 60960 h 223520"/>
              <a:gd name="connsiteX22" fmla="*/ 81280 w 273050"/>
              <a:gd name="connsiteY22" fmla="*/ 40640 h 223520"/>
              <a:gd name="connsiteX23" fmla="*/ 101600 w 273050"/>
              <a:gd name="connsiteY23" fmla="*/ 60960 h 223520"/>
              <a:gd name="connsiteX24" fmla="*/ 101600 w 273050"/>
              <a:gd name="connsiteY24" fmla="*/ 71120 h 223520"/>
              <a:gd name="connsiteX25" fmla="*/ 81280 w 273050"/>
              <a:gd name="connsiteY25" fmla="*/ 91440 h 223520"/>
              <a:gd name="connsiteX26" fmla="*/ 60960 w 273050"/>
              <a:gd name="connsiteY26" fmla="*/ 71120 h 223520"/>
              <a:gd name="connsiteX27" fmla="*/ 60960 w 273050"/>
              <a:gd name="connsiteY27" fmla="*/ 60960 h 223520"/>
              <a:gd name="connsiteX28" fmla="*/ 0 w 273050"/>
              <a:gd name="connsiteY28" fmla="*/ 191770 h 223520"/>
              <a:gd name="connsiteX29" fmla="*/ 59690 w 273050"/>
              <a:gd name="connsiteY29" fmla="*/ 132080 h 223520"/>
              <a:gd name="connsiteX30" fmla="*/ 102870 w 273050"/>
              <a:gd name="connsiteY30" fmla="*/ 132080 h 223520"/>
              <a:gd name="connsiteX31" fmla="*/ 162560 w 273050"/>
              <a:gd name="connsiteY31" fmla="*/ 191770 h 223520"/>
              <a:gd name="connsiteX32" fmla="*/ 130810 w 273050"/>
              <a:gd name="connsiteY32" fmla="*/ 223520 h 223520"/>
              <a:gd name="connsiteX33" fmla="*/ 31750 w 273050"/>
              <a:gd name="connsiteY33" fmla="*/ 223520 h 223520"/>
              <a:gd name="connsiteX34" fmla="*/ 0 w 273050"/>
              <a:gd name="connsiteY34" fmla="*/ 191770 h 223520"/>
              <a:gd name="connsiteX35" fmla="*/ 59690 w 273050"/>
              <a:gd name="connsiteY35" fmla="*/ 152400 h 223520"/>
              <a:gd name="connsiteX36" fmla="*/ 20320 w 273050"/>
              <a:gd name="connsiteY36" fmla="*/ 191770 h 223520"/>
              <a:gd name="connsiteX37" fmla="*/ 31750 w 273050"/>
              <a:gd name="connsiteY37" fmla="*/ 203200 h 223520"/>
              <a:gd name="connsiteX38" fmla="*/ 130810 w 273050"/>
              <a:gd name="connsiteY38" fmla="*/ 203200 h 223520"/>
              <a:gd name="connsiteX39" fmla="*/ 142240 w 273050"/>
              <a:gd name="connsiteY39" fmla="*/ 191770 h 223520"/>
              <a:gd name="connsiteX40" fmla="*/ 102870 w 273050"/>
              <a:gd name="connsiteY40" fmla="*/ 152400 h 223520"/>
              <a:gd name="connsiteX41" fmla="*/ 59690 w 273050"/>
              <a:gd name="connsiteY41" fmla="*/ 152400 h 223520"/>
              <a:gd name="connsiteX42" fmla="*/ 171450 w 273050"/>
              <a:gd name="connsiteY42" fmla="*/ 111760 h 223520"/>
              <a:gd name="connsiteX43" fmla="*/ 161290 w 273050"/>
              <a:gd name="connsiteY43" fmla="*/ 121920 h 223520"/>
              <a:gd name="connsiteX44" fmla="*/ 171450 w 273050"/>
              <a:gd name="connsiteY44" fmla="*/ 132080 h 223520"/>
              <a:gd name="connsiteX45" fmla="*/ 213360 w 273050"/>
              <a:gd name="connsiteY45" fmla="*/ 132080 h 223520"/>
              <a:gd name="connsiteX46" fmla="*/ 252730 w 273050"/>
              <a:gd name="connsiteY46" fmla="*/ 171450 h 223520"/>
              <a:gd name="connsiteX47" fmla="*/ 241300 w 273050"/>
              <a:gd name="connsiteY47" fmla="*/ 182880 h 223520"/>
              <a:gd name="connsiteX48" fmla="*/ 201930 w 273050"/>
              <a:gd name="connsiteY48" fmla="*/ 182880 h 223520"/>
              <a:gd name="connsiteX49" fmla="*/ 191770 w 273050"/>
              <a:gd name="connsiteY49" fmla="*/ 193040 h 223520"/>
              <a:gd name="connsiteX50" fmla="*/ 201930 w 273050"/>
              <a:gd name="connsiteY50" fmla="*/ 203200 h 223520"/>
              <a:gd name="connsiteX51" fmla="*/ 241300 w 273050"/>
              <a:gd name="connsiteY51" fmla="*/ 203200 h 223520"/>
              <a:gd name="connsiteX52" fmla="*/ 273050 w 273050"/>
              <a:gd name="connsiteY52" fmla="*/ 171450 h 223520"/>
              <a:gd name="connsiteX53" fmla="*/ 213360 w 273050"/>
              <a:gd name="connsiteY53" fmla="*/ 111760 h 223520"/>
              <a:gd name="connsiteX54" fmla="*/ 171450 w 273050"/>
              <a:gd name="connsiteY54" fmla="*/ 11176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73050" h="223520">
                <a:moveTo>
                  <a:pt x="191770" y="0"/>
                </a:moveTo>
                <a:cubicBezTo>
                  <a:pt x="168910" y="0"/>
                  <a:pt x="151130" y="17780"/>
                  <a:pt x="151130" y="40640"/>
                </a:cubicBezTo>
                <a:lnTo>
                  <a:pt x="151130" y="50800"/>
                </a:lnTo>
                <a:cubicBezTo>
                  <a:pt x="151130" y="73660"/>
                  <a:pt x="168910" y="91440"/>
                  <a:pt x="191770" y="91440"/>
                </a:cubicBezTo>
                <a:cubicBezTo>
                  <a:pt x="214630" y="91440"/>
                  <a:pt x="232410" y="73660"/>
                  <a:pt x="232410" y="50800"/>
                </a:cubicBezTo>
                <a:lnTo>
                  <a:pt x="232410" y="40640"/>
                </a:lnTo>
                <a:cubicBezTo>
                  <a:pt x="232410" y="19050"/>
                  <a:pt x="214630" y="0"/>
                  <a:pt x="191770" y="0"/>
                </a:cubicBezTo>
                <a:close/>
                <a:moveTo>
                  <a:pt x="171450" y="40640"/>
                </a:moveTo>
                <a:cubicBezTo>
                  <a:pt x="171450" y="29210"/>
                  <a:pt x="180340" y="20320"/>
                  <a:pt x="191770" y="20320"/>
                </a:cubicBezTo>
                <a:cubicBezTo>
                  <a:pt x="203200" y="20320"/>
                  <a:pt x="212090" y="29210"/>
                  <a:pt x="212090" y="40640"/>
                </a:cubicBezTo>
                <a:lnTo>
                  <a:pt x="212090" y="50800"/>
                </a:lnTo>
                <a:cubicBezTo>
                  <a:pt x="212090" y="62230"/>
                  <a:pt x="203200" y="71120"/>
                  <a:pt x="191770" y="71120"/>
                </a:cubicBezTo>
                <a:cubicBezTo>
                  <a:pt x="180340" y="71120"/>
                  <a:pt x="171450" y="62230"/>
                  <a:pt x="171450" y="50800"/>
                </a:cubicBezTo>
                <a:lnTo>
                  <a:pt x="171450" y="40640"/>
                </a:lnTo>
                <a:close/>
                <a:moveTo>
                  <a:pt x="81280" y="20320"/>
                </a:moveTo>
                <a:cubicBezTo>
                  <a:pt x="58420" y="20320"/>
                  <a:pt x="40640" y="38100"/>
                  <a:pt x="40640" y="60960"/>
                </a:cubicBezTo>
                <a:lnTo>
                  <a:pt x="40640" y="71120"/>
                </a:lnTo>
                <a:cubicBezTo>
                  <a:pt x="40640" y="93980"/>
                  <a:pt x="58420" y="111760"/>
                  <a:pt x="81280" y="111760"/>
                </a:cubicBezTo>
                <a:cubicBezTo>
                  <a:pt x="104140" y="111760"/>
                  <a:pt x="121920" y="93980"/>
                  <a:pt x="121920" y="71120"/>
                </a:cubicBezTo>
                <a:lnTo>
                  <a:pt x="121920" y="60960"/>
                </a:lnTo>
                <a:cubicBezTo>
                  <a:pt x="120650" y="39370"/>
                  <a:pt x="102870" y="20320"/>
                  <a:pt x="81280" y="20320"/>
                </a:cubicBezTo>
                <a:close/>
                <a:moveTo>
                  <a:pt x="60960" y="60960"/>
                </a:moveTo>
                <a:cubicBezTo>
                  <a:pt x="60960" y="49530"/>
                  <a:pt x="69850" y="40640"/>
                  <a:pt x="81280" y="40640"/>
                </a:cubicBezTo>
                <a:cubicBezTo>
                  <a:pt x="92710" y="40640"/>
                  <a:pt x="101600" y="49530"/>
                  <a:pt x="101600" y="60960"/>
                </a:cubicBezTo>
                <a:lnTo>
                  <a:pt x="101600" y="71120"/>
                </a:lnTo>
                <a:cubicBezTo>
                  <a:pt x="101600" y="82550"/>
                  <a:pt x="92710" y="91440"/>
                  <a:pt x="81280" y="91440"/>
                </a:cubicBezTo>
                <a:cubicBezTo>
                  <a:pt x="69850" y="91440"/>
                  <a:pt x="60960" y="82550"/>
                  <a:pt x="60960" y="71120"/>
                </a:cubicBezTo>
                <a:lnTo>
                  <a:pt x="60960" y="60960"/>
                </a:lnTo>
                <a:close/>
                <a:moveTo>
                  <a:pt x="0" y="191770"/>
                </a:moveTo>
                <a:cubicBezTo>
                  <a:pt x="0" y="158750"/>
                  <a:pt x="26670" y="132080"/>
                  <a:pt x="59690" y="132080"/>
                </a:cubicBezTo>
                <a:lnTo>
                  <a:pt x="102870" y="132080"/>
                </a:lnTo>
                <a:cubicBezTo>
                  <a:pt x="135890" y="132080"/>
                  <a:pt x="162560" y="158750"/>
                  <a:pt x="162560" y="191770"/>
                </a:cubicBezTo>
                <a:cubicBezTo>
                  <a:pt x="162560" y="209550"/>
                  <a:pt x="148590" y="223520"/>
                  <a:pt x="130810" y="223520"/>
                </a:cubicBezTo>
                <a:lnTo>
                  <a:pt x="31750" y="223520"/>
                </a:lnTo>
                <a:cubicBezTo>
                  <a:pt x="13970" y="223520"/>
                  <a:pt x="0" y="209550"/>
                  <a:pt x="0" y="191770"/>
                </a:cubicBezTo>
                <a:close/>
                <a:moveTo>
                  <a:pt x="59690" y="152400"/>
                </a:moveTo>
                <a:cubicBezTo>
                  <a:pt x="38100" y="152400"/>
                  <a:pt x="20320" y="170180"/>
                  <a:pt x="20320" y="191770"/>
                </a:cubicBezTo>
                <a:cubicBezTo>
                  <a:pt x="20320" y="198120"/>
                  <a:pt x="25400" y="203200"/>
                  <a:pt x="31750" y="203200"/>
                </a:cubicBezTo>
                <a:lnTo>
                  <a:pt x="130810" y="203200"/>
                </a:lnTo>
                <a:cubicBezTo>
                  <a:pt x="137160" y="203200"/>
                  <a:pt x="142240" y="198120"/>
                  <a:pt x="142240" y="191770"/>
                </a:cubicBezTo>
                <a:cubicBezTo>
                  <a:pt x="142240" y="170180"/>
                  <a:pt x="124460" y="152400"/>
                  <a:pt x="102870" y="152400"/>
                </a:cubicBezTo>
                <a:lnTo>
                  <a:pt x="59690" y="152400"/>
                </a:lnTo>
                <a:close/>
                <a:moveTo>
                  <a:pt x="171450" y="111760"/>
                </a:moveTo>
                <a:cubicBezTo>
                  <a:pt x="166370" y="111760"/>
                  <a:pt x="161290" y="116840"/>
                  <a:pt x="161290" y="121920"/>
                </a:cubicBezTo>
                <a:cubicBezTo>
                  <a:pt x="161290" y="127000"/>
                  <a:pt x="166370" y="132080"/>
                  <a:pt x="171450" y="132080"/>
                </a:cubicBezTo>
                <a:lnTo>
                  <a:pt x="213360" y="132080"/>
                </a:lnTo>
                <a:cubicBezTo>
                  <a:pt x="234950" y="132080"/>
                  <a:pt x="252730" y="149860"/>
                  <a:pt x="252730" y="171450"/>
                </a:cubicBezTo>
                <a:cubicBezTo>
                  <a:pt x="252730" y="177800"/>
                  <a:pt x="247650" y="182880"/>
                  <a:pt x="241300" y="182880"/>
                </a:cubicBezTo>
                <a:lnTo>
                  <a:pt x="201930" y="182880"/>
                </a:lnTo>
                <a:cubicBezTo>
                  <a:pt x="196850" y="182880"/>
                  <a:pt x="191770" y="187960"/>
                  <a:pt x="191770" y="193040"/>
                </a:cubicBezTo>
                <a:cubicBezTo>
                  <a:pt x="191770" y="198120"/>
                  <a:pt x="196850" y="203200"/>
                  <a:pt x="201930" y="203200"/>
                </a:cubicBezTo>
                <a:lnTo>
                  <a:pt x="241300" y="203200"/>
                </a:lnTo>
                <a:cubicBezTo>
                  <a:pt x="259080" y="203200"/>
                  <a:pt x="273050" y="189230"/>
                  <a:pt x="273050" y="171450"/>
                </a:cubicBezTo>
                <a:cubicBezTo>
                  <a:pt x="273050" y="138430"/>
                  <a:pt x="246380" y="111760"/>
                  <a:pt x="213360" y="111760"/>
                </a:cubicBezTo>
                <a:lnTo>
                  <a:pt x="171450" y="1117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47" name="Полилиния: фигура 151">
            <a:extLst>
              <a:ext uri="{FF2B5EF4-FFF2-40B4-BE49-F238E27FC236}">
                <a16:creationId xmlns:a16="http://schemas.microsoft.com/office/drawing/2014/main" id="{45326F84-44D6-2ED8-EEE5-89A5C3856A2A}"/>
              </a:ext>
            </a:extLst>
          </p:cNvPr>
          <p:cNvSpPr/>
          <p:nvPr/>
        </p:nvSpPr>
        <p:spPr>
          <a:xfrm>
            <a:off x="7251459" y="3105638"/>
            <a:ext cx="243839" cy="243839"/>
          </a:xfrm>
          <a:custGeom>
            <a:avLst/>
            <a:gdLst>
              <a:gd name="connsiteX0" fmla="*/ 91439 w 243839"/>
              <a:gd name="connsiteY0" fmla="*/ 20320 h 243839"/>
              <a:gd name="connsiteX1" fmla="*/ 81280 w 243839"/>
              <a:gd name="connsiteY1" fmla="*/ 30480 h 243839"/>
              <a:gd name="connsiteX2" fmla="*/ 81280 w 243839"/>
              <a:gd name="connsiteY2" fmla="*/ 35560 h 243839"/>
              <a:gd name="connsiteX3" fmla="*/ 71120 w 243839"/>
              <a:gd name="connsiteY3" fmla="*/ 45720 h 243839"/>
              <a:gd name="connsiteX4" fmla="*/ 60960 w 243839"/>
              <a:gd name="connsiteY4" fmla="*/ 35560 h 243839"/>
              <a:gd name="connsiteX5" fmla="*/ 60960 w 243839"/>
              <a:gd name="connsiteY5" fmla="*/ 30480 h 243839"/>
              <a:gd name="connsiteX6" fmla="*/ 91439 w 243839"/>
              <a:gd name="connsiteY6" fmla="*/ 0 h 243839"/>
              <a:gd name="connsiteX7" fmla="*/ 152400 w 243839"/>
              <a:gd name="connsiteY7" fmla="*/ 0 h 243839"/>
              <a:gd name="connsiteX8" fmla="*/ 182880 w 243839"/>
              <a:gd name="connsiteY8" fmla="*/ 30480 h 243839"/>
              <a:gd name="connsiteX9" fmla="*/ 182880 w 243839"/>
              <a:gd name="connsiteY9" fmla="*/ 35560 h 243839"/>
              <a:gd name="connsiteX10" fmla="*/ 172720 w 243839"/>
              <a:gd name="connsiteY10" fmla="*/ 45720 h 243839"/>
              <a:gd name="connsiteX11" fmla="*/ 162560 w 243839"/>
              <a:gd name="connsiteY11" fmla="*/ 35560 h 243839"/>
              <a:gd name="connsiteX12" fmla="*/ 162560 w 243839"/>
              <a:gd name="connsiteY12" fmla="*/ 30480 h 243839"/>
              <a:gd name="connsiteX13" fmla="*/ 152400 w 243839"/>
              <a:gd name="connsiteY13" fmla="*/ 20320 h 243839"/>
              <a:gd name="connsiteX14" fmla="*/ 91439 w 243839"/>
              <a:gd name="connsiteY14" fmla="*/ 20320 h 243839"/>
              <a:gd name="connsiteX15" fmla="*/ 213360 w 243839"/>
              <a:gd name="connsiteY15" fmla="*/ 81280 h 243839"/>
              <a:gd name="connsiteX16" fmla="*/ 30480 w 243839"/>
              <a:gd name="connsiteY16" fmla="*/ 81280 h 243839"/>
              <a:gd name="connsiteX17" fmla="*/ 20320 w 243839"/>
              <a:gd name="connsiteY17" fmla="*/ 91440 h 243839"/>
              <a:gd name="connsiteX18" fmla="*/ 20320 w 243839"/>
              <a:gd name="connsiteY18" fmla="*/ 213360 h 243839"/>
              <a:gd name="connsiteX19" fmla="*/ 30480 w 243839"/>
              <a:gd name="connsiteY19" fmla="*/ 223520 h 243839"/>
              <a:gd name="connsiteX20" fmla="*/ 213360 w 243839"/>
              <a:gd name="connsiteY20" fmla="*/ 223520 h 243839"/>
              <a:gd name="connsiteX21" fmla="*/ 223520 w 243839"/>
              <a:gd name="connsiteY21" fmla="*/ 213360 h 243839"/>
              <a:gd name="connsiteX22" fmla="*/ 223520 w 243839"/>
              <a:gd name="connsiteY22" fmla="*/ 91440 h 243839"/>
              <a:gd name="connsiteX23" fmla="*/ 213360 w 243839"/>
              <a:gd name="connsiteY23" fmla="*/ 81280 h 243839"/>
              <a:gd name="connsiteX24" fmla="*/ 30480 w 243839"/>
              <a:gd name="connsiteY24" fmla="*/ 60960 h 243839"/>
              <a:gd name="connsiteX25" fmla="*/ 0 w 243839"/>
              <a:gd name="connsiteY25" fmla="*/ 91440 h 243839"/>
              <a:gd name="connsiteX26" fmla="*/ 0 w 243839"/>
              <a:gd name="connsiteY26" fmla="*/ 213360 h 243839"/>
              <a:gd name="connsiteX27" fmla="*/ 30480 w 243839"/>
              <a:gd name="connsiteY27" fmla="*/ 243840 h 243839"/>
              <a:gd name="connsiteX28" fmla="*/ 213360 w 243839"/>
              <a:gd name="connsiteY28" fmla="*/ 243840 h 243839"/>
              <a:gd name="connsiteX29" fmla="*/ 243839 w 243839"/>
              <a:gd name="connsiteY29" fmla="*/ 213360 h 243839"/>
              <a:gd name="connsiteX30" fmla="*/ 243839 w 243839"/>
              <a:gd name="connsiteY30" fmla="*/ 91440 h 243839"/>
              <a:gd name="connsiteX31" fmla="*/ 213360 w 243839"/>
              <a:gd name="connsiteY31" fmla="*/ 60960 h 243839"/>
              <a:gd name="connsiteX32" fmla="*/ 30480 w 243839"/>
              <a:gd name="connsiteY32" fmla="*/ 60960 h 243839"/>
              <a:gd name="connsiteX33" fmla="*/ 180339 w 243839"/>
              <a:gd name="connsiteY33" fmla="*/ 139700 h 243839"/>
              <a:gd name="connsiteX34" fmla="*/ 180339 w 243839"/>
              <a:gd name="connsiteY34" fmla="*/ 125730 h 243839"/>
              <a:gd name="connsiteX35" fmla="*/ 166370 w 243839"/>
              <a:gd name="connsiteY35" fmla="*/ 125730 h 243839"/>
              <a:gd name="connsiteX36" fmla="*/ 133350 w 243839"/>
              <a:gd name="connsiteY36" fmla="*/ 158750 h 243839"/>
              <a:gd name="connsiteX37" fmla="*/ 110489 w 243839"/>
              <a:gd name="connsiteY37" fmla="*/ 135890 h 243839"/>
              <a:gd name="connsiteX38" fmla="*/ 95250 w 243839"/>
              <a:gd name="connsiteY38" fmla="*/ 135890 h 243839"/>
              <a:gd name="connsiteX39" fmla="*/ 66039 w 243839"/>
              <a:gd name="connsiteY39" fmla="*/ 165100 h 243839"/>
              <a:gd name="connsiteX40" fmla="*/ 66039 w 243839"/>
              <a:gd name="connsiteY40" fmla="*/ 179070 h 243839"/>
              <a:gd name="connsiteX41" fmla="*/ 80010 w 243839"/>
              <a:gd name="connsiteY41" fmla="*/ 179070 h 243839"/>
              <a:gd name="connsiteX42" fmla="*/ 102870 w 243839"/>
              <a:gd name="connsiteY42" fmla="*/ 156210 h 243839"/>
              <a:gd name="connsiteX43" fmla="*/ 125730 w 243839"/>
              <a:gd name="connsiteY43" fmla="*/ 179070 h 243839"/>
              <a:gd name="connsiteX44" fmla="*/ 140970 w 243839"/>
              <a:gd name="connsiteY44" fmla="*/ 179070 h 243839"/>
              <a:gd name="connsiteX45" fmla="*/ 180339 w 243839"/>
              <a:gd name="connsiteY45" fmla="*/ 13970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</a:cxnLst>
            <a:rect l="l" t="t" r="r" b="b"/>
            <a:pathLst>
              <a:path w="243839" h="243839">
                <a:moveTo>
                  <a:pt x="91439" y="20320"/>
                </a:moveTo>
                <a:cubicBezTo>
                  <a:pt x="86360" y="20320"/>
                  <a:pt x="81280" y="25400"/>
                  <a:pt x="81280" y="30480"/>
                </a:cubicBezTo>
                <a:lnTo>
                  <a:pt x="81280" y="35560"/>
                </a:lnTo>
                <a:cubicBezTo>
                  <a:pt x="81280" y="40640"/>
                  <a:pt x="76200" y="45720"/>
                  <a:pt x="71120" y="45720"/>
                </a:cubicBezTo>
                <a:cubicBezTo>
                  <a:pt x="66039" y="45720"/>
                  <a:pt x="60960" y="40640"/>
                  <a:pt x="60960" y="35560"/>
                </a:cubicBezTo>
                <a:lnTo>
                  <a:pt x="60960" y="30480"/>
                </a:lnTo>
                <a:cubicBezTo>
                  <a:pt x="60960" y="13970"/>
                  <a:pt x="74930" y="0"/>
                  <a:pt x="91439" y="0"/>
                </a:cubicBezTo>
                <a:lnTo>
                  <a:pt x="152400" y="0"/>
                </a:lnTo>
                <a:cubicBezTo>
                  <a:pt x="168910" y="0"/>
                  <a:pt x="182880" y="13970"/>
                  <a:pt x="182880" y="30480"/>
                </a:cubicBezTo>
                <a:lnTo>
                  <a:pt x="182880" y="35560"/>
                </a:lnTo>
                <a:cubicBezTo>
                  <a:pt x="182880" y="40640"/>
                  <a:pt x="177800" y="45720"/>
                  <a:pt x="172720" y="45720"/>
                </a:cubicBezTo>
                <a:cubicBezTo>
                  <a:pt x="167639" y="45720"/>
                  <a:pt x="162560" y="40640"/>
                  <a:pt x="162560" y="35560"/>
                </a:cubicBezTo>
                <a:lnTo>
                  <a:pt x="162560" y="30480"/>
                </a:lnTo>
                <a:cubicBezTo>
                  <a:pt x="162560" y="25400"/>
                  <a:pt x="157480" y="20320"/>
                  <a:pt x="152400" y="20320"/>
                </a:cubicBezTo>
                <a:lnTo>
                  <a:pt x="91439" y="20320"/>
                </a:lnTo>
                <a:close/>
                <a:moveTo>
                  <a:pt x="213360" y="81280"/>
                </a:moveTo>
                <a:lnTo>
                  <a:pt x="30480" y="81280"/>
                </a:lnTo>
                <a:cubicBezTo>
                  <a:pt x="25400" y="81280"/>
                  <a:pt x="20320" y="86360"/>
                  <a:pt x="20320" y="91440"/>
                </a:cubicBezTo>
                <a:lnTo>
                  <a:pt x="20320" y="213360"/>
                </a:lnTo>
                <a:cubicBezTo>
                  <a:pt x="20320" y="218440"/>
                  <a:pt x="25400" y="223520"/>
                  <a:pt x="30480" y="223520"/>
                </a:cubicBezTo>
                <a:lnTo>
                  <a:pt x="213360" y="223520"/>
                </a:lnTo>
                <a:cubicBezTo>
                  <a:pt x="218439" y="223520"/>
                  <a:pt x="223520" y="218440"/>
                  <a:pt x="223520" y="213360"/>
                </a:cubicBezTo>
                <a:lnTo>
                  <a:pt x="223520" y="91440"/>
                </a:lnTo>
                <a:cubicBezTo>
                  <a:pt x="223520" y="86360"/>
                  <a:pt x="218439" y="81280"/>
                  <a:pt x="213360" y="81280"/>
                </a:cubicBezTo>
                <a:close/>
                <a:moveTo>
                  <a:pt x="30480" y="60960"/>
                </a:moveTo>
                <a:cubicBezTo>
                  <a:pt x="13970" y="60960"/>
                  <a:pt x="0" y="74930"/>
                  <a:pt x="0" y="91440"/>
                </a:cubicBezTo>
                <a:lnTo>
                  <a:pt x="0" y="213360"/>
                </a:lnTo>
                <a:cubicBezTo>
                  <a:pt x="0" y="229870"/>
                  <a:pt x="13970" y="243840"/>
                  <a:pt x="30480" y="243840"/>
                </a:cubicBezTo>
                <a:lnTo>
                  <a:pt x="213360" y="243840"/>
                </a:lnTo>
                <a:cubicBezTo>
                  <a:pt x="229870" y="243840"/>
                  <a:pt x="243839" y="229870"/>
                  <a:pt x="243839" y="213360"/>
                </a:cubicBezTo>
                <a:lnTo>
                  <a:pt x="243839" y="91440"/>
                </a:lnTo>
                <a:cubicBezTo>
                  <a:pt x="243839" y="74930"/>
                  <a:pt x="229870" y="60960"/>
                  <a:pt x="213360" y="60960"/>
                </a:cubicBezTo>
                <a:lnTo>
                  <a:pt x="30480" y="60960"/>
                </a:lnTo>
                <a:close/>
                <a:moveTo>
                  <a:pt x="180339" y="139700"/>
                </a:moveTo>
                <a:cubicBezTo>
                  <a:pt x="184150" y="135890"/>
                  <a:pt x="184150" y="129540"/>
                  <a:pt x="180339" y="125730"/>
                </a:cubicBezTo>
                <a:cubicBezTo>
                  <a:pt x="176530" y="121920"/>
                  <a:pt x="170180" y="121920"/>
                  <a:pt x="166370" y="125730"/>
                </a:cubicBezTo>
                <a:lnTo>
                  <a:pt x="133350" y="158750"/>
                </a:lnTo>
                <a:lnTo>
                  <a:pt x="110489" y="135890"/>
                </a:lnTo>
                <a:cubicBezTo>
                  <a:pt x="106680" y="132080"/>
                  <a:pt x="99060" y="132080"/>
                  <a:pt x="95250" y="135890"/>
                </a:cubicBezTo>
                <a:lnTo>
                  <a:pt x="66039" y="165100"/>
                </a:lnTo>
                <a:cubicBezTo>
                  <a:pt x="62230" y="168910"/>
                  <a:pt x="62230" y="175260"/>
                  <a:pt x="66039" y="179070"/>
                </a:cubicBezTo>
                <a:cubicBezTo>
                  <a:pt x="69850" y="182880"/>
                  <a:pt x="76200" y="182880"/>
                  <a:pt x="80010" y="179070"/>
                </a:cubicBezTo>
                <a:lnTo>
                  <a:pt x="102870" y="156210"/>
                </a:lnTo>
                <a:lnTo>
                  <a:pt x="125730" y="179070"/>
                </a:lnTo>
                <a:cubicBezTo>
                  <a:pt x="129539" y="182880"/>
                  <a:pt x="137160" y="182880"/>
                  <a:pt x="140970" y="179070"/>
                </a:cubicBezTo>
                <a:lnTo>
                  <a:pt x="180339" y="1397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48" name="Полилиния: фигура 154">
            <a:extLst>
              <a:ext uri="{FF2B5EF4-FFF2-40B4-BE49-F238E27FC236}">
                <a16:creationId xmlns:a16="http://schemas.microsoft.com/office/drawing/2014/main" id="{BB9BE662-56DF-78CF-F2AA-11F5264304AB}"/>
              </a:ext>
            </a:extLst>
          </p:cNvPr>
          <p:cNvSpPr/>
          <p:nvPr/>
        </p:nvSpPr>
        <p:spPr>
          <a:xfrm>
            <a:off x="8939288" y="3100557"/>
            <a:ext cx="222250" cy="254000"/>
          </a:xfrm>
          <a:custGeom>
            <a:avLst/>
            <a:gdLst>
              <a:gd name="connsiteX0" fmla="*/ 60960 w 222250"/>
              <a:gd name="connsiteY0" fmla="*/ 50800 h 254000"/>
              <a:gd name="connsiteX1" fmla="*/ 111760 w 222250"/>
              <a:gd name="connsiteY1" fmla="*/ 0 h 254000"/>
              <a:gd name="connsiteX2" fmla="*/ 162560 w 222250"/>
              <a:gd name="connsiteY2" fmla="*/ 50800 h 254000"/>
              <a:gd name="connsiteX3" fmla="*/ 162560 w 222250"/>
              <a:gd name="connsiteY3" fmla="*/ 60960 h 254000"/>
              <a:gd name="connsiteX4" fmla="*/ 111760 w 222250"/>
              <a:gd name="connsiteY4" fmla="*/ 111760 h 254000"/>
              <a:gd name="connsiteX5" fmla="*/ 60960 w 222250"/>
              <a:gd name="connsiteY5" fmla="*/ 60960 h 254000"/>
              <a:gd name="connsiteX6" fmla="*/ 60960 w 222250"/>
              <a:gd name="connsiteY6" fmla="*/ 50800 h 254000"/>
              <a:gd name="connsiteX7" fmla="*/ 111760 w 222250"/>
              <a:gd name="connsiteY7" fmla="*/ 20320 h 254000"/>
              <a:gd name="connsiteX8" fmla="*/ 81280 w 222250"/>
              <a:gd name="connsiteY8" fmla="*/ 50800 h 254000"/>
              <a:gd name="connsiteX9" fmla="*/ 81280 w 222250"/>
              <a:gd name="connsiteY9" fmla="*/ 60960 h 254000"/>
              <a:gd name="connsiteX10" fmla="*/ 111760 w 222250"/>
              <a:gd name="connsiteY10" fmla="*/ 91440 h 254000"/>
              <a:gd name="connsiteX11" fmla="*/ 142240 w 222250"/>
              <a:gd name="connsiteY11" fmla="*/ 60960 h 254000"/>
              <a:gd name="connsiteX12" fmla="*/ 142240 w 222250"/>
              <a:gd name="connsiteY12" fmla="*/ 50800 h 254000"/>
              <a:gd name="connsiteX13" fmla="*/ 111760 w 222250"/>
              <a:gd name="connsiteY13" fmla="*/ 20320 h 254000"/>
              <a:gd name="connsiteX14" fmla="*/ 203200 w 222250"/>
              <a:gd name="connsiteY14" fmla="*/ 229870 h 254000"/>
              <a:gd name="connsiteX15" fmla="*/ 203200 w 222250"/>
              <a:gd name="connsiteY15" fmla="*/ 182880 h 254000"/>
              <a:gd name="connsiteX16" fmla="*/ 162560 w 222250"/>
              <a:gd name="connsiteY16" fmla="*/ 142240 h 254000"/>
              <a:gd name="connsiteX17" fmla="*/ 128270 w 222250"/>
              <a:gd name="connsiteY17" fmla="*/ 187960 h 254000"/>
              <a:gd name="connsiteX18" fmla="*/ 93980 w 222250"/>
              <a:gd name="connsiteY18" fmla="*/ 187960 h 254000"/>
              <a:gd name="connsiteX19" fmla="*/ 59690 w 222250"/>
              <a:gd name="connsiteY19" fmla="*/ 142240 h 254000"/>
              <a:gd name="connsiteX20" fmla="*/ 19050 w 222250"/>
              <a:gd name="connsiteY20" fmla="*/ 182880 h 254000"/>
              <a:gd name="connsiteX21" fmla="*/ 19050 w 222250"/>
              <a:gd name="connsiteY21" fmla="*/ 229870 h 254000"/>
              <a:gd name="connsiteX22" fmla="*/ 22860 w 222250"/>
              <a:gd name="connsiteY22" fmla="*/ 233680 h 254000"/>
              <a:gd name="connsiteX23" fmla="*/ 196850 w 222250"/>
              <a:gd name="connsiteY23" fmla="*/ 233680 h 254000"/>
              <a:gd name="connsiteX24" fmla="*/ 203200 w 222250"/>
              <a:gd name="connsiteY24" fmla="*/ 229870 h 254000"/>
              <a:gd name="connsiteX25" fmla="*/ 73660 w 222250"/>
              <a:gd name="connsiteY25" fmla="*/ 125730 h 254000"/>
              <a:gd name="connsiteX26" fmla="*/ 66040 w 222250"/>
              <a:gd name="connsiteY26" fmla="*/ 121920 h 254000"/>
              <a:gd name="connsiteX27" fmla="*/ 60960 w 222250"/>
              <a:gd name="connsiteY27" fmla="*/ 121920 h 254000"/>
              <a:gd name="connsiteX28" fmla="*/ 0 w 222250"/>
              <a:gd name="connsiteY28" fmla="*/ 182880 h 254000"/>
              <a:gd name="connsiteX29" fmla="*/ 0 w 222250"/>
              <a:gd name="connsiteY29" fmla="*/ 229870 h 254000"/>
              <a:gd name="connsiteX30" fmla="*/ 24130 w 222250"/>
              <a:gd name="connsiteY30" fmla="*/ 254000 h 254000"/>
              <a:gd name="connsiteX31" fmla="*/ 198120 w 222250"/>
              <a:gd name="connsiteY31" fmla="*/ 254000 h 254000"/>
              <a:gd name="connsiteX32" fmla="*/ 222250 w 222250"/>
              <a:gd name="connsiteY32" fmla="*/ 229870 h 254000"/>
              <a:gd name="connsiteX33" fmla="*/ 222250 w 222250"/>
              <a:gd name="connsiteY33" fmla="*/ 182880 h 254000"/>
              <a:gd name="connsiteX34" fmla="*/ 161290 w 222250"/>
              <a:gd name="connsiteY34" fmla="*/ 121920 h 254000"/>
              <a:gd name="connsiteX35" fmla="*/ 156210 w 222250"/>
              <a:gd name="connsiteY35" fmla="*/ 121920 h 254000"/>
              <a:gd name="connsiteX36" fmla="*/ 148590 w 222250"/>
              <a:gd name="connsiteY36" fmla="*/ 125730 h 254000"/>
              <a:gd name="connsiteX37" fmla="*/ 111760 w 222250"/>
              <a:gd name="connsiteY37" fmla="*/ 176530 h 254000"/>
              <a:gd name="connsiteX38" fmla="*/ 110490 w 222250"/>
              <a:gd name="connsiteY38" fmla="*/ 176530 h 254000"/>
              <a:gd name="connsiteX39" fmla="*/ 73660 w 222250"/>
              <a:gd name="connsiteY39" fmla="*/ 125730 h 254000"/>
              <a:gd name="connsiteX40" fmla="*/ 152400 w 222250"/>
              <a:gd name="connsiteY40" fmla="*/ 193040 h 254000"/>
              <a:gd name="connsiteX41" fmla="*/ 142240 w 222250"/>
              <a:gd name="connsiteY41" fmla="*/ 203200 h 254000"/>
              <a:gd name="connsiteX42" fmla="*/ 152400 w 222250"/>
              <a:gd name="connsiteY42" fmla="*/ 213360 h 254000"/>
              <a:gd name="connsiteX43" fmla="*/ 172720 w 222250"/>
              <a:gd name="connsiteY43" fmla="*/ 213360 h 254000"/>
              <a:gd name="connsiteX44" fmla="*/ 182880 w 222250"/>
              <a:gd name="connsiteY44" fmla="*/ 203200 h 254000"/>
              <a:gd name="connsiteX45" fmla="*/ 172720 w 222250"/>
              <a:gd name="connsiteY45" fmla="*/ 193040 h 254000"/>
              <a:gd name="connsiteX46" fmla="*/ 152400 w 222250"/>
              <a:gd name="connsiteY46" fmla="*/ 19304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</a:cxnLst>
            <a:rect l="l" t="t" r="r" b="b"/>
            <a:pathLst>
              <a:path w="222250" h="254000">
                <a:moveTo>
                  <a:pt x="60960" y="50800"/>
                </a:moveTo>
                <a:cubicBezTo>
                  <a:pt x="60960" y="22860"/>
                  <a:pt x="83820" y="0"/>
                  <a:pt x="111760" y="0"/>
                </a:cubicBezTo>
                <a:cubicBezTo>
                  <a:pt x="139700" y="0"/>
                  <a:pt x="162560" y="22860"/>
                  <a:pt x="162560" y="50800"/>
                </a:cubicBezTo>
                <a:lnTo>
                  <a:pt x="162560" y="60960"/>
                </a:lnTo>
                <a:cubicBezTo>
                  <a:pt x="162560" y="88900"/>
                  <a:pt x="139700" y="111760"/>
                  <a:pt x="111760" y="111760"/>
                </a:cubicBezTo>
                <a:cubicBezTo>
                  <a:pt x="83820" y="111760"/>
                  <a:pt x="60960" y="88900"/>
                  <a:pt x="60960" y="60960"/>
                </a:cubicBezTo>
                <a:lnTo>
                  <a:pt x="60960" y="50800"/>
                </a:lnTo>
                <a:close/>
                <a:moveTo>
                  <a:pt x="111760" y="20320"/>
                </a:moveTo>
                <a:cubicBezTo>
                  <a:pt x="95250" y="20320"/>
                  <a:pt x="81280" y="34290"/>
                  <a:pt x="81280" y="50800"/>
                </a:cubicBezTo>
                <a:lnTo>
                  <a:pt x="81280" y="60960"/>
                </a:lnTo>
                <a:cubicBezTo>
                  <a:pt x="81280" y="77470"/>
                  <a:pt x="95250" y="91440"/>
                  <a:pt x="111760" y="91440"/>
                </a:cubicBezTo>
                <a:cubicBezTo>
                  <a:pt x="128270" y="91440"/>
                  <a:pt x="142240" y="77470"/>
                  <a:pt x="142240" y="60960"/>
                </a:cubicBezTo>
                <a:lnTo>
                  <a:pt x="142240" y="50800"/>
                </a:lnTo>
                <a:cubicBezTo>
                  <a:pt x="142240" y="34290"/>
                  <a:pt x="128270" y="20320"/>
                  <a:pt x="111760" y="20320"/>
                </a:cubicBezTo>
                <a:close/>
                <a:moveTo>
                  <a:pt x="203200" y="229870"/>
                </a:moveTo>
                <a:lnTo>
                  <a:pt x="203200" y="182880"/>
                </a:lnTo>
                <a:cubicBezTo>
                  <a:pt x="203200" y="160020"/>
                  <a:pt x="185420" y="142240"/>
                  <a:pt x="162560" y="142240"/>
                </a:cubicBezTo>
                <a:lnTo>
                  <a:pt x="128270" y="187960"/>
                </a:lnTo>
                <a:cubicBezTo>
                  <a:pt x="119380" y="199390"/>
                  <a:pt x="102870" y="199390"/>
                  <a:pt x="93980" y="187960"/>
                </a:cubicBezTo>
                <a:lnTo>
                  <a:pt x="59690" y="142240"/>
                </a:lnTo>
                <a:cubicBezTo>
                  <a:pt x="36830" y="142240"/>
                  <a:pt x="19050" y="160020"/>
                  <a:pt x="19050" y="182880"/>
                </a:cubicBezTo>
                <a:lnTo>
                  <a:pt x="19050" y="229870"/>
                </a:lnTo>
                <a:cubicBezTo>
                  <a:pt x="19050" y="232410"/>
                  <a:pt x="20320" y="233680"/>
                  <a:pt x="22860" y="233680"/>
                </a:cubicBezTo>
                <a:lnTo>
                  <a:pt x="196850" y="233680"/>
                </a:lnTo>
                <a:cubicBezTo>
                  <a:pt x="200660" y="233680"/>
                  <a:pt x="203200" y="232410"/>
                  <a:pt x="203200" y="229870"/>
                </a:cubicBezTo>
                <a:close/>
                <a:moveTo>
                  <a:pt x="73660" y="125730"/>
                </a:moveTo>
                <a:cubicBezTo>
                  <a:pt x="71120" y="123190"/>
                  <a:pt x="68580" y="121920"/>
                  <a:pt x="66040" y="121920"/>
                </a:cubicBezTo>
                <a:lnTo>
                  <a:pt x="60960" y="121920"/>
                </a:lnTo>
                <a:cubicBezTo>
                  <a:pt x="27940" y="121920"/>
                  <a:pt x="0" y="148590"/>
                  <a:pt x="0" y="182880"/>
                </a:cubicBezTo>
                <a:lnTo>
                  <a:pt x="0" y="229870"/>
                </a:lnTo>
                <a:cubicBezTo>
                  <a:pt x="0" y="243840"/>
                  <a:pt x="11430" y="254000"/>
                  <a:pt x="24130" y="254000"/>
                </a:cubicBezTo>
                <a:lnTo>
                  <a:pt x="198120" y="254000"/>
                </a:lnTo>
                <a:cubicBezTo>
                  <a:pt x="212090" y="254000"/>
                  <a:pt x="222250" y="242570"/>
                  <a:pt x="222250" y="229870"/>
                </a:cubicBezTo>
                <a:lnTo>
                  <a:pt x="222250" y="182880"/>
                </a:lnTo>
                <a:cubicBezTo>
                  <a:pt x="222250" y="149860"/>
                  <a:pt x="195580" y="121920"/>
                  <a:pt x="161290" y="121920"/>
                </a:cubicBezTo>
                <a:lnTo>
                  <a:pt x="156210" y="121920"/>
                </a:lnTo>
                <a:cubicBezTo>
                  <a:pt x="152400" y="121920"/>
                  <a:pt x="149860" y="123190"/>
                  <a:pt x="148590" y="125730"/>
                </a:cubicBezTo>
                <a:lnTo>
                  <a:pt x="111760" y="176530"/>
                </a:lnTo>
                <a:cubicBezTo>
                  <a:pt x="111760" y="176530"/>
                  <a:pt x="110490" y="176530"/>
                  <a:pt x="110490" y="176530"/>
                </a:cubicBezTo>
                <a:lnTo>
                  <a:pt x="73660" y="125730"/>
                </a:lnTo>
                <a:close/>
                <a:moveTo>
                  <a:pt x="152400" y="193040"/>
                </a:moveTo>
                <a:cubicBezTo>
                  <a:pt x="147320" y="193040"/>
                  <a:pt x="142240" y="198120"/>
                  <a:pt x="142240" y="203200"/>
                </a:cubicBezTo>
                <a:cubicBezTo>
                  <a:pt x="142240" y="208280"/>
                  <a:pt x="147320" y="213360"/>
                  <a:pt x="152400" y="213360"/>
                </a:cubicBezTo>
                <a:lnTo>
                  <a:pt x="172720" y="213360"/>
                </a:lnTo>
                <a:cubicBezTo>
                  <a:pt x="177800" y="213360"/>
                  <a:pt x="182880" y="208280"/>
                  <a:pt x="182880" y="203200"/>
                </a:cubicBezTo>
                <a:cubicBezTo>
                  <a:pt x="182880" y="198120"/>
                  <a:pt x="177800" y="193040"/>
                  <a:pt x="172720" y="193040"/>
                </a:cubicBezTo>
                <a:lnTo>
                  <a:pt x="152400" y="1930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49" name="Полилиния: фигура 161">
            <a:extLst>
              <a:ext uri="{FF2B5EF4-FFF2-40B4-BE49-F238E27FC236}">
                <a16:creationId xmlns:a16="http://schemas.microsoft.com/office/drawing/2014/main" id="{94EBA5BF-008D-8281-B54D-5691AA7F7597}"/>
              </a:ext>
            </a:extLst>
          </p:cNvPr>
          <p:cNvSpPr/>
          <p:nvPr/>
        </p:nvSpPr>
        <p:spPr>
          <a:xfrm>
            <a:off x="10636009" y="3090397"/>
            <a:ext cx="182879" cy="273050"/>
          </a:xfrm>
          <a:custGeom>
            <a:avLst/>
            <a:gdLst>
              <a:gd name="connsiteX0" fmla="*/ 10160 w 182879"/>
              <a:gd name="connsiteY0" fmla="*/ 0 h 273050"/>
              <a:gd name="connsiteX1" fmla="*/ 20320 w 182879"/>
              <a:gd name="connsiteY1" fmla="*/ 10160 h 273050"/>
              <a:gd name="connsiteX2" fmla="*/ 20320 w 182879"/>
              <a:gd name="connsiteY2" fmla="*/ 15240 h 273050"/>
              <a:gd name="connsiteX3" fmla="*/ 59689 w 182879"/>
              <a:gd name="connsiteY3" fmla="*/ 97790 h 273050"/>
              <a:gd name="connsiteX4" fmla="*/ 135889 w 182879"/>
              <a:gd name="connsiteY4" fmla="*/ 158750 h 273050"/>
              <a:gd name="connsiteX5" fmla="*/ 182880 w 182879"/>
              <a:gd name="connsiteY5" fmla="*/ 257810 h 273050"/>
              <a:gd name="connsiteX6" fmla="*/ 182880 w 182879"/>
              <a:gd name="connsiteY6" fmla="*/ 262890 h 273050"/>
              <a:gd name="connsiteX7" fmla="*/ 172720 w 182879"/>
              <a:gd name="connsiteY7" fmla="*/ 273050 h 273050"/>
              <a:gd name="connsiteX8" fmla="*/ 162560 w 182879"/>
              <a:gd name="connsiteY8" fmla="*/ 262890 h 273050"/>
              <a:gd name="connsiteX9" fmla="*/ 162560 w 182879"/>
              <a:gd name="connsiteY9" fmla="*/ 257810 h 273050"/>
              <a:gd name="connsiteX10" fmla="*/ 154939 w 182879"/>
              <a:gd name="connsiteY10" fmla="*/ 217170 h 273050"/>
              <a:gd name="connsiteX11" fmla="*/ 52070 w 182879"/>
              <a:gd name="connsiteY11" fmla="*/ 217170 h 273050"/>
              <a:gd name="connsiteX12" fmla="*/ 67310 w 182879"/>
              <a:gd name="connsiteY12" fmla="*/ 196850 h 273050"/>
              <a:gd name="connsiteX13" fmla="*/ 143510 w 182879"/>
              <a:gd name="connsiteY13" fmla="*/ 196850 h 273050"/>
              <a:gd name="connsiteX14" fmla="*/ 123189 w 182879"/>
              <a:gd name="connsiteY14" fmla="*/ 173990 h 273050"/>
              <a:gd name="connsiteX15" fmla="*/ 91439 w 182879"/>
              <a:gd name="connsiteY15" fmla="*/ 148590 h 273050"/>
              <a:gd name="connsiteX16" fmla="*/ 59689 w 182879"/>
              <a:gd name="connsiteY16" fmla="*/ 173990 h 273050"/>
              <a:gd name="connsiteX17" fmla="*/ 20320 w 182879"/>
              <a:gd name="connsiteY17" fmla="*/ 256540 h 273050"/>
              <a:gd name="connsiteX18" fmla="*/ 20320 w 182879"/>
              <a:gd name="connsiteY18" fmla="*/ 261620 h 273050"/>
              <a:gd name="connsiteX19" fmla="*/ 10160 w 182879"/>
              <a:gd name="connsiteY19" fmla="*/ 271780 h 273050"/>
              <a:gd name="connsiteX20" fmla="*/ 0 w 182879"/>
              <a:gd name="connsiteY20" fmla="*/ 261620 h 273050"/>
              <a:gd name="connsiteX21" fmla="*/ 0 w 182879"/>
              <a:gd name="connsiteY21" fmla="*/ 256540 h 273050"/>
              <a:gd name="connsiteX22" fmla="*/ 46989 w 182879"/>
              <a:gd name="connsiteY22" fmla="*/ 157480 h 273050"/>
              <a:gd name="connsiteX23" fmla="*/ 74930 w 182879"/>
              <a:gd name="connsiteY23" fmla="*/ 134620 h 273050"/>
              <a:gd name="connsiteX24" fmla="*/ 46989 w 182879"/>
              <a:gd name="connsiteY24" fmla="*/ 111760 h 273050"/>
              <a:gd name="connsiteX25" fmla="*/ 0 w 182879"/>
              <a:gd name="connsiteY25" fmla="*/ 12700 h 273050"/>
              <a:gd name="connsiteX26" fmla="*/ 0 w 182879"/>
              <a:gd name="connsiteY26" fmla="*/ 7620 h 273050"/>
              <a:gd name="connsiteX27" fmla="*/ 10160 w 182879"/>
              <a:gd name="connsiteY27" fmla="*/ 0 h 273050"/>
              <a:gd name="connsiteX28" fmla="*/ 135889 w 182879"/>
              <a:gd name="connsiteY28" fmla="*/ 114300 h 273050"/>
              <a:gd name="connsiteX29" fmla="*/ 124460 w 182879"/>
              <a:gd name="connsiteY29" fmla="*/ 123190 h 273050"/>
              <a:gd name="connsiteX30" fmla="*/ 107950 w 182879"/>
              <a:gd name="connsiteY30" fmla="*/ 110490 h 273050"/>
              <a:gd name="connsiteX31" fmla="*/ 123189 w 182879"/>
              <a:gd name="connsiteY31" fmla="*/ 99060 h 273050"/>
              <a:gd name="connsiteX32" fmla="*/ 149860 w 182879"/>
              <a:gd name="connsiteY32" fmla="*/ 67310 h 273050"/>
              <a:gd name="connsiteX33" fmla="*/ 58420 w 182879"/>
              <a:gd name="connsiteY33" fmla="*/ 67310 h 273050"/>
              <a:gd name="connsiteX34" fmla="*/ 46989 w 182879"/>
              <a:gd name="connsiteY34" fmla="*/ 46990 h 273050"/>
              <a:gd name="connsiteX35" fmla="*/ 157480 w 182879"/>
              <a:gd name="connsiteY35" fmla="*/ 46990 h 273050"/>
              <a:gd name="connsiteX36" fmla="*/ 161289 w 182879"/>
              <a:gd name="connsiteY36" fmla="*/ 16510 h 273050"/>
              <a:gd name="connsiteX37" fmla="*/ 161289 w 182879"/>
              <a:gd name="connsiteY37" fmla="*/ 11430 h 273050"/>
              <a:gd name="connsiteX38" fmla="*/ 171450 w 182879"/>
              <a:gd name="connsiteY38" fmla="*/ 1270 h 273050"/>
              <a:gd name="connsiteX39" fmla="*/ 181610 w 182879"/>
              <a:gd name="connsiteY39" fmla="*/ 11430 h 273050"/>
              <a:gd name="connsiteX40" fmla="*/ 181610 w 182879"/>
              <a:gd name="connsiteY40" fmla="*/ 16510 h 273050"/>
              <a:gd name="connsiteX41" fmla="*/ 135889 w 182879"/>
              <a:gd name="connsiteY41" fmla="*/ 114300 h 273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182879" h="273050">
                <a:moveTo>
                  <a:pt x="10160" y="0"/>
                </a:moveTo>
                <a:cubicBezTo>
                  <a:pt x="15239" y="0"/>
                  <a:pt x="20320" y="5080"/>
                  <a:pt x="20320" y="10160"/>
                </a:cubicBezTo>
                <a:lnTo>
                  <a:pt x="20320" y="15240"/>
                </a:lnTo>
                <a:cubicBezTo>
                  <a:pt x="20320" y="46990"/>
                  <a:pt x="34289" y="77470"/>
                  <a:pt x="59689" y="97790"/>
                </a:cubicBezTo>
                <a:lnTo>
                  <a:pt x="135889" y="158750"/>
                </a:lnTo>
                <a:cubicBezTo>
                  <a:pt x="165100" y="182880"/>
                  <a:pt x="182880" y="219710"/>
                  <a:pt x="182880" y="257810"/>
                </a:cubicBezTo>
                <a:lnTo>
                  <a:pt x="182880" y="262890"/>
                </a:lnTo>
                <a:cubicBezTo>
                  <a:pt x="182880" y="267970"/>
                  <a:pt x="177800" y="273050"/>
                  <a:pt x="172720" y="273050"/>
                </a:cubicBezTo>
                <a:cubicBezTo>
                  <a:pt x="167639" y="273050"/>
                  <a:pt x="162560" y="267970"/>
                  <a:pt x="162560" y="262890"/>
                </a:cubicBezTo>
                <a:lnTo>
                  <a:pt x="162560" y="257810"/>
                </a:lnTo>
                <a:cubicBezTo>
                  <a:pt x="162560" y="243840"/>
                  <a:pt x="160020" y="229870"/>
                  <a:pt x="154939" y="217170"/>
                </a:cubicBezTo>
                <a:lnTo>
                  <a:pt x="52070" y="217170"/>
                </a:lnTo>
                <a:cubicBezTo>
                  <a:pt x="55880" y="209550"/>
                  <a:pt x="60960" y="203200"/>
                  <a:pt x="67310" y="196850"/>
                </a:cubicBezTo>
                <a:lnTo>
                  <a:pt x="143510" y="196850"/>
                </a:lnTo>
                <a:cubicBezTo>
                  <a:pt x="138430" y="187960"/>
                  <a:pt x="130810" y="181610"/>
                  <a:pt x="123189" y="173990"/>
                </a:cubicBezTo>
                <a:lnTo>
                  <a:pt x="91439" y="148590"/>
                </a:lnTo>
                <a:lnTo>
                  <a:pt x="59689" y="173990"/>
                </a:lnTo>
                <a:cubicBezTo>
                  <a:pt x="34289" y="194310"/>
                  <a:pt x="20320" y="224790"/>
                  <a:pt x="20320" y="256540"/>
                </a:cubicBezTo>
                <a:lnTo>
                  <a:pt x="20320" y="261620"/>
                </a:lnTo>
                <a:cubicBezTo>
                  <a:pt x="20320" y="266700"/>
                  <a:pt x="15239" y="271780"/>
                  <a:pt x="10160" y="271780"/>
                </a:cubicBezTo>
                <a:cubicBezTo>
                  <a:pt x="5080" y="271780"/>
                  <a:pt x="0" y="266700"/>
                  <a:pt x="0" y="261620"/>
                </a:cubicBezTo>
                <a:lnTo>
                  <a:pt x="0" y="256540"/>
                </a:lnTo>
                <a:cubicBezTo>
                  <a:pt x="0" y="218440"/>
                  <a:pt x="17780" y="181610"/>
                  <a:pt x="46989" y="157480"/>
                </a:cubicBezTo>
                <a:lnTo>
                  <a:pt x="74930" y="134620"/>
                </a:lnTo>
                <a:lnTo>
                  <a:pt x="46989" y="111760"/>
                </a:lnTo>
                <a:cubicBezTo>
                  <a:pt x="17780" y="87630"/>
                  <a:pt x="0" y="50800"/>
                  <a:pt x="0" y="12700"/>
                </a:cubicBezTo>
                <a:lnTo>
                  <a:pt x="0" y="7620"/>
                </a:lnTo>
                <a:cubicBezTo>
                  <a:pt x="0" y="5080"/>
                  <a:pt x="5080" y="0"/>
                  <a:pt x="10160" y="0"/>
                </a:cubicBezTo>
                <a:close/>
                <a:moveTo>
                  <a:pt x="135889" y="114300"/>
                </a:moveTo>
                <a:lnTo>
                  <a:pt x="124460" y="123190"/>
                </a:lnTo>
                <a:lnTo>
                  <a:pt x="107950" y="110490"/>
                </a:lnTo>
                <a:lnTo>
                  <a:pt x="123189" y="99060"/>
                </a:lnTo>
                <a:cubicBezTo>
                  <a:pt x="134620" y="90170"/>
                  <a:pt x="143510" y="78740"/>
                  <a:pt x="149860" y="67310"/>
                </a:cubicBezTo>
                <a:lnTo>
                  <a:pt x="58420" y="67310"/>
                </a:lnTo>
                <a:cubicBezTo>
                  <a:pt x="53339" y="60960"/>
                  <a:pt x="49530" y="54610"/>
                  <a:pt x="46989" y="46990"/>
                </a:cubicBezTo>
                <a:lnTo>
                  <a:pt x="157480" y="46990"/>
                </a:lnTo>
                <a:cubicBezTo>
                  <a:pt x="160020" y="36830"/>
                  <a:pt x="161289" y="26670"/>
                  <a:pt x="161289" y="16510"/>
                </a:cubicBezTo>
                <a:lnTo>
                  <a:pt x="161289" y="11430"/>
                </a:lnTo>
                <a:cubicBezTo>
                  <a:pt x="161289" y="6350"/>
                  <a:pt x="166370" y="1270"/>
                  <a:pt x="171450" y="1270"/>
                </a:cubicBezTo>
                <a:cubicBezTo>
                  <a:pt x="176530" y="1270"/>
                  <a:pt x="181610" y="6350"/>
                  <a:pt x="181610" y="11430"/>
                </a:cubicBezTo>
                <a:lnTo>
                  <a:pt x="181610" y="16510"/>
                </a:lnTo>
                <a:cubicBezTo>
                  <a:pt x="182880" y="54610"/>
                  <a:pt x="165100" y="90170"/>
                  <a:pt x="135889" y="1143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0" name="Полилиния: фигура 163">
            <a:extLst>
              <a:ext uri="{FF2B5EF4-FFF2-40B4-BE49-F238E27FC236}">
                <a16:creationId xmlns:a16="http://schemas.microsoft.com/office/drawing/2014/main" id="{2D1B9C29-5CF9-6307-164B-45F7E0E8876A}"/>
              </a:ext>
            </a:extLst>
          </p:cNvPr>
          <p:cNvSpPr/>
          <p:nvPr/>
        </p:nvSpPr>
        <p:spPr>
          <a:xfrm>
            <a:off x="6178633" y="3096430"/>
            <a:ext cx="152075" cy="262254"/>
          </a:xfrm>
          <a:custGeom>
            <a:avLst/>
            <a:gdLst>
              <a:gd name="connsiteX0" fmla="*/ 84765 w 152075"/>
              <a:gd name="connsiteY0" fmla="*/ 2858 h 262254"/>
              <a:gd name="connsiteX1" fmla="*/ 98736 w 152075"/>
              <a:gd name="connsiteY1" fmla="*/ 2858 h 262254"/>
              <a:gd name="connsiteX2" fmla="*/ 152075 w 152075"/>
              <a:gd name="connsiteY2" fmla="*/ 131127 h 262254"/>
              <a:gd name="connsiteX3" fmla="*/ 98736 w 152075"/>
              <a:gd name="connsiteY3" fmla="*/ 259397 h 262254"/>
              <a:gd name="connsiteX4" fmla="*/ 84765 w 152075"/>
              <a:gd name="connsiteY4" fmla="*/ 259397 h 262254"/>
              <a:gd name="connsiteX5" fmla="*/ 84765 w 152075"/>
              <a:gd name="connsiteY5" fmla="*/ 245428 h 262254"/>
              <a:gd name="connsiteX6" fmla="*/ 133025 w 152075"/>
              <a:gd name="connsiteY6" fmla="*/ 131127 h 262254"/>
              <a:gd name="connsiteX7" fmla="*/ 84765 w 152075"/>
              <a:gd name="connsiteY7" fmla="*/ 16827 h 262254"/>
              <a:gd name="connsiteX8" fmla="*/ 84765 w 152075"/>
              <a:gd name="connsiteY8" fmla="*/ 2858 h 262254"/>
              <a:gd name="connsiteX9" fmla="*/ 44125 w 152075"/>
              <a:gd name="connsiteY9" fmla="*/ 43497 h 262254"/>
              <a:gd name="connsiteX10" fmla="*/ 58095 w 152075"/>
              <a:gd name="connsiteY10" fmla="*/ 43497 h 262254"/>
              <a:gd name="connsiteX11" fmla="*/ 91115 w 152075"/>
              <a:gd name="connsiteY11" fmla="*/ 127317 h 262254"/>
              <a:gd name="connsiteX12" fmla="*/ 58095 w 152075"/>
              <a:gd name="connsiteY12" fmla="*/ 211137 h 262254"/>
              <a:gd name="connsiteX13" fmla="*/ 44125 w 152075"/>
              <a:gd name="connsiteY13" fmla="*/ 211137 h 262254"/>
              <a:gd name="connsiteX14" fmla="*/ 44125 w 152075"/>
              <a:gd name="connsiteY14" fmla="*/ 197167 h 262254"/>
              <a:gd name="connsiteX15" fmla="*/ 72065 w 152075"/>
              <a:gd name="connsiteY15" fmla="*/ 128587 h 262254"/>
              <a:gd name="connsiteX16" fmla="*/ 44125 w 152075"/>
              <a:gd name="connsiteY16" fmla="*/ 60008 h 262254"/>
              <a:gd name="connsiteX17" fmla="*/ 44125 w 152075"/>
              <a:gd name="connsiteY17" fmla="*/ 43497 h 262254"/>
              <a:gd name="connsiteX18" fmla="*/ 18725 w 152075"/>
              <a:gd name="connsiteY18" fmla="*/ 94297 h 262254"/>
              <a:gd name="connsiteX19" fmla="*/ 4755 w 152075"/>
              <a:gd name="connsiteY19" fmla="*/ 91758 h 262254"/>
              <a:gd name="connsiteX20" fmla="*/ 2215 w 152075"/>
              <a:gd name="connsiteY20" fmla="*/ 105727 h 262254"/>
              <a:gd name="connsiteX21" fmla="*/ 9836 w 152075"/>
              <a:gd name="connsiteY21" fmla="*/ 129858 h 262254"/>
              <a:gd name="connsiteX22" fmla="*/ 2215 w 152075"/>
              <a:gd name="connsiteY22" fmla="*/ 153987 h 262254"/>
              <a:gd name="connsiteX23" fmla="*/ 4755 w 152075"/>
              <a:gd name="connsiteY23" fmla="*/ 167958 h 262254"/>
              <a:gd name="connsiteX24" fmla="*/ 18725 w 152075"/>
              <a:gd name="connsiteY24" fmla="*/ 165417 h 262254"/>
              <a:gd name="connsiteX25" fmla="*/ 31425 w 152075"/>
              <a:gd name="connsiteY25" fmla="*/ 128587 h 262254"/>
              <a:gd name="connsiteX26" fmla="*/ 18725 w 152075"/>
              <a:gd name="connsiteY26" fmla="*/ 94297 h 2622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152075" h="262254">
                <a:moveTo>
                  <a:pt x="84765" y="2858"/>
                </a:moveTo>
                <a:cubicBezTo>
                  <a:pt x="88575" y="-953"/>
                  <a:pt x="94925" y="-953"/>
                  <a:pt x="98736" y="2858"/>
                </a:cubicBezTo>
                <a:cubicBezTo>
                  <a:pt x="135565" y="39687"/>
                  <a:pt x="152075" y="82867"/>
                  <a:pt x="152075" y="131127"/>
                </a:cubicBezTo>
                <a:cubicBezTo>
                  <a:pt x="152075" y="180658"/>
                  <a:pt x="135565" y="222567"/>
                  <a:pt x="98736" y="259397"/>
                </a:cubicBezTo>
                <a:cubicBezTo>
                  <a:pt x="94925" y="263208"/>
                  <a:pt x="88575" y="263208"/>
                  <a:pt x="84765" y="259397"/>
                </a:cubicBezTo>
                <a:cubicBezTo>
                  <a:pt x="80955" y="255587"/>
                  <a:pt x="80955" y="249237"/>
                  <a:pt x="84765" y="245428"/>
                </a:cubicBezTo>
                <a:cubicBezTo>
                  <a:pt x="117786" y="212408"/>
                  <a:pt x="133025" y="175577"/>
                  <a:pt x="133025" y="131127"/>
                </a:cubicBezTo>
                <a:cubicBezTo>
                  <a:pt x="133025" y="86677"/>
                  <a:pt x="119055" y="49847"/>
                  <a:pt x="84765" y="16827"/>
                </a:cubicBezTo>
                <a:cubicBezTo>
                  <a:pt x="80955" y="13017"/>
                  <a:pt x="80955" y="6667"/>
                  <a:pt x="84765" y="2858"/>
                </a:cubicBezTo>
                <a:close/>
                <a:moveTo>
                  <a:pt x="44125" y="43497"/>
                </a:moveTo>
                <a:cubicBezTo>
                  <a:pt x="47936" y="39687"/>
                  <a:pt x="54286" y="39687"/>
                  <a:pt x="58095" y="43497"/>
                </a:cubicBezTo>
                <a:cubicBezTo>
                  <a:pt x="74605" y="60008"/>
                  <a:pt x="91115" y="90487"/>
                  <a:pt x="91115" y="127317"/>
                </a:cubicBezTo>
                <a:cubicBezTo>
                  <a:pt x="91115" y="159067"/>
                  <a:pt x="79686" y="188277"/>
                  <a:pt x="58095" y="211137"/>
                </a:cubicBezTo>
                <a:cubicBezTo>
                  <a:pt x="54286" y="214947"/>
                  <a:pt x="47936" y="214947"/>
                  <a:pt x="44125" y="211137"/>
                </a:cubicBezTo>
                <a:cubicBezTo>
                  <a:pt x="40315" y="207328"/>
                  <a:pt x="40315" y="200978"/>
                  <a:pt x="44125" y="197167"/>
                </a:cubicBezTo>
                <a:cubicBezTo>
                  <a:pt x="61905" y="179387"/>
                  <a:pt x="72065" y="155258"/>
                  <a:pt x="72065" y="128587"/>
                </a:cubicBezTo>
                <a:cubicBezTo>
                  <a:pt x="72065" y="98108"/>
                  <a:pt x="58095" y="72708"/>
                  <a:pt x="44125" y="60008"/>
                </a:cubicBezTo>
                <a:cubicBezTo>
                  <a:pt x="40315" y="53658"/>
                  <a:pt x="40315" y="47308"/>
                  <a:pt x="44125" y="43497"/>
                </a:cubicBezTo>
                <a:close/>
                <a:moveTo>
                  <a:pt x="18725" y="94297"/>
                </a:moveTo>
                <a:cubicBezTo>
                  <a:pt x="14915" y="89217"/>
                  <a:pt x="8565" y="89217"/>
                  <a:pt x="4755" y="91758"/>
                </a:cubicBezTo>
                <a:cubicBezTo>
                  <a:pt x="-325" y="95567"/>
                  <a:pt x="-325" y="101917"/>
                  <a:pt x="2215" y="105727"/>
                </a:cubicBezTo>
                <a:cubicBezTo>
                  <a:pt x="7295" y="112077"/>
                  <a:pt x="9836" y="120967"/>
                  <a:pt x="9836" y="129858"/>
                </a:cubicBezTo>
                <a:cubicBezTo>
                  <a:pt x="9836" y="138747"/>
                  <a:pt x="7295" y="147637"/>
                  <a:pt x="2215" y="153987"/>
                </a:cubicBezTo>
                <a:cubicBezTo>
                  <a:pt x="-1595" y="159067"/>
                  <a:pt x="-325" y="165417"/>
                  <a:pt x="4755" y="167958"/>
                </a:cubicBezTo>
                <a:cubicBezTo>
                  <a:pt x="9836" y="171767"/>
                  <a:pt x="16186" y="170497"/>
                  <a:pt x="18725" y="165417"/>
                </a:cubicBezTo>
                <a:cubicBezTo>
                  <a:pt x="26345" y="155258"/>
                  <a:pt x="31425" y="142558"/>
                  <a:pt x="31425" y="128587"/>
                </a:cubicBezTo>
                <a:cubicBezTo>
                  <a:pt x="31425" y="117158"/>
                  <a:pt x="26345" y="104458"/>
                  <a:pt x="18725" y="94297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1" name="Полилиния: фигура 169">
            <a:extLst>
              <a:ext uri="{FF2B5EF4-FFF2-40B4-BE49-F238E27FC236}">
                <a16:creationId xmlns:a16="http://schemas.microsoft.com/office/drawing/2014/main" id="{895A1CFE-2DED-5C95-83E5-5FDF0492E395}"/>
              </a:ext>
            </a:extLst>
          </p:cNvPr>
          <p:cNvSpPr/>
          <p:nvPr/>
        </p:nvSpPr>
        <p:spPr>
          <a:xfrm>
            <a:off x="2210829" y="3118338"/>
            <a:ext cx="262889" cy="218439"/>
          </a:xfrm>
          <a:custGeom>
            <a:avLst/>
            <a:gdLst>
              <a:gd name="connsiteX0" fmla="*/ 49530 w 262889"/>
              <a:gd name="connsiteY0" fmla="*/ 30480 h 218439"/>
              <a:gd name="connsiteX1" fmla="*/ 59690 w 262889"/>
              <a:gd name="connsiteY1" fmla="*/ 20320 h 218439"/>
              <a:gd name="connsiteX2" fmla="*/ 201930 w 262889"/>
              <a:gd name="connsiteY2" fmla="*/ 20320 h 218439"/>
              <a:gd name="connsiteX3" fmla="*/ 212090 w 262889"/>
              <a:gd name="connsiteY3" fmla="*/ 30480 h 218439"/>
              <a:gd name="connsiteX4" fmla="*/ 212090 w 262889"/>
              <a:gd name="connsiteY4" fmla="*/ 91440 h 218439"/>
              <a:gd name="connsiteX5" fmla="*/ 49530 w 262889"/>
              <a:gd name="connsiteY5" fmla="*/ 91440 h 218439"/>
              <a:gd name="connsiteX6" fmla="*/ 49530 w 262889"/>
              <a:gd name="connsiteY6" fmla="*/ 30480 h 218439"/>
              <a:gd name="connsiteX7" fmla="*/ 49530 w 262889"/>
              <a:gd name="connsiteY7" fmla="*/ 111760 h 218439"/>
              <a:gd name="connsiteX8" fmla="*/ 212090 w 262889"/>
              <a:gd name="connsiteY8" fmla="*/ 111760 h 218439"/>
              <a:gd name="connsiteX9" fmla="*/ 212090 w 262889"/>
              <a:gd name="connsiteY9" fmla="*/ 172720 h 218439"/>
              <a:gd name="connsiteX10" fmla="*/ 196850 w 262889"/>
              <a:gd name="connsiteY10" fmla="*/ 172720 h 218439"/>
              <a:gd name="connsiteX11" fmla="*/ 64770 w 262889"/>
              <a:gd name="connsiteY11" fmla="*/ 172720 h 218439"/>
              <a:gd name="connsiteX12" fmla="*/ 49530 w 262889"/>
              <a:gd name="connsiteY12" fmla="*/ 172720 h 218439"/>
              <a:gd name="connsiteX13" fmla="*/ 49530 w 262889"/>
              <a:gd name="connsiteY13" fmla="*/ 111760 h 218439"/>
              <a:gd name="connsiteX14" fmla="*/ 49530 w 262889"/>
              <a:gd name="connsiteY14" fmla="*/ 193040 h 218439"/>
              <a:gd name="connsiteX15" fmla="*/ 29210 w 262889"/>
              <a:gd name="connsiteY15" fmla="*/ 172720 h 218439"/>
              <a:gd name="connsiteX16" fmla="*/ 29210 w 262889"/>
              <a:gd name="connsiteY16" fmla="*/ 30480 h 218439"/>
              <a:gd name="connsiteX17" fmla="*/ 59690 w 262889"/>
              <a:gd name="connsiteY17" fmla="*/ 0 h 218439"/>
              <a:gd name="connsiteX18" fmla="*/ 201930 w 262889"/>
              <a:gd name="connsiteY18" fmla="*/ 0 h 218439"/>
              <a:gd name="connsiteX19" fmla="*/ 232410 w 262889"/>
              <a:gd name="connsiteY19" fmla="*/ 30480 h 218439"/>
              <a:gd name="connsiteX20" fmla="*/ 232410 w 262889"/>
              <a:gd name="connsiteY20" fmla="*/ 172720 h 218439"/>
              <a:gd name="connsiteX21" fmla="*/ 212090 w 262889"/>
              <a:gd name="connsiteY21" fmla="*/ 193040 h 218439"/>
              <a:gd name="connsiteX22" fmla="*/ 212090 w 262889"/>
              <a:gd name="connsiteY22" fmla="*/ 203200 h 218439"/>
              <a:gd name="connsiteX23" fmla="*/ 196850 w 262889"/>
              <a:gd name="connsiteY23" fmla="*/ 218440 h 218439"/>
              <a:gd name="connsiteX24" fmla="*/ 181610 w 262889"/>
              <a:gd name="connsiteY24" fmla="*/ 203200 h 218439"/>
              <a:gd name="connsiteX25" fmla="*/ 181610 w 262889"/>
              <a:gd name="connsiteY25" fmla="*/ 193040 h 218439"/>
              <a:gd name="connsiteX26" fmla="*/ 80010 w 262889"/>
              <a:gd name="connsiteY26" fmla="*/ 193040 h 218439"/>
              <a:gd name="connsiteX27" fmla="*/ 80010 w 262889"/>
              <a:gd name="connsiteY27" fmla="*/ 203200 h 218439"/>
              <a:gd name="connsiteX28" fmla="*/ 64770 w 262889"/>
              <a:gd name="connsiteY28" fmla="*/ 218440 h 218439"/>
              <a:gd name="connsiteX29" fmla="*/ 49530 w 262889"/>
              <a:gd name="connsiteY29" fmla="*/ 203200 h 218439"/>
              <a:gd name="connsiteX30" fmla="*/ 49530 w 262889"/>
              <a:gd name="connsiteY30" fmla="*/ 193040 h 218439"/>
              <a:gd name="connsiteX31" fmla="*/ 10160 w 262889"/>
              <a:gd name="connsiteY31" fmla="*/ 50800 h 218439"/>
              <a:gd name="connsiteX32" fmla="*/ 20320 w 262889"/>
              <a:gd name="connsiteY32" fmla="*/ 60960 h 218439"/>
              <a:gd name="connsiteX33" fmla="*/ 20320 w 262889"/>
              <a:gd name="connsiteY33" fmla="*/ 81280 h 218439"/>
              <a:gd name="connsiteX34" fmla="*/ 10160 w 262889"/>
              <a:gd name="connsiteY34" fmla="*/ 91440 h 218439"/>
              <a:gd name="connsiteX35" fmla="*/ 0 w 262889"/>
              <a:gd name="connsiteY35" fmla="*/ 81280 h 218439"/>
              <a:gd name="connsiteX36" fmla="*/ 0 w 262889"/>
              <a:gd name="connsiteY36" fmla="*/ 60960 h 218439"/>
              <a:gd name="connsiteX37" fmla="*/ 10160 w 262889"/>
              <a:gd name="connsiteY37" fmla="*/ 50800 h 218439"/>
              <a:gd name="connsiteX38" fmla="*/ 252730 w 262889"/>
              <a:gd name="connsiteY38" fmla="*/ 50800 h 218439"/>
              <a:gd name="connsiteX39" fmla="*/ 262890 w 262889"/>
              <a:gd name="connsiteY39" fmla="*/ 60960 h 218439"/>
              <a:gd name="connsiteX40" fmla="*/ 262890 w 262889"/>
              <a:gd name="connsiteY40" fmla="*/ 81280 h 218439"/>
              <a:gd name="connsiteX41" fmla="*/ 252730 w 262889"/>
              <a:gd name="connsiteY41" fmla="*/ 91440 h 218439"/>
              <a:gd name="connsiteX42" fmla="*/ 242570 w 262889"/>
              <a:gd name="connsiteY42" fmla="*/ 81280 h 218439"/>
              <a:gd name="connsiteX43" fmla="*/ 242570 w 262889"/>
              <a:gd name="connsiteY43" fmla="*/ 60960 h 218439"/>
              <a:gd name="connsiteX44" fmla="*/ 252730 w 262889"/>
              <a:gd name="connsiteY44" fmla="*/ 50800 h 218439"/>
              <a:gd name="connsiteX45" fmla="*/ 74930 w 262889"/>
              <a:gd name="connsiteY45" fmla="*/ 127000 h 218439"/>
              <a:gd name="connsiteX46" fmla="*/ 64770 w 262889"/>
              <a:gd name="connsiteY46" fmla="*/ 137160 h 218439"/>
              <a:gd name="connsiteX47" fmla="*/ 74930 w 262889"/>
              <a:gd name="connsiteY47" fmla="*/ 147320 h 218439"/>
              <a:gd name="connsiteX48" fmla="*/ 95250 w 262889"/>
              <a:gd name="connsiteY48" fmla="*/ 147320 h 218439"/>
              <a:gd name="connsiteX49" fmla="*/ 105410 w 262889"/>
              <a:gd name="connsiteY49" fmla="*/ 137160 h 218439"/>
              <a:gd name="connsiteX50" fmla="*/ 95250 w 262889"/>
              <a:gd name="connsiteY50" fmla="*/ 127000 h 218439"/>
              <a:gd name="connsiteX51" fmla="*/ 74930 w 262889"/>
              <a:gd name="connsiteY51" fmla="*/ 127000 h 218439"/>
              <a:gd name="connsiteX52" fmla="*/ 156210 w 262889"/>
              <a:gd name="connsiteY52" fmla="*/ 137160 h 218439"/>
              <a:gd name="connsiteX53" fmla="*/ 166370 w 262889"/>
              <a:gd name="connsiteY53" fmla="*/ 127000 h 218439"/>
              <a:gd name="connsiteX54" fmla="*/ 186690 w 262889"/>
              <a:gd name="connsiteY54" fmla="*/ 127000 h 218439"/>
              <a:gd name="connsiteX55" fmla="*/ 196850 w 262889"/>
              <a:gd name="connsiteY55" fmla="*/ 137160 h 218439"/>
              <a:gd name="connsiteX56" fmla="*/ 186690 w 262889"/>
              <a:gd name="connsiteY56" fmla="*/ 147320 h 218439"/>
              <a:gd name="connsiteX57" fmla="*/ 166370 w 262889"/>
              <a:gd name="connsiteY57" fmla="*/ 147320 h 218439"/>
              <a:gd name="connsiteX58" fmla="*/ 156210 w 262889"/>
              <a:gd name="connsiteY58" fmla="*/ 137160 h 218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262889" h="218439">
                <a:moveTo>
                  <a:pt x="49530" y="30480"/>
                </a:moveTo>
                <a:cubicBezTo>
                  <a:pt x="49530" y="25400"/>
                  <a:pt x="54610" y="20320"/>
                  <a:pt x="59690" y="20320"/>
                </a:cubicBezTo>
                <a:lnTo>
                  <a:pt x="201930" y="20320"/>
                </a:lnTo>
                <a:cubicBezTo>
                  <a:pt x="207010" y="20320"/>
                  <a:pt x="212090" y="25400"/>
                  <a:pt x="212090" y="30480"/>
                </a:cubicBezTo>
                <a:lnTo>
                  <a:pt x="212090" y="91440"/>
                </a:lnTo>
                <a:lnTo>
                  <a:pt x="49530" y="91440"/>
                </a:lnTo>
                <a:lnTo>
                  <a:pt x="49530" y="30480"/>
                </a:lnTo>
                <a:close/>
                <a:moveTo>
                  <a:pt x="49530" y="111760"/>
                </a:moveTo>
                <a:lnTo>
                  <a:pt x="212090" y="111760"/>
                </a:lnTo>
                <a:lnTo>
                  <a:pt x="212090" y="172720"/>
                </a:lnTo>
                <a:lnTo>
                  <a:pt x="196850" y="172720"/>
                </a:lnTo>
                <a:lnTo>
                  <a:pt x="64770" y="172720"/>
                </a:lnTo>
                <a:lnTo>
                  <a:pt x="49530" y="172720"/>
                </a:lnTo>
                <a:lnTo>
                  <a:pt x="49530" y="111760"/>
                </a:lnTo>
                <a:close/>
                <a:moveTo>
                  <a:pt x="49530" y="193040"/>
                </a:moveTo>
                <a:cubicBezTo>
                  <a:pt x="38100" y="193040"/>
                  <a:pt x="29210" y="184150"/>
                  <a:pt x="29210" y="172720"/>
                </a:cubicBezTo>
                <a:lnTo>
                  <a:pt x="29210" y="30480"/>
                </a:lnTo>
                <a:cubicBezTo>
                  <a:pt x="29210" y="13970"/>
                  <a:pt x="43180" y="0"/>
                  <a:pt x="59690" y="0"/>
                </a:cubicBezTo>
                <a:lnTo>
                  <a:pt x="201930" y="0"/>
                </a:lnTo>
                <a:cubicBezTo>
                  <a:pt x="218440" y="0"/>
                  <a:pt x="232410" y="13970"/>
                  <a:pt x="232410" y="30480"/>
                </a:cubicBezTo>
                <a:lnTo>
                  <a:pt x="232410" y="172720"/>
                </a:lnTo>
                <a:cubicBezTo>
                  <a:pt x="232410" y="184150"/>
                  <a:pt x="223520" y="193040"/>
                  <a:pt x="212090" y="193040"/>
                </a:cubicBezTo>
                <a:lnTo>
                  <a:pt x="212090" y="203200"/>
                </a:lnTo>
                <a:cubicBezTo>
                  <a:pt x="212090" y="212090"/>
                  <a:pt x="205740" y="218440"/>
                  <a:pt x="196850" y="218440"/>
                </a:cubicBezTo>
                <a:cubicBezTo>
                  <a:pt x="187960" y="218440"/>
                  <a:pt x="181610" y="212090"/>
                  <a:pt x="181610" y="203200"/>
                </a:cubicBezTo>
                <a:lnTo>
                  <a:pt x="181610" y="193040"/>
                </a:lnTo>
                <a:lnTo>
                  <a:pt x="80010" y="193040"/>
                </a:lnTo>
                <a:lnTo>
                  <a:pt x="80010" y="203200"/>
                </a:lnTo>
                <a:cubicBezTo>
                  <a:pt x="80010" y="212090"/>
                  <a:pt x="73660" y="218440"/>
                  <a:pt x="64770" y="218440"/>
                </a:cubicBezTo>
                <a:cubicBezTo>
                  <a:pt x="55880" y="218440"/>
                  <a:pt x="49530" y="212090"/>
                  <a:pt x="49530" y="203200"/>
                </a:cubicBezTo>
                <a:lnTo>
                  <a:pt x="49530" y="193040"/>
                </a:lnTo>
                <a:close/>
                <a:moveTo>
                  <a:pt x="10160" y="50800"/>
                </a:moveTo>
                <a:cubicBezTo>
                  <a:pt x="15240" y="50800"/>
                  <a:pt x="20320" y="55880"/>
                  <a:pt x="20320" y="60960"/>
                </a:cubicBezTo>
                <a:lnTo>
                  <a:pt x="20320" y="81280"/>
                </a:lnTo>
                <a:cubicBezTo>
                  <a:pt x="20320" y="86360"/>
                  <a:pt x="15240" y="91440"/>
                  <a:pt x="10160" y="91440"/>
                </a:cubicBezTo>
                <a:cubicBezTo>
                  <a:pt x="5080" y="91440"/>
                  <a:pt x="0" y="86360"/>
                  <a:pt x="0" y="81280"/>
                </a:cubicBezTo>
                <a:lnTo>
                  <a:pt x="0" y="60960"/>
                </a:lnTo>
                <a:cubicBezTo>
                  <a:pt x="0" y="55880"/>
                  <a:pt x="3810" y="50800"/>
                  <a:pt x="10160" y="50800"/>
                </a:cubicBezTo>
                <a:close/>
                <a:moveTo>
                  <a:pt x="252730" y="50800"/>
                </a:moveTo>
                <a:cubicBezTo>
                  <a:pt x="257810" y="50800"/>
                  <a:pt x="262890" y="55880"/>
                  <a:pt x="262890" y="60960"/>
                </a:cubicBezTo>
                <a:lnTo>
                  <a:pt x="262890" y="81280"/>
                </a:lnTo>
                <a:cubicBezTo>
                  <a:pt x="262890" y="86360"/>
                  <a:pt x="257810" y="91440"/>
                  <a:pt x="252730" y="91440"/>
                </a:cubicBezTo>
                <a:cubicBezTo>
                  <a:pt x="247650" y="91440"/>
                  <a:pt x="242570" y="86360"/>
                  <a:pt x="242570" y="81280"/>
                </a:cubicBezTo>
                <a:lnTo>
                  <a:pt x="242570" y="60960"/>
                </a:lnTo>
                <a:cubicBezTo>
                  <a:pt x="242570" y="55880"/>
                  <a:pt x="247650" y="50800"/>
                  <a:pt x="252730" y="50800"/>
                </a:cubicBezTo>
                <a:close/>
                <a:moveTo>
                  <a:pt x="74930" y="127000"/>
                </a:moveTo>
                <a:cubicBezTo>
                  <a:pt x="69850" y="127000"/>
                  <a:pt x="64770" y="132080"/>
                  <a:pt x="64770" y="137160"/>
                </a:cubicBezTo>
                <a:cubicBezTo>
                  <a:pt x="64770" y="142240"/>
                  <a:pt x="69850" y="147320"/>
                  <a:pt x="74930" y="147320"/>
                </a:cubicBezTo>
                <a:lnTo>
                  <a:pt x="95250" y="147320"/>
                </a:lnTo>
                <a:cubicBezTo>
                  <a:pt x="100330" y="147320"/>
                  <a:pt x="105410" y="142240"/>
                  <a:pt x="105410" y="137160"/>
                </a:cubicBezTo>
                <a:cubicBezTo>
                  <a:pt x="105410" y="132080"/>
                  <a:pt x="100330" y="127000"/>
                  <a:pt x="95250" y="127000"/>
                </a:cubicBezTo>
                <a:lnTo>
                  <a:pt x="74930" y="127000"/>
                </a:lnTo>
                <a:close/>
                <a:moveTo>
                  <a:pt x="156210" y="137160"/>
                </a:moveTo>
                <a:cubicBezTo>
                  <a:pt x="156210" y="132080"/>
                  <a:pt x="161290" y="127000"/>
                  <a:pt x="166370" y="127000"/>
                </a:cubicBezTo>
                <a:lnTo>
                  <a:pt x="186690" y="127000"/>
                </a:lnTo>
                <a:cubicBezTo>
                  <a:pt x="191770" y="127000"/>
                  <a:pt x="196850" y="132080"/>
                  <a:pt x="196850" y="137160"/>
                </a:cubicBezTo>
                <a:cubicBezTo>
                  <a:pt x="196850" y="142240"/>
                  <a:pt x="191770" y="147320"/>
                  <a:pt x="186690" y="147320"/>
                </a:cubicBezTo>
                <a:lnTo>
                  <a:pt x="166370" y="147320"/>
                </a:lnTo>
                <a:cubicBezTo>
                  <a:pt x="161290" y="147320"/>
                  <a:pt x="156210" y="143510"/>
                  <a:pt x="156210" y="1371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2" name="Полилиния: фигура 171">
            <a:extLst>
              <a:ext uri="{FF2B5EF4-FFF2-40B4-BE49-F238E27FC236}">
                <a16:creationId xmlns:a16="http://schemas.microsoft.com/office/drawing/2014/main" id="{5637C5FB-9E3F-02B6-44E0-6B1727EEA5C7}"/>
              </a:ext>
            </a:extLst>
          </p:cNvPr>
          <p:cNvSpPr/>
          <p:nvPr/>
        </p:nvSpPr>
        <p:spPr>
          <a:xfrm>
            <a:off x="8917698" y="4000431"/>
            <a:ext cx="264160" cy="264159"/>
          </a:xfrm>
          <a:custGeom>
            <a:avLst/>
            <a:gdLst>
              <a:gd name="connsiteX0" fmla="*/ 243840 w 264160"/>
              <a:gd name="connsiteY0" fmla="*/ 132080 h 264159"/>
              <a:gd name="connsiteX1" fmla="*/ 132080 w 264160"/>
              <a:gd name="connsiteY1" fmla="*/ 243840 h 264159"/>
              <a:gd name="connsiteX2" fmla="*/ 20320 w 264160"/>
              <a:gd name="connsiteY2" fmla="*/ 132080 h 264159"/>
              <a:gd name="connsiteX3" fmla="*/ 132080 w 264160"/>
              <a:gd name="connsiteY3" fmla="*/ 20320 h 264159"/>
              <a:gd name="connsiteX4" fmla="*/ 243840 w 264160"/>
              <a:gd name="connsiteY4" fmla="*/ 132080 h 264159"/>
              <a:gd name="connsiteX5" fmla="*/ 264161 w 264160"/>
              <a:gd name="connsiteY5" fmla="*/ 132080 h 264159"/>
              <a:gd name="connsiteX6" fmla="*/ 132080 w 264160"/>
              <a:gd name="connsiteY6" fmla="*/ 264160 h 264159"/>
              <a:gd name="connsiteX7" fmla="*/ 0 w 264160"/>
              <a:gd name="connsiteY7" fmla="*/ 132080 h 264159"/>
              <a:gd name="connsiteX8" fmla="*/ 132080 w 264160"/>
              <a:gd name="connsiteY8" fmla="*/ 0 h 264159"/>
              <a:gd name="connsiteX9" fmla="*/ 264161 w 264160"/>
              <a:gd name="connsiteY9" fmla="*/ 132080 h 264159"/>
              <a:gd name="connsiteX10" fmla="*/ 87630 w 264160"/>
              <a:gd name="connsiteY10" fmla="*/ 121920 h 264159"/>
              <a:gd name="connsiteX11" fmla="*/ 102870 w 264160"/>
              <a:gd name="connsiteY11" fmla="*/ 106680 h 264159"/>
              <a:gd name="connsiteX12" fmla="*/ 87630 w 264160"/>
              <a:gd name="connsiteY12" fmla="*/ 91440 h 264159"/>
              <a:gd name="connsiteX13" fmla="*/ 72390 w 264160"/>
              <a:gd name="connsiteY13" fmla="*/ 106680 h 264159"/>
              <a:gd name="connsiteX14" fmla="*/ 87630 w 264160"/>
              <a:gd name="connsiteY14" fmla="*/ 121920 h 264159"/>
              <a:gd name="connsiteX15" fmla="*/ 194311 w 264160"/>
              <a:gd name="connsiteY15" fmla="*/ 106680 h 264159"/>
              <a:gd name="connsiteX16" fmla="*/ 179070 w 264160"/>
              <a:gd name="connsiteY16" fmla="*/ 121920 h 264159"/>
              <a:gd name="connsiteX17" fmla="*/ 163830 w 264160"/>
              <a:gd name="connsiteY17" fmla="*/ 106680 h 264159"/>
              <a:gd name="connsiteX18" fmla="*/ 179070 w 264160"/>
              <a:gd name="connsiteY18" fmla="*/ 91440 h 264159"/>
              <a:gd name="connsiteX19" fmla="*/ 194311 w 264160"/>
              <a:gd name="connsiteY19" fmla="*/ 106680 h 264159"/>
              <a:gd name="connsiteX20" fmla="*/ 92711 w 264160"/>
              <a:gd name="connsiteY20" fmla="*/ 162560 h 264159"/>
              <a:gd name="connsiteX21" fmla="*/ 82550 w 264160"/>
              <a:gd name="connsiteY21" fmla="*/ 172720 h 264159"/>
              <a:gd name="connsiteX22" fmla="*/ 92711 w 264160"/>
              <a:gd name="connsiteY22" fmla="*/ 182880 h 264159"/>
              <a:gd name="connsiteX23" fmla="*/ 173990 w 264160"/>
              <a:gd name="connsiteY23" fmla="*/ 182880 h 264159"/>
              <a:gd name="connsiteX24" fmla="*/ 184150 w 264160"/>
              <a:gd name="connsiteY24" fmla="*/ 172720 h 264159"/>
              <a:gd name="connsiteX25" fmla="*/ 173990 w 264160"/>
              <a:gd name="connsiteY25" fmla="*/ 162560 h 264159"/>
              <a:gd name="connsiteX26" fmla="*/ 92711 w 264160"/>
              <a:gd name="connsiteY26" fmla="*/ 1625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4160" h="264159">
                <a:moveTo>
                  <a:pt x="243840" y="132080"/>
                </a:moveTo>
                <a:cubicBezTo>
                  <a:pt x="243840" y="194310"/>
                  <a:pt x="194311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1" y="20320"/>
                  <a:pt x="243840" y="71120"/>
                  <a:pt x="243840" y="132080"/>
                </a:cubicBezTo>
                <a:close/>
                <a:moveTo>
                  <a:pt x="264161" y="132080"/>
                </a:moveTo>
                <a:cubicBezTo>
                  <a:pt x="264161" y="204470"/>
                  <a:pt x="205740" y="264160"/>
                  <a:pt x="132080" y="264160"/>
                </a:cubicBezTo>
                <a:cubicBezTo>
                  <a:pt x="5969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1" y="59690"/>
                  <a:pt x="264161" y="132080"/>
                </a:cubicBezTo>
                <a:close/>
                <a:moveTo>
                  <a:pt x="87630" y="121920"/>
                </a:moveTo>
                <a:cubicBezTo>
                  <a:pt x="96520" y="121920"/>
                  <a:pt x="102870" y="115570"/>
                  <a:pt x="102870" y="106680"/>
                </a:cubicBezTo>
                <a:cubicBezTo>
                  <a:pt x="102870" y="97790"/>
                  <a:pt x="96520" y="91440"/>
                  <a:pt x="87630" y="91440"/>
                </a:cubicBezTo>
                <a:cubicBezTo>
                  <a:pt x="78740" y="91440"/>
                  <a:pt x="72390" y="97790"/>
                  <a:pt x="72390" y="106680"/>
                </a:cubicBezTo>
                <a:cubicBezTo>
                  <a:pt x="72390" y="115570"/>
                  <a:pt x="78740" y="121920"/>
                  <a:pt x="87630" y="121920"/>
                </a:cubicBezTo>
                <a:close/>
                <a:moveTo>
                  <a:pt x="194311" y="106680"/>
                </a:moveTo>
                <a:cubicBezTo>
                  <a:pt x="194311" y="115570"/>
                  <a:pt x="187961" y="121920"/>
                  <a:pt x="179070" y="121920"/>
                </a:cubicBezTo>
                <a:cubicBezTo>
                  <a:pt x="170180" y="121920"/>
                  <a:pt x="163830" y="115570"/>
                  <a:pt x="163830" y="106680"/>
                </a:cubicBezTo>
                <a:cubicBezTo>
                  <a:pt x="163830" y="97790"/>
                  <a:pt x="170180" y="91440"/>
                  <a:pt x="179070" y="91440"/>
                </a:cubicBezTo>
                <a:cubicBezTo>
                  <a:pt x="186690" y="91440"/>
                  <a:pt x="194311" y="99060"/>
                  <a:pt x="194311" y="106680"/>
                </a:cubicBezTo>
                <a:close/>
                <a:moveTo>
                  <a:pt x="92711" y="162560"/>
                </a:moveTo>
                <a:cubicBezTo>
                  <a:pt x="87630" y="162560"/>
                  <a:pt x="82550" y="167640"/>
                  <a:pt x="82550" y="172720"/>
                </a:cubicBezTo>
                <a:cubicBezTo>
                  <a:pt x="82550" y="177800"/>
                  <a:pt x="87630" y="182880"/>
                  <a:pt x="92711" y="182880"/>
                </a:cubicBezTo>
                <a:lnTo>
                  <a:pt x="173990" y="182880"/>
                </a:lnTo>
                <a:cubicBezTo>
                  <a:pt x="179070" y="182880"/>
                  <a:pt x="184150" y="177800"/>
                  <a:pt x="184150" y="172720"/>
                </a:cubicBezTo>
                <a:cubicBezTo>
                  <a:pt x="184150" y="167640"/>
                  <a:pt x="179070" y="162560"/>
                  <a:pt x="173990" y="162560"/>
                </a:cubicBezTo>
                <a:lnTo>
                  <a:pt x="92711" y="1625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3" name="Полилиния: фигура 174">
            <a:extLst>
              <a:ext uri="{FF2B5EF4-FFF2-40B4-BE49-F238E27FC236}">
                <a16:creationId xmlns:a16="http://schemas.microsoft.com/office/drawing/2014/main" id="{9B49C109-0FF8-126D-1FB4-DA19BA3CBCD8}"/>
              </a:ext>
            </a:extLst>
          </p:cNvPr>
          <p:cNvSpPr/>
          <p:nvPr/>
        </p:nvSpPr>
        <p:spPr>
          <a:xfrm>
            <a:off x="9477769" y="4000431"/>
            <a:ext cx="264159" cy="264159"/>
          </a:xfrm>
          <a:custGeom>
            <a:avLst/>
            <a:gdLst>
              <a:gd name="connsiteX0" fmla="*/ 243840 w 264159"/>
              <a:gd name="connsiteY0" fmla="*/ 132080 h 264159"/>
              <a:gd name="connsiteX1" fmla="*/ 132080 w 264159"/>
              <a:gd name="connsiteY1" fmla="*/ 243840 h 264159"/>
              <a:gd name="connsiteX2" fmla="*/ 20320 w 264159"/>
              <a:gd name="connsiteY2" fmla="*/ 132080 h 264159"/>
              <a:gd name="connsiteX3" fmla="*/ 132080 w 264159"/>
              <a:gd name="connsiteY3" fmla="*/ 20320 h 264159"/>
              <a:gd name="connsiteX4" fmla="*/ 243840 w 264159"/>
              <a:gd name="connsiteY4" fmla="*/ 132080 h 264159"/>
              <a:gd name="connsiteX5" fmla="*/ 264160 w 264159"/>
              <a:gd name="connsiteY5" fmla="*/ 132080 h 264159"/>
              <a:gd name="connsiteX6" fmla="*/ 132080 w 264159"/>
              <a:gd name="connsiteY6" fmla="*/ 264160 h 264159"/>
              <a:gd name="connsiteX7" fmla="*/ 0 w 264159"/>
              <a:gd name="connsiteY7" fmla="*/ 132080 h 264159"/>
              <a:gd name="connsiteX8" fmla="*/ 132080 w 264159"/>
              <a:gd name="connsiteY8" fmla="*/ 0 h 264159"/>
              <a:gd name="connsiteX9" fmla="*/ 264160 w 264159"/>
              <a:gd name="connsiteY9" fmla="*/ 132080 h 264159"/>
              <a:gd name="connsiteX10" fmla="*/ 86360 w 264159"/>
              <a:gd name="connsiteY10" fmla="*/ 121920 h 264159"/>
              <a:gd name="connsiteX11" fmla="*/ 101600 w 264159"/>
              <a:gd name="connsiteY11" fmla="*/ 106680 h 264159"/>
              <a:gd name="connsiteX12" fmla="*/ 86360 w 264159"/>
              <a:gd name="connsiteY12" fmla="*/ 91440 h 264159"/>
              <a:gd name="connsiteX13" fmla="*/ 71120 w 264159"/>
              <a:gd name="connsiteY13" fmla="*/ 106680 h 264159"/>
              <a:gd name="connsiteX14" fmla="*/ 86360 w 264159"/>
              <a:gd name="connsiteY14" fmla="*/ 121920 h 264159"/>
              <a:gd name="connsiteX15" fmla="*/ 193040 w 264159"/>
              <a:gd name="connsiteY15" fmla="*/ 106680 h 264159"/>
              <a:gd name="connsiteX16" fmla="*/ 177800 w 264159"/>
              <a:gd name="connsiteY16" fmla="*/ 121920 h 264159"/>
              <a:gd name="connsiteX17" fmla="*/ 162560 w 264159"/>
              <a:gd name="connsiteY17" fmla="*/ 106680 h 264159"/>
              <a:gd name="connsiteX18" fmla="*/ 177800 w 264159"/>
              <a:gd name="connsiteY18" fmla="*/ 91440 h 264159"/>
              <a:gd name="connsiteX19" fmla="*/ 193040 w 264159"/>
              <a:gd name="connsiteY19" fmla="*/ 106680 h 264159"/>
              <a:gd name="connsiteX20" fmla="*/ 167640 w 264159"/>
              <a:gd name="connsiteY20" fmla="*/ 163830 h 264159"/>
              <a:gd name="connsiteX21" fmla="*/ 167640 w 264159"/>
              <a:gd name="connsiteY21" fmla="*/ 163830 h 264159"/>
              <a:gd name="connsiteX22" fmla="*/ 132080 w 264159"/>
              <a:gd name="connsiteY22" fmla="*/ 172720 h 264159"/>
              <a:gd name="connsiteX23" fmla="*/ 96520 w 264159"/>
              <a:gd name="connsiteY23" fmla="*/ 163830 h 264159"/>
              <a:gd name="connsiteX24" fmla="*/ 96520 w 264159"/>
              <a:gd name="connsiteY24" fmla="*/ 163830 h 264159"/>
              <a:gd name="connsiteX25" fmla="*/ 82550 w 264159"/>
              <a:gd name="connsiteY25" fmla="*/ 168910 h 264159"/>
              <a:gd name="connsiteX26" fmla="*/ 87630 w 264159"/>
              <a:gd name="connsiteY26" fmla="*/ 182880 h 264159"/>
              <a:gd name="connsiteX27" fmla="*/ 133350 w 264159"/>
              <a:gd name="connsiteY27" fmla="*/ 194310 h 264159"/>
              <a:gd name="connsiteX28" fmla="*/ 179070 w 264159"/>
              <a:gd name="connsiteY28" fmla="*/ 182880 h 264159"/>
              <a:gd name="connsiteX29" fmla="*/ 184150 w 264159"/>
              <a:gd name="connsiteY29" fmla="*/ 168910 h 264159"/>
              <a:gd name="connsiteX30" fmla="*/ 167640 w 264159"/>
              <a:gd name="connsiteY30" fmla="*/ 16383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64159" h="264159">
                <a:moveTo>
                  <a:pt x="243840" y="132080"/>
                </a:moveTo>
                <a:cubicBezTo>
                  <a:pt x="243840" y="194310"/>
                  <a:pt x="194310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71120"/>
                  <a:pt x="243840" y="132080"/>
                </a:cubicBezTo>
                <a:close/>
                <a:moveTo>
                  <a:pt x="264160" y="132080"/>
                </a:moveTo>
                <a:cubicBezTo>
                  <a:pt x="264160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0" y="59690"/>
                  <a:pt x="264160" y="132080"/>
                </a:cubicBezTo>
                <a:close/>
                <a:moveTo>
                  <a:pt x="86360" y="121920"/>
                </a:moveTo>
                <a:cubicBezTo>
                  <a:pt x="95250" y="121920"/>
                  <a:pt x="101600" y="115570"/>
                  <a:pt x="101600" y="106680"/>
                </a:cubicBezTo>
                <a:cubicBezTo>
                  <a:pt x="101600" y="97790"/>
                  <a:pt x="95250" y="91440"/>
                  <a:pt x="86360" y="91440"/>
                </a:cubicBezTo>
                <a:cubicBezTo>
                  <a:pt x="77470" y="91440"/>
                  <a:pt x="71120" y="97790"/>
                  <a:pt x="71120" y="106680"/>
                </a:cubicBezTo>
                <a:cubicBezTo>
                  <a:pt x="71120" y="115570"/>
                  <a:pt x="77470" y="121920"/>
                  <a:pt x="86360" y="121920"/>
                </a:cubicBezTo>
                <a:close/>
                <a:moveTo>
                  <a:pt x="193040" y="106680"/>
                </a:moveTo>
                <a:cubicBezTo>
                  <a:pt x="193040" y="115570"/>
                  <a:pt x="186690" y="121920"/>
                  <a:pt x="177800" y="121920"/>
                </a:cubicBezTo>
                <a:cubicBezTo>
                  <a:pt x="168910" y="121920"/>
                  <a:pt x="162560" y="115570"/>
                  <a:pt x="162560" y="106680"/>
                </a:cubicBezTo>
                <a:cubicBezTo>
                  <a:pt x="162560" y="97790"/>
                  <a:pt x="168910" y="91440"/>
                  <a:pt x="177800" y="91440"/>
                </a:cubicBezTo>
                <a:cubicBezTo>
                  <a:pt x="185420" y="91440"/>
                  <a:pt x="193040" y="99060"/>
                  <a:pt x="193040" y="106680"/>
                </a:cubicBezTo>
                <a:close/>
                <a:moveTo>
                  <a:pt x="167640" y="163830"/>
                </a:moveTo>
                <a:lnTo>
                  <a:pt x="167640" y="163830"/>
                </a:lnTo>
                <a:cubicBezTo>
                  <a:pt x="157480" y="168910"/>
                  <a:pt x="149860" y="172720"/>
                  <a:pt x="132080" y="172720"/>
                </a:cubicBezTo>
                <a:cubicBezTo>
                  <a:pt x="114300" y="172720"/>
                  <a:pt x="105410" y="168910"/>
                  <a:pt x="96520" y="163830"/>
                </a:cubicBezTo>
                <a:lnTo>
                  <a:pt x="96520" y="163830"/>
                </a:lnTo>
                <a:cubicBezTo>
                  <a:pt x="91440" y="161290"/>
                  <a:pt x="85090" y="163830"/>
                  <a:pt x="82550" y="168910"/>
                </a:cubicBezTo>
                <a:cubicBezTo>
                  <a:pt x="80010" y="173990"/>
                  <a:pt x="82550" y="180340"/>
                  <a:pt x="87630" y="182880"/>
                </a:cubicBezTo>
                <a:cubicBezTo>
                  <a:pt x="97790" y="187960"/>
                  <a:pt x="110490" y="194310"/>
                  <a:pt x="133350" y="194310"/>
                </a:cubicBezTo>
                <a:cubicBezTo>
                  <a:pt x="156210" y="194310"/>
                  <a:pt x="167640" y="187960"/>
                  <a:pt x="179070" y="182880"/>
                </a:cubicBezTo>
                <a:cubicBezTo>
                  <a:pt x="184150" y="180340"/>
                  <a:pt x="186690" y="173990"/>
                  <a:pt x="184150" y="168910"/>
                </a:cubicBezTo>
                <a:cubicBezTo>
                  <a:pt x="179070" y="163830"/>
                  <a:pt x="172720" y="161290"/>
                  <a:pt x="167640" y="16383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4" name="Полилиния: фигура 177">
            <a:extLst>
              <a:ext uri="{FF2B5EF4-FFF2-40B4-BE49-F238E27FC236}">
                <a16:creationId xmlns:a16="http://schemas.microsoft.com/office/drawing/2014/main" id="{876B57FA-1B0A-C8C0-05BB-ECD6FE9A6BBA}"/>
              </a:ext>
            </a:extLst>
          </p:cNvPr>
          <p:cNvSpPr/>
          <p:nvPr/>
        </p:nvSpPr>
        <p:spPr>
          <a:xfrm>
            <a:off x="10036569" y="4000431"/>
            <a:ext cx="264159" cy="264159"/>
          </a:xfrm>
          <a:custGeom>
            <a:avLst/>
            <a:gdLst>
              <a:gd name="connsiteX0" fmla="*/ 243840 w 264159"/>
              <a:gd name="connsiteY0" fmla="*/ 132080 h 264159"/>
              <a:gd name="connsiteX1" fmla="*/ 132080 w 264159"/>
              <a:gd name="connsiteY1" fmla="*/ 243840 h 264159"/>
              <a:gd name="connsiteX2" fmla="*/ 20320 w 264159"/>
              <a:gd name="connsiteY2" fmla="*/ 132080 h 264159"/>
              <a:gd name="connsiteX3" fmla="*/ 132080 w 264159"/>
              <a:gd name="connsiteY3" fmla="*/ 20320 h 264159"/>
              <a:gd name="connsiteX4" fmla="*/ 243840 w 264159"/>
              <a:gd name="connsiteY4" fmla="*/ 132080 h 264159"/>
              <a:gd name="connsiteX5" fmla="*/ 264160 w 264159"/>
              <a:gd name="connsiteY5" fmla="*/ 132080 h 264159"/>
              <a:gd name="connsiteX6" fmla="*/ 132080 w 264159"/>
              <a:gd name="connsiteY6" fmla="*/ 264160 h 264159"/>
              <a:gd name="connsiteX7" fmla="*/ 0 w 264159"/>
              <a:gd name="connsiteY7" fmla="*/ 132080 h 264159"/>
              <a:gd name="connsiteX8" fmla="*/ 132080 w 264159"/>
              <a:gd name="connsiteY8" fmla="*/ 0 h 264159"/>
              <a:gd name="connsiteX9" fmla="*/ 264160 w 264159"/>
              <a:gd name="connsiteY9" fmla="*/ 132080 h 264159"/>
              <a:gd name="connsiteX10" fmla="*/ 86360 w 264159"/>
              <a:gd name="connsiteY10" fmla="*/ 121920 h 264159"/>
              <a:gd name="connsiteX11" fmla="*/ 101600 w 264159"/>
              <a:gd name="connsiteY11" fmla="*/ 106680 h 264159"/>
              <a:gd name="connsiteX12" fmla="*/ 86360 w 264159"/>
              <a:gd name="connsiteY12" fmla="*/ 91440 h 264159"/>
              <a:gd name="connsiteX13" fmla="*/ 71120 w 264159"/>
              <a:gd name="connsiteY13" fmla="*/ 106680 h 264159"/>
              <a:gd name="connsiteX14" fmla="*/ 86360 w 264159"/>
              <a:gd name="connsiteY14" fmla="*/ 121920 h 264159"/>
              <a:gd name="connsiteX15" fmla="*/ 193040 w 264159"/>
              <a:gd name="connsiteY15" fmla="*/ 106680 h 264159"/>
              <a:gd name="connsiteX16" fmla="*/ 177800 w 264159"/>
              <a:gd name="connsiteY16" fmla="*/ 121920 h 264159"/>
              <a:gd name="connsiteX17" fmla="*/ 162560 w 264159"/>
              <a:gd name="connsiteY17" fmla="*/ 106680 h 264159"/>
              <a:gd name="connsiteX18" fmla="*/ 177800 w 264159"/>
              <a:gd name="connsiteY18" fmla="*/ 91440 h 264159"/>
              <a:gd name="connsiteX19" fmla="*/ 193040 w 264159"/>
              <a:gd name="connsiteY19" fmla="*/ 106680 h 264159"/>
              <a:gd name="connsiteX20" fmla="*/ 90170 w 264159"/>
              <a:gd name="connsiteY20" fmla="*/ 158750 h 264159"/>
              <a:gd name="connsiteX21" fmla="*/ 76200 w 264159"/>
              <a:gd name="connsiteY21" fmla="*/ 153670 h 264159"/>
              <a:gd name="connsiteX22" fmla="*/ 71120 w 264159"/>
              <a:gd name="connsiteY22" fmla="*/ 167640 h 264159"/>
              <a:gd name="connsiteX23" fmla="*/ 130810 w 264159"/>
              <a:gd name="connsiteY23" fmla="*/ 203200 h 264159"/>
              <a:gd name="connsiteX24" fmla="*/ 190500 w 264159"/>
              <a:gd name="connsiteY24" fmla="*/ 167640 h 264159"/>
              <a:gd name="connsiteX25" fmla="*/ 185420 w 264159"/>
              <a:gd name="connsiteY25" fmla="*/ 153670 h 264159"/>
              <a:gd name="connsiteX26" fmla="*/ 171450 w 264159"/>
              <a:gd name="connsiteY26" fmla="*/ 158750 h 264159"/>
              <a:gd name="connsiteX27" fmla="*/ 129540 w 264159"/>
              <a:gd name="connsiteY27" fmla="*/ 184150 h 264159"/>
              <a:gd name="connsiteX28" fmla="*/ 90170 w 264159"/>
              <a:gd name="connsiteY28" fmla="*/ 15875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64159" h="264159">
                <a:moveTo>
                  <a:pt x="243840" y="132080"/>
                </a:moveTo>
                <a:cubicBezTo>
                  <a:pt x="243840" y="194310"/>
                  <a:pt x="194310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71120"/>
                  <a:pt x="243840" y="132080"/>
                </a:cubicBezTo>
                <a:close/>
                <a:moveTo>
                  <a:pt x="264160" y="132080"/>
                </a:moveTo>
                <a:cubicBezTo>
                  <a:pt x="264160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0" y="59690"/>
                  <a:pt x="264160" y="132080"/>
                </a:cubicBezTo>
                <a:close/>
                <a:moveTo>
                  <a:pt x="86360" y="121920"/>
                </a:moveTo>
                <a:cubicBezTo>
                  <a:pt x="95250" y="121920"/>
                  <a:pt x="101600" y="115570"/>
                  <a:pt x="101600" y="106680"/>
                </a:cubicBezTo>
                <a:cubicBezTo>
                  <a:pt x="101600" y="97790"/>
                  <a:pt x="95250" y="91440"/>
                  <a:pt x="86360" y="91440"/>
                </a:cubicBezTo>
                <a:cubicBezTo>
                  <a:pt x="77470" y="91440"/>
                  <a:pt x="71120" y="97790"/>
                  <a:pt x="71120" y="106680"/>
                </a:cubicBezTo>
                <a:cubicBezTo>
                  <a:pt x="71120" y="115570"/>
                  <a:pt x="77470" y="121920"/>
                  <a:pt x="86360" y="121920"/>
                </a:cubicBezTo>
                <a:close/>
                <a:moveTo>
                  <a:pt x="193040" y="106680"/>
                </a:moveTo>
                <a:cubicBezTo>
                  <a:pt x="193040" y="115570"/>
                  <a:pt x="186690" y="121920"/>
                  <a:pt x="177800" y="121920"/>
                </a:cubicBezTo>
                <a:cubicBezTo>
                  <a:pt x="168910" y="121920"/>
                  <a:pt x="162560" y="115570"/>
                  <a:pt x="162560" y="106680"/>
                </a:cubicBezTo>
                <a:cubicBezTo>
                  <a:pt x="162560" y="97790"/>
                  <a:pt x="168910" y="91440"/>
                  <a:pt x="177800" y="91440"/>
                </a:cubicBezTo>
                <a:cubicBezTo>
                  <a:pt x="186690" y="91440"/>
                  <a:pt x="193040" y="99060"/>
                  <a:pt x="193040" y="106680"/>
                </a:cubicBezTo>
                <a:close/>
                <a:moveTo>
                  <a:pt x="90170" y="158750"/>
                </a:moveTo>
                <a:cubicBezTo>
                  <a:pt x="87630" y="153670"/>
                  <a:pt x="81280" y="151130"/>
                  <a:pt x="76200" y="153670"/>
                </a:cubicBezTo>
                <a:cubicBezTo>
                  <a:pt x="71120" y="156210"/>
                  <a:pt x="68580" y="162560"/>
                  <a:pt x="71120" y="167640"/>
                </a:cubicBezTo>
                <a:cubicBezTo>
                  <a:pt x="77470" y="179070"/>
                  <a:pt x="95250" y="203200"/>
                  <a:pt x="130810" y="203200"/>
                </a:cubicBezTo>
                <a:cubicBezTo>
                  <a:pt x="166370" y="203200"/>
                  <a:pt x="184150" y="179070"/>
                  <a:pt x="190500" y="167640"/>
                </a:cubicBezTo>
                <a:cubicBezTo>
                  <a:pt x="193040" y="162560"/>
                  <a:pt x="190500" y="156210"/>
                  <a:pt x="185420" y="153670"/>
                </a:cubicBezTo>
                <a:cubicBezTo>
                  <a:pt x="180340" y="151130"/>
                  <a:pt x="173990" y="153670"/>
                  <a:pt x="171450" y="158750"/>
                </a:cubicBezTo>
                <a:cubicBezTo>
                  <a:pt x="167640" y="167640"/>
                  <a:pt x="154940" y="184150"/>
                  <a:pt x="129540" y="184150"/>
                </a:cubicBezTo>
                <a:cubicBezTo>
                  <a:pt x="104140" y="184150"/>
                  <a:pt x="93980" y="166370"/>
                  <a:pt x="90170" y="15875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5" name="Полилиния: фигура 180">
            <a:extLst>
              <a:ext uri="{FF2B5EF4-FFF2-40B4-BE49-F238E27FC236}">
                <a16:creationId xmlns:a16="http://schemas.microsoft.com/office/drawing/2014/main" id="{BDE38512-AF0A-0EF2-3A89-735AE655A9BF}"/>
              </a:ext>
            </a:extLst>
          </p:cNvPr>
          <p:cNvSpPr/>
          <p:nvPr/>
        </p:nvSpPr>
        <p:spPr>
          <a:xfrm>
            <a:off x="4446029" y="4000431"/>
            <a:ext cx="264159" cy="264159"/>
          </a:xfrm>
          <a:custGeom>
            <a:avLst/>
            <a:gdLst>
              <a:gd name="connsiteX0" fmla="*/ 132080 w 264159"/>
              <a:gd name="connsiteY0" fmla="*/ 243840 h 264159"/>
              <a:gd name="connsiteX1" fmla="*/ 243840 w 264159"/>
              <a:gd name="connsiteY1" fmla="*/ 132080 h 264159"/>
              <a:gd name="connsiteX2" fmla="*/ 132080 w 264159"/>
              <a:gd name="connsiteY2" fmla="*/ 20320 h 264159"/>
              <a:gd name="connsiteX3" fmla="*/ 20320 w 264159"/>
              <a:gd name="connsiteY3" fmla="*/ 132080 h 264159"/>
              <a:gd name="connsiteX4" fmla="*/ 132080 w 264159"/>
              <a:gd name="connsiteY4" fmla="*/ 243840 h 264159"/>
              <a:gd name="connsiteX5" fmla="*/ 132080 w 264159"/>
              <a:gd name="connsiteY5" fmla="*/ 264160 h 264159"/>
              <a:gd name="connsiteX6" fmla="*/ 264160 w 264159"/>
              <a:gd name="connsiteY6" fmla="*/ 132080 h 264159"/>
              <a:gd name="connsiteX7" fmla="*/ 132080 w 264159"/>
              <a:gd name="connsiteY7" fmla="*/ 0 h 264159"/>
              <a:gd name="connsiteX8" fmla="*/ 0 w 264159"/>
              <a:gd name="connsiteY8" fmla="*/ 132080 h 264159"/>
              <a:gd name="connsiteX9" fmla="*/ 132080 w 264159"/>
              <a:gd name="connsiteY9" fmla="*/ 264160 h 264159"/>
              <a:gd name="connsiteX10" fmla="*/ 85090 w 264159"/>
              <a:gd name="connsiteY10" fmla="*/ 85090 h 264159"/>
              <a:gd name="connsiteX11" fmla="*/ 99060 w 264159"/>
              <a:gd name="connsiteY11" fmla="*/ 85090 h 264159"/>
              <a:gd name="connsiteX12" fmla="*/ 132080 w 264159"/>
              <a:gd name="connsiteY12" fmla="*/ 118110 h 264159"/>
              <a:gd name="connsiteX13" fmla="*/ 165100 w 264159"/>
              <a:gd name="connsiteY13" fmla="*/ 85090 h 264159"/>
              <a:gd name="connsiteX14" fmla="*/ 179070 w 264159"/>
              <a:gd name="connsiteY14" fmla="*/ 85090 h 264159"/>
              <a:gd name="connsiteX15" fmla="*/ 179070 w 264159"/>
              <a:gd name="connsiteY15" fmla="*/ 99060 h 264159"/>
              <a:gd name="connsiteX16" fmla="*/ 146050 w 264159"/>
              <a:gd name="connsiteY16" fmla="*/ 132080 h 264159"/>
              <a:gd name="connsiteX17" fmla="*/ 179070 w 264159"/>
              <a:gd name="connsiteY17" fmla="*/ 165100 h 264159"/>
              <a:gd name="connsiteX18" fmla="*/ 179070 w 264159"/>
              <a:gd name="connsiteY18" fmla="*/ 179070 h 264159"/>
              <a:gd name="connsiteX19" fmla="*/ 165100 w 264159"/>
              <a:gd name="connsiteY19" fmla="*/ 179070 h 264159"/>
              <a:gd name="connsiteX20" fmla="*/ 132080 w 264159"/>
              <a:gd name="connsiteY20" fmla="*/ 146050 h 264159"/>
              <a:gd name="connsiteX21" fmla="*/ 99060 w 264159"/>
              <a:gd name="connsiteY21" fmla="*/ 179070 h 264159"/>
              <a:gd name="connsiteX22" fmla="*/ 85090 w 264159"/>
              <a:gd name="connsiteY22" fmla="*/ 179070 h 264159"/>
              <a:gd name="connsiteX23" fmla="*/ 85090 w 264159"/>
              <a:gd name="connsiteY23" fmla="*/ 165100 h 264159"/>
              <a:gd name="connsiteX24" fmla="*/ 118110 w 264159"/>
              <a:gd name="connsiteY24" fmla="*/ 132080 h 264159"/>
              <a:gd name="connsiteX25" fmla="*/ 85090 w 264159"/>
              <a:gd name="connsiteY25" fmla="*/ 99060 h 264159"/>
              <a:gd name="connsiteX26" fmla="*/ 85090 w 264159"/>
              <a:gd name="connsiteY26" fmla="*/ 8509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4159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4310"/>
                  <a:pt x="7112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9690" y="264160"/>
                  <a:pt x="132080" y="264160"/>
                </a:cubicBezTo>
                <a:close/>
                <a:moveTo>
                  <a:pt x="85090" y="85090"/>
                </a:moveTo>
                <a:cubicBezTo>
                  <a:pt x="88900" y="81280"/>
                  <a:pt x="95250" y="81280"/>
                  <a:pt x="99060" y="85090"/>
                </a:cubicBezTo>
                <a:lnTo>
                  <a:pt x="132080" y="118110"/>
                </a:lnTo>
                <a:lnTo>
                  <a:pt x="165100" y="85090"/>
                </a:lnTo>
                <a:cubicBezTo>
                  <a:pt x="168910" y="81280"/>
                  <a:pt x="175260" y="81280"/>
                  <a:pt x="179070" y="85090"/>
                </a:cubicBezTo>
                <a:cubicBezTo>
                  <a:pt x="182880" y="88900"/>
                  <a:pt x="182880" y="95250"/>
                  <a:pt x="179070" y="99060"/>
                </a:cubicBezTo>
                <a:lnTo>
                  <a:pt x="146050" y="132080"/>
                </a:lnTo>
                <a:lnTo>
                  <a:pt x="179070" y="165100"/>
                </a:lnTo>
                <a:cubicBezTo>
                  <a:pt x="182880" y="168910"/>
                  <a:pt x="182880" y="175260"/>
                  <a:pt x="179070" y="179070"/>
                </a:cubicBezTo>
                <a:cubicBezTo>
                  <a:pt x="175260" y="182880"/>
                  <a:pt x="168910" y="182880"/>
                  <a:pt x="165100" y="179070"/>
                </a:cubicBezTo>
                <a:lnTo>
                  <a:pt x="132080" y="146050"/>
                </a:lnTo>
                <a:lnTo>
                  <a:pt x="99060" y="179070"/>
                </a:lnTo>
                <a:cubicBezTo>
                  <a:pt x="95250" y="182880"/>
                  <a:pt x="88900" y="182880"/>
                  <a:pt x="85090" y="179070"/>
                </a:cubicBezTo>
                <a:cubicBezTo>
                  <a:pt x="81280" y="175260"/>
                  <a:pt x="81280" y="168910"/>
                  <a:pt x="85090" y="165100"/>
                </a:cubicBezTo>
                <a:lnTo>
                  <a:pt x="118110" y="132080"/>
                </a:lnTo>
                <a:lnTo>
                  <a:pt x="85090" y="99060"/>
                </a:lnTo>
                <a:cubicBezTo>
                  <a:pt x="80010" y="95250"/>
                  <a:pt x="80010" y="88900"/>
                  <a:pt x="85090" y="8509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6" name="Полилиния: фигура 182">
            <a:extLst>
              <a:ext uri="{FF2B5EF4-FFF2-40B4-BE49-F238E27FC236}">
                <a16:creationId xmlns:a16="http://schemas.microsoft.com/office/drawing/2014/main" id="{53E0079E-EBB3-53FE-8226-E8DC31DE554D}"/>
              </a:ext>
            </a:extLst>
          </p:cNvPr>
          <p:cNvSpPr/>
          <p:nvPr/>
        </p:nvSpPr>
        <p:spPr>
          <a:xfrm>
            <a:off x="5004829" y="4000431"/>
            <a:ext cx="264159" cy="264159"/>
          </a:xfrm>
          <a:custGeom>
            <a:avLst/>
            <a:gdLst>
              <a:gd name="connsiteX0" fmla="*/ 132080 w 264159"/>
              <a:gd name="connsiteY0" fmla="*/ 243840 h 264159"/>
              <a:gd name="connsiteX1" fmla="*/ 243840 w 264159"/>
              <a:gd name="connsiteY1" fmla="*/ 132080 h 264159"/>
              <a:gd name="connsiteX2" fmla="*/ 132080 w 264159"/>
              <a:gd name="connsiteY2" fmla="*/ 20320 h 264159"/>
              <a:gd name="connsiteX3" fmla="*/ 20320 w 264159"/>
              <a:gd name="connsiteY3" fmla="*/ 132080 h 264159"/>
              <a:gd name="connsiteX4" fmla="*/ 132080 w 264159"/>
              <a:gd name="connsiteY4" fmla="*/ 243840 h 264159"/>
              <a:gd name="connsiteX5" fmla="*/ 132080 w 264159"/>
              <a:gd name="connsiteY5" fmla="*/ 264160 h 264159"/>
              <a:gd name="connsiteX6" fmla="*/ 264160 w 264159"/>
              <a:gd name="connsiteY6" fmla="*/ 132080 h 264159"/>
              <a:gd name="connsiteX7" fmla="*/ 132080 w 264159"/>
              <a:gd name="connsiteY7" fmla="*/ 0 h 264159"/>
              <a:gd name="connsiteX8" fmla="*/ 0 w 264159"/>
              <a:gd name="connsiteY8" fmla="*/ 132080 h 264159"/>
              <a:gd name="connsiteX9" fmla="*/ 132080 w 264159"/>
              <a:gd name="connsiteY9" fmla="*/ 264160 h 264159"/>
              <a:gd name="connsiteX10" fmla="*/ 132080 w 264159"/>
              <a:gd name="connsiteY10" fmla="*/ 60960 h 264159"/>
              <a:gd name="connsiteX11" fmla="*/ 142240 w 264159"/>
              <a:gd name="connsiteY11" fmla="*/ 71120 h 264159"/>
              <a:gd name="connsiteX12" fmla="*/ 142240 w 264159"/>
              <a:gd name="connsiteY12" fmla="*/ 121920 h 264159"/>
              <a:gd name="connsiteX13" fmla="*/ 193040 w 264159"/>
              <a:gd name="connsiteY13" fmla="*/ 121920 h 264159"/>
              <a:gd name="connsiteX14" fmla="*/ 203200 w 264159"/>
              <a:gd name="connsiteY14" fmla="*/ 132080 h 264159"/>
              <a:gd name="connsiteX15" fmla="*/ 193040 w 264159"/>
              <a:gd name="connsiteY15" fmla="*/ 142240 h 264159"/>
              <a:gd name="connsiteX16" fmla="*/ 142240 w 264159"/>
              <a:gd name="connsiteY16" fmla="*/ 142240 h 264159"/>
              <a:gd name="connsiteX17" fmla="*/ 142240 w 264159"/>
              <a:gd name="connsiteY17" fmla="*/ 193040 h 264159"/>
              <a:gd name="connsiteX18" fmla="*/ 132080 w 264159"/>
              <a:gd name="connsiteY18" fmla="*/ 203200 h 264159"/>
              <a:gd name="connsiteX19" fmla="*/ 121920 w 264159"/>
              <a:gd name="connsiteY19" fmla="*/ 193040 h 264159"/>
              <a:gd name="connsiteX20" fmla="*/ 121920 w 264159"/>
              <a:gd name="connsiteY20" fmla="*/ 142240 h 264159"/>
              <a:gd name="connsiteX21" fmla="*/ 71120 w 264159"/>
              <a:gd name="connsiteY21" fmla="*/ 142240 h 264159"/>
              <a:gd name="connsiteX22" fmla="*/ 60960 w 264159"/>
              <a:gd name="connsiteY22" fmla="*/ 132080 h 264159"/>
              <a:gd name="connsiteX23" fmla="*/ 71120 w 264159"/>
              <a:gd name="connsiteY23" fmla="*/ 121920 h 264159"/>
              <a:gd name="connsiteX24" fmla="*/ 121920 w 264159"/>
              <a:gd name="connsiteY24" fmla="*/ 121920 h 264159"/>
              <a:gd name="connsiteX25" fmla="*/ 121920 w 264159"/>
              <a:gd name="connsiteY25" fmla="*/ 71120 h 264159"/>
              <a:gd name="connsiteX26" fmla="*/ 132080 w 264159"/>
              <a:gd name="connsiteY26" fmla="*/ 609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64159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4310"/>
                  <a:pt x="7112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9690" y="264160"/>
                  <a:pt x="132080" y="264160"/>
                </a:cubicBezTo>
                <a:close/>
                <a:moveTo>
                  <a:pt x="132080" y="60960"/>
                </a:moveTo>
                <a:cubicBezTo>
                  <a:pt x="137160" y="60960"/>
                  <a:pt x="142240" y="66040"/>
                  <a:pt x="142240" y="71120"/>
                </a:cubicBezTo>
                <a:lnTo>
                  <a:pt x="142240" y="121920"/>
                </a:lnTo>
                <a:lnTo>
                  <a:pt x="193040" y="121920"/>
                </a:lnTo>
                <a:cubicBezTo>
                  <a:pt x="198120" y="121920"/>
                  <a:pt x="203200" y="127000"/>
                  <a:pt x="203200" y="132080"/>
                </a:cubicBezTo>
                <a:cubicBezTo>
                  <a:pt x="203200" y="137160"/>
                  <a:pt x="198120" y="142240"/>
                  <a:pt x="193040" y="142240"/>
                </a:cubicBezTo>
                <a:lnTo>
                  <a:pt x="142240" y="142240"/>
                </a:lnTo>
                <a:lnTo>
                  <a:pt x="142240" y="193040"/>
                </a:lnTo>
                <a:cubicBezTo>
                  <a:pt x="142240" y="198120"/>
                  <a:pt x="137160" y="203200"/>
                  <a:pt x="132080" y="203200"/>
                </a:cubicBezTo>
                <a:cubicBezTo>
                  <a:pt x="127000" y="203200"/>
                  <a:pt x="121920" y="198120"/>
                  <a:pt x="121920" y="193040"/>
                </a:cubicBezTo>
                <a:lnTo>
                  <a:pt x="121920" y="142240"/>
                </a:lnTo>
                <a:lnTo>
                  <a:pt x="71120" y="142240"/>
                </a:lnTo>
                <a:cubicBezTo>
                  <a:pt x="66040" y="142240"/>
                  <a:pt x="60960" y="137160"/>
                  <a:pt x="60960" y="132080"/>
                </a:cubicBezTo>
                <a:cubicBezTo>
                  <a:pt x="60960" y="127000"/>
                  <a:pt x="66040" y="121920"/>
                  <a:pt x="71120" y="121920"/>
                </a:cubicBezTo>
                <a:lnTo>
                  <a:pt x="121920" y="121920"/>
                </a:lnTo>
                <a:lnTo>
                  <a:pt x="121920" y="71120"/>
                </a:lnTo>
                <a:cubicBezTo>
                  <a:pt x="121920" y="66040"/>
                  <a:pt x="127000" y="60960"/>
                  <a:pt x="132080" y="609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7" name="Полилиния: фигура 185">
            <a:extLst>
              <a:ext uri="{FF2B5EF4-FFF2-40B4-BE49-F238E27FC236}">
                <a16:creationId xmlns:a16="http://schemas.microsoft.com/office/drawing/2014/main" id="{C8841565-82FF-B3F0-9F58-A12A4AE7A386}"/>
              </a:ext>
            </a:extLst>
          </p:cNvPr>
          <p:cNvSpPr/>
          <p:nvPr/>
        </p:nvSpPr>
        <p:spPr>
          <a:xfrm>
            <a:off x="6123699" y="4000431"/>
            <a:ext cx="264160" cy="264159"/>
          </a:xfrm>
          <a:custGeom>
            <a:avLst/>
            <a:gdLst>
              <a:gd name="connsiteX0" fmla="*/ 132080 w 264160"/>
              <a:gd name="connsiteY0" fmla="*/ 243840 h 264159"/>
              <a:gd name="connsiteX1" fmla="*/ 243840 w 264160"/>
              <a:gd name="connsiteY1" fmla="*/ 132080 h 264159"/>
              <a:gd name="connsiteX2" fmla="*/ 132080 w 264160"/>
              <a:gd name="connsiteY2" fmla="*/ 20320 h 264159"/>
              <a:gd name="connsiteX3" fmla="*/ 20320 w 264160"/>
              <a:gd name="connsiteY3" fmla="*/ 132080 h 264159"/>
              <a:gd name="connsiteX4" fmla="*/ 132080 w 264160"/>
              <a:gd name="connsiteY4" fmla="*/ 243840 h 264159"/>
              <a:gd name="connsiteX5" fmla="*/ 132080 w 264160"/>
              <a:gd name="connsiteY5" fmla="*/ 264160 h 264159"/>
              <a:gd name="connsiteX6" fmla="*/ 264160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132080 w 264160"/>
              <a:gd name="connsiteY9" fmla="*/ 264160 h 264159"/>
              <a:gd name="connsiteX10" fmla="*/ 132080 w 264160"/>
              <a:gd name="connsiteY10" fmla="*/ 60960 h 264159"/>
              <a:gd name="connsiteX11" fmla="*/ 142240 w 264160"/>
              <a:gd name="connsiteY11" fmla="*/ 71120 h 264159"/>
              <a:gd name="connsiteX12" fmla="*/ 142240 w 264160"/>
              <a:gd name="connsiteY12" fmla="*/ 152400 h 264159"/>
              <a:gd name="connsiteX13" fmla="*/ 132080 w 264160"/>
              <a:gd name="connsiteY13" fmla="*/ 162560 h 264159"/>
              <a:gd name="connsiteX14" fmla="*/ 121920 w 264160"/>
              <a:gd name="connsiteY14" fmla="*/ 152400 h 264159"/>
              <a:gd name="connsiteX15" fmla="*/ 121920 w 264160"/>
              <a:gd name="connsiteY15" fmla="*/ 71120 h 264159"/>
              <a:gd name="connsiteX16" fmla="*/ 132080 w 264160"/>
              <a:gd name="connsiteY16" fmla="*/ 60960 h 264159"/>
              <a:gd name="connsiteX17" fmla="*/ 142240 w 264160"/>
              <a:gd name="connsiteY17" fmla="*/ 187960 h 264159"/>
              <a:gd name="connsiteX18" fmla="*/ 132080 w 264160"/>
              <a:gd name="connsiteY18" fmla="*/ 177800 h 264159"/>
              <a:gd name="connsiteX19" fmla="*/ 121920 w 264160"/>
              <a:gd name="connsiteY19" fmla="*/ 187960 h 264159"/>
              <a:gd name="connsiteX20" fmla="*/ 121920 w 264160"/>
              <a:gd name="connsiteY20" fmla="*/ 193040 h 264159"/>
              <a:gd name="connsiteX21" fmla="*/ 132080 w 264160"/>
              <a:gd name="connsiteY21" fmla="*/ 203200 h 264159"/>
              <a:gd name="connsiteX22" fmla="*/ 142240 w 264160"/>
              <a:gd name="connsiteY22" fmla="*/ 193040 h 264159"/>
              <a:gd name="connsiteX23" fmla="*/ 142240 w 264160"/>
              <a:gd name="connsiteY23" fmla="*/ 1879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64160" h="264159">
                <a:moveTo>
                  <a:pt x="132080" y="243840"/>
                </a:moveTo>
                <a:cubicBezTo>
                  <a:pt x="194310" y="243840"/>
                  <a:pt x="243840" y="194310"/>
                  <a:pt x="243840" y="132080"/>
                </a:cubicBezTo>
                <a:cubicBezTo>
                  <a:pt x="243840" y="69850"/>
                  <a:pt x="194310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4310"/>
                  <a:pt x="6985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8420" y="264160"/>
                  <a:pt x="132080" y="264160"/>
                </a:cubicBezTo>
                <a:close/>
                <a:moveTo>
                  <a:pt x="132080" y="60960"/>
                </a:moveTo>
                <a:cubicBezTo>
                  <a:pt x="137160" y="60960"/>
                  <a:pt x="142240" y="66040"/>
                  <a:pt x="142240" y="71120"/>
                </a:cubicBezTo>
                <a:lnTo>
                  <a:pt x="142240" y="152400"/>
                </a:lnTo>
                <a:cubicBezTo>
                  <a:pt x="142240" y="157480"/>
                  <a:pt x="137160" y="162560"/>
                  <a:pt x="132080" y="162560"/>
                </a:cubicBezTo>
                <a:cubicBezTo>
                  <a:pt x="127000" y="162560"/>
                  <a:pt x="121920" y="157480"/>
                  <a:pt x="121920" y="152400"/>
                </a:cubicBezTo>
                <a:lnTo>
                  <a:pt x="121920" y="71120"/>
                </a:lnTo>
                <a:cubicBezTo>
                  <a:pt x="121920" y="66040"/>
                  <a:pt x="125730" y="60960"/>
                  <a:pt x="132080" y="60960"/>
                </a:cubicBezTo>
                <a:close/>
                <a:moveTo>
                  <a:pt x="142240" y="187960"/>
                </a:moveTo>
                <a:cubicBezTo>
                  <a:pt x="142240" y="182880"/>
                  <a:pt x="137160" y="177800"/>
                  <a:pt x="132080" y="177800"/>
                </a:cubicBezTo>
                <a:cubicBezTo>
                  <a:pt x="127000" y="177800"/>
                  <a:pt x="121920" y="182880"/>
                  <a:pt x="121920" y="187960"/>
                </a:cubicBezTo>
                <a:lnTo>
                  <a:pt x="121920" y="193040"/>
                </a:lnTo>
                <a:cubicBezTo>
                  <a:pt x="121920" y="198120"/>
                  <a:pt x="127000" y="203200"/>
                  <a:pt x="132080" y="203200"/>
                </a:cubicBezTo>
                <a:cubicBezTo>
                  <a:pt x="137160" y="203200"/>
                  <a:pt x="142240" y="198120"/>
                  <a:pt x="142240" y="193040"/>
                </a:cubicBezTo>
                <a:lnTo>
                  <a:pt x="142240" y="1879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8" name="Полилиния: фигура 188">
            <a:extLst>
              <a:ext uri="{FF2B5EF4-FFF2-40B4-BE49-F238E27FC236}">
                <a16:creationId xmlns:a16="http://schemas.microsoft.com/office/drawing/2014/main" id="{F035CD6F-B179-58C8-1E68-83D60A4D1F37}"/>
              </a:ext>
            </a:extLst>
          </p:cNvPr>
          <p:cNvSpPr/>
          <p:nvPr/>
        </p:nvSpPr>
        <p:spPr>
          <a:xfrm>
            <a:off x="5563629" y="4000431"/>
            <a:ext cx="264159" cy="264159"/>
          </a:xfrm>
          <a:custGeom>
            <a:avLst/>
            <a:gdLst>
              <a:gd name="connsiteX0" fmla="*/ 243840 w 264159"/>
              <a:gd name="connsiteY0" fmla="*/ 132080 h 264159"/>
              <a:gd name="connsiteX1" fmla="*/ 132080 w 264159"/>
              <a:gd name="connsiteY1" fmla="*/ 243840 h 264159"/>
              <a:gd name="connsiteX2" fmla="*/ 20320 w 264159"/>
              <a:gd name="connsiteY2" fmla="*/ 132080 h 264159"/>
              <a:gd name="connsiteX3" fmla="*/ 132080 w 264159"/>
              <a:gd name="connsiteY3" fmla="*/ 20320 h 264159"/>
              <a:gd name="connsiteX4" fmla="*/ 243840 w 264159"/>
              <a:gd name="connsiteY4" fmla="*/ 132080 h 264159"/>
              <a:gd name="connsiteX5" fmla="*/ 264160 w 264159"/>
              <a:gd name="connsiteY5" fmla="*/ 132080 h 264159"/>
              <a:gd name="connsiteX6" fmla="*/ 132080 w 264159"/>
              <a:gd name="connsiteY6" fmla="*/ 264160 h 264159"/>
              <a:gd name="connsiteX7" fmla="*/ 0 w 264159"/>
              <a:gd name="connsiteY7" fmla="*/ 132080 h 264159"/>
              <a:gd name="connsiteX8" fmla="*/ 132080 w 264159"/>
              <a:gd name="connsiteY8" fmla="*/ 0 h 264159"/>
              <a:gd name="connsiteX9" fmla="*/ 264160 w 264159"/>
              <a:gd name="connsiteY9" fmla="*/ 132080 h 264159"/>
              <a:gd name="connsiteX10" fmla="*/ 142240 w 264159"/>
              <a:gd name="connsiteY10" fmla="*/ 81280 h 264159"/>
              <a:gd name="connsiteX11" fmla="*/ 132080 w 264159"/>
              <a:gd name="connsiteY11" fmla="*/ 71120 h 264159"/>
              <a:gd name="connsiteX12" fmla="*/ 121920 w 264159"/>
              <a:gd name="connsiteY12" fmla="*/ 81280 h 264159"/>
              <a:gd name="connsiteX13" fmla="*/ 121920 w 264159"/>
              <a:gd name="connsiteY13" fmla="*/ 91440 h 264159"/>
              <a:gd name="connsiteX14" fmla="*/ 132080 w 264159"/>
              <a:gd name="connsiteY14" fmla="*/ 101600 h 264159"/>
              <a:gd name="connsiteX15" fmla="*/ 142240 w 264159"/>
              <a:gd name="connsiteY15" fmla="*/ 91440 h 264159"/>
              <a:gd name="connsiteX16" fmla="*/ 142240 w 264159"/>
              <a:gd name="connsiteY16" fmla="*/ 81280 h 264159"/>
              <a:gd name="connsiteX17" fmla="*/ 113030 w 264159"/>
              <a:gd name="connsiteY17" fmla="*/ 111760 h 264159"/>
              <a:gd name="connsiteX18" fmla="*/ 102870 w 264159"/>
              <a:gd name="connsiteY18" fmla="*/ 121920 h 264159"/>
              <a:gd name="connsiteX19" fmla="*/ 113030 w 264159"/>
              <a:gd name="connsiteY19" fmla="*/ 132080 h 264159"/>
              <a:gd name="connsiteX20" fmla="*/ 123190 w 264159"/>
              <a:gd name="connsiteY20" fmla="*/ 132080 h 264159"/>
              <a:gd name="connsiteX21" fmla="*/ 123190 w 264159"/>
              <a:gd name="connsiteY21" fmla="*/ 172720 h 264159"/>
              <a:gd name="connsiteX22" fmla="*/ 113030 w 264159"/>
              <a:gd name="connsiteY22" fmla="*/ 172720 h 264159"/>
              <a:gd name="connsiteX23" fmla="*/ 102870 w 264159"/>
              <a:gd name="connsiteY23" fmla="*/ 182880 h 264159"/>
              <a:gd name="connsiteX24" fmla="*/ 113030 w 264159"/>
              <a:gd name="connsiteY24" fmla="*/ 193040 h 264159"/>
              <a:gd name="connsiteX25" fmla="*/ 153670 w 264159"/>
              <a:gd name="connsiteY25" fmla="*/ 193040 h 264159"/>
              <a:gd name="connsiteX26" fmla="*/ 163830 w 264159"/>
              <a:gd name="connsiteY26" fmla="*/ 182880 h 264159"/>
              <a:gd name="connsiteX27" fmla="*/ 153670 w 264159"/>
              <a:gd name="connsiteY27" fmla="*/ 172720 h 264159"/>
              <a:gd name="connsiteX28" fmla="*/ 143510 w 264159"/>
              <a:gd name="connsiteY28" fmla="*/ 172720 h 264159"/>
              <a:gd name="connsiteX29" fmla="*/ 143510 w 264159"/>
              <a:gd name="connsiteY29" fmla="*/ 123190 h 264159"/>
              <a:gd name="connsiteX30" fmla="*/ 132080 w 264159"/>
              <a:gd name="connsiteY30" fmla="*/ 111760 h 264159"/>
              <a:gd name="connsiteX31" fmla="*/ 113030 w 264159"/>
              <a:gd name="connsiteY31" fmla="*/ 11176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64159" h="264159">
                <a:moveTo>
                  <a:pt x="243840" y="132080"/>
                </a:moveTo>
                <a:cubicBezTo>
                  <a:pt x="243840" y="194310"/>
                  <a:pt x="194310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71120"/>
                  <a:pt x="243840" y="132080"/>
                </a:cubicBezTo>
                <a:close/>
                <a:moveTo>
                  <a:pt x="264160" y="132080"/>
                </a:moveTo>
                <a:cubicBezTo>
                  <a:pt x="264160" y="204470"/>
                  <a:pt x="205740" y="264160"/>
                  <a:pt x="132080" y="264160"/>
                </a:cubicBezTo>
                <a:cubicBezTo>
                  <a:pt x="5969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0" y="59690"/>
                  <a:pt x="264160" y="132080"/>
                </a:cubicBezTo>
                <a:close/>
                <a:moveTo>
                  <a:pt x="142240" y="81280"/>
                </a:moveTo>
                <a:cubicBezTo>
                  <a:pt x="142240" y="76200"/>
                  <a:pt x="137160" y="71120"/>
                  <a:pt x="132080" y="71120"/>
                </a:cubicBezTo>
                <a:cubicBezTo>
                  <a:pt x="127000" y="71120"/>
                  <a:pt x="121920" y="76200"/>
                  <a:pt x="121920" y="81280"/>
                </a:cubicBezTo>
                <a:lnTo>
                  <a:pt x="121920" y="91440"/>
                </a:lnTo>
                <a:cubicBezTo>
                  <a:pt x="121920" y="96520"/>
                  <a:pt x="127000" y="101600"/>
                  <a:pt x="132080" y="101600"/>
                </a:cubicBezTo>
                <a:cubicBezTo>
                  <a:pt x="137160" y="101600"/>
                  <a:pt x="142240" y="96520"/>
                  <a:pt x="142240" y="91440"/>
                </a:cubicBezTo>
                <a:lnTo>
                  <a:pt x="142240" y="81280"/>
                </a:lnTo>
                <a:close/>
                <a:moveTo>
                  <a:pt x="113030" y="111760"/>
                </a:moveTo>
                <a:cubicBezTo>
                  <a:pt x="107950" y="111760"/>
                  <a:pt x="102870" y="116840"/>
                  <a:pt x="102870" y="121920"/>
                </a:cubicBezTo>
                <a:cubicBezTo>
                  <a:pt x="102870" y="127000"/>
                  <a:pt x="107950" y="132080"/>
                  <a:pt x="113030" y="132080"/>
                </a:cubicBezTo>
                <a:lnTo>
                  <a:pt x="123190" y="132080"/>
                </a:lnTo>
                <a:lnTo>
                  <a:pt x="123190" y="172720"/>
                </a:lnTo>
                <a:lnTo>
                  <a:pt x="113030" y="172720"/>
                </a:lnTo>
                <a:cubicBezTo>
                  <a:pt x="107950" y="172720"/>
                  <a:pt x="102870" y="177800"/>
                  <a:pt x="102870" y="182880"/>
                </a:cubicBezTo>
                <a:cubicBezTo>
                  <a:pt x="102870" y="187960"/>
                  <a:pt x="107950" y="193040"/>
                  <a:pt x="113030" y="193040"/>
                </a:cubicBezTo>
                <a:lnTo>
                  <a:pt x="153670" y="193040"/>
                </a:lnTo>
                <a:cubicBezTo>
                  <a:pt x="158750" y="193040"/>
                  <a:pt x="163830" y="187960"/>
                  <a:pt x="163830" y="182880"/>
                </a:cubicBezTo>
                <a:cubicBezTo>
                  <a:pt x="163830" y="177800"/>
                  <a:pt x="158750" y="172720"/>
                  <a:pt x="153670" y="172720"/>
                </a:cubicBezTo>
                <a:lnTo>
                  <a:pt x="143510" y="172720"/>
                </a:lnTo>
                <a:lnTo>
                  <a:pt x="143510" y="123190"/>
                </a:lnTo>
                <a:cubicBezTo>
                  <a:pt x="143510" y="116840"/>
                  <a:pt x="138430" y="111760"/>
                  <a:pt x="132080" y="111760"/>
                </a:cubicBezTo>
                <a:lnTo>
                  <a:pt x="113030" y="1117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59" name="Полилиния: фигура 191">
            <a:extLst>
              <a:ext uri="{FF2B5EF4-FFF2-40B4-BE49-F238E27FC236}">
                <a16:creationId xmlns:a16="http://schemas.microsoft.com/office/drawing/2014/main" id="{413F157D-82B6-3EDD-38EB-74FFB3D07246}"/>
              </a:ext>
            </a:extLst>
          </p:cNvPr>
          <p:cNvSpPr/>
          <p:nvPr/>
        </p:nvSpPr>
        <p:spPr>
          <a:xfrm>
            <a:off x="6682498" y="4000431"/>
            <a:ext cx="264160" cy="264159"/>
          </a:xfrm>
          <a:custGeom>
            <a:avLst/>
            <a:gdLst>
              <a:gd name="connsiteX0" fmla="*/ 243840 w 264160"/>
              <a:gd name="connsiteY0" fmla="*/ 132080 h 264159"/>
              <a:gd name="connsiteX1" fmla="*/ 132080 w 264160"/>
              <a:gd name="connsiteY1" fmla="*/ 243840 h 264159"/>
              <a:gd name="connsiteX2" fmla="*/ 20320 w 264160"/>
              <a:gd name="connsiteY2" fmla="*/ 132080 h 264159"/>
              <a:gd name="connsiteX3" fmla="*/ 132080 w 264160"/>
              <a:gd name="connsiteY3" fmla="*/ 20320 h 264159"/>
              <a:gd name="connsiteX4" fmla="*/ 243840 w 264160"/>
              <a:gd name="connsiteY4" fmla="*/ 132080 h 264159"/>
              <a:gd name="connsiteX5" fmla="*/ 264161 w 264160"/>
              <a:gd name="connsiteY5" fmla="*/ 132080 h 264159"/>
              <a:gd name="connsiteX6" fmla="*/ 132080 w 264160"/>
              <a:gd name="connsiteY6" fmla="*/ 264160 h 264159"/>
              <a:gd name="connsiteX7" fmla="*/ 0 w 264160"/>
              <a:gd name="connsiteY7" fmla="*/ 132080 h 264159"/>
              <a:gd name="connsiteX8" fmla="*/ 132080 w 264160"/>
              <a:gd name="connsiteY8" fmla="*/ 0 h 264159"/>
              <a:gd name="connsiteX9" fmla="*/ 264161 w 264160"/>
              <a:gd name="connsiteY9" fmla="*/ 132080 h 264159"/>
              <a:gd name="connsiteX10" fmla="*/ 118111 w 264160"/>
              <a:gd name="connsiteY10" fmla="*/ 203200 h 264159"/>
              <a:gd name="connsiteX11" fmla="*/ 101600 w 264160"/>
              <a:gd name="connsiteY11" fmla="*/ 203200 h 264159"/>
              <a:gd name="connsiteX12" fmla="*/ 101600 w 264160"/>
              <a:gd name="connsiteY12" fmla="*/ 104140 h 264159"/>
              <a:gd name="connsiteX13" fmla="*/ 110490 w 264160"/>
              <a:gd name="connsiteY13" fmla="*/ 80010 h 264159"/>
              <a:gd name="connsiteX14" fmla="*/ 134620 w 264160"/>
              <a:gd name="connsiteY14" fmla="*/ 71120 h 264159"/>
              <a:gd name="connsiteX15" fmla="*/ 157480 w 264160"/>
              <a:gd name="connsiteY15" fmla="*/ 78740 h 264159"/>
              <a:gd name="connsiteX16" fmla="*/ 165100 w 264160"/>
              <a:gd name="connsiteY16" fmla="*/ 97790 h 264159"/>
              <a:gd name="connsiteX17" fmla="*/ 160020 w 264160"/>
              <a:gd name="connsiteY17" fmla="*/ 114300 h 264159"/>
              <a:gd name="connsiteX18" fmla="*/ 146050 w 264160"/>
              <a:gd name="connsiteY18" fmla="*/ 124460 h 264159"/>
              <a:gd name="connsiteX19" fmla="*/ 146050 w 264160"/>
              <a:gd name="connsiteY19" fmla="*/ 124460 h 264159"/>
              <a:gd name="connsiteX20" fmla="*/ 166370 w 264160"/>
              <a:gd name="connsiteY20" fmla="*/ 134620 h 264159"/>
              <a:gd name="connsiteX21" fmla="*/ 172720 w 264160"/>
              <a:gd name="connsiteY21" fmla="*/ 153670 h 264159"/>
              <a:gd name="connsiteX22" fmla="*/ 162561 w 264160"/>
              <a:gd name="connsiteY22" fmla="*/ 176530 h 264159"/>
              <a:gd name="connsiteX23" fmla="*/ 137161 w 264160"/>
              <a:gd name="connsiteY23" fmla="*/ 185420 h 264159"/>
              <a:gd name="connsiteX24" fmla="*/ 116840 w 264160"/>
              <a:gd name="connsiteY24" fmla="*/ 181610 h 264159"/>
              <a:gd name="connsiteX25" fmla="*/ 116840 w 264160"/>
              <a:gd name="connsiteY25" fmla="*/ 203200 h 264159"/>
              <a:gd name="connsiteX26" fmla="*/ 128270 w 264160"/>
              <a:gd name="connsiteY26" fmla="*/ 132080 h 264159"/>
              <a:gd name="connsiteX27" fmla="*/ 128270 w 264160"/>
              <a:gd name="connsiteY27" fmla="*/ 119380 h 264159"/>
              <a:gd name="connsiteX28" fmla="*/ 143511 w 264160"/>
              <a:gd name="connsiteY28" fmla="*/ 113030 h 264159"/>
              <a:gd name="connsiteX29" fmla="*/ 149861 w 264160"/>
              <a:gd name="connsiteY29" fmla="*/ 100330 h 264159"/>
              <a:gd name="connsiteX30" fmla="*/ 134620 w 264160"/>
              <a:gd name="connsiteY30" fmla="*/ 86360 h 264159"/>
              <a:gd name="connsiteX31" fmla="*/ 121920 w 264160"/>
              <a:gd name="connsiteY31" fmla="*/ 91440 h 264159"/>
              <a:gd name="connsiteX32" fmla="*/ 118111 w 264160"/>
              <a:gd name="connsiteY32" fmla="*/ 105410 h 264159"/>
              <a:gd name="connsiteX33" fmla="*/ 118111 w 264160"/>
              <a:gd name="connsiteY33" fmla="*/ 166370 h 264159"/>
              <a:gd name="connsiteX34" fmla="*/ 135890 w 264160"/>
              <a:gd name="connsiteY34" fmla="*/ 171450 h 264159"/>
              <a:gd name="connsiteX35" fmla="*/ 149861 w 264160"/>
              <a:gd name="connsiteY35" fmla="*/ 166370 h 264159"/>
              <a:gd name="connsiteX36" fmla="*/ 154940 w 264160"/>
              <a:gd name="connsiteY36" fmla="*/ 153670 h 264159"/>
              <a:gd name="connsiteX37" fmla="*/ 128270 w 264160"/>
              <a:gd name="connsiteY37" fmla="*/ 1320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64160" h="264159">
                <a:moveTo>
                  <a:pt x="243840" y="132080"/>
                </a:moveTo>
                <a:cubicBezTo>
                  <a:pt x="243840" y="194310"/>
                  <a:pt x="194311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1" y="20320"/>
                  <a:pt x="243840" y="71120"/>
                  <a:pt x="243840" y="132080"/>
                </a:cubicBezTo>
                <a:close/>
                <a:moveTo>
                  <a:pt x="264161" y="132080"/>
                </a:moveTo>
                <a:cubicBezTo>
                  <a:pt x="264161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1" y="59690"/>
                  <a:pt x="264161" y="132080"/>
                </a:cubicBezTo>
                <a:close/>
                <a:moveTo>
                  <a:pt x="118111" y="203200"/>
                </a:moveTo>
                <a:lnTo>
                  <a:pt x="101600" y="203200"/>
                </a:lnTo>
                <a:lnTo>
                  <a:pt x="101600" y="104140"/>
                </a:lnTo>
                <a:cubicBezTo>
                  <a:pt x="101600" y="93980"/>
                  <a:pt x="104140" y="86360"/>
                  <a:pt x="110490" y="80010"/>
                </a:cubicBezTo>
                <a:cubicBezTo>
                  <a:pt x="116840" y="73660"/>
                  <a:pt x="124461" y="71120"/>
                  <a:pt x="134620" y="71120"/>
                </a:cubicBezTo>
                <a:cubicBezTo>
                  <a:pt x="144780" y="71120"/>
                  <a:pt x="151130" y="73660"/>
                  <a:pt x="157480" y="78740"/>
                </a:cubicBezTo>
                <a:cubicBezTo>
                  <a:pt x="162561" y="83820"/>
                  <a:pt x="165100" y="90170"/>
                  <a:pt x="165100" y="97790"/>
                </a:cubicBezTo>
                <a:cubicBezTo>
                  <a:pt x="165100" y="104140"/>
                  <a:pt x="163830" y="109220"/>
                  <a:pt x="160020" y="114300"/>
                </a:cubicBezTo>
                <a:cubicBezTo>
                  <a:pt x="156211" y="119380"/>
                  <a:pt x="151130" y="123190"/>
                  <a:pt x="146050" y="124460"/>
                </a:cubicBezTo>
                <a:lnTo>
                  <a:pt x="146050" y="124460"/>
                </a:lnTo>
                <a:cubicBezTo>
                  <a:pt x="154940" y="125730"/>
                  <a:pt x="161290" y="129540"/>
                  <a:pt x="166370" y="134620"/>
                </a:cubicBezTo>
                <a:cubicBezTo>
                  <a:pt x="171450" y="139700"/>
                  <a:pt x="172720" y="146050"/>
                  <a:pt x="172720" y="153670"/>
                </a:cubicBezTo>
                <a:cubicBezTo>
                  <a:pt x="172720" y="162560"/>
                  <a:pt x="170180" y="170180"/>
                  <a:pt x="162561" y="176530"/>
                </a:cubicBezTo>
                <a:cubicBezTo>
                  <a:pt x="156211" y="182880"/>
                  <a:pt x="147320" y="185420"/>
                  <a:pt x="137161" y="185420"/>
                </a:cubicBezTo>
                <a:cubicBezTo>
                  <a:pt x="129540" y="185420"/>
                  <a:pt x="123190" y="184150"/>
                  <a:pt x="116840" y="181610"/>
                </a:cubicBezTo>
                <a:lnTo>
                  <a:pt x="116840" y="203200"/>
                </a:lnTo>
                <a:close/>
                <a:moveTo>
                  <a:pt x="128270" y="132080"/>
                </a:moveTo>
                <a:lnTo>
                  <a:pt x="128270" y="119380"/>
                </a:lnTo>
                <a:cubicBezTo>
                  <a:pt x="134620" y="118110"/>
                  <a:pt x="139700" y="116840"/>
                  <a:pt x="143511" y="113030"/>
                </a:cubicBezTo>
                <a:cubicBezTo>
                  <a:pt x="147320" y="109220"/>
                  <a:pt x="149861" y="105410"/>
                  <a:pt x="149861" y="100330"/>
                </a:cubicBezTo>
                <a:cubicBezTo>
                  <a:pt x="149861" y="90170"/>
                  <a:pt x="144780" y="86360"/>
                  <a:pt x="134620" y="86360"/>
                </a:cubicBezTo>
                <a:cubicBezTo>
                  <a:pt x="129540" y="86360"/>
                  <a:pt x="125730" y="87630"/>
                  <a:pt x="121920" y="91440"/>
                </a:cubicBezTo>
                <a:cubicBezTo>
                  <a:pt x="119380" y="95250"/>
                  <a:pt x="118111" y="99060"/>
                  <a:pt x="118111" y="105410"/>
                </a:cubicBezTo>
                <a:lnTo>
                  <a:pt x="118111" y="166370"/>
                </a:lnTo>
                <a:cubicBezTo>
                  <a:pt x="124461" y="170180"/>
                  <a:pt x="130811" y="171450"/>
                  <a:pt x="135890" y="171450"/>
                </a:cubicBezTo>
                <a:cubicBezTo>
                  <a:pt x="142240" y="171450"/>
                  <a:pt x="146050" y="170180"/>
                  <a:pt x="149861" y="166370"/>
                </a:cubicBezTo>
                <a:cubicBezTo>
                  <a:pt x="153670" y="163830"/>
                  <a:pt x="154940" y="158750"/>
                  <a:pt x="154940" y="153670"/>
                </a:cubicBezTo>
                <a:cubicBezTo>
                  <a:pt x="154940" y="140970"/>
                  <a:pt x="146050" y="134620"/>
                  <a:pt x="128270" y="1320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40" name="Полилиния: фигура 194">
            <a:extLst>
              <a:ext uri="{FF2B5EF4-FFF2-40B4-BE49-F238E27FC236}">
                <a16:creationId xmlns:a16="http://schemas.microsoft.com/office/drawing/2014/main" id="{CAE1372E-4715-1DE1-3973-A667E01D027C}"/>
              </a:ext>
            </a:extLst>
          </p:cNvPr>
          <p:cNvSpPr/>
          <p:nvPr/>
        </p:nvSpPr>
        <p:spPr>
          <a:xfrm>
            <a:off x="7241298" y="4000431"/>
            <a:ext cx="264160" cy="264159"/>
          </a:xfrm>
          <a:custGeom>
            <a:avLst/>
            <a:gdLst>
              <a:gd name="connsiteX0" fmla="*/ 132080 w 264160"/>
              <a:gd name="connsiteY0" fmla="*/ 243840 h 264159"/>
              <a:gd name="connsiteX1" fmla="*/ 243840 w 264160"/>
              <a:gd name="connsiteY1" fmla="*/ 132080 h 264159"/>
              <a:gd name="connsiteX2" fmla="*/ 132080 w 264160"/>
              <a:gd name="connsiteY2" fmla="*/ 20320 h 264159"/>
              <a:gd name="connsiteX3" fmla="*/ 20320 w 264160"/>
              <a:gd name="connsiteY3" fmla="*/ 132080 h 264159"/>
              <a:gd name="connsiteX4" fmla="*/ 132080 w 264160"/>
              <a:gd name="connsiteY4" fmla="*/ 243840 h 264159"/>
              <a:gd name="connsiteX5" fmla="*/ 132080 w 264160"/>
              <a:gd name="connsiteY5" fmla="*/ 264160 h 264159"/>
              <a:gd name="connsiteX6" fmla="*/ 264161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132080 w 264160"/>
              <a:gd name="connsiteY9" fmla="*/ 264160 h 264159"/>
              <a:gd name="connsiteX10" fmla="*/ 121920 w 264160"/>
              <a:gd name="connsiteY10" fmla="*/ 71120 h 264159"/>
              <a:gd name="connsiteX11" fmla="*/ 132080 w 264160"/>
              <a:gd name="connsiteY11" fmla="*/ 60960 h 264159"/>
              <a:gd name="connsiteX12" fmla="*/ 187961 w 264160"/>
              <a:gd name="connsiteY12" fmla="*/ 60960 h 264159"/>
              <a:gd name="connsiteX13" fmla="*/ 198120 w 264160"/>
              <a:gd name="connsiteY13" fmla="*/ 71120 h 264159"/>
              <a:gd name="connsiteX14" fmla="*/ 187961 w 264160"/>
              <a:gd name="connsiteY14" fmla="*/ 81280 h 264159"/>
              <a:gd name="connsiteX15" fmla="*/ 132080 w 264160"/>
              <a:gd name="connsiteY15" fmla="*/ 81280 h 264159"/>
              <a:gd name="connsiteX16" fmla="*/ 121920 w 264160"/>
              <a:gd name="connsiteY16" fmla="*/ 71120 h 264159"/>
              <a:gd name="connsiteX17" fmla="*/ 132080 w 264160"/>
              <a:gd name="connsiteY17" fmla="*/ 101600 h 264159"/>
              <a:gd name="connsiteX18" fmla="*/ 121920 w 264160"/>
              <a:gd name="connsiteY18" fmla="*/ 111760 h 264159"/>
              <a:gd name="connsiteX19" fmla="*/ 132080 w 264160"/>
              <a:gd name="connsiteY19" fmla="*/ 121920 h 264159"/>
              <a:gd name="connsiteX20" fmla="*/ 208280 w 264160"/>
              <a:gd name="connsiteY20" fmla="*/ 121920 h 264159"/>
              <a:gd name="connsiteX21" fmla="*/ 218440 w 264160"/>
              <a:gd name="connsiteY21" fmla="*/ 111760 h 264159"/>
              <a:gd name="connsiteX22" fmla="*/ 208280 w 264160"/>
              <a:gd name="connsiteY22" fmla="*/ 101600 h 264159"/>
              <a:gd name="connsiteX23" fmla="*/ 132080 w 264160"/>
              <a:gd name="connsiteY23" fmla="*/ 101600 h 264159"/>
              <a:gd name="connsiteX24" fmla="*/ 121920 w 264160"/>
              <a:gd name="connsiteY24" fmla="*/ 152400 h 264159"/>
              <a:gd name="connsiteX25" fmla="*/ 132080 w 264160"/>
              <a:gd name="connsiteY25" fmla="*/ 142240 h 264159"/>
              <a:gd name="connsiteX26" fmla="*/ 208280 w 264160"/>
              <a:gd name="connsiteY26" fmla="*/ 142240 h 264159"/>
              <a:gd name="connsiteX27" fmla="*/ 218440 w 264160"/>
              <a:gd name="connsiteY27" fmla="*/ 152400 h 264159"/>
              <a:gd name="connsiteX28" fmla="*/ 208280 w 264160"/>
              <a:gd name="connsiteY28" fmla="*/ 162560 h 264159"/>
              <a:gd name="connsiteX29" fmla="*/ 132080 w 264160"/>
              <a:gd name="connsiteY29" fmla="*/ 162560 h 264159"/>
              <a:gd name="connsiteX30" fmla="*/ 121920 w 264160"/>
              <a:gd name="connsiteY30" fmla="*/ 152400 h 264159"/>
              <a:gd name="connsiteX31" fmla="*/ 132080 w 264160"/>
              <a:gd name="connsiteY31" fmla="*/ 182880 h 264159"/>
              <a:gd name="connsiteX32" fmla="*/ 121920 w 264160"/>
              <a:gd name="connsiteY32" fmla="*/ 193040 h 264159"/>
              <a:gd name="connsiteX33" fmla="*/ 132080 w 264160"/>
              <a:gd name="connsiteY33" fmla="*/ 203200 h 264159"/>
              <a:gd name="connsiteX34" fmla="*/ 187961 w 264160"/>
              <a:gd name="connsiteY34" fmla="*/ 203200 h 264159"/>
              <a:gd name="connsiteX35" fmla="*/ 198120 w 264160"/>
              <a:gd name="connsiteY35" fmla="*/ 193040 h 264159"/>
              <a:gd name="connsiteX36" fmla="*/ 187961 w 264160"/>
              <a:gd name="connsiteY36" fmla="*/ 182880 h 264159"/>
              <a:gd name="connsiteX37" fmla="*/ 132080 w 264160"/>
              <a:gd name="connsiteY37" fmla="*/ 1828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64160" h="264159">
                <a:moveTo>
                  <a:pt x="132080" y="243840"/>
                </a:moveTo>
                <a:cubicBezTo>
                  <a:pt x="194311" y="243840"/>
                  <a:pt x="243840" y="194310"/>
                  <a:pt x="243840" y="132080"/>
                </a:cubicBezTo>
                <a:cubicBezTo>
                  <a:pt x="243840" y="69850"/>
                  <a:pt x="194311" y="20320"/>
                  <a:pt x="132080" y="20320"/>
                </a:cubicBezTo>
                <a:cubicBezTo>
                  <a:pt x="69850" y="20320"/>
                  <a:pt x="20320" y="69850"/>
                  <a:pt x="20320" y="132080"/>
                </a:cubicBezTo>
                <a:cubicBezTo>
                  <a:pt x="20320" y="194310"/>
                  <a:pt x="71120" y="243840"/>
                  <a:pt x="132080" y="243840"/>
                </a:cubicBezTo>
                <a:close/>
                <a:moveTo>
                  <a:pt x="132080" y="264160"/>
                </a:moveTo>
                <a:cubicBezTo>
                  <a:pt x="204470" y="264160"/>
                  <a:pt x="264161" y="205740"/>
                  <a:pt x="264161" y="132080"/>
                </a:cubicBezTo>
                <a:cubicBezTo>
                  <a:pt x="264161" y="58420"/>
                  <a:pt x="20574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9690" y="264160"/>
                  <a:pt x="132080" y="264160"/>
                </a:cubicBezTo>
                <a:close/>
                <a:moveTo>
                  <a:pt x="121920" y="71120"/>
                </a:moveTo>
                <a:cubicBezTo>
                  <a:pt x="121920" y="66040"/>
                  <a:pt x="127000" y="60960"/>
                  <a:pt x="132080" y="60960"/>
                </a:cubicBezTo>
                <a:lnTo>
                  <a:pt x="187961" y="60960"/>
                </a:lnTo>
                <a:cubicBezTo>
                  <a:pt x="193040" y="60960"/>
                  <a:pt x="198120" y="66040"/>
                  <a:pt x="198120" y="71120"/>
                </a:cubicBezTo>
                <a:cubicBezTo>
                  <a:pt x="198120" y="76200"/>
                  <a:pt x="193040" y="81280"/>
                  <a:pt x="187961" y="81280"/>
                </a:cubicBezTo>
                <a:lnTo>
                  <a:pt x="132080" y="81280"/>
                </a:lnTo>
                <a:cubicBezTo>
                  <a:pt x="127000" y="81280"/>
                  <a:pt x="121920" y="77470"/>
                  <a:pt x="121920" y="71120"/>
                </a:cubicBezTo>
                <a:close/>
                <a:moveTo>
                  <a:pt x="132080" y="101600"/>
                </a:moveTo>
                <a:cubicBezTo>
                  <a:pt x="127000" y="101600"/>
                  <a:pt x="121920" y="106680"/>
                  <a:pt x="121920" y="111760"/>
                </a:cubicBezTo>
                <a:cubicBezTo>
                  <a:pt x="121920" y="116840"/>
                  <a:pt x="127000" y="121920"/>
                  <a:pt x="132080" y="121920"/>
                </a:cubicBezTo>
                <a:lnTo>
                  <a:pt x="208280" y="121920"/>
                </a:lnTo>
                <a:cubicBezTo>
                  <a:pt x="213361" y="121920"/>
                  <a:pt x="218440" y="116840"/>
                  <a:pt x="218440" y="111760"/>
                </a:cubicBezTo>
                <a:cubicBezTo>
                  <a:pt x="218440" y="106680"/>
                  <a:pt x="213361" y="101600"/>
                  <a:pt x="208280" y="101600"/>
                </a:cubicBezTo>
                <a:lnTo>
                  <a:pt x="132080" y="101600"/>
                </a:lnTo>
                <a:close/>
                <a:moveTo>
                  <a:pt x="121920" y="152400"/>
                </a:moveTo>
                <a:cubicBezTo>
                  <a:pt x="121920" y="147320"/>
                  <a:pt x="127000" y="142240"/>
                  <a:pt x="132080" y="142240"/>
                </a:cubicBezTo>
                <a:lnTo>
                  <a:pt x="208280" y="142240"/>
                </a:lnTo>
                <a:cubicBezTo>
                  <a:pt x="213361" y="142240"/>
                  <a:pt x="218440" y="147320"/>
                  <a:pt x="218440" y="152400"/>
                </a:cubicBezTo>
                <a:cubicBezTo>
                  <a:pt x="218440" y="157480"/>
                  <a:pt x="213361" y="162560"/>
                  <a:pt x="208280" y="162560"/>
                </a:cubicBezTo>
                <a:lnTo>
                  <a:pt x="132080" y="162560"/>
                </a:lnTo>
                <a:cubicBezTo>
                  <a:pt x="127000" y="162560"/>
                  <a:pt x="121920" y="158750"/>
                  <a:pt x="121920" y="152400"/>
                </a:cubicBezTo>
                <a:close/>
                <a:moveTo>
                  <a:pt x="132080" y="182880"/>
                </a:moveTo>
                <a:cubicBezTo>
                  <a:pt x="127000" y="182880"/>
                  <a:pt x="121920" y="187960"/>
                  <a:pt x="121920" y="193040"/>
                </a:cubicBezTo>
                <a:cubicBezTo>
                  <a:pt x="121920" y="198120"/>
                  <a:pt x="127000" y="203200"/>
                  <a:pt x="132080" y="203200"/>
                </a:cubicBezTo>
                <a:lnTo>
                  <a:pt x="187961" y="203200"/>
                </a:lnTo>
                <a:cubicBezTo>
                  <a:pt x="193040" y="203200"/>
                  <a:pt x="198120" y="198120"/>
                  <a:pt x="198120" y="193040"/>
                </a:cubicBezTo>
                <a:cubicBezTo>
                  <a:pt x="198120" y="187960"/>
                  <a:pt x="193040" y="182880"/>
                  <a:pt x="187961" y="182880"/>
                </a:cubicBezTo>
                <a:lnTo>
                  <a:pt x="132080" y="1828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41" name="Полилиния: фигура 197">
            <a:extLst>
              <a:ext uri="{FF2B5EF4-FFF2-40B4-BE49-F238E27FC236}">
                <a16:creationId xmlns:a16="http://schemas.microsoft.com/office/drawing/2014/main" id="{5CF6CC10-1BDF-B5C7-0A64-A527318228CF}"/>
              </a:ext>
            </a:extLst>
          </p:cNvPr>
          <p:cNvSpPr/>
          <p:nvPr/>
        </p:nvSpPr>
        <p:spPr>
          <a:xfrm>
            <a:off x="7800098" y="4000431"/>
            <a:ext cx="264160" cy="264159"/>
          </a:xfrm>
          <a:custGeom>
            <a:avLst/>
            <a:gdLst>
              <a:gd name="connsiteX0" fmla="*/ 243840 w 264160"/>
              <a:gd name="connsiteY0" fmla="*/ 132080 h 264159"/>
              <a:gd name="connsiteX1" fmla="*/ 132080 w 264160"/>
              <a:gd name="connsiteY1" fmla="*/ 243840 h 264159"/>
              <a:gd name="connsiteX2" fmla="*/ 20320 w 264160"/>
              <a:gd name="connsiteY2" fmla="*/ 132080 h 264159"/>
              <a:gd name="connsiteX3" fmla="*/ 132080 w 264160"/>
              <a:gd name="connsiteY3" fmla="*/ 20320 h 264159"/>
              <a:gd name="connsiteX4" fmla="*/ 243840 w 264160"/>
              <a:gd name="connsiteY4" fmla="*/ 132080 h 264159"/>
              <a:gd name="connsiteX5" fmla="*/ 264161 w 264160"/>
              <a:gd name="connsiteY5" fmla="*/ 132080 h 264159"/>
              <a:gd name="connsiteX6" fmla="*/ 132080 w 264160"/>
              <a:gd name="connsiteY6" fmla="*/ 264160 h 264159"/>
              <a:gd name="connsiteX7" fmla="*/ 0 w 264160"/>
              <a:gd name="connsiteY7" fmla="*/ 132080 h 264159"/>
              <a:gd name="connsiteX8" fmla="*/ 132080 w 264160"/>
              <a:gd name="connsiteY8" fmla="*/ 0 h 264159"/>
              <a:gd name="connsiteX9" fmla="*/ 264161 w 264160"/>
              <a:gd name="connsiteY9" fmla="*/ 132080 h 264159"/>
              <a:gd name="connsiteX10" fmla="*/ 81280 w 264160"/>
              <a:gd name="connsiteY10" fmla="*/ 147320 h 264159"/>
              <a:gd name="connsiteX11" fmla="*/ 96520 w 264160"/>
              <a:gd name="connsiteY11" fmla="*/ 132080 h 264159"/>
              <a:gd name="connsiteX12" fmla="*/ 81280 w 264160"/>
              <a:gd name="connsiteY12" fmla="*/ 116840 h 264159"/>
              <a:gd name="connsiteX13" fmla="*/ 66040 w 264160"/>
              <a:gd name="connsiteY13" fmla="*/ 132080 h 264159"/>
              <a:gd name="connsiteX14" fmla="*/ 81280 w 264160"/>
              <a:gd name="connsiteY14" fmla="*/ 147320 h 264159"/>
              <a:gd name="connsiteX15" fmla="*/ 147320 w 264160"/>
              <a:gd name="connsiteY15" fmla="*/ 132080 h 264159"/>
              <a:gd name="connsiteX16" fmla="*/ 132080 w 264160"/>
              <a:gd name="connsiteY16" fmla="*/ 147320 h 264159"/>
              <a:gd name="connsiteX17" fmla="*/ 116840 w 264160"/>
              <a:gd name="connsiteY17" fmla="*/ 132080 h 264159"/>
              <a:gd name="connsiteX18" fmla="*/ 132080 w 264160"/>
              <a:gd name="connsiteY18" fmla="*/ 116840 h 264159"/>
              <a:gd name="connsiteX19" fmla="*/ 147320 w 264160"/>
              <a:gd name="connsiteY19" fmla="*/ 132080 h 264159"/>
              <a:gd name="connsiteX20" fmla="*/ 182880 w 264160"/>
              <a:gd name="connsiteY20" fmla="*/ 147320 h 264159"/>
              <a:gd name="connsiteX21" fmla="*/ 198120 w 264160"/>
              <a:gd name="connsiteY21" fmla="*/ 132080 h 264159"/>
              <a:gd name="connsiteX22" fmla="*/ 182880 w 264160"/>
              <a:gd name="connsiteY22" fmla="*/ 116840 h 264159"/>
              <a:gd name="connsiteX23" fmla="*/ 167640 w 264160"/>
              <a:gd name="connsiteY23" fmla="*/ 132080 h 264159"/>
              <a:gd name="connsiteX24" fmla="*/ 182880 w 264160"/>
              <a:gd name="connsiteY24" fmla="*/ 1473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64160" h="264159">
                <a:moveTo>
                  <a:pt x="243840" y="132080"/>
                </a:moveTo>
                <a:cubicBezTo>
                  <a:pt x="243840" y="194310"/>
                  <a:pt x="194311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1" y="20320"/>
                  <a:pt x="243840" y="71120"/>
                  <a:pt x="243840" y="132080"/>
                </a:cubicBezTo>
                <a:close/>
                <a:moveTo>
                  <a:pt x="264161" y="132080"/>
                </a:moveTo>
                <a:cubicBezTo>
                  <a:pt x="264161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1" y="59690"/>
                  <a:pt x="264161" y="132080"/>
                </a:cubicBezTo>
                <a:close/>
                <a:moveTo>
                  <a:pt x="81280" y="147320"/>
                </a:moveTo>
                <a:cubicBezTo>
                  <a:pt x="90170" y="147320"/>
                  <a:pt x="96520" y="140970"/>
                  <a:pt x="96520" y="132080"/>
                </a:cubicBezTo>
                <a:cubicBezTo>
                  <a:pt x="96520" y="123190"/>
                  <a:pt x="90170" y="116840"/>
                  <a:pt x="81280" y="116840"/>
                </a:cubicBezTo>
                <a:cubicBezTo>
                  <a:pt x="72390" y="116840"/>
                  <a:pt x="66040" y="123190"/>
                  <a:pt x="66040" y="132080"/>
                </a:cubicBezTo>
                <a:cubicBezTo>
                  <a:pt x="66040" y="140970"/>
                  <a:pt x="73661" y="147320"/>
                  <a:pt x="81280" y="147320"/>
                </a:cubicBezTo>
                <a:close/>
                <a:moveTo>
                  <a:pt x="147320" y="132080"/>
                </a:moveTo>
                <a:cubicBezTo>
                  <a:pt x="147320" y="140970"/>
                  <a:pt x="140970" y="147320"/>
                  <a:pt x="132080" y="147320"/>
                </a:cubicBezTo>
                <a:cubicBezTo>
                  <a:pt x="123190" y="147320"/>
                  <a:pt x="116840" y="140970"/>
                  <a:pt x="116840" y="132080"/>
                </a:cubicBezTo>
                <a:cubicBezTo>
                  <a:pt x="116840" y="123190"/>
                  <a:pt x="123190" y="116840"/>
                  <a:pt x="132080" y="116840"/>
                </a:cubicBezTo>
                <a:cubicBezTo>
                  <a:pt x="140970" y="116840"/>
                  <a:pt x="147320" y="124460"/>
                  <a:pt x="147320" y="132080"/>
                </a:cubicBezTo>
                <a:close/>
                <a:moveTo>
                  <a:pt x="182880" y="147320"/>
                </a:moveTo>
                <a:cubicBezTo>
                  <a:pt x="191770" y="147320"/>
                  <a:pt x="198120" y="140970"/>
                  <a:pt x="198120" y="132080"/>
                </a:cubicBezTo>
                <a:cubicBezTo>
                  <a:pt x="198120" y="123190"/>
                  <a:pt x="191770" y="116840"/>
                  <a:pt x="182880" y="116840"/>
                </a:cubicBezTo>
                <a:cubicBezTo>
                  <a:pt x="173990" y="116840"/>
                  <a:pt x="167640" y="123190"/>
                  <a:pt x="167640" y="132080"/>
                </a:cubicBezTo>
                <a:cubicBezTo>
                  <a:pt x="167640" y="140970"/>
                  <a:pt x="175261" y="147320"/>
                  <a:pt x="182880" y="1473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42" name="Полилиния: фигура 200">
            <a:extLst>
              <a:ext uri="{FF2B5EF4-FFF2-40B4-BE49-F238E27FC236}">
                <a16:creationId xmlns:a16="http://schemas.microsoft.com/office/drawing/2014/main" id="{FDBD843F-B390-25ED-D50C-F7DA2D60D43F}"/>
              </a:ext>
            </a:extLst>
          </p:cNvPr>
          <p:cNvSpPr/>
          <p:nvPr/>
        </p:nvSpPr>
        <p:spPr>
          <a:xfrm>
            <a:off x="1650758" y="4000431"/>
            <a:ext cx="264160" cy="264159"/>
          </a:xfrm>
          <a:custGeom>
            <a:avLst/>
            <a:gdLst>
              <a:gd name="connsiteX0" fmla="*/ 20320 w 264160"/>
              <a:gd name="connsiteY0" fmla="*/ 132080 h 264159"/>
              <a:gd name="connsiteX1" fmla="*/ 132080 w 264160"/>
              <a:gd name="connsiteY1" fmla="*/ 20320 h 264159"/>
              <a:gd name="connsiteX2" fmla="*/ 243840 w 264160"/>
              <a:gd name="connsiteY2" fmla="*/ 132080 h 264159"/>
              <a:gd name="connsiteX3" fmla="*/ 132080 w 264160"/>
              <a:gd name="connsiteY3" fmla="*/ 243840 h 264159"/>
              <a:gd name="connsiteX4" fmla="*/ 30480 w 264160"/>
              <a:gd name="connsiteY4" fmla="*/ 243840 h 264159"/>
              <a:gd name="connsiteX5" fmla="*/ 20320 w 264160"/>
              <a:gd name="connsiteY5" fmla="*/ 233680 h 264159"/>
              <a:gd name="connsiteX6" fmla="*/ 20320 w 264160"/>
              <a:gd name="connsiteY6" fmla="*/ 132080 h 264159"/>
              <a:gd name="connsiteX7" fmla="*/ 132080 w 264160"/>
              <a:gd name="connsiteY7" fmla="*/ 0 h 264159"/>
              <a:gd name="connsiteX8" fmla="*/ 0 w 264160"/>
              <a:gd name="connsiteY8" fmla="*/ 132080 h 264159"/>
              <a:gd name="connsiteX9" fmla="*/ 0 w 264160"/>
              <a:gd name="connsiteY9" fmla="*/ 233680 h 264159"/>
              <a:gd name="connsiteX10" fmla="*/ 30480 w 264160"/>
              <a:gd name="connsiteY10" fmla="*/ 264160 h 264159"/>
              <a:gd name="connsiteX11" fmla="*/ 132080 w 264160"/>
              <a:gd name="connsiteY11" fmla="*/ 264160 h 264159"/>
              <a:gd name="connsiteX12" fmla="*/ 264160 w 264160"/>
              <a:gd name="connsiteY12" fmla="*/ 132080 h 264159"/>
              <a:gd name="connsiteX13" fmla="*/ 132080 w 264160"/>
              <a:gd name="connsiteY13" fmla="*/ 0 h 264159"/>
              <a:gd name="connsiteX14" fmla="*/ 191770 w 264160"/>
              <a:gd name="connsiteY14" fmla="*/ 193040 h 264159"/>
              <a:gd name="connsiteX15" fmla="*/ 167640 w 264160"/>
              <a:gd name="connsiteY15" fmla="*/ 193040 h 264159"/>
              <a:gd name="connsiteX16" fmla="*/ 167640 w 264160"/>
              <a:gd name="connsiteY16" fmla="*/ 119380 h 264159"/>
              <a:gd name="connsiteX17" fmla="*/ 138430 w 264160"/>
              <a:gd name="connsiteY17" fmla="*/ 168910 h 264159"/>
              <a:gd name="connsiteX18" fmla="*/ 124460 w 264160"/>
              <a:gd name="connsiteY18" fmla="*/ 168910 h 264159"/>
              <a:gd name="connsiteX19" fmla="*/ 95250 w 264160"/>
              <a:gd name="connsiteY19" fmla="*/ 120650 h 264159"/>
              <a:gd name="connsiteX20" fmla="*/ 95250 w 264160"/>
              <a:gd name="connsiteY20" fmla="*/ 193040 h 264159"/>
              <a:gd name="connsiteX21" fmla="*/ 71120 w 264160"/>
              <a:gd name="connsiteY21" fmla="*/ 193040 h 264159"/>
              <a:gd name="connsiteX22" fmla="*/ 71120 w 264160"/>
              <a:gd name="connsiteY22" fmla="*/ 86360 h 264159"/>
              <a:gd name="connsiteX23" fmla="*/ 102870 w 264160"/>
              <a:gd name="connsiteY23" fmla="*/ 86360 h 264159"/>
              <a:gd name="connsiteX24" fmla="*/ 133350 w 264160"/>
              <a:gd name="connsiteY24" fmla="*/ 137160 h 264159"/>
              <a:gd name="connsiteX25" fmla="*/ 162560 w 264160"/>
              <a:gd name="connsiteY25" fmla="*/ 86360 h 264159"/>
              <a:gd name="connsiteX26" fmla="*/ 191770 w 264160"/>
              <a:gd name="connsiteY26" fmla="*/ 86360 h 264159"/>
              <a:gd name="connsiteX27" fmla="*/ 191770 w 264160"/>
              <a:gd name="connsiteY27" fmla="*/ 19304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264160" h="264159">
                <a:moveTo>
                  <a:pt x="20320" y="132080"/>
                </a:move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69850"/>
                  <a:pt x="243840" y="132080"/>
                </a:cubicBezTo>
                <a:cubicBezTo>
                  <a:pt x="243840" y="194310"/>
                  <a:pt x="194310" y="243840"/>
                  <a:pt x="13208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132080"/>
                </a:lnTo>
                <a:close/>
                <a:moveTo>
                  <a:pt x="132080" y="0"/>
                </a:moveTo>
                <a:cubicBezTo>
                  <a:pt x="59690" y="0"/>
                  <a:pt x="0" y="58420"/>
                  <a:pt x="0" y="1320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32080" y="264160"/>
                </a:ln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5740" y="0"/>
                  <a:pt x="132080" y="0"/>
                </a:cubicBezTo>
                <a:close/>
                <a:moveTo>
                  <a:pt x="191770" y="193040"/>
                </a:moveTo>
                <a:lnTo>
                  <a:pt x="167640" y="193040"/>
                </a:lnTo>
                <a:lnTo>
                  <a:pt x="167640" y="119380"/>
                </a:lnTo>
                <a:lnTo>
                  <a:pt x="138430" y="168910"/>
                </a:lnTo>
                <a:lnTo>
                  <a:pt x="124460" y="168910"/>
                </a:lnTo>
                <a:lnTo>
                  <a:pt x="95250" y="120650"/>
                </a:lnTo>
                <a:lnTo>
                  <a:pt x="95250" y="193040"/>
                </a:lnTo>
                <a:lnTo>
                  <a:pt x="71120" y="193040"/>
                </a:lnTo>
                <a:lnTo>
                  <a:pt x="71120" y="86360"/>
                </a:lnTo>
                <a:lnTo>
                  <a:pt x="102870" y="86360"/>
                </a:lnTo>
                <a:lnTo>
                  <a:pt x="133350" y="137160"/>
                </a:lnTo>
                <a:lnTo>
                  <a:pt x="162560" y="86360"/>
                </a:lnTo>
                <a:lnTo>
                  <a:pt x="191770" y="86360"/>
                </a:lnTo>
                <a:lnTo>
                  <a:pt x="191770" y="1930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43" name="Полилиния: фигура 203">
            <a:extLst>
              <a:ext uri="{FF2B5EF4-FFF2-40B4-BE49-F238E27FC236}">
                <a16:creationId xmlns:a16="http://schemas.microsoft.com/office/drawing/2014/main" id="{186F4C3B-20D4-9740-7BA8-1E22B1ABCE63}"/>
              </a:ext>
            </a:extLst>
          </p:cNvPr>
          <p:cNvSpPr/>
          <p:nvPr/>
        </p:nvSpPr>
        <p:spPr>
          <a:xfrm>
            <a:off x="8358898" y="4000431"/>
            <a:ext cx="264160" cy="264159"/>
          </a:xfrm>
          <a:custGeom>
            <a:avLst/>
            <a:gdLst>
              <a:gd name="connsiteX0" fmla="*/ 243840 w 264160"/>
              <a:gd name="connsiteY0" fmla="*/ 132080 h 264159"/>
              <a:gd name="connsiteX1" fmla="*/ 132080 w 264160"/>
              <a:gd name="connsiteY1" fmla="*/ 243840 h 264159"/>
              <a:gd name="connsiteX2" fmla="*/ 20320 w 264160"/>
              <a:gd name="connsiteY2" fmla="*/ 132080 h 264159"/>
              <a:gd name="connsiteX3" fmla="*/ 132080 w 264160"/>
              <a:gd name="connsiteY3" fmla="*/ 20320 h 264159"/>
              <a:gd name="connsiteX4" fmla="*/ 243840 w 264160"/>
              <a:gd name="connsiteY4" fmla="*/ 132080 h 264159"/>
              <a:gd name="connsiteX5" fmla="*/ 264161 w 264160"/>
              <a:gd name="connsiteY5" fmla="*/ 132080 h 264159"/>
              <a:gd name="connsiteX6" fmla="*/ 132080 w 264160"/>
              <a:gd name="connsiteY6" fmla="*/ 264160 h 264159"/>
              <a:gd name="connsiteX7" fmla="*/ 0 w 264160"/>
              <a:gd name="connsiteY7" fmla="*/ 132080 h 264159"/>
              <a:gd name="connsiteX8" fmla="*/ 132080 w 264160"/>
              <a:gd name="connsiteY8" fmla="*/ 0 h 264159"/>
              <a:gd name="connsiteX9" fmla="*/ 264161 w 264160"/>
              <a:gd name="connsiteY9" fmla="*/ 132080 h 264159"/>
              <a:gd name="connsiteX10" fmla="*/ 87630 w 264160"/>
              <a:gd name="connsiteY10" fmla="*/ 121920 h 264159"/>
              <a:gd name="connsiteX11" fmla="*/ 102870 w 264160"/>
              <a:gd name="connsiteY11" fmla="*/ 106680 h 264159"/>
              <a:gd name="connsiteX12" fmla="*/ 87630 w 264160"/>
              <a:gd name="connsiteY12" fmla="*/ 91440 h 264159"/>
              <a:gd name="connsiteX13" fmla="*/ 72390 w 264160"/>
              <a:gd name="connsiteY13" fmla="*/ 106680 h 264159"/>
              <a:gd name="connsiteX14" fmla="*/ 87630 w 264160"/>
              <a:gd name="connsiteY14" fmla="*/ 121920 h 264159"/>
              <a:gd name="connsiteX15" fmla="*/ 193040 w 264160"/>
              <a:gd name="connsiteY15" fmla="*/ 106680 h 264159"/>
              <a:gd name="connsiteX16" fmla="*/ 177800 w 264160"/>
              <a:gd name="connsiteY16" fmla="*/ 121920 h 264159"/>
              <a:gd name="connsiteX17" fmla="*/ 162561 w 264160"/>
              <a:gd name="connsiteY17" fmla="*/ 106680 h 264159"/>
              <a:gd name="connsiteX18" fmla="*/ 177800 w 264160"/>
              <a:gd name="connsiteY18" fmla="*/ 91440 h 264159"/>
              <a:gd name="connsiteX19" fmla="*/ 193040 w 264160"/>
              <a:gd name="connsiteY19" fmla="*/ 106680 h 264159"/>
              <a:gd name="connsiteX20" fmla="*/ 96520 w 264160"/>
              <a:gd name="connsiteY20" fmla="*/ 191770 h 264159"/>
              <a:gd name="connsiteX21" fmla="*/ 96520 w 264160"/>
              <a:gd name="connsiteY21" fmla="*/ 191770 h 264159"/>
              <a:gd name="connsiteX22" fmla="*/ 132080 w 264160"/>
              <a:gd name="connsiteY22" fmla="*/ 182880 h 264159"/>
              <a:gd name="connsiteX23" fmla="*/ 167640 w 264160"/>
              <a:gd name="connsiteY23" fmla="*/ 191770 h 264159"/>
              <a:gd name="connsiteX24" fmla="*/ 167640 w 264160"/>
              <a:gd name="connsiteY24" fmla="*/ 191770 h 264159"/>
              <a:gd name="connsiteX25" fmla="*/ 181611 w 264160"/>
              <a:gd name="connsiteY25" fmla="*/ 186690 h 264159"/>
              <a:gd name="connsiteX26" fmla="*/ 176530 w 264160"/>
              <a:gd name="connsiteY26" fmla="*/ 172720 h 264159"/>
              <a:gd name="connsiteX27" fmla="*/ 130811 w 264160"/>
              <a:gd name="connsiteY27" fmla="*/ 161290 h 264159"/>
              <a:gd name="connsiteX28" fmla="*/ 85090 w 264160"/>
              <a:gd name="connsiteY28" fmla="*/ 172720 h 264159"/>
              <a:gd name="connsiteX29" fmla="*/ 80011 w 264160"/>
              <a:gd name="connsiteY29" fmla="*/ 186690 h 264159"/>
              <a:gd name="connsiteX30" fmla="*/ 96520 w 264160"/>
              <a:gd name="connsiteY30" fmla="*/ 19177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264160" h="264159">
                <a:moveTo>
                  <a:pt x="243840" y="132080"/>
                </a:moveTo>
                <a:cubicBezTo>
                  <a:pt x="243840" y="194310"/>
                  <a:pt x="194311" y="243840"/>
                  <a:pt x="132080" y="243840"/>
                </a:cubicBezTo>
                <a:cubicBezTo>
                  <a:pt x="69850" y="243840"/>
                  <a:pt x="20320" y="194310"/>
                  <a:pt x="20320" y="132080"/>
                </a:cubicBezTo>
                <a:cubicBezTo>
                  <a:pt x="20320" y="69850"/>
                  <a:pt x="69850" y="20320"/>
                  <a:pt x="132080" y="20320"/>
                </a:cubicBezTo>
                <a:cubicBezTo>
                  <a:pt x="194311" y="20320"/>
                  <a:pt x="243840" y="71120"/>
                  <a:pt x="243840" y="132080"/>
                </a:cubicBezTo>
                <a:close/>
                <a:moveTo>
                  <a:pt x="264161" y="132080"/>
                </a:moveTo>
                <a:cubicBezTo>
                  <a:pt x="264161" y="204470"/>
                  <a:pt x="205740" y="264160"/>
                  <a:pt x="132080" y="264160"/>
                </a:cubicBezTo>
                <a:cubicBezTo>
                  <a:pt x="58420" y="264160"/>
                  <a:pt x="0" y="205740"/>
                  <a:pt x="0" y="132080"/>
                </a:cubicBezTo>
                <a:cubicBezTo>
                  <a:pt x="0" y="58420"/>
                  <a:pt x="58420" y="0"/>
                  <a:pt x="132080" y="0"/>
                </a:cubicBezTo>
                <a:cubicBezTo>
                  <a:pt x="205740" y="0"/>
                  <a:pt x="264161" y="59690"/>
                  <a:pt x="264161" y="132080"/>
                </a:cubicBezTo>
                <a:close/>
                <a:moveTo>
                  <a:pt x="87630" y="121920"/>
                </a:moveTo>
                <a:cubicBezTo>
                  <a:pt x="96520" y="121920"/>
                  <a:pt x="102870" y="115570"/>
                  <a:pt x="102870" y="106680"/>
                </a:cubicBezTo>
                <a:cubicBezTo>
                  <a:pt x="102870" y="97790"/>
                  <a:pt x="96520" y="91440"/>
                  <a:pt x="87630" y="91440"/>
                </a:cubicBezTo>
                <a:cubicBezTo>
                  <a:pt x="78740" y="91440"/>
                  <a:pt x="72390" y="97790"/>
                  <a:pt x="72390" y="106680"/>
                </a:cubicBezTo>
                <a:cubicBezTo>
                  <a:pt x="72390" y="115570"/>
                  <a:pt x="78740" y="121920"/>
                  <a:pt x="87630" y="121920"/>
                </a:cubicBezTo>
                <a:close/>
                <a:moveTo>
                  <a:pt x="193040" y="106680"/>
                </a:moveTo>
                <a:cubicBezTo>
                  <a:pt x="193040" y="115570"/>
                  <a:pt x="186690" y="121920"/>
                  <a:pt x="177800" y="121920"/>
                </a:cubicBezTo>
                <a:cubicBezTo>
                  <a:pt x="168911" y="121920"/>
                  <a:pt x="162561" y="115570"/>
                  <a:pt x="162561" y="106680"/>
                </a:cubicBezTo>
                <a:cubicBezTo>
                  <a:pt x="162561" y="97790"/>
                  <a:pt x="168911" y="91440"/>
                  <a:pt x="177800" y="91440"/>
                </a:cubicBezTo>
                <a:cubicBezTo>
                  <a:pt x="186690" y="91440"/>
                  <a:pt x="193040" y="99060"/>
                  <a:pt x="193040" y="106680"/>
                </a:cubicBezTo>
                <a:close/>
                <a:moveTo>
                  <a:pt x="96520" y="191770"/>
                </a:moveTo>
                <a:lnTo>
                  <a:pt x="96520" y="191770"/>
                </a:lnTo>
                <a:cubicBezTo>
                  <a:pt x="106680" y="186690"/>
                  <a:pt x="114300" y="182880"/>
                  <a:pt x="132080" y="182880"/>
                </a:cubicBezTo>
                <a:cubicBezTo>
                  <a:pt x="149861" y="182880"/>
                  <a:pt x="158750" y="186690"/>
                  <a:pt x="167640" y="191770"/>
                </a:cubicBezTo>
                <a:lnTo>
                  <a:pt x="167640" y="191770"/>
                </a:lnTo>
                <a:cubicBezTo>
                  <a:pt x="172720" y="194310"/>
                  <a:pt x="179070" y="191770"/>
                  <a:pt x="181611" y="186690"/>
                </a:cubicBezTo>
                <a:cubicBezTo>
                  <a:pt x="184150" y="181610"/>
                  <a:pt x="181611" y="175260"/>
                  <a:pt x="176530" y="172720"/>
                </a:cubicBezTo>
                <a:cubicBezTo>
                  <a:pt x="166370" y="167640"/>
                  <a:pt x="153670" y="161290"/>
                  <a:pt x="130811" y="161290"/>
                </a:cubicBezTo>
                <a:cubicBezTo>
                  <a:pt x="107950" y="161290"/>
                  <a:pt x="96520" y="167640"/>
                  <a:pt x="85090" y="172720"/>
                </a:cubicBezTo>
                <a:cubicBezTo>
                  <a:pt x="80011" y="175260"/>
                  <a:pt x="77470" y="181610"/>
                  <a:pt x="80011" y="186690"/>
                </a:cubicBezTo>
                <a:cubicBezTo>
                  <a:pt x="85090" y="193040"/>
                  <a:pt x="91440" y="194310"/>
                  <a:pt x="96520" y="19177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644" name="Полилиния: фигура 207">
            <a:extLst>
              <a:ext uri="{FF2B5EF4-FFF2-40B4-BE49-F238E27FC236}">
                <a16:creationId xmlns:a16="http://schemas.microsoft.com/office/drawing/2014/main" id="{73879394-5C0B-80EF-F522-57D22F976E15}"/>
              </a:ext>
            </a:extLst>
          </p:cNvPr>
          <p:cNvSpPr/>
          <p:nvPr/>
        </p:nvSpPr>
        <p:spPr>
          <a:xfrm>
            <a:off x="1091959" y="4000431"/>
            <a:ext cx="264159" cy="264159"/>
          </a:xfrm>
          <a:custGeom>
            <a:avLst/>
            <a:gdLst>
              <a:gd name="connsiteX0" fmla="*/ 20320 w 264159"/>
              <a:gd name="connsiteY0" fmla="*/ 132080 h 264159"/>
              <a:gd name="connsiteX1" fmla="*/ 132080 w 264159"/>
              <a:gd name="connsiteY1" fmla="*/ 20320 h 264159"/>
              <a:gd name="connsiteX2" fmla="*/ 243840 w 264159"/>
              <a:gd name="connsiteY2" fmla="*/ 132080 h 264159"/>
              <a:gd name="connsiteX3" fmla="*/ 132080 w 264159"/>
              <a:gd name="connsiteY3" fmla="*/ 243840 h 264159"/>
              <a:gd name="connsiteX4" fmla="*/ 30480 w 264159"/>
              <a:gd name="connsiteY4" fmla="*/ 243840 h 264159"/>
              <a:gd name="connsiteX5" fmla="*/ 20320 w 264159"/>
              <a:gd name="connsiteY5" fmla="*/ 233680 h 264159"/>
              <a:gd name="connsiteX6" fmla="*/ 20320 w 264159"/>
              <a:gd name="connsiteY6" fmla="*/ 132080 h 264159"/>
              <a:gd name="connsiteX7" fmla="*/ 132080 w 264159"/>
              <a:gd name="connsiteY7" fmla="*/ 0 h 264159"/>
              <a:gd name="connsiteX8" fmla="*/ 0 w 264159"/>
              <a:gd name="connsiteY8" fmla="*/ 132080 h 264159"/>
              <a:gd name="connsiteX9" fmla="*/ 0 w 264159"/>
              <a:gd name="connsiteY9" fmla="*/ 233680 h 264159"/>
              <a:gd name="connsiteX10" fmla="*/ 30480 w 264159"/>
              <a:gd name="connsiteY10" fmla="*/ 264160 h 264159"/>
              <a:gd name="connsiteX11" fmla="*/ 132080 w 264159"/>
              <a:gd name="connsiteY11" fmla="*/ 264160 h 264159"/>
              <a:gd name="connsiteX12" fmla="*/ 264160 w 264159"/>
              <a:gd name="connsiteY12" fmla="*/ 132080 h 264159"/>
              <a:gd name="connsiteX13" fmla="*/ 132080 w 264159"/>
              <a:gd name="connsiteY13" fmla="*/ 0 h 264159"/>
              <a:gd name="connsiteX14" fmla="*/ 134620 w 264159"/>
              <a:gd name="connsiteY14" fmla="*/ 170180 h 264159"/>
              <a:gd name="connsiteX15" fmla="*/ 172720 w 264159"/>
              <a:gd name="connsiteY15" fmla="*/ 152400 h 264159"/>
              <a:gd name="connsiteX16" fmla="*/ 172720 w 264159"/>
              <a:gd name="connsiteY16" fmla="*/ 180340 h 264159"/>
              <a:gd name="connsiteX17" fmla="*/ 133350 w 264159"/>
              <a:gd name="connsiteY17" fmla="*/ 193040 h 264159"/>
              <a:gd name="connsiteX18" fmla="*/ 71120 w 264159"/>
              <a:gd name="connsiteY18" fmla="*/ 137160 h 264159"/>
              <a:gd name="connsiteX19" fmla="*/ 134620 w 264159"/>
              <a:gd name="connsiteY19" fmla="*/ 81280 h 264159"/>
              <a:gd name="connsiteX20" fmla="*/ 172720 w 264159"/>
              <a:gd name="connsiteY20" fmla="*/ 91440 h 264159"/>
              <a:gd name="connsiteX21" fmla="*/ 172720 w 264159"/>
              <a:gd name="connsiteY21" fmla="*/ 121920 h 264159"/>
              <a:gd name="connsiteX22" fmla="*/ 134620 w 264159"/>
              <a:gd name="connsiteY22" fmla="*/ 104140 h 264159"/>
              <a:gd name="connsiteX23" fmla="*/ 99060 w 264159"/>
              <a:gd name="connsiteY23" fmla="*/ 137160 h 264159"/>
              <a:gd name="connsiteX24" fmla="*/ 134620 w 264159"/>
              <a:gd name="connsiteY24" fmla="*/ 1701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64159" h="264159">
                <a:moveTo>
                  <a:pt x="20320" y="132080"/>
                </a:moveTo>
                <a:cubicBezTo>
                  <a:pt x="20320" y="69850"/>
                  <a:pt x="69850" y="20320"/>
                  <a:pt x="132080" y="20320"/>
                </a:cubicBezTo>
                <a:cubicBezTo>
                  <a:pt x="194310" y="20320"/>
                  <a:pt x="243840" y="69850"/>
                  <a:pt x="243840" y="132080"/>
                </a:cubicBezTo>
                <a:cubicBezTo>
                  <a:pt x="243840" y="194310"/>
                  <a:pt x="194310" y="243840"/>
                  <a:pt x="132080" y="243840"/>
                </a:cubicBezTo>
                <a:lnTo>
                  <a:pt x="30480" y="243840"/>
                </a:lnTo>
                <a:cubicBezTo>
                  <a:pt x="25400" y="243840"/>
                  <a:pt x="20320" y="238760"/>
                  <a:pt x="20320" y="233680"/>
                </a:cubicBezTo>
                <a:lnTo>
                  <a:pt x="20320" y="132080"/>
                </a:lnTo>
                <a:close/>
                <a:moveTo>
                  <a:pt x="132080" y="0"/>
                </a:moveTo>
                <a:cubicBezTo>
                  <a:pt x="59690" y="0"/>
                  <a:pt x="0" y="58420"/>
                  <a:pt x="0" y="132080"/>
                </a:cubicBezTo>
                <a:lnTo>
                  <a:pt x="0" y="233680"/>
                </a:lnTo>
                <a:cubicBezTo>
                  <a:pt x="0" y="250190"/>
                  <a:pt x="13970" y="264160"/>
                  <a:pt x="30480" y="264160"/>
                </a:cubicBezTo>
                <a:lnTo>
                  <a:pt x="132080" y="264160"/>
                </a:ln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4470" y="0"/>
                  <a:pt x="132080" y="0"/>
                </a:cubicBezTo>
                <a:close/>
                <a:moveTo>
                  <a:pt x="134620" y="170180"/>
                </a:moveTo>
                <a:cubicBezTo>
                  <a:pt x="153670" y="170180"/>
                  <a:pt x="166370" y="163830"/>
                  <a:pt x="172720" y="152400"/>
                </a:cubicBezTo>
                <a:lnTo>
                  <a:pt x="172720" y="180340"/>
                </a:lnTo>
                <a:cubicBezTo>
                  <a:pt x="167640" y="186690"/>
                  <a:pt x="152400" y="193040"/>
                  <a:pt x="133350" y="193040"/>
                </a:cubicBezTo>
                <a:cubicBezTo>
                  <a:pt x="96520" y="193040"/>
                  <a:pt x="71120" y="172720"/>
                  <a:pt x="71120" y="137160"/>
                </a:cubicBezTo>
                <a:cubicBezTo>
                  <a:pt x="71120" y="104140"/>
                  <a:pt x="96520" y="81280"/>
                  <a:pt x="134620" y="81280"/>
                </a:cubicBezTo>
                <a:cubicBezTo>
                  <a:pt x="151130" y="81280"/>
                  <a:pt x="165100" y="87630"/>
                  <a:pt x="172720" y="91440"/>
                </a:cubicBezTo>
                <a:lnTo>
                  <a:pt x="172720" y="121920"/>
                </a:lnTo>
                <a:cubicBezTo>
                  <a:pt x="165100" y="113030"/>
                  <a:pt x="151130" y="104140"/>
                  <a:pt x="134620" y="104140"/>
                </a:cubicBezTo>
                <a:cubicBezTo>
                  <a:pt x="113030" y="104140"/>
                  <a:pt x="99060" y="116840"/>
                  <a:pt x="99060" y="137160"/>
                </a:cubicBezTo>
                <a:cubicBezTo>
                  <a:pt x="99060" y="154940"/>
                  <a:pt x="110490" y="170180"/>
                  <a:pt x="134620" y="1701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0" name="Полилиния: фигура 210">
            <a:extLst>
              <a:ext uri="{FF2B5EF4-FFF2-40B4-BE49-F238E27FC236}">
                <a16:creationId xmlns:a16="http://schemas.microsoft.com/office/drawing/2014/main" id="{5A2E9D3B-E7F0-B04A-0341-0EF922B6B0BA}"/>
              </a:ext>
            </a:extLst>
          </p:cNvPr>
          <p:cNvSpPr/>
          <p:nvPr/>
        </p:nvSpPr>
        <p:spPr>
          <a:xfrm>
            <a:off x="3343669" y="3997839"/>
            <a:ext cx="233044" cy="269509"/>
          </a:xfrm>
          <a:custGeom>
            <a:avLst/>
            <a:gdLst>
              <a:gd name="connsiteX0" fmla="*/ 111760 w 233044"/>
              <a:gd name="connsiteY0" fmla="*/ 20371 h 269509"/>
              <a:gd name="connsiteX1" fmla="*/ 142240 w 233044"/>
              <a:gd name="connsiteY1" fmla="*/ 2591 h 269509"/>
              <a:gd name="connsiteX2" fmla="*/ 223520 w 233044"/>
              <a:gd name="connsiteY2" fmla="*/ 50851 h 269509"/>
              <a:gd name="connsiteX3" fmla="*/ 223520 w 233044"/>
              <a:gd name="connsiteY3" fmla="*/ 86411 h 269509"/>
              <a:gd name="connsiteX4" fmla="*/ 140970 w 233044"/>
              <a:gd name="connsiteY4" fmla="*/ 134671 h 269509"/>
              <a:gd name="connsiteX5" fmla="*/ 223520 w 233044"/>
              <a:gd name="connsiteY5" fmla="*/ 182931 h 269509"/>
              <a:gd name="connsiteX6" fmla="*/ 223520 w 233044"/>
              <a:gd name="connsiteY6" fmla="*/ 218491 h 269509"/>
              <a:gd name="connsiteX7" fmla="*/ 142240 w 233044"/>
              <a:gd name="connsiteY7" fmla="*/ 266751 h 269509"/>
              <a:gd name="connsiteX8" fmla="*/ 111760 w 233044"/>
              <a:gd name="connsiteY8" fmla="*/ 248971 h 269509"/>
              <a:gd name="connsiteX9" fmla="*/ 111760 w 233044"/>
              <a:gd name="connsiteY9" fmla="*/ 152451 h 269509"/>
              <a:gd name="connsiteX10" fmla="*/ 30480 w 233044"/>
              <a:gd name="connsiteY10" fmla="*/ 200711 h 269509"/>
              <a:gd name="connsiteX11" fmla="*/ 0 w 233044"/>
              <a:gd name="connsiteY11" fmla="*/ 182931 h 269509"/>
              <a:gd name="connsiteX12" fmla="*/ 0 w 233044"/>
              <a:gd name="connsiteY12" fmla="*/ 86411 h 269509"/>
              <a:gd name="connsiteX13" fmla="*/ 30480 w 233044"/>
              <a:gd name="connsiteY13" fmla="*/ 68631 h 269509"/>
              <a:gd name="connsiteX14" fmla="*/ 111760 w 233044"/>
              <a:gd name="connsiteY14" fmla="*/ 116891 h 269509"/>
              <a:gd name="connsiteX15" fmla="*/ 111760 w 233044"/>
              <a:gd name="connsiteY15" fmla="*/ 20371 h 269509"/>
              <a:gd name="connsiteX16" fmla="*/ 213360 w 233044"/>
              <a:gd name="connsiteY16" fmla="*/ 68631 h 269509"/>
              <a:gd name="connsiteX17" fmla="*/ 132080 w 233044"/>
              <a:gd name="connsiteY17" fmla="*/ 20371 h 269509"/>
              <a:gd name="connsiteX18" fmla="*/ 132080 w 233044"/>
              <a:gd name="connsiteY18" fmla="*/ 116891 h 269509"/>
              <a:gd name="connsiteX19" fmla="*/ 213360 w 233044"/>
              <a:gd name="connsiteY19" fmla="*/ 68631 h 269509"/>
              <a:gd name="connsiteX20" fmla="*/ 101600 w 233044"/>
              <a:gd name="connsiteY20" fmla="*/ 134671 h 269509"/>
              <a:gd name="connsiteX21" fmla="*/ 20320 w 233044"/>
              <a:gd name="connsiteY21" fmla="*/ 86411 h 269509"/>
              <a:gd name="connsiteX22" fmla="*/ 20320 w 233044"/>
              <a:gd name="connsiteY22" fmla="*/ 182931 h 269509"/>
              <a:gd name="connsiteX23" fmla="*/ 101600 w 233044"/>
              <a:gd name="connsiteY23" fmla="*/ 134671 h 269509"/>
              <a:gd name="connsiteX24" fmla="*/ 132080 w 233044"/>
              <a:gd name="connsiteY24" fmla="*/ 248971 h 269509"/>
              <a:gd name="connsiteX25" fmla="*/ 132080 w 233044"/>
              <a:gd name="connsiteY25" fmla="*/ 152451 h 269509"/>
              <a:gd name="connsiteX26" fmla="*/ 213360 w 233044"/>
              <a:gd name="connsiteY26" fmla="*/ 200711 h 269509"/>
              <a:gd name="connsiteX27" fmla="*/ 132080 w 233044"/>
              <a:gd name="connsiteY27" fmla="*/ 248971 h 2695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233044" h="269509">
                <a:moveTo>
                  <a:pt x="111760" y="20371"/>
                </a:moveTo>
                <a:cubicBezTo>
                  <a:pt x="111760" y="5131"/>
                  <a:pt x="128270" y="-5029"/>
                  <a:pt x="142240" y="2591"/>
                </a:cubicBezTo>
                <a:lnTo>
                  <a:pt x="223520" y="50851"/>
                </a:lnTo>
                <a:cubicBezTo>
                  <a:pt x="236220" y="58471"/>
                  <a:pt x="236220" y="77521"/>
                  <a:pt x="223520" y="86411"/>
                </a:cubicBezTo>
                <a:lnTo>
                  <a:pt x="140970" y="134671"/>
                </a:lnTo>
                <a:lnTo>
                  <a:pt x="223520" y="182931"/>
                </a:lnTo>
                <a:cubicBezTo>
                  <a:pt x="236220" y="190551"/>
                  <a:pt x="236220" y="209601"/>
                  <a:pt x="223520" y="218491"/>
                </a:cubicBezTo>
                <a:lnTo>
                  <a:pt x="142240" y="266751"/>
                </a:lnTo>
                <a:cubicBezTo>
                  <a:pt x="128270" y="274371"/>
                  <a:pt x="111760" y="265481"/>
                  <a:pt x="111760" y="248971"/>
                </a:cubicBezTo>
                <a:lnTo>
                  <a:pt x="111760" y="152451"/>
                </a:lnTo>
                <a:lnTo>
                  <a:pt x="30480" y="200711"/>
                </a:lnTo>
                <a:cubicBezTo>
                  <a:pt x="16510" y="208331"/>
                  <a:pt x="0" y="199441"/>
                  <a:pt x="0" y="182931"/>
                </a:cubicBezTo>
                <a:lnTo>
                  <a:pt x="0" y="86411"/>
                </a:lnTo>
                <a:cubicBezTo>
                  <a:pt x="0" y="71171"/>
                  <a:pt x="16510" y="61011"/>
                  <a:pt x="30480" y="68631"/>
                </a:cubicBezTo>
                <a:lnTo>
                  <a:pt x="111760" y="116891"/>
                </a:lnTo>
                <a:lnTo>
                  <a:pt x="111760" y="20371"/>
                </a:lnTo>
                <a:close/>
                <a:moveTo>
                  <a:pt x="213360" y="68631"/>
                </a:moveTo>
                <a:lnTo>
                  <a:pt x="132080" y="20371"/>
                </a:lnTo>
                <a:lnTo>
                  <a:pt x="132080" y="116891"/>
                </a:lnTo>
                <a:lnTo>
                  <a:pt x="213360" y="68631"/>
                </a:lnTo>
                <a:close/>
                <a:moveTo>
                  <a:pt x="101600" y="134671"/>
                </a:moveTo>
                <a:lnTo>
                  <a:pt x="20320" y="86411"/>
                </a:lnTo>
                <a:lnTo>
                  <a:pt x="20320" y="182931"/>
                </a:lnTo>
                <a:lnTo>
                  <a:pt x="101600" y="134671"/>
                </a:lnTo>
                <a:close/>
                <a:moveTo>
                  <a:pt x="132080" y="248971"/>
                </a:moveTo>
                <a:lnTo>
                  <a:pt x="132080" y="152451"/>
                </a:lnTo>
                <a:lnTo>
                  <a:pt x="213360" y="200711"/>
                </a:lnTo>
                <a:lnTo>
                  <a:pt x="132080" y="248971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1" name="Полилиния: фигура 213">
            <a:extLst>
              <a:ext uri="{FF2B5EF4-FFF2-40B4-BE49-F238E27FC236}">
                <a16:creationId xmlns:a16="http://schemas.microsoft.com/office/drawing/2014/main" id="{AF2246EB-DAD1-9407-DAFF-BAA96C0C56E4}"/>
              </a:ext>
            </a:extLst>
          </p:cNvPr>
          <p:cNvSpPr/>
          <p:nvPr/>
        </p:nvSpPr>
        <p:spPr>
          <a:xfrm>
            <a:off x="2779789" y="4000430"/>
            <a:ext cx="243839" cy="264160"/>
          </a:xfrm>
          <a:custGeom>
            <a:avLst/>
            <a:gdLst>
              <a:gd name="connsiteX0" fmla="*/ 30480 w 243839"/>
              <a:gd name="connsiteY0" fmla="*/ 74930 h 264160"/>
              <a:gd name="connsiteX1" fmla="*/ 105410 w 243839"/>
              <a:gd name="connsiteY1" fmla="*/ 25400 h 264160"/>
              <a:gd name="connsiteX2" fmla="*/ 138430 w 243839"/>
              <a:gd name="connsiteY2" fmla="*/ 25400 h 264160"/>
              <a:gd name="connsiteX3" fmla="*/ 209550 w 243839"/>
              <a:gd name="connsiteY3" fmla="*/ 69850 h 264160"/>
              <a:gd name="connsiteX4" fmla="*/ 223520 w 243839"/>
              <a:gd name="connsiteY4" fmla="*/ 95250 h 264160"/>
              <a:gd name="connsiteX5" fmla="*/ 223520 w 243839"/>
              <a:gd name="connsiteY5" fmla="*/ 170180 h 264160"/>
              <a:gd name="connsiteX6" fmla="*/ 209550 w 243839"/>
              <a:gd name="connsiteY6" fmla="*/ 195580 h 264160"/>
              <a:gd name="connsiteX7" fmla="*/ 138430 w 243839"/>
              <a:gd name="connsiteY7" fmla="*/ 240030 h 264160"/>
              <a:gd name="connsiteX8" fmla="*/ 105410 w 243839"/>
              <a:gd name="connsiteY8" fmla="*/ 240030 h 264160"/>
              <a:gd name="connsiteX9" fmla="*/ 30480 w 243839"/>
              <a:gd name="connsiteY9" fmla="*/ 190500 h 264160"/>
              <a:gd name="connsiteX10" fmla="*/ 16510 w 243839"/>
              <a:gd name="connsiteY10" fmla="*/ 193040 h 264160"/>
              <a:gd name="connsiteX11" fmla="*/ 19050 w 243839"/>
              <a:gd name="connsiteY11" fmla="*/ 207010 h 264160"/>
              <a:gd name="connsiteX12" fmla="*/ 93980 w 243839"/>
              <a:gd name="connsiteY12" fmla="*/ 256540 h 264160"/>
              <a:gd name="connsiteX13" fmla="*/ 93980 w 243839"/>
              <a:gd name="connsiteY13" fmla="*/ 256540 h 264160"/>
              <a:gd name="connsiteX14" fmla="*/ 148590 w 243839"/>
              <a:gd name="connsiteY14" fmla="*/ 256540 h 264160"/>
              <a:gd name="connsiteX15" fmla="*/ 219710 w 243839"/>
              <a:gd name="connsiteY15" fmla="*/ 212090 h 264160"/>
              <a:gd name="connsiteX16" fmla="*/ 243840 w 243839"/>
              <a:gd name="connsiteY16" fmla="*/ 170180 h 264160"/>
              <a:gd name="connsiteX17" fmla="*/ 243840 w 243839"/>
              <a:gd name="connsiteY17" fmla="*/ 93980 h 264160"/>
              <a:gd name="connsiteX18" fmla="*/ 219710 w 243839"/>
              <a:gd name="connsiteY18" fmla="*/ 52070 h 264160"/>
              <a:gd name="connsiteX19" fmla="*/ 148590 w 243839"/>
              <a:gd name="connsiteY19" fmla="*/ 7620 h 264160"/>
              <a:gd name="connsiteX20" fmla="*/ 93980 w 243839"/>
              <a:gd name="connsiteY20" fmla="*/ 7620 h 264160"/>
              <a:gd name="connsiteX21" fmla="*/ 93980 w 243839"/>
              <a:gd name="connsiteY21" fmla="*/ 7620 h 264160"/>
              <a:gd name="connsiteX22" fmla="*/ 19050 w 243839"/>
              <a:gd name="connsiteY22" fmla="*/ 57150 h 264160"/>
              <a:gd name="connsiteX23" fmla="*/ 16510 w 243839"/>
              <a:gd name="connsiteY23" fmla="*/ 71120 h 264160"/>
              <a:gd name="connsiteX24" fmla="*/ 30480 w 243839"/>
              <a:gd name="connsiteY24" fmla="*/ 74930 h 264160"/>
              <a:gd name="connsiteX25" fmla="*/ 0 w 243839"/>
              <a:gd name="connsiteY25" fmla="*/ 111760 h 264160"/>
              <a:gd name="connsiteX26" fmla="*/ 10160 w 243839"/>
              <a:gd name="connsiteY26" fmla="*/ 101600 h 264160"/>
              <a:gd name="connsiteX27" fmla="*/ 121920 w 243839"/>
              <a:gd name="connsiteY27" fmla="*/ 101600 h 264160"/>
              <a:gd name="connsiteX28" fmla="*/ 132080 w 243839"/>
              <a:gd name="connsiteY28" fmla="*/ 111760 h 264160"/>
              <a:gd name="connsiteX29" fmla="*/ 121920 w 243839"/>
              <a:gd name="connsiteY29" fmla="*/ 121920 h 264160"/>
              <a:gd name="connsiteX30" fmla="*/ 10160 w 243839"/>
              <a:gd name="connsiteY30" fmla="*/ 121920 h 264160"/>
              <a:gd name="connsiteX31" fmla="*/ 0 w 243839"/>
              <a:gd name="connsiteY31" fmla="*/ 111760 h 264160"/>
              <a:gd name="connsiteX32" fmla="*/ 0 w 243839"/>
              <a:gd name="connsiteY32" fmla="*/ 152400 h 264160"/>
              <a:gd name="connsiteX33" fmla="*/ 10160 w 243839"/>
              <a:gd name="connsiteY33" fmla="*/ 142240 h 264160"/>
              <a:gd name="connsiteX34" fmla="*/ 81280 w 243839"/>
              <a:gd name="connsiteY34" fmla="*/ 142240 h 264160"/>
              <a:gd name="connsiteX35" fmla="*/ 91440 w 243839"/>
              <a:gd name="connsiteY35" fmla="*/ 152400 h 264160"/>
              <a:gd name="connsiteX36" fmla="*/ 81280 w 243839"/>
              <a:gd name="connsiteY36" fmla="*/ 162560 h 264160"/>
              <a:gd name="connsiteX37" fmla="*/ 10160 w 243839"/>
              <a:gd name="connsiteY37" fmla="*/ 162560 h 264160"/>
              <a:gd name="connsiteX38" fmla="*/ 0 w 243839"/>
              <a:gd name="connsiteY38" fmla="*/ 152400 h 264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43839" h="264160">
                <a:moveTo>
                  <a:pt x="30480" y="74930"/>
                </a:moveTo>
                <a:lnTo>
                  <a:pt x="105410" y="25400"/>
                </a:lnTo>
                <a:cubicBezTo>
                  <a:pt x="115570" y="19050"/>
                  <a:pt x="128270" y="19050"/>
                  <a:pt x="138430" y="25400"/>
                </a:cubicBezTo>
                <a:lnTo>
                  <a:pt x="209550" y="69850"/>
                </a:lnTo>
                <a:cubicBezTo>
                  <a:pt x="218440" y="74930"/>
                  <a:pt x="223520" y="85090"/>
                  <a:pt x="223520" y="95250"/>
                </a:cubicBezTo>
                <a:lnTo>
                  <a:pt x="223520" y="170180"/>
                </a:lnTo>
                <a:cubicBezTo>
                  <a:pt x="223520" y="180340"/>
                  <a:pt x="218440" y="189230"/>
                  <a:pt x="209550" y="195580"/>
                </a:cubicBezTo>
                <a:lnTo>
                  <a:pt x="138430" y="240030"/>
                </a:lnTo>
                <a:cubicBezTo>
                  <a:pt x="128270" y="246380"/>
                  <a:pt x="115570" y="246380"/>
                  <a:pt x="105410" y="240030"/>
                </a:cubicBezTo>
                <a:lnTo>
                  <a:pt x="30480" y="190500"/>
                </a:lnTo>
                <a:cubicBezTo>
                  <a:pt x="25400" y="187960"/>
                  <a:pt x="19050" y="189230"/>
                  <a:pt x="16510" y="193040"/>
                </a:cubicBezTo>
                <a:cubicBezTo>
                  <a:pt x="13970" y="198120"/>
                  <a:pt x="15240" y="204470"/>
                  <a:pt x="19050" y="207010"/>
                </a:cubicBezTo>
                <a:lnTo>
                  <a:pt x="93980" y="256540"/>
                </a:lnTo>
                <a:lnTo>
                  <a:pt x="93980" y="256540"/>
                </a:lnTo>
                <a:cubicBezTo>
                  <a:pt x="110490" y="266700"/>
                  <a:pt x="132080" y="266700"/>
                  <a:pt x="148590" y="256540"/>
                </a:cubicBezTo>
                <a:lnTo>
                  <a:pt x="219710" y="212090"/>
                </a:lnTo>
                <a:cubicBezTo>
                  <a:pt x="233680" y="203200"/>
                  <a:pt x="243840" y="186690"/>
                  <a:pt x="243840" y="170180"/>
                </a:cubicBezTo>
                <a:lnTo>
                  <a:pt x="243840" y="93980"/>
                </a:lnTo>
                <a:cubicBezTo>
                  <a:pt x="243840" y="77470"/>
                  <a:pt x="234950" y="60960"/>
                  <a:pt x="219710" y="52070"/>
                </a:cubicBezTo>
                <a:lnTo>
                  <a:pt x="148590" y="7620"/>
                </a:lnTo>
                <a:cubicBezTo>
                  <a:pt x="132080" y="-2540"/>
                  <a:pt x="110490" y="-2540"/>
                  <a:pt x="93980" y="7620"/>
                </a:cubicBezTo>
                <a:lnTo>
                  <a:pt x="93980" y="7620"/>
                </a:lnTo>
                <a:lnTo>
                  <a:pt x="19050" y="57150"/>
                </a:lnTo>
                <a:cubicBezTo>
                  <a:pt x="13970" y="59690"/>
                  <a:pt x="12700" y="66040"/>
                  <a:pt x="16510" y="71120"/>
                </a:cubicBezTo>
                <a:cubicBezTo>
                  <a:pt x="19050" y="76200"/>
                  <a:pt x="25400" y="77470"/>
                  <a:pt x="30480" y="74930"/>
                </a:cubicBezTo>
                <a:close/>
                <a:moveTo>
                  <a:pt x="0" y="111760"/>
                </a:moveTo>
                <a:cubicBezTo>
                  <a:pt x="0" y="106680"/>
                  <a:pt x="5080" y="101600"/>
                  <a:pt x="10160" y="101600"/>
                </a:cubicBezTo>
                <a:lnTo>
                  <a:pt x="121920" y="101600"/>
                </a:lnTo>
                <a:cubicBezTo>
                  <a:pt x="127000" y="101600"/>
                  <a:pt x="132080" y="106680"/>
                  <a:pt x="132080" y="111760"/>
                </a:cubicBezTo>
                <a:cubicBezTo>
                  <a:pt x="132080" y="116840"/>
                  <a:pt x="127000" y="121920"/>
                  <a:pt x="121920" y="121920"/>
                </a:cubicBezTo>
                <a:lnTo>
                  <a:pt x="10160" y="121920"/>
                </a:lnTo>
                <a:cubicBezTo>
                  <a:pt x="3810" y="121920"/>
                  <a:pt x="0" y="118110"/>
                  <a:pt x="0" y="111760"/>
                </a:cubicBezTo>
                <a:close/>
                <a:moveTo>
                  <a:pt x="0" y="152400"/>
                </a:moveTo>
                <a:cubicBezTo>
                  <a:pt x="0" y="147320"/>
                  <a:pt x="5080" y="142240"/>
                  <a:pt x="10160" y="142240"/>
                </a:cubicBezTo>
                <a:lnTo>
                  <a:pt x="81280" y="142240"/>
                </a:lnTo>
                <a:cubicBezTo>
                  <a:pt x="86360" y="142240"/>
                  <a:pt x="91440" y="147320"/>
                  <a:pt x="91440" y="152400"/>
                </a:cubicBezTo>
                <a:cubicBezTo>
                  <a:pt x="91440" y="157480"/>
                  <a:pt x="86360" y="162560"/>
                  <a:pt x="81280" y="162560"/>
                </a:cubicBezTo>
                <a:lnTo>
                  <a:pt x="10160" y="162560"/>
                </a:lnTo>
                <a:cubicBezTo>
                  <a:pt x="3810" y="162560"/>
                  <a:pt x="0" y="158750"/>
                  <a:pt x="0" y="1524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2" name="Полилиния: фигура 217">
            <a:extLst>
              <a:ext uri="{FF2B5EF4-FFF2-40B4-BE49-F238E27FC236}">
                <a16:creationId xmlns:a16="http://schemas.microsoft.com/office/drawing/2014/main" id="{1D861A63-E728-6B17-01B1-B9816852A427}"/>
              </a:ext>
            </a:extLst>
          </p:cNvPr>
          <p:cNvSpPr/>
          <p:nvPr/>
        </p:nvSpPr>
        <p:spPr>
          <a:xfrm>
            <a:off x="2219718" y="4010590"/>
            <a:ext cx="243839" cy="243840"/>
          </a:xfrm>
          <a:custGeom>
            <a:avLst/>
            <a:gdLst>
              <a:gd name="connsiteX0" fmla="*/ 50800 w 243839"/>
              <a:gd name="connsiteY0" fmla="*/ 20320 h 243840"/>
              <a:gd name="connsiteX1" fmla="*/ 20320 w 243839"/>
              <a:gd name="connsiteY1" fmla="*/ 50800 h 243840"/>
              <a:gd name="connsiteX2" fmla="*/ 20320 w 243839"/>
              <a:gd name="connsiteY2" fmla="*/ 172720 h 243840"/>
              <a:gd name="connsiteX3" fmla="*/ 10160 w 243839"/>
              <a:gd name="connsiteY3" fmla="*/ 182880 h 243840"/>
              <a:gd name="connsiteX4" fmla="*/ 0 w 243839"/>
              <a:gd name="connsiteY4" fmla="*/ 172720 h 243840"/>
              <a:gd name="connsiteX5" fmla="*/ 0 w 243839"/>
              <a:gd name="connsiteY5" fmla="*/ 50800 h 243840"/>
              <a:gd name="connsiteX6" fmla="*/ 50800 w 243839"/>
              <a:gd name="connsiteY6" fmla="*/ 0 h 243840"/>
              <a:gd name="connsiteX7" fmla="*/ 233680 w 243839"/>
              <a:gd name="connsiteY7" fmla="*/ 0 h 243840"/>
              <a:gd name="connsiteX8" fmla="*/ 243840 w 243839"/>
              <a:gd name="connsiteY8" fmla="*/ 10160 h 243840"/>
              <a:gd name="connsiteX9" fmla="*/ 233680 w 243839"/>
              <a:gd name="connsiteY9" fmla="*/ 20320 h 243840"/>
              <a:gd name="connsiteX10" fmla="*/ 50800 w 243839"/>
              <a:gd name="connsiteY10" fmla="*/ 20320 h 243840"/>
              <a:gd name="connsiteX11" fmla="*/ 142240 w 243839"/>
              <a:gd name="connsiteY11" fmla="*/ 172720 h 243840"/>
              <a:gd name="connsiteX12" fmla="*/ 142240 w 243839"/>
              <a:gd name="connsiteY12" fmla="*/ 121920 h 243840"/>
              <a:gd name="connsiteX13" fmla="*/ 121920 w 243839"/>
              <a:gd name="connsiteY13" fmla="*/ 148590 h 243840"/>
              <a:gd name="connsiteX14" fmla="*/ 101600 w 243839"/>
              <a:gd name="connsiteY14" fmla="*/ 121920 h 243840"/>
              <a:gd name="connsiteX15" fmla="*/ 101600 w 243839"/>
              <a:gd name="connsiteY15" fmla="*/ 173990 h 243840"/>
              <a:gd name="connsiteX16" fmla="*/ 71120 w 243839"/>
              <a:gd name="connsiteY16" fmla="*/ 173990 h 243840"/>
              <a:gd name="connsiteX17" fmla="*/ 71120 w 243839"/>
              <a:gd name="connsiteY17" fmla="*/ 77470 h 243840"/>
              <a:gd name="connsiteX18" fmla="*/ 101600 w 243839"/>
              <a:gd name="connsiteY18" fmla="*/ 77470 h 243840"/>
              <a:gd name="connsiteX19" fmla="*/ 121920 w 243839"/>
              <a:gd name="connsiteY19" fmla="*/ 107950 h 243840"/>
              <a:gd name="connsiteX20" fmla="*/ 142240 w 243839"/>
              <a:gd name="connsiteY20" fmla="*/ 77470 h 243840"/>
              <a:gd name="connsiteX21" fmla="*/ 172720 w 243839"/>
              <a:gd name="connsiteY21" fmla="*/ 77470 h 243840"/>
              <a:gd name="connsiteX22" fmla="*/ 172720 w 243839"/>
              <a:gd name="connsiteY22" fmla="*/ 173990 h 243840"/>
              <a:gd name="connsiteX23" fmla="*/ 142240 w 243839"/>
              <a:gd name="connsiteY23" fmla="*/ 173990 h 243840"/>
              <a:gd name="connsiteX24" fmla="*/ 223520 w 243839"/>
              <a:gd name="connsiteY24" fmla="*/ 193040 h 243840"/>
              <a:gd name="connsiteX25" fmla="*/ 193040 w 243839"/>
              <a:gd name="connsiteY25" fmla="*/ 223520 h 243840"/>
              <a:gd name="connsiteX26" fmla="*/ 10160 w 243839"/>
              <a:gd name="connsiteY26" fmla="*/ 223520 h 243840"/>
              <a:gd name="connsiteX27" fmla="*/ 0 w 243839"/>
              <a:gd name="connsiteY27" fmla="*/ 233680 h 243840"/>
              <a:gd name="connsiteX28" fmla="*/ 10160 w 243839"/>
              <a:gd name="connsiteY28" fmla="*/ 243840 h 243840"/>
              <a:gd name="connsiteX29" fmla="*/ 193040 w 243839"/>
              <a:gd name="connsiteY29" fmla="*/ 243840 h 243840"/>
              <a:gd name="connsiteX30" fmla="*/ 243840 w 243839"/>
              <a:gd name="connsiteY30" fmla="*/ 193040 h 243840"/>
              <a:gd name="connsiteX31" fmla="*/ 243840 w 243839"/>
              <a:gd name="connsiteY31" fmla="*/ 71120 h 243840"/>
              <a:gd name="connsiteX32" fmla="*/ 233680 w 243839"/>
              <a:gd name="connsiteY32" fmla="*/ 60960 h 243840"/>
              <a:gd name="connsiteX33" fmla="*/ 223520 w 243839"/>
              <a:gd name="connsiteY33" fmla="*/ 71120 h 243840"/>
              <a:gd name="connsiteX34" fmla="*/ 223520 w 243839"/>
              <a:gd name="connsiteY34" fmla="*/ 19304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243839" h="243840">
                <a:moveTo>
                  <a:pt x="50800" y="20320"/>
                </a:moveTo>
                <a:cubicBezTo>
                  <a:pt x="34290" y="20320"/>
                  <a:pt x="20320" y="34290"/>
                  <a:pt x="20320" y="50800"/>
                </a:cubicBezTo>
                <a:lnTo>
                  <a:pt x="20320" y="172720"/>
                </a:lnTo>
                <a:cubicBezTo>
                  <a:pt x="20320" y="177800"/>
                  <a:pt x="15240" y="182880"/>
                  <a:pt x="10160" y="182880"/>
                </a:cubicBezTo>
                <a:cubicBezTo>
                  <a:pt x="5080" y="182880"/>
                  <a:pt x="0" y="177800"/>
                  <a:pt x="0" y="172720"/>
                </a:cubicBezTo>
                <a:lnTo>
                  <a:pt x="0" y="50800"/>
                </a:lnTo>
                <a:cubicBezTo>
                  <a:pt x="0" y="22860"/>
                  <a:pt x="22860" y="0"/>
                  <a:pt x="50800" y="0"/>
                </a:cubicBezTo>
                <a:lnTo>
                  <a:pt x="233680" y="0"/>
                </a:lnTo>
                <a:cubicBezTo>
                  <a:pt x="238760" y="0"/>
                  <a:pt x="243840" y="5080"/>
                  <a:pt x="243840" y="10160"/>
                </a:cubicBezTo>
                <a:cubicBezTo>
                  <a:pt x="243840" y="15240"/>
                  <a:pt x="238760" y="20320"/>
                  <a:pt x="233680" y="20320"/>
                </a:cubicBezTo>
                <a:lnTo>
                  <a:pt x="50800" y="20320"/>
                </a:lnTo>
                <a:close/>
                <a:moveTo>
                  <a:pt x="142240" y="172720"/>
                </a:moveTo>
                <a:lnTo>
                  <a:pt x="142240" y="121920"/>
                </a:lnTo>
                <a:lnTo>
                  <a:pt x="121920" y="148590"/>
                </a:lnTo>
                <a:lnTo>
                  <a:pt x="101600" y="121920"/>
                </a:lnTo>
                <a:lnTo>
                  <a:pt x="101600" y="173990"/>
                </a:lnTo>
                <a:lnTo>
                  <a:pt x="71120" y="173990"/>
                </a:lnTo>
                <a:lnTo>
                  <a:pt x="71120" y="77470"/>
                </a:lnTo>
                <a:lnTo>
                  <a:pt x="101600" y="77470"/>
                </a:lnTo>
                <a:lnTo>
                  <a:pt x="121920" y="107950"/>
                </a:lnTo>
                <a:lnTo>
                  <a:pt x="142240" y="77470"/>
                </a:lnTo>
                <a:lnTo>
                  <a:pt x="172720" y="77470"/>
                </a:lnTo>
                <a:lnTo>
                  <a:pt x="172720" y="173990"/>
                </a:lnTo>
                <a:lnTo>
                  <a:pt x="142240" y="173990"/>
                </a:lnTo>
                <a:close/>
                <a:moveTo>
                  <a:pt x="223520" y="193040"/>
                </a:moveTo>
                <a:cubicBezTo>
                  <a:pt x="223520" y="209550"/>
                  <a:pt x="209550" y="223520"/>
                  <a:pt x="193040" y="223520"/>
                </a:cubicBezTo>
                <a:lnTo>
                  <a:pt x="10160" y="223520"/>
                </a:lnTo>
                <a:cubicBezTo>
                  <a:pt x="5080" y="223520"/>
                  <a:pt x="0" y="228600"/>
                  <a:pt x="0" y="233680"/>
                </a:cubicBezTo>
                <a:cubicBezTo>
                  <a:pt x="0" y="238760"/>
                  <a:pt x="5080" y="243840"/>
                  <a:pt x="10160" y="243840"/>
                </a:cubicBezTo>
                <a:lnTo>
                  <a:pt x="193040" y="243840"/>
                </a:lnTo>
                <a:cubicBezTo>
                  <a:pt x="220980" y="243840"/>
                  <a:pt x="243840" y="220980"/>
                  <a:pt x="243840" y="193040"/>
                </a:cubicBezTo>
                <a:lnTo>
                  <a:pt x="243840" y="71120"/>
                </a:lnTo>
                <a:cubicBezTo>
                  <a:pt x="243840" y="66040"/>
                  <a:pt x="238760" y="60960"/>
                  <a:pt x="233680" y="60960"/>
                </a:cubicBezTo>
                <a:cubicBezTo>
                  <a:pt x="228600" y="60960"/>
                  <a:pt x="223520" y="66040"/>
                  <a:pt x="223520" y="71120"/>
                </a:cubicBezTo>
                <a:lnTo>
                  <a:pt x="223520" y="1930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3" name="Полилиния: фигура 218">
            <a:extLst>
              <a:ext uri="{FF2B5EF4-FFF2-40B4-BE49-F238E27FC236}">
                <a16:creationId xmlns:a16="http://schemas.microsoft.com/office/drawing/2014/main" id="{327CBF88-EAE4-FFAE-F3EB-F5B918E9970D}"/>
              </a:ext>
            </a:extLst>
          </p:cNvPr>
          <p:cNvSpPr/>
          <p:nvPr/>
        </p:nvSpPr>
        <p:spPr>
          <a:xfrm>
            <a:off x="534429" y="4001701"/>
            <a:ext cx="264160" cy="264159"/>
          </a:xfrm>
          <a:custGeom>
            <a:avLst/>
            <a:gdLst>
              <a:gd name="connsiteX0" fmla="*/ 19050 w 264160"/>
              <a:gd name="connsiteY0" fmla="*/ 130810 h 264159"/>
              <a:gd name="connsiteX1" fmla="*/ 130810 w 264160"/>
              <a:gd name="connsiteY1" fmla="*/ 19050 h 264159"/>
              <a:gd name="connsiteX2" fmla="*/ 193040 w 264160"/>
              <a:gd name="connsiteY2" fmla="*/ 38100 h 264159"/>
              <a:gd name="connsiteX3" fmla="*/ 207010 w 264160"/>
              <a:gd name="connsiteY3" fmla="*/ 35560 h 264159"/>
              <a:gd name="connsiteX4" fmla="*/ 204470 w 264160"/>
              <a:gd name="connsiteY4" fmla="*/ 21590 h 264159"/>
              <a:gd name="connsiteX5" fmla="*/ 132080 w 264160"/>
              <a:gd name="connsiteY5" fmla="*/ 0 h 264159"/>
              <a:gd name="connsiteX6" fmla="*/ 0 w 264160"/>
              <a:gd name="connsiteY6" fmla="*/ 132080 h 264159"/>
              <a:gd name="connsiteX7" fmla="*/ 132080 w 264160"/>
              <a:gd name="connsiteY7" fmla="*/ 264160 h 264159"/>
              <a:gd name="connsiteX8" fmla="*/ 264160 w 264160"/>
              <a:gd name="connsiteY8" fmla="*/ 132080 h 264159"/>
              <a:gd name="connsiteX9" fmla="*/ 264160 w 264160"/>
              <a:gd name="connsiteY9" fmla="*/ 127000 h 264159"/>
              <a:gd name="connsiteX10" fmla="*/ 254000 w 264160"/>
              <a:gd name="connsiteY10" fmla="*/ 116840 h 264159"/>
              <a:gd name="connsiteX11" fmla="*/ 243840 w 264160"/>
              <a:gd name="connsiteY11" fmla="*/ 127000 h 264159"/>
              <a:gd name="connsiteX12" fmla="*/ 243840 w 264160"/>
              <a:gd name="connsiteY12" fmla="*/ 132080 h 264159"/>
              <a:gd name="connsiteX13" fmla="*/ 132080 w 264160"/>
              <a:gd name="connsiteY13" fmla="*/ 243840 h 264159"/>
              <a:gd name="connsiteX14" fmla="*/ 19050 w 264160"/>
              <a:gd name="connsiteY14" fmla="*/ 130810 h 264159"/>
              <a:gd name="connsiteX15" fmla="*/ 237490 w 264160"/>
              <a:gd name="connsiteY15" fmla="*/ 78740 h 264159"/>
              <a:gd name="connsiteX16" fmla="*/ 240030 w 264160"/>
              <a:gd name="connsiteY16" fmla="*/ 64770 h 264159"/>
              <a:gd name="connsiteX17" fmla="*/ 226060 w 264160"/>
              <a:gd name="connsiteY17" fmla="*/ 62230 h 264159"/>
              <a:gd name="connsiteX18" fmla="*/ 130810 w 264160"/>
              <a:gd name="connsiteY18" fmla="*/ 133350 h 264159"/>
              <a:gd name="connsiteX19" fmla="*/ 101600 w 264160"/>
              <a:gd name="connsiteY19" fmla="*/ 111760 h 264159"/>
              <a:gd name="connsiteX20" fmla="*/ 87630 w 264160"/>
              <a:gd name="connsiteY20" fmla="*/ 114300 h 264159"/>
              <a:gd name="connsiteX21" fmla="*/ 90170 w 264160"/>
              <a:gd name="connsiteY21" fmla="*/ 128270 h 264159"/>
              <a:gd name="connsiteX22" fmla="*/ 124460 w 264160"/>
              <a:gd name="connsiteY22" fmla="*/ 153670 h 264159"/>
              <a:gd name="connsiteX23" fmla="*/ 137160 w 264160"/>
              <a:gd name="connsiteY23" fmla="*/ 153670 h 264159"/>
              <a:gd name="connsiteX24" fmla="*/ 237490 w 264160"/>
              <a:gd name="connsiteY24" fmla="*/ 7874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</a:cxnLst>
            <a:rect l="l" t="t" r="r" b="b"/>
            <a:pathLst>
              <a:path w="264160" h="264159">
                <a:moveTo>
                  <a:pt x="19050" y="130810"/>
                </a:moveTo>
                <a:cubicBezTo>
                  <a:pt x="19050" y="68580"/>
                  <a:pt x="68580" y="19050"/>
                  <a:pt x="130810" y="19050"/>
                </a:cubicBezTo>
                <a:cubicBezTo>
                  <a:pt x="153670" y="19050"/>
                  <a:pt x="175260" y="25400"/>
                  <a:pt x="193040" y="38100"/>
                </a:cubicBezTo>
                <a:cubicBezTo>
                  <a:pt x="198120" y="40640"/>
                  <a:pt x="204470" y="39370"/>
                  <a:pt x="207010" y="35560"/>
                </a:cubicBezTo>
                <a:cubicBezTo>
                  <a:pt x="209550" y="30480"/>
                  <a:pt x="208280" y="24130"/>
                  <a:pt x="204470" y="21590"/>
                </a:cubicBezTo>
                <a:cubicBezTo>
                  <a:pt x="184150" y="7620"/>
                  <a:pt x="158750" y="0"/>
                  <a:pt x="132080" y="0"/>
                </a:cubicBez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8420" y="264160"/>
                  <a:pt x="132080" y="264160"/>
                </a:cubicBezTo>
                <a:cubicBezTo>
                  <a:pt x="205740" y="264160"/>
                  <a:pt x="264160" y="205740"/>
                  <a:pt x="264160" y="132080"/>
                </a:cubicBezTo>
                <a:cubicBezTo>
                  <a:pt x="264160" y="130810"/>
                  <a:pt x="264160" y="128270"/>
                  <a:pt x="264160" y="127000"/>
                </a:cubicBezTo>
                <a:cubicBezTo>
                  <a:pt x="264160" y="121920"/>
                  <a:pt x="259080" y="116840"/>
                  <a:pt x="254000" y="116840"/>
                </a:cubicBezTo>
                <a:cubicBezTo>
                  <a:pt x="248920" y="116840"/>
                  <a:pt x="243840" y="121920"/>
                  <a:pt x="243840" y="127000"/>
                </a:cubicBezTo>
                <a:cubicBezTo>
                  <a:pt x="243840" y="128270"/>
                  <a:pt x="243840" y="129540"/>
                  <a:pt x="243840" y="132080"/>
                </a:cubicBezTo>
                <a:cubicBezTo>
                  <a:pt x="243840" y="194310"/>
                  <a:pt x="194310" y="243840"/>
                  <a:pt x="132080" y="243840"/>
                </a:cubicBezTo>
                <a:cubicBezTo>
                  <a:pt x="69850" y="243840"/>
                  <a:pt x="19050" y="193040"/>
                  <a:pt x="19050" y="130810"/>
                </a:cubicBezTo>
                <a:close/>
                <a:moveTo>
                  <a:pt x="237490" y="78740"/>
                </a:moveTo>
                <a:cubicBezTo>
                  <a:pt x="242570" y="74930"/>
                  <a:pt x="242570" y="68580"/>
                  <a:pt x="240030" y="64770"/>
                </a:cubicBezTo>
                <a:cubicBezTo>
                  <a:pt x="236220" y="59690"/>
                  <a:pt x="229870" y="59690"/>
                  <a:pt x="226060" y="62230"/>
                </a:cubicBezTo>
                <a:lnTo>
                  <a:pt x="130810" y="133350"/>
                </a:lnTo>
                <a:lnTo>
                  <a:pt x="101600" y="111760"/>
                </a:lnTo>
                <a:cubicBezTo>
                  <a:pt x="96520" y="107950"/>
                  <a:pt x="90170" y="109220"/>
                  <a:pt x="87630" y="114300"/>
                </a:cubicBezTo>
                <a:cubicBezTo>
                  <a:pt x="83820" y="119380"/>
                  <a:pt x="85090" y="125730"/>
                  <a:pt x="90170" y="128270"/>
                </a:cubicBezTo>
                <a:lnTo>
                  <a:pt x="124460" y="153670"/>
                </a:lnTo>
                <a:cubicBezTo>
                  <a:pt x="128270" y="156210"/>
                  <a:pt x="133350" y="156210"/>
                  <a:pt x="137160" y="153670"/>
                </a:cubicBezTo>
                <a:lnTo>
                  <a:pt x="237490" y="7874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4" name="Полилиния: фигура 221">
            <a:extLst>
              <a:ext uri="{FF2B5EF4-FFF2-40B4-BE49-F238E27FC236}">
                <a16:creationId xmlns:a16="http://schemas.microsoft.com/office/drawing/2014/main" id="{995E3924-F3C1-09D2-FA3E-BF0A52E9A154}"/>
              </a:ext>
            </a:extLst>
          </p:cNvPr>
          <p:cNvSpPr/>
          <p:nvPr/>
        </p:nvSpPr>
        <p:spPr>
          <a:xfrm>
            <a:off x="3918033" y="4014401"/>
            <a:ext cx="204543" cy="234950"/>
          </a:xfrm>
          <a:custGeom>
            <a:avLst/>
            <a:gdLst>
              <a:gd name="connsiteX0" fmla="*/ 101275 w 204543"/>
              <a:gd name="connsiteY0" fmla="*/ 21590 h 234950"/>
              <a:gd name="connsiteX1" fmla="*/ 21265 w 204543"/>
              <a:gd name="connsiteY1" fmla="*/ 45720 h 234950"/>
              <a:gd name="connsiteX2" fmla="*/ 16186 w 204543"/>
              <a:gd name="connsiteY2" fmla="*/ 49530 h 234950"/>
              <a:gd name="connsiteX3" fmla="*/ 2215 w 204543"/>
              <a:gd name="connsiteY3" fmla="*/ 46990 h 234950"/>
              <a:gd name="connsiteX4" fmla="*/ 4755 w 204543"/>
              <a:gd name="connsiteY4" fmla="*/ 33020 h 234950"/>
              <a:gd name="connsiteX5" fmla="*/ 11105 w 204543"/>
              <a:gd name="connsiteY5" fmla="*/ 27940 h 234950"/>
              <a:gd name="connsiteX6" fmla="*/ 102545 w 204543"/>
              <a:gd name="connsiteY6" fmla="*/ 0 h 234950"/>
              <a:gd name="connsiteX7" fmla="*/ 193986 w 204543"/>
              <a:gd name="connsiteY7" fmla="*/ 27940 h 234950"/>
              <a:gd name="connsiteX8" fmla="*/ 200336 w 204543"/>
              <a:gd name="connsiteY8" fmla="*/ 33020 h 234950"/>
              <a:gd name="connsiteX9" fmla="*/ 202875 w 204543"/>
              <a:gd name="connsiteY9" fmla="*/ 46990 h 234950"/>
              <a:gd name="connsiteX10" fmla="*/ 188905 w 204543"/>
              <a:gd name="connsiteY10" fmla="*/ 49530 h 234950"/>
              <a:gd name="connsiteX11" fmla="*/ 183825 w 204543"/>
              <a:gd name="connsiteY11" fmla="*/ 45720 h 234950"/>
              <a:gd name="connsiteX12" fmla="*/ 101275 w 204543"/>
              <a:gd name="connsiteY12" fmla="*/ 21590 h 234950"/>
              <a:gd name="connsiteX13" fmla="*/ 101275 w 204543"/>
              <a:gd name="connsiteY13" fmla="*/ 62230 h 234950"/>
              <a:gd name="connsiteX14" fmla="*/ 46665 w 204543"/>
              <a:gd name="connsiteY14" fmla="*/ 80010 h 234950"/>
              <a:gd name="connsiteX15" fmla="*/ 32695 w 204543"/>
              <a:gd name="connsiteY15" fmla="*/ 77470 h 234950"/>
              <a:gd name="connsiteX16" fmla="*/ 35236 w 204543"/>
              <a:gd name="connsiteY16" fmla="*/ 63500 h 234950"/>
              <a:gd name="connsiteX17" fmla="*/ 102545 w 204543"/>
              <a:gd name="connsiteY17" fmla="*/ 40640 h 234950"/>
              <a:gd name="connsiteX18" fmla="*/ 169855 w 204543"/>
              <a:gd name="connsiteY18" fmla="*/ 63500 h 234950"/>
              <a:gd name="connsiteX19" fmla="*/ 172395 w 204543"/>
              <a:gd name="connsiteY19" fmla="*/ 77470 h 234950"/>
              <a:gd name="connsiteX20" fmla="*/ 158425 w 204543"/>
              <a:gd name="connsiteY20" fmla="*/ 80010 h 234950"/>
              <a:gd name="connsiteX21" fmla="*/ 101275 w 204543"/>
              <a:gd name="connsiteY21" fmla="*/ 62230 h 234950"/>
              <a:gd name="connsiteX22" fmla="*/ 77145 w 204543"/>
              <a:gd name="connsiteY22" fmla="*/ 111760 h 234950"/>
              <a:gd name="connsiteX23" fmla="*/ 101275 w 204543"/>
              <a:gd name="connsiteY23" fmla="*/ 104140 h 234950"/>
              <a:gd name="connsiteX24" fmla="*/ 125405 w 204543"/>
              <a:gd name="connsiteY24" fmla="*/ 111760 h 234950"/>
              <a:gd name="connsiteX25" fmla="*/ 139375 w 204543"/>
              <a:gd name="connsiteY25" fmla="*/ 109220 h 234950"/>
              <a:gd name="connsiteX26" fmla="*/ 136836 w 204543"/>
              <a:gd name="connsiteY26" fmla="*/ 95250 h 234950"/>
              <a:gd name="connsiteX27" fmla="*/ 100005 w 204543"/>
              <a:gd name="connsiteY27" fmla="*/ 83820 h 234950"/>
              <a:gd name="connsiteX28" fmla="*/ 63175 w 204543"/>
              <a:gd name="connsiteY28" fmla="*/ 95250 h 234950"/>
              <a:gd name="connsiteX29" fmla="*/ 60636 w 204543"/>
              <a:gd name="connsiteY29" fmla="*/ 109220 h 234950"/>
              <a:gd name="connsiteX30" fmla="*/ 77145 w 204543"/>
              <a:gd name="connsiteY30" fmla="*/ 111760 h 234950"/>
              <a:gd name="connsiteX31" fmla="*/ 35236 w 204543"/>
              <a:gd name="connsiteY31" fmla="*/ 173990 h 234950"/>
              <a:gd name="connsiteX32" fmla="*/ 25075 w 204543"/>
              <a:gd name="connsiteY32" fmla="*/ 184150 h 234950"/>
              <a:gd name="connsiteX33" fmla="*/ 25075 w 204543"/>
              <a:gd name="connsiteY33" fmla="*/ 234950 h 234950"/>
              <a:gd name="connsiteX34" fmla="*/ 4755 w 204543"/>
              <a:gd name="connsiteY34" fmla="*/ 234950 h 234950"/>
              <a:gd name="connsiteX35" fmla="*/ 4755 w 204543"/>
              <a:gd name="connsiteY35" fmla="*/ 184150 h 234950"/>
              <a:gd name="connsiteX36" fmla="*/ 35236 w 204543"/>
              <a:gd name="connsiteY36" fmla="*/ 153670 h 234950"/>
              <a:gd name="connsiteX37" fmla="*/ 167315 w 204543"/>
              <a:gd name="connsiteY37" fmla="*/ 153670 h 234950"/>
              <a:gd name="connsiteX38" fmla="*/ 197795 w 204543"/>
              <a:gd name="connsiteY38" fmla="*/ 184150 h 234950"/>
              <a:gd name="connsiteX39" fmla="*/ 197795 w 204543"/>
              <a:gd name="connsiteY39" fmla="*/ 234950 h 234950"/>
              <a:gd name="connsiteX40" fmla="*/ 177475 w 204543"/>
              <a:gd name="connsiteY40" fmla="*/ 234950 h 234950"/>
              <a:gd name="connsiteX41" fmla="*/ 177475 w 204543"/>
              <a:gd name="connsiteY41" fmla="*/ 184150 h 234950"/>
              <a:gd name="connsiteX42" fmla="*/ 167315 w 204543"/>
              <a:gd name="connsiteY42" fmla="*/ 173990 h 234950"/>
              <a:gd name="connsiteX43" fmla="*/ 35236 w 204543"/>
              <a:gd name="connsiteY43" fmla="*/ 173990 h 234950"/>
              <a:gd name="connsiteX44" fmla="*/ 75875 w 204543"/>
              <a:gd name="connsiteY44" fmla="*/ 184150 h 234950"/>
              <a:gd name="connsiteX45" fmla="*/ 65715 w 204543"/>
              <a:gd name="connsiteY45" fmla="*/ 194310 h 234950"/>
              <a:gd name="connsiteX46" fmla="*/ 75875 w 204543"/>
              <a:gd name="connsiteY46" fmla="*/ 204470 h 234950"/>
              <a:gd name="connsiteX47" fmla="*/ 126675 w 204543"/>
              <a:gd name="connsiteY47" fmla="*/ 204470 h 234950"/>
              <a:gd name="connsiteX48" fmla="*/ 136836 w 204543"/>
              <a:gd name="connsiteY48" fmla="*/ 194310 h 234950"/>
              <a:gd name="connsiteX49" fmla="*/ 126675 w 204543"/>
              <a:gd name="connsiteY49" fmla="*/ 184150 h 234950"/>
              <a:gd name="connsiteX50" fmla="*/ 75875 w 204543"/>
              <a:gd name="connsiteY50" fmla="*/ 184150 h 234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204543" h="234950">
                <a:moveTo>
                  <a:pt x="101275" y="21590"/>
                </a:moveTo>
                <a:cubicBezTo>
                  <a:pt x="72065" y="21590"/>
                  <a:pt x="45395" y="30480"/>
                  <a:pt x="21265" y="45720"/>
                </a:cubicBezTo>
                <a:cubicBezTo>
                  <a:pt x="18725" y="46990"/>
                  <a:pt x="17455" y="48260"/>
                  <a:pt x="16186" y="49530"/>
                </a:cubicBezTo>
                <a:cubicBezTo>
                  <a:pt x="11105" y="53340"/>
                  <a:pt x="4755" y="52070"/>
                  <a:pt x="2215" y="46990"/>
                </a:cubicBezTo>
                <a:cubicBezTo>
                  <a:pt x="-1595" y="41910"/>
                  <a:pt x="-325" y="35560"/>
                  <a:pt x="4755" y="33020"/>
                </a:cubicBezTo>
                <a:cubicBezTo>
                  <a:pt x="7295" y="31750"/>
                  <a:pt x="8565" y="30480"/>
                  <a:pt x="11105" y="27940"/>
                </a:cubicBezTo>
                <a:cubicBezTo>
                  <a:pt x="37775" y="10160"/>
                  <a:pt x="68255" y="0"/>
                  <a:pt x="102545" y="0"/>
                </a:cubicBezTo>
                <a:cubicBezTo>
                  <a:pt x="136836" y="0"/>
                  <a:pt x="167315" y="10160"/>
                  <a:pt x="193986" y="27940"/>
                </a:cubicBezTo>
                <a:cubicBezTo>
                  <a:pt x="196525" y="29210"/>
                  <a:pt x="197795" y="30480"/>
                  <a:pt x="200336" y="33020"/>
                </a:cubicBezTo>
                <a:cubicBezTo>
                  <a:pt x="205415" y="36830"/>
                  <a:pt x="205415" y="43180"/>
                  <a:pt x="202875" y="46990"/>
                </a:cubicBezTo>
                <a:cubicBezTo>
                  <a:pt x="199065" y="52070"/>
                  <a:pt x="192715" y="52070"/>
                  <a:pt x="188905" y="49530"/>
                </a:cubicBezTo>
                <a:cubicBezTo>
                  <a:pt x="187636" y="48260"/>
                  <a:pt x="185095" y="46990"/>
                  <a:pt x="183825" y="45720"/>
                </a:cubicBezTo>
                <a:cubicBezTo>
                  <a:pt x="157155" y="30480"/>
                  <a:pt x="130486" y="21590"/>
                  <a:pt x="101275" y="21590"/>
                </a:cubicBezTo>
                <a:close/>
                <a:moveTo>
                  <a:pt x="101275" y="62230"/>
                </a:moveTo>
                <a:cubicBezTo>
                  <a:pt x="80955" y="62230"/>
                  <a:pt x="61905" y="68580"/>
                  <a:pt x="46665" y="80010"/>
                </a:cubicBezTo>
                <a:cubicBezTo>
                  <a:pt x="41586" y="83820"/>
                  <a:pt x="35236" y="82550"/>
                  <a:pt x="32695" y="77470"/>
                </a:cubicBezTo>
                <a:cubicBezTo>
                  <a:pt x="28886" y="72390"/>
                  <a:pt x="30155" y="66040"/>
                  <a:pt x="35236" y="63500"/>
                </a:cubicBezTo>
                <a:cubicBezTo>
                  <a:pt x="54286" y="49530"/>
                  <a:pt x="77145" y="40640"/>
                  <a:pt x="102545" y="40640"/>
                </a:cubicBezTo>
                <a:cubicBezTo>
                  <a:pt x="127945" y="40640"/>
                  <a:pt x="150805" y="48260"/>
                  <a:pt x="169855" y="63500"/>
                </a:cubicBezTo>
                <a:cubicBezTo>
                  <a:pt x="174936" y="67310"/>
                  <a:pt x="174936" y="73660"/>
                  <a:pt x="172395" y="77470"/>
                </a:cubicBezTo>
                <a:cubicBezTo>
                  <a:pt x="168586" y="82550"/>
                  <a:pt x="162236" y="82550"/>
                  <a:pt x="158425" y="80010"/>
                </a:cubicBezTo>
                <a:cubicBezTo>
                  <a:pt x="140645" y="69850"/>
                  <a:pt x="121595" y="62230"/>
                  <a:pt x="101275" y="62230"/>
                </a:cubicBezTo>
                <a:close/>
                <a:moveTo>
                  <a:pt x="77145" y="111760"/>
                </a:moveTo>
                <a:cubicBezTo>
                  <a:pt x="84765" y="106680"/>
                  <a:pt x="92386" y="104140"/>
                  <a:pt x="101275" y="104140"/>
                </a:cubicBezTo>
                <a:cubicBezTo>
                  <a:pt x="110165" y="104140"/>
                  <a:pt x="117786" y="106680"/>
                  <a:pt x="125405" y="111760"/>
                </a:cubicBezTo>
                <a:cubicBezTo>
                  <a:pt x="130486" y="115570"/>
                  <a:pt x="136836" y="114300"/>
                  <a:pt x="139375" y="109220"/>
                </a:cubicBezTo>
                <a:cubicBezTo>
                  <a:pt x="143186" y="104140"/>
                  <a:pt x="141915" y="97790"/>
                  <a:pt x="136836" y="95250"/>
                </a:cubicBezTo>
                <a:cubicBezTo>
                  <a:pt x="126675" y="87630"/>
                  <a:pt x="113975" y="83820"/>
                  <a:pt x="100005" y="83820"/>
                </a:cubicBezTo>
                <a:cubicBezTo>
                  <a:pt x="86036" y="83820"/>
                  <a:pt x="74605" y="88900"/>
                  <a:pt x="63175" y="95250"/>
                </a:cubicBezTo>
                <a:cubicBezTo>
                  <a:pt x="58095" y="99060"/>
                  <a:pt x="58095" y="105410"/>
                  <a:pt x="60636" y="109220"/>
                </a:cubicBezTo>
                <a:cubicBezTo>
                  <a:pt x="65715" y="114300"/>
                  <a:pt x="72065" y="114300"/>
                  <a:pt x="77145" y="111760"/>
                </a:cubicBezTo>
                <a:close/>
                <a:moveTo>
                  <a:pt x="35236" y="173990"/>
                </a:moveTo>
                <a:cubicBezTo>
                  <a:pt x="30155" y="173990"/>
                  <a:pt x="25075" y="179070"/>
                  <a:pt x="25075" y="184150"/>
                </a:cubicBezTo>
                <a:lnTo>
                  <a:pt x="25075" y="234950"/>
                </a:lnTo>
                <a:lnTo>
                  <a:pt x="4755" y="234950"/>
                </a:lnTo>
                <a:lnTo>
                  <a:pt x="4755" y="184150"/>
                </a:lnTo>
                <a:cubicBezTo>
                  <a:pt x="4755" y="167640"/>
                  <a:pt x="18725" y="153670"/>
                  <a:pt x="35236" y="153670"/>
                </a:cubicBezTo>
                <a:lnTo>
                  <a:pt x="167315" y="153670"/>
                </a:lnTo>
                <a:cubicBezTo>
                  <a:pt x="183825" y="153670"/>
                  <a:pt x="197795" y="167640"/>
                  <a:pt x="197795" y="184150"/>
                </a:cubicBezTo>
                <a:lnTo>
                  <a:pt x="197795" y="234950"/>
                </a:lnTo>
                <a:lnTo>
                  <a:pt x="177475" y="234950"/>
                </a:lnTo>
                <a:lnTo>
                  <a:pt x="177475" y="184150"/>
                </a:lnTo>
                <a:cubicBezTo>
                  <a:pt x="177475" y="179070"/>
                  <a:pt x="172395" y="173990"/>
                  <a:pt x="167315" y="173990"/>
                </a:cubicBezTo>
                <a:lnTo>
                  <a:pt x="35236" y="173990"/>
                </a:lnTo>
                <a:close/>
                <a:moveTo>
                  <a:pt x="75875" y="184150"/>
                </a:moveTo>
                <a:cubicBezTo>
                  <a:pt x="70795" y="184150"/>
                  <a:pt x="65715" y="189230"/>
                  <a:pt x="65715" y="194310"/>
                </a:cubicBezTo>
                <a:cubicBezTo>
                  <a:pt x="65715" y="199390"/>
                  <a:pt x="70795" y="204470"/>
                  <a:pt x="75875" y="204470"/>
                </a:cubicBezTo>
                <a:lnTo>
                  <a:pt x="126675" y="204470"/>
                </a:lnTo>
                <a:cubicBezTo>
                  <a:pt x="131755" y="204470"/>
                  <a:pt x="136836" y="199390"/>
                  <a:pt x="136836" y="194310"/>
                </a:cubicBezTo>
                <a:cubicBezTo>
                  <a:pt x="136836" y="189230"/>
                  <a:pt x="131755" y="184150"/>
                  <a:pt x="126675" y="184150"/>
                </a:cubicBezTo>
                <a:lnTo>
                  <a:pt x="75875" y="18415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5" name="Полилиния: фигура 224">
            <a:extLst>
              <a:ext uri="{FF2B5EF4-FFF2-40B4-BE49-F238E27FC236}">
                <a16:creationId xmlns:a16="http://schemas.microsoft.com/office/drawing/2014/main" id="{2109C546-CCC0-2A54-C70E-9662206D0768}"/>
              </a:ext>
            </a:extLst>
          </p:cNvPr>
          <p:cNvSpPr/>
          <p:nvPr/>
        </p:nvSpPr>
        <p:spPr>
          <a:xfrm>
            <a:off x="11155438" y="4035990"/>
            <a:ext cx="264159" cy="193040"/>
          </a:xfrm>
          <a:custGeom>
            <a:avLst/>
            <a:gdLst>
              <a:gd name="connsiteX0" fmla="*/ 0 w 264159"/>
              <a:gd name="connsiteY0" fmla="*/ 30480 h 193040"/>
              <a:gd name="connsiteX1" fmla="*/ 30480 w 264159"/>
              <a:gd name="connsiteY1" fmla="*/ 0 h 193040"/>
              <a:gd name="connsiteX2" fmla="*/ 233680 w 264159"/>
              <a:gd name="connsiteY2" fmla="*/ 0 h 193040"/>
              <a:gd name="connsiteX3" fmla="*/ 264160 w 264159"/>
              <a:gd name="connsiteY3" fmla="*/ 30480 h 193040"/>
              <a:gd name="connsiteX4" fmla="*/ 264160 w 264159"/>
              <a:gd name="connsiteY4" fmla="*/ 162560 h 193040"/>
              <a:gd name="connsiteX5" fmla="*/ 233680 w 264159"/>
              <a:gd name="connsiteY5" fmla="*/ 193040 h 193040"/>
              <a:gd name="connsiteX6" fmla="*/ 30480 w 264159"/>
              <a:gd name="connsiteY6" fmla="*/ 193040 h 193040"/>
              <a:gd name="connsiteX7" fmla="*/ 0 w 264159"/>
              <a:gd name="connsiteY7" fmla="*/ 162560 h 193040"/>
              <a:gd name="connsiteX8" fmla="*/ 0 w 264159"/>
              <a:gd name="connsiteY8" fmla="*/ 30480 h 193040"/>
              <a:gd name="connsiteX9" fmla="*/ 30480 w 264159"/>
              <a:gd name="connsiteY9" fmla="*/ 20320 h 193040"/>
              <a:gd name="connsiteX10" fmla="*/ 20320 w 264159"/>
              <a:gd name="connsiteY10" fmla="*/ 30480 h 193040"/>
              <a:gd name="connsiteX11" fmla="*/ 20320 w 264159"/>
              <a:gd name="connsiteY11" fmla="*/ 162560 h 193040"/>
              <a:gd name="connsiteX12" fmla="*/ 30480 w 264159"/>
              <a:gd name="connsiteY12" fmla="*/ 172720 h 193040"/>
              <a:gd name="connsiteX13" fmla="*/ 233680 w 264159"/>
              <a:gd name="connsiteY13" fmla="*/ 172720 h 193040"/>
              <a:gd name="connsiteX14" fmla="*/ 243840 w 264159"/>
              <a:gd name="connsiteY14" fmla="*/ 162560 h 193040"/>
              <a:gd name="connsiteX15" fmla="*/ 243840 w 264159"/>
              <a:gd name="connsiteY15" fmla="*/ 30480 h 193040"/>
              <a:gd name="connsiteX16" fmla="*/ 233680 w 264159"/>
              <a:gd name="connsiteY16" fmla="*/ 20320 h 193040"/>
              <a:gd name="connsiteX17" fmla="*/ 30480 w 264159"/>
              <a:gd name="connsiteY17" fmla="*/ 20320 h 193040"/>
              <a:gd name="connsiteX18" fmla="*/ 40640 w 264159"/>
              <a:gd name="connsiteY18" fmla="*/ 50800 h 193040"/>
              <a:gd name="connsiteX19" fmla="*/ 50800 w 264159"/>
              <a:gd name="connsiteY19" fmla="*/ 40640 h 193040"/>
              <a:gd name="connsiteX20" fmla="*/ 213360 w 264159"/>
              <a:gd name="connsiteY20" fmla="*/ 40640 h 193040"/>
              <a:gd name="connsiteX21" fmla="*/ 223520 w 264159"/>
              <a:gd name="connsiteY21" fmla="*/ 50800 h 193040"/>
              <a:gd name="connsiteX22" fmla="*/ 213360 w 264159"/>
              <a:gd name="connsiteY22" fmla="*/ 60960 h 193040"/>
              <a:gd name="connsiteX23" fmla="*/ 50800 w 264159"/>
              <a:gd name="connsiteY23" fmla="*/ 60960 h 193040"/>
              <a:gd name="connsiteX24" fmla="*/ 40640 w 264159"/>
              <a:gd name="connsiteY24" fmla="*/ 50800 h 193040"/>
              <a:gd name="connsiteX25" fmla="*/ 49530 w 264159"/>
              <a:gd name="connsiteY25" fmla="*/ 81280 h 193040"/>
              <a:gd name="connsiteX26" fmla="*/ 39370 w 264159"/>
              <a:gd name="connsiteY26" fmla="*/ 91440 h 193040"/>
              <a:gd name="connsiteX27" fmla="*/ 49530 w 264159"/>
              <a:gd name="connsiteY27" fmla="*/ 101600 h 193040"/>
              <a:gd name="connsiteX28" fmla="*/ 95250 w 264159"/>
              <a:gd name="connsiteY28" fmla="*/ 101600 h 193040"/>
              <a:gd name="connsiteX29" fmla="*/ 97790 w 264159"/>
              <a:gd name="connsiteY29" fmla="*/ 105410 h 193040"/>
              <a:gd name="connsiteX30" fmla="*/ 162560 w 264159"/>
              <a:gd name="connsiteY30" fmla="*/ 105410 h 193040"/>
              <a:gd name="connsiteX31" fmla="*/ 165100 w 264159"/>
              <a:gd name="connsiteY31" fmla="*/ 101600 h 193040"/>
              <a:gd name="connsiteX32" fmla="*/ 210820 w 264159"/>
              <a:gd name="connsiteY32" fmla="*/ 101600 h 193040"/>
              <a:gd name="connsiteX33" fmla="*/ 220980 w 264159"/>
              <a:gd name="connsiteY33" fmla="*/ 91440 h 193040"/>
              <a:gd name="connsiteX34" fmla="*/ 210820 w 264159"/>
              <a:gd name="connsiteY34" fmla="*/ 81280 h 193040"/>
              <a:gd name="connsiteX35" fmla="*/ 160020 w 264159"/>
              <a:gd name="connsiteY35" fmla="*/ 81280 h 193040"/>
              <a:gd name="connsiteX36" fmla="*/ 151130 w 264159"/>
              <a:gd name="connsiteY36" fmla="*/ 86360 h 193040"/>
              <a:gd name="connsiteX37" fmla="*/ 144780 w 264159"/>
              <a:gd name="connsiteY37" fmla="*/ 93980 h 193040"/>
              <a:gd name="connsiteX38" fmla="*/ 111760 w 264159"/>
              <a:gd name="connsiteY38" fmla="*/ 93980 h 193040"/>
              <a:gd name="connsiteX39" fmla="*/ 105410 w 264159"/>
              <a:gd name="connsiteY39" fmla="*/ 86360 h 193040"/>
              <a:gd name="connsiteX40" fmla="*/ 96520 w 264159"/>
              <a:gd name="connsiteY40" fmla="*/ 81280 h 193040"/>
              <a:gd name="connsiteX41" fmla="*/ 49530 w 264159"/>
              <a:gd name="connsiteY41" fmla="*/ 8128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4159" h="193040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233680" y="0"/>
                </a:lnTo>
                <a:cubicBezTo>
                  <a:pt x="250190" y="0"/>
                  <a:pt x="264160" y="13970"/>
                  <a:pt x="264160" y="30480"/>
                </a:cubicBezTo>
                <a:lnTo>
                  <a:pt x="264160" y="162560"/>
                </a:lnTo>
                <a:cubicBezTo>
                  <a:pt x="264160" y="179070"/>
                  <a:pt x="250190" y="193040"/>
                  <a:pt x="233680" y="193040"/>
                </a:cubicBezTo>
                <a:lnTo>
                  <a:pt x="30480" y="193040"/>
                </a:lnTo>
                <a:cubicBezTo>
                  <a:pt x="13970" y="193040"/>
                  <a:pt x="0" y="179070"/>
                  <a:pt x="0" y="162560"/>
                </a:cubicBezTo>
                <a:lnTo>
                  <a:pt x="0" y="30480"/>
                </a:lnTo>
                <a:close/>
                <a:moveTo>
                  <a:pt x="30480" y="20320"/>
                </a:moveTo>
                <a:cubicBezTo>
                  <a:pt x="25400" y="20320"/>
                  <a:pt x="20320" y="25400"/>
                  <a:pt x="20320" y="30480"/>
                </a:cubicBezTo>
                <a:lnTo>
                  <a:pt x="20320" y="162560"/>
                </a:lnTo>
                <a:cubicBezTo>
                  <a:pt x="20320" y="167640"/>
                  <a:pt x="25400" y="172720"/>
                  <a:pt x="30480" y="172720"/>
                </a:cubicBezTo>
                <a:lnTo>
                  <a:pt x="233680" y="172720"/>
                </a:lnTo>
                <a:cubicBezTo>
                  <a:pt x="238760" y="172720"/>
                  <a:pt x="243840" y="167640"/>
                  <a:pt x="243840" y="162560"/>
                </a:cubicBezTo>
                <a:lnTo>
                  <a:pt x="243840" y="30480"/>
                </a:lnTo>
                <a:cubicBezTo>
                  <a:pt x="243840" y="25400"/>
                  <a:pt x="238760" y="20320"/>
                  <a:pt x="233680" y="20320"/>
                </a:cubicBezTo>
                <a:lnTo>
                  <a:pt x="30480" y="20320"/>
                </a:lnTo>
                <a:close/>
                <a:moveTo>
                  <a:pt x="40640" y="50800"/>
                </a:moveTo>
                <a:cubicBezTo>
                  <a:pt x="40640" y="45720"/>
                  <a:pt x="45720" y="40640"/>
                  <a:pt x="50800" y="40640"/>
                </a:cubicBezTo>
                <a:lnTo>
                  <a:pt x="213360" y="40640"/>
                </a:lnTo>
                <a:cubicBezTo>
                  <a:pt x="218440" y="40640"/>
                  <a:pt x="223520" y="45720"/>
                  <a:pt x="223520" y="50800"/>
                </a:cubicBezTo>
                <a:cubicBezTo>
                  <a:pt x="223520" y="55880"/>
                  <a:pt x="218440" y="60960"/>
                  <a:pt x="213360" y="60960"/>
                </a:cubicBezTo>
                <a:lnTo>
                  <a:pt x="50800" y="60960"/>
                </a:lnTo>
                <a:cubicBezTo>
                  <a:pt x="44450" y="60960"/>
                  <a:pt x="40640" y="57150"/>
                  <a:pt x="40640" y="50800"/>
                </a:cubicBezTo>
                <a:close/>
                <a:moveTo>
                  <a:pt x="49530" y="81280"/>
                </a:moveTo>
                <a:cubicBezTo>
                  <a:pt x="44450" y="81280"/>
                  <a:pt x="39370" y="86360"/>
                  <a:pt x="39370" y="91440"/>
                </a:cubicBezTo>
                <a:cubicBezTo>
                  <a:pt x="39370" y="96520"/>
                  <a:pt x="44450" y="101600"/>
                  <a:pt x="49530" y="101600"/>
                </a:cubicBezTo>
                <a:lnTo>
                  <a:pt x="95250" y="101600"/>
                </a:lnTo>
                <a:lnTo>
                  <a:pt x="97790" y="105410"/>
                </a:lnTo>
                <a:cubicBezTo>
                  <a:pt x="114300" y="127000"/>
                  <a:pt x="146050" y="127000"/>
                  <a:pt x="162560" y="105410"/>
                </a:cubicBezTo>
                <a:lnTo>
                  <a:pt x="165100" y="101600"/>
                </a:lnTo>
                <a:lnTo>
                  <a:pt x="210820" y="101600"/>
                </a:lnTo>
                <a:cubicBezTo>
                  <a:pt x="215900" y="101600"/>
                  <a:pt x="220980" y="96520"/>
                  <a:pt x="220980" y="91440"/>
                </a:cubicBezTo>
                <a:cubicBezTo>
                  <a:pt x="220980" y="86360"/>
                  <a:pt x="215900" y="81280"/>
                  <a:pt x="210820" y="81280"/>
                </a:cubicBezTo>
                <a:lnTo>
                  <a:pt x="160020" y="81280"/>
                </a:lnTo>
                <a:cubicBezTo>
                  <a:pt x="156210" y="81280"/>
                  <a:pt x="153670" y="82550"/>
                  <a:pt x="151130" y="86360"/>
                </a:cubicBezTo>
                <a:lnTo>
                  <a:pt x="144780" y="93980"/>
                </a:lnTo>
                <a:cubicBezTo>
                  <a:pt x="137160" y="105410"/>
                  <a:pt x="120650" y="105410"/>
                  <a:pt x="111760" y="93980"/>
                </a:cubicBezTo>
                <a:lnTo>
                  <a:pt x="105410" y="86360"/>
                </a:lnTo>
                <a:cubicBezTo>
                  <a:pt x="102870" y="83820"/>
                  <a:pt x="100330" y="81280"/>
                  <a:pt x="96520" y="81280"/>
                </a:cubicBezTo>
                <a:lnTo>
                  <a:pt x="49530" y="812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6" name="Полилиния: фигура 229">
            <a:extLst>
              <a:ext uri="{FF2B5EF4-FFF2-40B4-BE49-F238E27FC236}">
                <a16:creationId xmlns:a16="http://schemas.microsoft.com/office/drawing/2014/main" id="{59CD5C90-AEF6-B845-4031-3D17FB74BD1A}"/>
              </a:ext>
            </a:extLst>
          </p:cNvPr>
          <p:cNvSpPr/>
          <p:nvPr/>
        </p:nvSpPr>
        <p:spPr>
          <a:xfrm>
            <a:off x="10596638" y="4000431"/>
            <a:ext cx="262890" cy="262889"/>
          </a:xfrm>
          <a:custGeom>
            <a:avLst/>
            <a:gdLst>
              <a:gd name="connsiteX0" fmla="*/ 130810 w 262890"/>
              <a:gd name="connsiteY0" fmla="*/ 0 h 262889"/>
              <a:gd name="connsiteX1" fmla="*/ 130810 w 262890"/>
              <a:gd name="connsiteY1" fmla="*/ 0 h 262889"/>
              <a:gd name="connsiteX2" fmla="*/ 130810 w 262890"/>
              <a:gd name="connsiteY2" fmla="*/ 0 h 262889"/>
              <a:gd name="connsiteX3" fmla="*/ 187960 w 262890"/>
              <a:gd name="connsiteY3" fmla="*/ 1270 h 262889"/>
              <a:gd name="connsiteX4" fmla="*/ 224790 w 262890"/>
              <a:gd name="connsiteY4" fmla="*/ 12700 h 262889"/>
              <a:gd name="connsiteX5" fmla="*/ 250190 w 262890"/>
              <a:gd name="connsiteY5" fmla="*/ 38100 h 262889"/>
              <a:gd name="connsiteX6" fmla="*/ 261620 w 262890"/>
              <a:gd name="connsiteY6" fmla="*/ 74930 h 262889"/>
              <a:gd name="connsiteX7" fmla="*/ 262890 w 262890"/>
              <a:gd name="connsiteY7" fmla="*/ 130810 h 262889"/>
              <a:gd name="connsiteX8" fmla="*/ 262890 w 262890"/>
              <a:gd name="connsiteY8" fmla="*/ 130810 h 262889"/>
              <a:gd name="connsiteX9" fmla="*/ 262890 w 262890"/>
              <a:gd name="connsiteY9" fmla="*/ 132080 h 262889"/>
              <a:gd name="connsiteX10" fmla="*/ 262890 w 262890"/>
              <a:gd name="connsiteY10" fmla="*/ 132080 h 262889"/>
              <a:gd name="connsiteX11" fmla="*/ 261620 w 262890"/>
              <a:gd name="connsiteY11" fmla="*/ 187960 h 262889"/>
              <a:gd name="connsiteX12" fmla="*/ 250190 w 262890"/>
              <a:gd name="connsiteY12" fmla="*/ 224790 h 262889"/>
              <a:gd name="connsiteX13" fmla="*/ 224790 w 262890"/>
              <a:gd name="connsiteY13" fmla="*/ 250190 h 262889"/>
              <a:gd name="connsiteX14" fmla="*/ 187960 w 262890"/>
              <a:gd name="connsiteY14" fmla="*/ 261620 h 262889"/>
              <a:gd name="connsiteX15" fmla="*/ 132080 w 262890"/>
              <a:gd name="connsiteY15" fmla="*/ 262890 h 262889"/>
              <a:gd name="connsiteX16" fmla="*/ 132080 w 262890"/>
              <a:gd name="connsiteY16" fmla="*/ 262890 h 262889"/>
              <a:gd name="connsiteX17" fmla="*/ 130810 w 262890"/>
              <a:gd name="connsiteY17" fmla="*/ 262890 h 262889"/>
              <a:gd name="connsiteX18" fmla="*/ 130810 w 262890"/>
              <a:gd name="connsiteY18" fmla="*/ 262890 h 262889"/>
              <a:gd name="connsiteX19" fmla="*/ 74930 w 262890"/>
              <a:gd name="connsiteY19" fmla="*/ 261620 h 262889"/>
              <a:gd name="connsiteX20" fmla="*/ 38100 w 262890"/>
              <a:gd name="connsiteY20" fmla="*/ 250190 h 262889"/>
              <a:gd name="connsiteX21" fmla="*/ 12700 w 262890"/>
              <a:gd name="connsiteY21" fmla="*/ 224790 h 262889"/>
              <a:gd name="connsiteX22" fmla="*/ 1270 w 262890"/>
              <a:gd name="connsiteY22" fmla="*/ 187960 h 262889"/>
              <a:gd name="connsiteX23" fmla="*/ 0 w 262890"/>
              <a:gd name="connsiteY23" fmla="*/ 132080 h 262889"/>
              <a:gd name="connsiteX24" fmla="*/ 0 w 262890"/>
              <a:gd name="connsiteY24" fmla="*/ 132080 h 262889"/>
              <a:gd name="connsiteX25" fmla="*/ 0 w 262890"/>
              <a:gd name="connsiteY25" fmla="*/ 132080 h 262889"/>
              <a:gd name="connsiteX26" fmla="*/ 0 w 262890"/>
              <a:gd name="connsiteY26" fmla="*/ 132080 h 262889"/>
              <a:gd name="connsiteX27" fmla="*/ 1270 w 262890"/>
              <a:gd name="connsiteY27" fmla="*/ 76200 h 262889"/>
              <a:gd name="connsiteX28" fmla="*/ 12700 w 262890"/>
              <a:gd name="connsiteY28" fmla="*/ 39370 h 262889"/>
              <a:gd name="connsiteX29" fmla="*/ 38100 w 262890"/>
              <a:gd name="connsiteY29" fmla="*/ 13970 h 262889"/>
              <a:gd name="connsiteX30" fmla="*/ 74930 w 262890"/>
              <a:gd name="connsiteY30" fmla="*/ 2540 h 262889"/>
              <a:gd name="connsiteX31" fmla="*/ 130810 w 262890"/>
              <a:gd name="connsiteY31" fmla="*/ 0 h 262889"/>
              <a:gd name="connsiteX32" fmla="*/ 130810 w 262890"/>
              <a:gd name="connsiteY32" fmla="*/ 0 h 262889"/>
              <a:gd name="connsiteX33" fmla="*/ 76200 w 262890"/>
              <a:gd name="connsiteY33" fmla="*/ 21590 h 262889"/>
              <a:gd name="connsiteX34" fmla="*/ 48260 w 262890"/>
              <a:gd name="connsiteY34" fmla="*/ 29210 h 262889"/>
              <a:gd name="connsiteX35" fmla="*/ 29210 w 262890"/>
              <a:gd name="connsiteY35" fmla="*/ 48260 h 262889"/>
              <a:gd name="connsiteX36" fmla="*/ 21590 w 262890"/>
              <a:gd name="connsiteY36" fmla="*/ 76200 h 262889"/>
              <a:gd name="connsiteX37" fmla="*/ 20320 w 262890"/>
              <a:gd name="connsiteY37" fmla="*/ 130810 h 262889"/>
              <a:gd name="connsiteX38" fmla="*/ 21590 w 262890"/>
              <a:gd name="connsiteY38" fmla="*/ 185420 h 262889"/>
              <a:gd name="connsiteX39" fmla="*/ 29210 w 262890"/>
              <a:gd name="connsiteY39" fmla="*/ 213360 h 262889"/>
              <a:gd name="connsiteX40" fmla="*/ 48260 w 262890"/>
              <a:gd name="connsiteY40" fmla="*/ 232410 h 262889"/>
              <a:gd name="connsiteX41" fmla="*/ 76200 w 262890"/>
              <a:gd name="connsiteY41" fmla="*/ 240030 h 262889"/>
              <a:gd name="connsiteX42" fmla="*/ 130810 w 262890"/>
              <a:gd name="connsiteY42" fmla="*/ 241300 h 262889"/>
              <a:gd name="connsiteX43" fmla="*/ 185420 w 262890"/>
              <a:gd name="connsiteY43" fmla="*/ 240030 h 262889"/>
              <a:gd name="connsiteX44" fmla="*/ 213360 w 262890"/>
              <a:gd name="connsiteY44" fmla="*/ 232410 h 262889"/>
              <a:gd name="connsiteX45" fmla="*/ 232410 w 262890"/>
              <a:gd name="connsiteY45" fmla="*/ 213360 h 262889"/>
              <a:gd name="connsiteX46" fmla="*/ 240030 w 262890"/>
              <a:gd name="connsiteY46" fmla="*/ 185420 h 262889"/>
              <a:gd name="connsiteX47" fmla="*/ 241300 w 262890"/>
              <a:gd name="connsiteY47" fmla="*/ 130810 h 262889"/>
              <a:gd name="connsiteX48" fmla="*/ 240030 w 262890"/>
              <a:gd name="connsiteY48" fmla="*/ 76200 h 262889"/>
              <a:gd name="connsiteX49" fmla="*/ 232410 w 262890"/>
              <a:gd name="connsiteY49" fmla="*/ 48260 h 262889"/>
              <a:gd name="connsiteX50" fmla="*/ 213360 w 262890"/>
              <a:gd name="connsiteY50" fmla="*/ 29210 h 262889"/>
              <a:gd name="connsiteX51" fmla="*/ 185420 w 262890"/>
              <a:gd name="connsiteY51" fmla="*/ 21590 h 262889"/>
              <a:gd name="connsiteX52" fmla="*/ 130810 w 262890"/>
              <a:gd name="connsiteY52" fmla="*/ 20320 h 262889"/>
              <a:gd name="connsiteX53" fmla="*/ 76200 w 262890"/>
              <a:gd name="connsiteY53" fmla="*/ 21590 h 262889"/>
              <a:gd name="connsiteX54" fmla="*/ 115570 w 262890"/>
              <a:gd name="connsiteY54" fmla="*/ 91440 h 262889"/>
              <a:gd name="connsiteX55" fmla="*/ 115570 w 262890"/>
              <a:gd name="connsiteY55" fmla="*/ 127000 h 262889"/>
              <a:gd name="connsiteX56" fmla="*/ 138430 w 262890"/>
              <a:gd name="connsiteY56" fmla="*/ 127000 h 262889"/>
              <a:gd name="connsiteX57" fmla="*/ 156210 w 262890"/>
              <a:gd name="connsiteY57" fmla="*/ 109220 h 262889"/>
              <a:gd name="connsiteX58" fmla="*/ 138430 w 262890"/>
              <a:gd name="connsiteY58" fmla="*/ 91440 h 262889"/>
              <a:gd name="connsiteX59" fmla="*/ 115570 w 262890"/>
              <a:gd name="connsiteY59" fmla="*/ 91440 h 262889"/>
              <a:gd name="connsiteX60" fmla="*/ 176530 w 262890"/>
              <a:gd name="connsiteY60" fmla="*/ 109220 h 262889"/>
              <a:gd name="connsiteX61" fmla="*/ 138430 w 262890"/>
              <a:gd name="connsiteY61" fmla="*/ 147320 h 262889"/>
              <a:gd name="connsiteX62" fmla="*/ 115570 w 262890"/>
              <a:gd name="connsiteY62" fmla="*/ 147320 h 262889"/>
              <a:gd name="connsiteX63" fmla="*/ 115570 w 262890"/>
              <a:gd name="connsiteY63" fmla="*/ 157480 h 262889"/>
              <a:gd name="connsiteX64" fmla="*/ 130810 w 262890"/>
              <a:gd name="connsiteY64" fmla="*/ 157480 h 262889"/>
              <a:gd name="connsiteX65" fmla="*/ 140970 w 262890"/>
              <a:gd name="connsiteY65" fmla="*/ 167640 h 262889"/>
              <a:gd name="connsiteX66" fmla="*/ 130810 w 262890"/>
              <a:gd name="connsiteY66" fmla="*/ 177800 h 262889"/>
              <a:gd name="connsiteX67" fmla="*/ 115570 w 262890"/>
              <a:gd name="connsiteY67" fmla="*/ 177800 h 262889"/>
              <a:gd name="connsiteX68" fmla="*/ 115570 w 262890"/>
              <a:gd name="connsiteY68" fmla="*/ 182880 h 262889"/>
              <a:gd name="connsiteX69" fmla="*/ 105410 w 262890"/>
              <a:gd name="connsiteY69" fmla="*/ 193040 h 262889"/>
              <a:gd name="connsiteX70" fmla="*/ 95250 w 262890"/>
              <a:gd name="connsiteY70" fmla="*/ 182880 h 262889"/>
              <a:gd name="connsiteX71" fmla="*/ 95250 w 262890"/>
              <a:gd name="connsiteY71" fmla="*/ 177800 h 262889"/>
              <a:gd name="connsiteX72" fmla="*/ 90170 w 262890"/>
              <a:gd name="connsiteY72" fmla="*/ 177800 h 262889"/>
              <a:gd name="connsiteX73" fmla="*/ 80010 w 262890"/>
              <a:gd name="connsiteY73" fmla="*/ 167640 h 262889"/>
              <a:gd name="connsiteX74" fmla="*/ 90170 w 262890"/>
              <a:gd name="connsiteY74" fmla="*/ 157480 h 262889"/>
              <a:gd name="connsiteX75" fmla="*/ 95250 w 262890"/>
              <a:gd name="connsiteY75" fmla="*/ 157480 h 262889"/>
              <a:gd name="connsiteX76" fmla="*/ 95250 w 262890"/>
              <a:gd name="connsiteY76" fmla="*/ 147320 h 262889"/>
              <a:gd name="connsiteX77" fmla="*/ 90170 w 262890"/>
              <a:gd name="connsiteY77" fmla="*/ 147320 h 262889"/>
              <a:gd name="connsiteX78" fmla="*/ 80010 w 262890"/>
              <a:gd name="connsiteY78" fmla="*/ 137160 h 262889"/>
              <a:gd name="connsiteX79" fmla="*/ 90170 w 262890"/>
              <a:gd name="connsiteY79" fmla="*/ 127000 h 262889"/>
              <a:gd name="connsiteX80" fmla="*/ 95250 w 262890"/>
              <a:gd name="connsiteY80" fmla="*/ 127000 h 262889"/>
              <a:gd name="connsiteX81" fmla="*/ 95250 w 262890"/>
              <a:gd name="connsiteY81" fmla="*/ 82550 h 262889"/>
              <a:gd name="connsiteX82" fmla="*/ 106680 w 262890"/>
              <a:gd name="connsiteY82" fmla="*/ 71120 h 262889"/>
              <a:gd name="connsiteX83" fmla="*/ 138430 w 262890"/>
              <a:gd name="connsiteY83" fmla="*/ 71120 h 262889"/>
              <a:gd name="connsiteX84" fmla="*/ 176530 w 262890"/>
              <a:gd name="connsiteY84" fmla="*/ 109220 h 2628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</a:cxnLst>
            <a:rect l="l" t="t" r="r" b="b"/>
            <a:pathLst>
              <a:path w="262890" h="262889">
                <a:moveTo>
                  <a:pt x="130810" y="0"/>
                </a:moveTo>
                <a:lnTo>
                  <a:pt x="130810" y="0"/>
                </a:lnTo>
                <a:lnTo>
                  <a:pt x="130810" y="0"/>
                </a:lnTo>
                <a:cubicBezTo>
                  <a:pt x="154940" y="0"/>
                  <a:pt x="173990" y="0"/>
                  <a:pt x="187960" y="1270"/>
                </a:cubicBezTo>
                <a:cubicBezTo>
                  <a:pt x="203200" y="2540"/>
                  <a:pt x="214630" y="5080"/>
                  <a:pt x="224790" y="12700"/>
                </a:cubicBezTo>
                <a:cubicBezTo>
                  <a:pt x="234950" y="19050"/>
                  <a:pt x="243840" y="27940"/>
                  <a:pt x="250190" y="38100"/>
                </a:cubicBezTo>
                <a:cubicBezTo>
                  <a:pt x="256540" y="48260"/>
                  <a:pt x="260350" y="60960"/>
                  <a:pt x="261620" y="74930"/>
                </a:cubicBezTo>
                <a:cubicBezTo>
                  <a:pt x="262890" y="88900"/>
                  <a:pt x="262890" y="107950"/>
                  <a:pt x="262890" y="130810"/>
                </a:cubicBezTo>
                <a:lnTo>
                  <a:pt x="262890" y="130810"/>
                </a:lnTo>
                <a:lnTo>
                  <a:pt x="262890" y="132080"/>
                </a:lnTo>
                <a:lnTo>
                  <a:pt x="262890" y="132080"/>
                </a:lnTo>
                <a:cubicBezTo>
                  <a:pt x="262890" y="154940"/>
                  <a:pt x="262890" y="173990"/>
                  <a:pt x="261620" y="187960"/>
                </a:cubicBezTo>
                <a:cubicBezTo>
                  <a:pt x="260350" y="203200"/>
                  <a:pt x="257810" y="214630"/>
                  <a:pt x="250190" y="224790"/>
                </a:cubicBezTo>
                <a:cubicBezTo>
                  <a:pt x="243840" y="234950"/>
                  <a:pt x="234950" y="243840"/>
                  <a:pt x="224790" y="250190"/>
                </a:cubicBezTo>
                <a:cubicBezTo>
                  <a:pt x="214630" y="256540"/>
                  <a:pt x="201930" y="260350"/>
                  <a:pt x="187960" y="261620"/>
                </a:cubicBezTo>
                <a:cubicBezTo>
                  <a:pt x="173990" y="262890"/>
                  <a:pt x="154940" y="262890"/>
                  <a:pt x="132080" y="262890"/>
                </a:cubicBezTo>
                <a:lnTo>
                  <a:pt x="132080" y="262890"/>
                </a:lnTo>
                <a:lnTo>
                  <a:pt x="130810" y="262890"/>
                </a:lnTo>
                <a:lnTo>
                  <a:pt x="130810" y="262890"/>
                </a:lnTo>
                <a:cubicBezTo>
                  <a:pt x="107950" y="262890"/>
                  <a:pt x="88900" y="262890"/>
                  <a:pt x="74930" y="261620"/>
                </a:cubicBezTo>
                <a:cubicBezTo>
                  <a:pt x="59690" y="260350"/>
                  <a:pt x="48260" y="257810"/>
                  <a:pt x="38100" y="250190"/>
                </a:cubicBezTo>
                <a:cubicBezTo>
                  <a:pt x="27940" y="243840"/>
                  <a:pt x="19050" y="234950"/>
                  <a:pt x="12700" y="224790"/>
                </a:cubicBezTo>
                <a:cubicBezTo>
                  <a:pt x="6350" y="214630"/>
                  <a:pt x="2540" y="201930"/>
                  <a:pt x="1270" y="187960"/>
                </a:cubicBezTo>
                <a:cubicBezTo>
                  <a:pt x="0" y="173990"/>
                  <a:pt x="0" y="154940"/>
                  <a:pt x="0" y="132080"/>
                </a:cubicBezTo>
                <a:lnTo>
                  <a:pt x="0" y="132080"/>
                </a:lnTo>
                <a:lnTo>
                  <a:pt x="0" y="132080"/>
                </a:lnTo>
                <a:lnTo>
                  <a:pt x="0" y="132080"/>
                </a:lnTo>
                <a:cubicBezTo>
                  <a:pt x="0" y="109220"/>
                  <a:pt x="0" y="90170"/>
                  <a:pt x="1270" y="76200"/>
                </a:cubicBezTo>
                <a:cubicBezTo>
                  <a:pt x="2540" y="60960"/>
                  <a:pt x="5080" y="49530"/>
                  <a:pt x="12700" y="39370"/>
                </a:cubicBezTo>
                <a:cubicBezTo>
                  <a:pt x="19050" y="29210"/>
                  <a:pt x="27940" y="20320"/>
                  <a:pt x="38100" y="13970"/>
                </a:cubicBezTo>
                <a:cubicBezTo>
                  <a:pt x="48260" y="7620"/>
                  <a:pt x="60960" y="3810"/>
                  <a:pt x="74930" y="2540"/>
                </a:cubicBezTo>
                <a:cubicBezTo>
                  <a:pt x="88900" y="0"/>
                  <a:pt x="106680" y="0"/>
                  <a:pt x="130810" y="0"/>
                </a:cubicBezTo>
                <a:lnTo>
                  <a:pt x="130810" y="0"/>
                </a:lnTo>
                <a:close/>
                <a:moveTo>
                  <a:pt x="76200" y="21590"/>
                </a:moveTo>
                <a:cubicBezTo>
                  <a:pt x="63500" y="22860"/>
                  <a:pt x="54610" y="25400"/>
                  <a:pt x="48260" y="29210"/>
                </a:cubicBezTo>
                <a:cubicBezTo>
                  <a:pt x="40640" y="34290"/>
                  <a:pt x="34290" y="40640"/>
                  <a:pt x="29210" y="48260"/>
                </a:cubicBezTo>
                <a:cubicBezTo>
                  <a:pt x="25400" y="54610"/>
                  <a:pt x="22860" y="63500"/>
                  <a:pt x="21590" y="76200"/>
                </a:cubicBezTo>
                <a:cubicBezTo>
                  <a:pt x="20320" y="90170"/>
                  <a:pt x="20320" y="106680"/>
                  <a:pt x="20320" y="130810"/>
                </a:cubicBezTo>
                <a:cubicBezTo>
                  <a:pt x="20320" y="154940"/>
                  <a:pt x="20320" y="171450"/>
                  <a:pt x="21590" y="185420"/>
                </a:cubicBezTo>
                <a:cubicBezTo>
                  <a:pt x="22860" y="198120"/>
                  <a:pt x="25400" y="207010"/>
                  <a:pt x="29210" y="213360"/>
                </a:cubicBezTo>
                <a:cubicBezTo>
                  <a:pt x="34290" y="220980"/>
                  <a:pt x="40640" y="227330"/>
                  <a:pt x="48260" y="232410"/>
                </a:cubicBezTo>
                <a:cubicBezTo>
                  <a:pt x="54610" y="236220"/>
                  <a:pt x="63500" y="238760"/>
                  <a:pt x="76200" y="240030"/>
                </a:cubicBezTo>
                <a:cubicBezTo>
                  <a:pt x="90170" y="241300"/>
                  <a:pt x="106680" y="241300"/>
                  <a:pt x="130810" y="241300"/>
                </a:cubicBezTo>
                <a:cubicBezTo>
                  <a:pt x="154940" y="241300"/>
                  <a:pt x="171450" y="241300"/>
                  <a:pt x="185420" y="240030"/>
                </a:cubicBezTo>
                <a:cubicBezTo>
                  <a:pt x="198120" y="238760"/>
                  <a:pt x="207010" y="236220"/>
                  <a:pt x="213360" y="232410"/>
                </a:cubicBezTo>
                <a:cubicBezTo>
                  <a:pt x="220980" y="227330"/>
                  <a:pt x="227330" y="220980"/>
                  <a:pt x="232410" y="213360"/>
                </a:cubicBezTo>
                <a:cubicBezTo>
                  <a:pt x="236220" y="207010"/>
                  <a:pt x="238760" y="198120"/>
                  <a:pt x="240030" y="185420"/>
                </a:cubicBezTo>
                <a:cubicBezTo>
                  <a:pt x="241300" y="171450"/>
                  <a:pt x="241300" y="154940"/>
                  <a:pt x="241300" y="130810"/>
                </a:cubicBezTo>
                <a:cubicBezTo>
                  <a:pt x="241300" y="106680"/>
                  <a:pt x="241300" y="90170"/>
                  <a:pt x="240030" y="76200"/>
                </a:cubicBezTo>
                <a:cubicBezTo>
                  <a:pt x="238760" y="63500"/>
                  <a:pt x="236220" y="54610"/>
                  <a:pt x="232410" y="48260"/>
                </a:cubicBezTo>
                <a:cubicBezTo>
                  <a:pt x="227330" y="40640"/>
                  <a:pt x="220980" y="34290"/>
                  <a:pt x="213360" y="29210"/>
                </a:cubicBezTo>
                <a:cubicBezTo>
                  <a:pt x="207010" y="25400"/>
                  <a:pt x="198120" y="22860"/>
                  <a:pt x="185420" y="21590"/>
                </a:cubicBezTo>
                <a:cubicBezTo>
                  <a:pt x="171450" y="20320"/>
                  <a:pt x="154940" y="20320"/>
                  <a:pt x="130810" y="20320"/>
                </a:cubicBezTo>
                <a:cubicBezTo>
                  <a:pt x="106680" y="20320"/>
                  <a:pt x="90170" y="20320"/>
                  <a:pt x="76200" y="21590"/>
                </a:cubicBezTo>
                <a:close/>
                <a:moveTo>
                  <a:pt x="115570" y="91440"/>
                </a:moveTo>
                <a:lnTo>
                  <a:pt x="115570" y="127000"/>
                </a:lnTo>
                <a:lnTo>
                  <a:pt x="138430" y="127000"/>
                </a:lnTo>
                <a:cubicBezTo>
                  <a:pt x="148590" y="127000"/>
                  <a:pt x="156210" y="119380"/>
                  <a:pt x="156210" y="109220"/>
                </a:cubicBezTo>
                <a:cubicBezTo>
                  <a:pt x="156210" y="99060"/>
                  <a:pt x="148590" y="91440"/>
                  <a:pt x="138430" y="91440"/>
                </a:cubicBezTo>
                <a:lnTo>
                  <a:pt x="115570" y="91440"/>
                </a:lnTo>
                <a:close/>
                <a:moveTo>
                  <a:pt x="176530" y="109220"/>
                </a:moveTo>
                <a:cubicBezTo>
                  <a:pt x="176530" y="130810"/>
                  <a:pt x="160020" y="147320"/>
                  <a:pt x="138430" y="147320"/>
                </a:cubicBezTo>
                <a:lnTo>
                  <a:pt x="115570" y="147320"/>
                </a:lnTo>
                <a:lnTo>
                  <a:pt x="115570" y="157480"/>
                </a:lnTo>
                <a:lnTo>
                  <a:pt x="130810" y="157480"/>
                </a:lnTo>
                <a:cubicBezTo>
                  <a:pt x="135890" y="157480"/>
                  <a:pt x="140970" y="162560"/>
                  <a:pt x="140970" y="167640"/>
                </a:cubicBezTo>
                <a:cubicBezTo>
                  <a:pt x="140970" y="172720"/>
                  <a:pt x="135890" y="177800"/>
                  <a:pt x="130810" y="177800"/>
                </a:cubicBezTo>
                <a:lnTo>
                  <a:pt x="115570" y="177800"/>
                </a:lnTo>
                <a:lnTo>
                  <a:pt x="115570" y="182880"/>
                </a:lnTo>
                <a:cubicBezTo>
                  <a:pt x="115570" y="187960"/>
                  <a:pt x="110490" y="193040"/>
                  <a:pt x="105410" y="193040"/>
                </a:cubicBezTo>
                <a:cubicBezTo>
                  <a:pt x="100330" y="193040"/>
                  <a:pt x="95250" y="187960"/>
                  <a:pt x="95250" y="182880"/>
                </a:cubicBezTo>
                <a:lnTo>
                  <a:pt x="95250" y="177800"/>
                </a:lnTo>
                <a:lnTo>
                  <a:pt x="90170" y="177800"/>
                </a:lnTo>
                <a:cubicBezTo>
                  <a:pt x="85090" y="177800"/>
                  <a:pt x="80010" y="172720"/>
                  <a:pt x="80010" y="167640"/>
                </a:cubicBezTo>
                <a:cubicBezTo>
                  <a:pt x="80010" y="162560"/>
                  <a:pt x="85090" y="157480"/>
                  <a:pt x="90170" y="157480"/>
                </a:cubicBezTo>
                <a:lnTo>
                  <a:pt x="95250" y="157480"/>
                </a:lnTo>
                <a:lnTo>
                  <a:pt x="95250" y="147320"/>
                </a:lnTo>
                <a:lnTo>
                  <a:pt x="90170" y="147320"/>
                </a:lnTo>
                <a:cubicBezTo>
                  <a:pt x="85090" y="147320"/>
                  <a:pt x="80010" y="142240"/>
                  <a:pt x="80010" y="137160"/>
                </a:cubicBezTo>
                <a:cubicBezTo>
                  <a:pt x="80010" y="132080"/>
                  <a:pt x="85090" y="127000"/>
                  <a:pt x="90170" y="127000"/>
                </a:cubicBezTo>
                <a:lnTo>
                  <a:pt x="95250" y="127000"/>
                </a:lnTo>
                <a:lnTo>
                  <a:pt x="95250" y="82550"/>
                </a:lnTo>
                <a:cubicBezTo>
                  <a:pt x="95250" y="76200"/>
                  <a:pt x="100330" y="71120"/>
                  <a:pt x="106680" y="71120"/>
                </a:cubicBezTo>
                <a:lnTo>
                  <a:pt x="138430" y="71120"/>
                </a:lnTo>
                <a:cubicBezTo>
                  <a:pt x="160020" y="71120"/>
                  <a:pt x="176530" y="88900"/>
                  <a:pt x="176530" y="1092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7" name="Полилиния: фигура 5">
            <a:extLst>
              <a:ext uri="{FF2B5EF4-FFF2-40B4-BE49-F238E27FC236}">
                <a16:creationId xmlns:a16="http://schemas.microsoft.com/office/drawing/2014/main" id="{A2590A91-BBA3-C8EF-EB22-0013ECF22D21}"/>
              </a:ext>
            </a:extLst>
          </p:cNvPr>
          <p:cNvSpPr/>
          <p:nvPr/>
        </p:nvSpPr>
        <p:spPr>
          <a:xfrm>
            <a:off x="1095623" y="2649400"/>
            <a:ext cx="267970" cy="238759"/>
          </a:xfrm>
          <a:custGeom>
            <a:avLst/>
            <a:gdLst>
              <a:gd name="connsiteX0" fmla="*/ 0 w 267970"/>
              <a:gd name="connsiteY0" fmla="*/ 10160 h 238759"/>
              <a:gd name="connsiteX1" fmla="*/ 10160 w 267970"/>
              <a:gd name="connsiteY1" fmla="*/ 0 h 238759"/>
              <a:gd name="connsiteX2" fmla="*/ 44450 w 267970"/>
              <a:gd name="connsiteY2" fmla="*/ 0 h 238759"/>
              <a:gd name="connsiteX3" fmla="*/ 54610 w 267970"/>
              <a:gd name="connsiteY3" fmla="*/ 7620 h 238759"/>
              <a:gd name="connsiteX4" fmla="*/ 62230 w 267970"/>
              <a:gd name="connsiteY4" fmla="*/ 35560 h 238759"/>
              <a:gd name="connsiteX5" fmla="*/ 256540 w 267970"/>
              <a:gd name="connsiteY5" fmla="*/ 35560 h 238759"/>
              <a:gd name="connsiteX6" fmla="*/ 267970 w 267970"/>
              <a:gd name="connsiteY6" fmla="*/ 48260 h 238759"/>
              <a:gd name="connsiteX7" fmla="*/ 255270 w 267970"/>
              <a:gd name="connsiteY7" fmla="*/ 161290 h 238759"/>
              <a:gd name="connsiteX8" fmla="*/ 224790 w 267970"/>
              <a:gd name="connsiteY8" fmla="*/ 187960 h 238759"/>
              <a:gd name="connsiteX9" fmla="*/ 83820 w 267970"/>
              <a:gd name="connsiteY9" fmla="*/ 187960 h 238759"/>
              <a:gd name="connsiteX10" fmla="*/ 53340 w 267970"/>
              <a:gd name="connsiteY10" fmla="*/ 160020 h 238759"/>
              <a:gd name="connsiteX11" fmla="*/ 44450 w 267970"/>
              <a:gd name="connsiteY11" fmla="*/ 48260 h 238759"/>
              <a:gd name="connsiteX12" fmla="*/ 36830 w 267970"/>
              <a:gd name="connsiteY12" fmla="*/ 21590 h 238759"/>
              <a:gd name="connsiteX13" fmla="*/ 10160 w 267970"/>
              <a:gd name="connsiteY13" fmla="*/ 21590 h 238759"/>
              <a:gd name="connsiteX14" fmla="*/ 0 w 267970"/>
              <a:gd name="connsiteY14" fmla="*/ 10160 h 238759"/>
              <a:gd name="connsiteX15" fmla="*/ 67310 w 267970"/>
              <a:gd name="connsiteY15" fmla="*/ 55880 h 238759"/>
              <a:gd name="connsiteX16" fmla="*/ 74930 w 267970"/>
              <a:gd name="connsiteY16" fmla="*/ 157480 h 238759"/>
              <a:gd name="connsiteX17" fmla="*/ 85090 w 267970"/>
              <a:gd name="connsiteY17" fmla="*/ 166370 h 238759"/>
              <a:gd name="connsiteX18" fmla="*/ 226060 w 267970"/>
              <a:gd name="connsiteY18" fmla="*/ 166370 h 238759"/>
              <a:gd name="connsiteX19" fmla="*/ 236220 w 267970"/>
              <a:gd name="connsiteY19" fmla="*/ 157480 h 238759"/>
              <a:gd name="connsiteX20" fmla="*/ 247650 w 267970"/>
              <a:gd name="connsiteY20" fmla="*/ 54610 h 238759"/>
              <a:gd name="connsiteX21" fmla="*/ 67310 w 267970"/>
              <a:gd name="connsiteY21" fmla="*/ 54610 h 238759"/>
              <a:gd name="connsiteX22" fmla="*/ 111760 w 267970"/>
              <a:gd name="connsiteY22" fmla="*/ 218440 h 238759"/>
              <a:gd name="connsiteX23" fmla="*/ 91440 w 267970"/>
              <a:gd name="connsiteY23" fmla="*/ 238760 h 238759"/>
              <a:gd name="connsiteX24" fmla="*/ 71120 w 267970"/>
              <a:gd name="connsiteY24" fmla="*/ 218440 h 238759"/>
              <a:gd name="connsiteX25" fmla="*/ 91440 w 267970"/>
              <a:gd name="connsiteY25" fmla="*/ 198120 h 238759"/>
              <a:gd name="connsiteX26" fmla="*/ 111760 w 267970"/>
              <a:gd name="connsiteY26" fmla="*/ 218440 h 238759"/>
              <a:gd name="connsiteX27" fmla="*/ 213360 w 267970"/>
              <a:gd name="connsiteY27" fmla="*/ 238760 h 238759"/>
              <a:gd name="connsiteX28" fmla="*/ 233680 w 267970"/>
              <a:gd name="connsiteY28" fmla="*/ 218440 h 238759"/>
              <a:gd name="connsiteX29" fmla="*/ 213360 w 267970"/>
              <a:gd name="connsiteY29" fmla="*/ 198120 h 238759"/>
              <a:gd name="connsiteX30" fmla="*/ 193040 w 267970"/>
              <a:gd name="connsiteY30" fmla="*/ 218440 h 238759"/>
              <a:gd name="connsiteX31" fmla="*/ 213360 w 267970"/>
              <a:gd name="connsiteY31" fmla="*/ 238760 h 238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67970" h="238759"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44450" y="0"/>
                </a:lnTo>
                <a:cubicBezTo>
                  <a:pt x="49530" y="0"/>
                  <a:pt x="53340" y="3810"/>
                  <a:pt x="54610" y="7620"/>
                </a:cubicBezTo>
                <a:lnTo>
                  <a:pt x="62230" y="35560"/>
                </a:lnTo>
                <a:lnTo>
                  <a:pt x="256540" y="35560"/>
                </a:lnTo>
                <a:cubicBezTo>
                  <a:pt x="262890" y="35560"/>
                  <a:pt x="267970" y="41910"/>
                  <a:pt x="267970" y="48260"/>
                </a:cubicBezTo>
                <a:lnTo>
                  <a:pt x="255270" y="161290"/>
                </a:lnTo>
                <a:cubicBezTo>
                  <a:pt x="254000" y="176530"/>
                  <a:pt x="240030" y="187960"/>
                  <a:pt x="224790" y="187960"/>
                </a:cubicBezTo>
                <a:lnTo>
                  <a:pt x="83820" y="187960"/>
                </a:lnTo>
                <a:cubicBezTo>
                  <a:pt x="67310" y="187960"/>
                  <a:pt x="54610" y="175260"/>
                  <a:pt x="53340" y="160020"/>
                </a:cubicBezTo>
                <a:lnTo>
                  <a:pt x="44450" y="48260"/>
                </a:lnTo>
                <a:lnTo>
                  <a:pt x="36830" y="21590"/>
                </a:lnTo>
                <a:lnTo>
                  <a:pt x="10160" y="21590"/>
                </a:lnTo>
                <a:cubicBezTo>
                  <a:pt x="5080" y="20320"/>
                  <a:pt x="0" y="16510"/>
                  <a:pt x="0" y="10160"/>
                </a:cubicBezTo>
                <a:close/>
                <a:moveTo>
                  <a:pt x="67310" y="55880"/>
                </a:moveTo>
                <a:lnTo>
                  <a:pt x="74930" y="157480"/>
                </a:lnTo>
                <a:cubicBezTo>
                  <a:pt x="74930" y="162560"/>
                  <a:pt x="80010" y="166370"/>
                  <a:pt x="85090" y="166370"/>
                </a:cubicBezTo>
                <a:lnTo>
                  <a:pt x="226060" y="166370"/>
                </a:lnTo>
                <a:cubicBezTo>
                  <a:pt x="231140" y="166370"/>
                  <a:pt x="234950" y="162560"/>
                  <a:pt x="236220" y="157480"/>
                </a:cubicBezTo>
                <a:lnTo>
                  <a:pt x="247650" y="54610"/>
                </a:lnTo>
                <a:lnTo>
                  <a:pt x="67310" y="54610"/>
                </a:lnTo>
                <a:close/>
                <a:moveTo>
                  <a:pt x="111760" y="218440"/>
                </a:moveTo>
                <a:cubicBezTo>
                  <a:pt x="111760" y="229870"/>
                  <a:pt x="102870" y="238760"/>
                  <a:pt x="91440" y="238760"/>
                </a:cubicBezTo>
                <a:cubicBezTo>
                  <a:pt x="80010" y="238760"/>
                  <a:pt x="71120" y="229870"/>
                  <a:pt x="71120" y="218440"/>
                </a:cubicBezTo>
                <a:cubicBezTo>
                  <a:pt x="71120" y="207010"/>
                  <a:pt x="80010" y="198120"/>
                  <a:pt x="91440" y="198120"/>
                </a:cubicBezTo>
                <a:cubicBezTo>
                  <a:pt x="102870" y="198120"/>
                  <a:pt x="111760" y="207010"/>
                  <a:pt x="111760" y="218440"/>
                </a:cubicBezTo>
                <a:close/>
                <a:moveTo>
                  <a:pt x="213360" y="238760"/>
                </a:moveTo>
                <a:cubicBezTo>
                  <a:pt x="224790" y="238760"/>
                  <a:pt x="233680" y="229870"/>
                  <a:pt x="233680" y="218440"/>
                </a:cubicBezTo>
                <a:cubicBezTo>
                  <a:pt x="233680" y="207010"/>
                  <a:pt x="224790" y="198120"/>
                  <a:pt x="213360" y="198120"/>
                </a:cubicBezTo>
                <a:cubicBezTo>
                  <a:pt x="201930" y="198120"/>
                  <a:pt x="193040" y="207010"/>
                  <a:pt x="193040" y="218440"/>
                </a:cubicBezTo>
                <a:cubicBezTo>
                  <a:pt x="193040" y="229870"/>
                  <a:pt x="201930" y="238760"/>
                  <a:pt x="213360" y="2387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8" name="Полилиния: фигура 11">
            <a:extLst>
              <a:ext uri="{FF2B5EF4-FFF2-40B4-BE49-F238E27FC236}">
                <a16:creationId xmlns:a16="http://schemas.microsoft.com/office/drawing/2014/main" id="{FF648068-D12F-8399-0321-F7341EED33A4}"/>
              </a:ext>
            </a:extLst>
          </p:cNvPr>
          <p:cNvSpPr/>
          <p:nvPr/>
        </p:nvSpPr>
        <p:spPr>
          <a:xfrm>
            <a:off x="2792026" y="2659559"/>
            <a:ext cx="231457" cy="232727"/>
          </a:xfrm>
          <a:custGeom>
            <a:avLst/>
            <a:gdLst>
              <a:gd name="connsiteX0" fmla="*/ 211137 w 231457"/>
              <a:gd name="connsiteY0" fmla="*/ 40640 h 232727"/>
              <a:gd name="connsiteX1" fmla="*/ 190818 w 231457"/>
              <a:gd name="connsiteY1" fmla="*/ 20320 h 232727"/>
              <a:gd name="connsiteX2" fmla="*/ 132397 w 231457"/>
              <a:gd name="connsiteY2" fmla="*/ 20320 h 232727"/>
              <a:gd name="connsiteX3" fmla="*/ 118428 w 231457"/>
              <a:gd name="connsiteY3" fmla="*/ 26670 h 232727"/>
              <a:gd name="connsiteX4" fmla="*/ 23178 w 231457"/>
              <a:gd name="connsiteY4" fmla="*/ 121920 h 232727"/>
              <a:gd name="connsiteX5" fmla="*/ 110808 w 231457"/>
              <a:gd name="connsiteY5" fmla="*/ 209550 h 232727"/>
              <a:gd name="connsiteX6" fmla="*/ 206058 w 231457"/>
              <a:gd name="connsiteY6" fmla="*/ 114300 h 232727"/>
              <a:gd name="connsiteX7" fmla="*/ 212408 w 231457"/>
              <a:gd name="connsiteY7" fmla="*/ 100330 h 232727"/>
              <a:gd name="connsiteX8" fmla="*/ 212408 w 231457"/>
              <a:gd name="connsiteY8" fmla="*/ 40640 h 232727"/>
              <a:gd name="connsiteX9" fmla="*/ 190818 w 231457"/>
              <a:gd name="connsiteY9" fmla="*/ 0 h 232727"/>
              <a:gd name="connsiteX10" fmla="*/ 231458 w 231457"/>
              <a:gd name="connsiteY10" fmla="*/ 40640 h 232727"/>
              <a:gd name="connsiteX11" fmla="*/ 231458 w 231457"/>
              <a:gd name="connsiteY11" fmla="*/ 99060 h 232727"/>
              <a:gd name="connsiteX12" fmla="*/ 220028 w 231457"/>
              <a:gd name="connsiteY12" fmla="*/ 128270 h 232727"/>
              <a:gd name="connsiteX13" fmla="*/ 118428 w 231457"/>
              <a:gd name="connsiteY13" fmla="*/ 229870 h 232727"/>
              <a:gd name="connsiteX14" fmla="*/ 103187 w 231457"/>
              <a:gd name="connsiteY14" fmla="*/ 229870 h 232727"/>
              <a:gd name="connsiteX15" fmla="*/ 2858 w 231457"/>
              <a:gd name="connsiteY15" fmla="*/ 129540 h 232727"/>
              <a:gd name="connsiteX16" fmla="*/ 2858 w 231457"/>
              <a:gd name="connsiteY16" fmla="*/ 114300 h 232727"/>
              <a:gd name="connsiteX17" fmla="*/ 104458 w 231457"/>
              <a:gd name="connsiteY17" fmla="*/ 12700 h 232727"/>
              <a:gd name="connsiteX18" fmla="*/ 133668 w 231457"/>
              <a:gd name="connsiteY18" fmla="*/ 1270 h 232727"/>
              <a:gd name="connsiteX19" fmla="*/ 190818 w 231457"/>
              <a:gd name="connsiteY19" fmla="*/ 1270 h 232727"/>
              <a:gd name="connsiteX20" fmla="*/ 113347 w 231457"/>
              <a:gd name="connsiteY20" fmla="*/ 165100 h 232727"/>
              <a:gd name="connsiteX21" fmla="*/ 67628 w 231457"/>
              <a:gd name="connsiteY21" fmla="*/ 119380 h 232727"/>
              <a:gd name="connsiteX22" fmla="*/ 81597 w 231457"/>
              <a:gd name="connsiteY22" fmla="*/ 105410 h 232727"/>
              <a:gd name="connsiteX23" fmla="*/ 127318 w 231457"/>
              <a:gd name="connsiteY23" fmla="*/ 151130 h 232727"/>
              <a:gd name="connsiteX24" fmla="*/ 113347 w 231457"/>
              <a:gd name="connsiteY24" fmla="*/ 165100 h 232727"/>
              <a:gd name="connsiteX25" fmla="*/ 175578 w 231457"/>
              <a:gd name="connsiteY25" fmla="*/ 71120 h 232727"/>
              <a:gd name="connsiteX26" fmla="*/ 190818 w 231457"/>
              <a:gd name="connsiteY26" fmla="*/ 55880 h 232727"/>
              <a:gd name="connsiteX27" fmla="*/ 175578 w 231457"/>
              <a:gd name="connsiteY27" fmla="*/ 40640 h 232727"/>
              <a:gd name="connsiteX28" fmla="*/ 160337 w 231457"/>
              <a:gd name="connsiteY28" fmla="*/ 55880 h 232727"/>
              <a:gd name="connsiteX29" fmla="*/ 175578 w 231457"/>
              <a:gd name="connsiteY29" fmla="*/ 71120 h 2327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231457" h="232727">
                <a:moveTo>
                  <a:pt x="211137" y="40640"/>
                </a:moveTo>
                <a:cubicBezTo>
                  <a:pt x="211137" y="29210"/>
                  <a:pt x="202247" y="20320"/>
                  <a:pt x="190818" y="20320"/>
                </a:cubicBezTo>
                <a:lnTo>
                  <a:pt x="132397" y="20320"/>
                </a:lnTo>
                <a:cubicBezTo>
                  <a:pt x="127318" y="20320"/>
                  <a:pt x="122237" y="22860"/>
                  <a:pt x="118428" y="26670"/>
                </a:cubicBezTo>
                <a:lnTo>
                  <a:pt x="23178" y="121920"/>
                </a:lnTo>
                <a:lnTo>
                  <a:pt x="110808" y="209550"/>
                </a:lnTo>
                <a:lnTo>
                  <a:pt x="206058" y="114300"/>
                </a:lnTo>
                <a:cubicBezTo>
                  <a:pt x="209868" y="110490"/>
                  <a:pt x="212408" y="105410"/>
                  <a:pt x="212408" y="100330"/>
                </a:cubicBezTo>
                <a:lnTo>
                  <a:pt x="212408" y="40640"/>
                </a:lnTo>
                <a:close/>
                <a:moveTo>
                  <a:pt x="190818" y="0"/>
                </a:moveTo>
                <a:cubicBezTo>
                  <a:pt x="213678" y="0"/>
                  <a:pt x="231458" y="17780"/>
                  <a:pt x="231458" y="40640"/>
                </a:cubicBezTo>
                <a:lnTo>
                  <a:pt x="231458" y="99060"/>
                </a:lnTo>
                <a:cubicBezTo>
                  <a:pt x="231458" y="109220"/>
                  <a:pt x="227647" y="120650"/>
                  <a:pt x="220028" y="128270"/>
                </a:cubicBezTo>
                <a:lnTo>
                  <a:pt x="118428" y="229870"/>
                </a:lnTo>
                <a:cubicBezTo>
                  <a:pt x="114618" y="233680"/>
                  <a:pt x="106997" y="233680"/>
                  <a:pt x="103187" y="229870"/>
                </a:cubicBezTo>
                <a:lnTo>
                  <a:pt x="2858" y="129540"/>
                </a:lnTo>
                <a:cubicBezTo>
                  <a:pt x="-953" y="125730"/>
                  <a:pt x="-953" y="118110"/>
                  <a:pt x="2858" y="114300"/>
                </a:cubicBezTo>
                <a:lnTo>
                  <a:pt x="104458" y="12700"/>
                </a:lnTo>
                <a:cubicBezTo>
                  <a:pt x="112078" y="5080"/>
                  <a:pt x="122237" y="1270"/>
                  <a:pt x="133668" y="1270"/>
                </a:cubicBezTo>
                <a:lnTo>
                  <a:pt x="190818" y="1270"/>
                </a:lnTo>
                <a:close/>
                <a:moveTo>
                  <a:pt x="113347" y="165100"/>
                </a:moveTo>
                <a:lnTo>
                  <a:pt x="67628" y="119380"/>
                </a:lnTo>
                <a:lnTo>
                  <a:pt x="81597" y="105410"/>
                </a:lnTo>
                <a:lnTo>
                  <a:pt x="127318" y="151130"/>
                </a:lnTo>
                <a:lnTo>
                  <a:pt x="113347" y="165100"/>
                </a:lnTo>
                <a:close/>
                <a:moveTo>
                  <a:pt x="175578" y="71120"/>
                </a:moveTo>
                <a:cubicBezTo>
                  <a:pt x="184468" y="71120"/>
                  <a:pt x="190818" y="64770"/>
                  <a:pt x="190818" y="55880"/>
                </a:cubicBezTo>
                <a:cubicBezTo>
                  <a:pt x="190818" y="46990"/>
                  <a:pt x="184468" y="40640"/>
                  <a:pt x="175578" y="40640"/>
                </a:cubicBezTo>
                <a:cubicBezTo>
                  <a:pt x="166687" y="40640"/>
                  <a:pt x="160337" y="46990"/>
                  <a:pt x="160337" y="55880"/>
                </a:cubicBezTo>
                <a:cubicBezTo>
                  <a:pt x="160337" y="64770"/>
                  <a:pt x="167958" y="71120"/>
                  <a:pt x="175578" y="711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69" name="Полилиния: фигура 113">
            <a:extLst>
              <a:ext uri="{FF2B5EF4-FFF2-40B4-BE49-F238E27FC236}">
                <a16:creationId xmlns:a16="http://schemas.microsoft.com/office/drawing/2014/main" id="{E415607D-E206-E21D-2B74-8545058211A8}"/>
              </a:ext>
            </a:extLst>
          </p:cNvPr>
          <p:cNvSpPr/>
          <p:nvPr/>
        </p:nvSpPr>
        <p:spPr>
          <a:xfrm>
            <a:off x="2215763" y="2679880"/>
            <a:ext cx="264160" cy="162559"/>
          </a:xfrm>
          <a:custGeom>
            <a:avLst/>
            <a:gdLst>
              <a:gd name="connsiteX0" fmla="*/ 0 w 264160"/>
              <a:gd name="connsiteY0" fmla="*/ 11430 h 162559"/>
              <a:gd name="connsiteX1" fmla="*/ 11430 w 264160"/>
              <a:gd name="connsiteY1" fmla="*/ 0 h 162559"/>
              <a:gd name="connsiteX2" fmla="*/ 252730 w 264160"/>
              <a:gd name="connsiteY2" fmla="*/ 0 h 162559"/>
              <a:gd name="connsiteX3" fmla="*/ 264160 w 264160"/>
              <a:gd name="connsiteY3" fmla="*/ 11430 h 162559"/>
              <a:gd name="connsiteX4" fmla="*/ 264160 w 264160"/>
              <a:gd name="connsiteY4" fmla="*/ 151130 h 162559"/>
              <a:gd name="connsiteX5" fmla="*/ 252730 w 264160"/>
              <a:gd name="connsiteY5" fmla="*/ 162560 h 162559"/>
              <a:gd name="connsiteX6" fmla="*/ 204470 w 264160"/>
              <a:gd name="connsiteY6" fmla="*/ 162560 h 162559"/>
              <a:gd name="connsiteX7" fmla="*/ 203200 w 264160"/>
              <a:gd name="connsiteY7" fmla="*/ 162560 h 162559"/>
              <a:gd name="connsiteX8" fmla="*/ 201930 w 264160"/>
              <a:gd name="connsiteY8" fmla="*/ 162560 h 162559"/>
              <a:gd name="connsiteX9" fmla="*/ 11430 w 264160"/>
              <a:gd name="connsiteY9" fmla="*/ 162560 h 162559"/>
              <a:gd name="connsiteX10" fmla="*/ 0 w 264160"/>
              <a:gd name="connsiteY10" fmla="*/ 151130 h 162559"/>
              <a:gd name="connsiteX11" fmla="*/ 0 w 264160"/>
              <a:gd name="connsiteY11" fmla="*/ 11430 h 162559"/>
              <a:gd name="connsiteX12" fmla="*/ 243840 w 264160"/>
              <a:gd name="connsiteY12" fmla="*/ 142240 h 162559"/>
              <a:gd name="connsiteX13" fmla="*/ 213360 w 264160"/>
              <a:gd name="connsiteY13" fmla="*/ 142240 h 162559"/>
              <a:gd name="connsiteX14" fmla="*/ 213360 w 264160"/>
              <a:gd name="connsiteY14" fmla="*/ 132080 h 162559"/>
              <a:gd name="connsiteX15" fmla="*/ 203200 w 264160"/>
              <a:gd name="connsiteY15" fmla="*/ 121920 h 162559"/>
              <a:gd name="connsiteX16" fmla="*/ 193040 w 264160"/>
              <a:gd name="connsiteY16" fmla="*/ 132080 h 162559"/>
              <a:gd name="connsiteX17" fmla="*/ 193040 w 264160"/>
              <a:gd name="connsiteY17" fmla="*/ 142240 h 162559"/>
              <a:gd name="connsiteX18" fmla="*/ 20320 w 264160"/>
              <a:gd name="connsiteY18" fmla="*/ 142240 h 162559"/>
              <a:gd name="connsiteX19" fmla="*/ 20320 w 264160"/>
              <a:gd name="connsiteY19" fmla="*/ 20320 h 162559"/>
              <a:gd name="connsiteX20" fmla="*/ 193040 w 264160"/>
              <a:gd name="connsiteY20" fmla="*/ 20320 h 162559"/>
              <a:gd name="connsiteX21" fmla="*/ 193040 w 264160"/>
              <a:gd name="connsiteY21" fmla="*/ 30480 h 162559"/>
              <a:gd name="connsiteX22" fmla="*/ 203200 w 264160"/>
              <a:gd name="connsiteY22" fmla="*/ 40640 h 162559"/>
              <a:gd name="connsiteX23" fmla="*/ 213360 w 264160"/>
              <a:gd name="connsiteY23" fmla="*/ 30480 h 162559"/>
              <a:gd name="connsiteX24" fmla="*/ 213360 w 264160"/>
              <a:gd name="connsiteY24" fmla="*/ 20320 h 162559"/>
              <a:gd name="connsiteX25" fmla="*/ 243840 w 264160"/>
              <a:gd name="connsiteY25" fmla="*/ 20320 h 162559"/>
              <a:gd name="connsiteX26" fmla="*/ 243840 w 264160"/>
              <a:gd name="connsiteY26" fmla="*/ 142240 h 162559"/>
              <a:gd name="connsiteX27" fmla="*/ 213360 w 264160"/>
              <a:gd name="connsiteY27" fmla="*/ 71120 h 162559"/>
              <a:gd name="connsiteX28" fmla="*/ 203200 w 264160"/>
              <a:gd name="connsiteY28" fmla="*/ 60960 h 162559"/>
              <a:gd name="connsiteX29" fmla="*/ 193040 w 264160"/>
              <a:gd name="connsiteY29" fmla="*/ 71120 h 162559"/>
              <a:gd name="connsiteX30" fmla="*/ 193040 w 264160"/>
              <a:gd name="connsiteY30" fmla="*/ 91440 h 162559"/>
              <a:gd name="connsiteX31" fmla="*/ 203200 w 264160"/>
              <a:gd name="connsiteY31" fmla="*/ 101600 h 162559"/>
              <a:gd name="connsiteX32" fmla="*/ 213360 w 264160"/>
              <a:gd name="connsiteY32" fmla="*/ 91440 h 162559"/>
              <a:gd name="connsiteX33" fmla="*/ 213360 w 264160"/>
              <a:gd name="connsiteY33" fmla="*/ 71120 h 162559"/>
              <a:gd name="connsiteX34" fmla="*/ 40640 w 264160"/>
              <a:gd name="connsiteY34" fmla="*/ 71120 h 162559"/>
              <a:gd name="connsiteX35" fmla="*/ 121920 w 264160"/>
              <a:gd name="connsiteY35" fmla="*/ 71120 h 162559"/>
              <a:gd name="connsiteX36" fmla="*/ 121920 w 264160"/>
              <a:gd name="connsiteY36" fmla="*/ 50800 h 162559"/>
              <a:gd name="connsiteX37" fmla="*/ 40640 w 264160"/>
              <a:gd name="connsiteY37" fmla="*/ 50800 h 162559"/>
              <a:gd name="connsiteX38" fmla="*/ 40640 w 264160"/>
              <a:gd name="connsiteY38" fmla="*/ 71120 h 162559"/>
              <a:gd name="connsiteX39" fmla="*/ 40640 w 264160"/>
              <a:gd name="connsiteY39" fmla="*/ 111760 h 162559"/>
              <a:gd name="connsiteX40" fmla="*/ 101600 w 264160"/>
              <a:gd name="connsiteY40" fmla="*/ 111760 h 162559"/>
              <a:gd name="connsiteX41" fmla="*/ 101600 w 264160"/>
              <a:gd name="connsiteY41" fmla="*/ 91440 h 162559"/>
              <a:gd name="connsiteX42" fmla="*/ 40640 w 264160"/>
              <a:gd name="connsiteY42" fmla="*/ 91440 h 162559"/>
              <a:gd name="connsiteX43" fmla="*/ 40640 w 264160"/>
              <a:gd name="connsiteY43" fmla="*/ 111760 h 16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64160" h="162559">
                <a:moveTo>
                  <a:pt x="0" y="11430"/>
                </a:moveTo>
                <a:cubicBezTo>
                  <a:pt x="0" y="5080"/>
                  <a:pt x="5080" y="0"/>
                  <a:pt x="11430" y="0"/>
                </a:cubicBezTo>
                <a:lnTo>
                  <a:pt x="252730" y="0"/>
                </a:lnTo>
                <a:cubicBezTo>
                  <a:pt x="259080" y="0"/>
                  <a:pt x="264160" y="5080"/>
                  <a:pt x="264160" y="11430"/>
                </a:cubicBezTo>
                <a:lnTo>
                  <a:pt x="264160" y="151130"/>
                </a:lnTo>
                <a:cubicBezTo>
                  <a:pt x="264160" y="157480"/>
                  <a:pt x="259080" y="162560"/>
                  <a:pt x="252730" y="162560"/>
                </a:cubicBezTo>
                <a:lnTo>
                  <a:pt x="204470" y="162560"/>
                </a:lnTo>
                <a:cubicBezTo>
                  <a:pt x="204470" y="162560"/>
                  <a:pt x="203200" y="162560"/>
                  <a:pt x="203200" y="162560"/>
                </a:cubicBezTo>
                <a:cubicBezTo>
                  <a:pt x="203200" y="162560"/>
                  <a:pt x="201930" y="162560"/>
                  <a:pt x="201930" y="162560"/>
                </a:cubicBezTo>
                <a:lnTo>
                  <a:pt x="11430" y="162560"/>
                </a:lnTo>
                <a:cubicBezTo>
                  <a:pt x="5080" y="162560"/>
                  <a:pt x="0" y="157480"/>
                  <a:pt x="0" y="151130"/>
                </a:cubicBezTo>
                <a:lnTo>
                  <a:pt x="0" y="11430"/>
                </a:lnTo>
                <a:close/>
                <a:moveTo>
                  <a:pt x="243840" y="142240"/>
                </a:moveTo>
                <a:lnTo>
                  <a:pt x="213360" y="142240"/>
                </a:lnTo>
                <a:lnTo>
                  <a:pt x="213360" y="132080"/>
                </a:lnTo>
                <a:cubicBezTo>
                  <a:pt x="213360" y="127000"/>
                  <a:pt x="208280" y="121920"/>
                  <a:pt x="203200" y="121920"/>
                </a:cubicBezTo>
                <a:cubicBezTo>
                  <a:pt x="198120" y="121920"/>
                  <a:pt x="193040" y="127000"/>
                  <a:pt x="193040" y="132080"/>
                </a:cubicBezTo>
                <a:lnTo>
                  <a:pt x="193040" y="142240"/>
                </a:lnTo>
                <a:lnTo>
                  <a:pt x="20320" y="142240"/>
                </a:lnTo>
                <a:lnTo>
                  <a:pt x="20320" y="20320"/>
                </a:lnTo>
                <a:lnTo>
                  <a:pt x="193040" y="20320"/>
                </a:lnTo>
                <a:lnTo>
                  <a:pt x="193040" y="30480"/>
                </a:lnTo>
                <a:cubicBezTo>
                  <a:pt x="193040" y="35560"/>
                  <a:pt x="198120" y="40640"/>
                  <a:pt x="203200" y="40640"/>
                </a:cubicBezTo>
                <a:cubicBezTo>
                  <a:pt x="208280" y="40640"/>
                  <a:pt x="213360" y="35560"/>
                  <a:pt x="213360" y="30480"/>
                </a:cubicBezTo>
                <a:lnTo>
                  <a:pt x="213360" y="20320"/>
                </a:lnTo>
                <a:lnTo>
                  <a:pt x="243840" y="20320"/>
                </a:lnTo>
                <a:lnTo>
                  <a:pt x="243840" y="142240"/>
                </a:lnTo>
                <a:close/>
                <a:moveTo>
                  <a:pt x="213360" y="71120"/>
                </a:moveTo>
                <a:cubicBezTo>
                  <a:pt x="213360" y="66040"/>
                  <a:pt x="208280" y="60960"/>
                  <a:pt x="203200" y="60960"/>
                </a:cubicBezTo>
                <a:cubicBezTo>
                  <a:pt x="198120" y="60960"/>
                  <a:pt x="193040" y="66040"/>
                  <a:pt x="193040" y="71120"/>
                </a:cubicBezTo>
                <a:lnTo>
                  <a:pt x="193040" y="91440"/>
                </a:lnTo>
                <a:cubicBezTo>
                  <a:pt x="193040" y="96520"/>
                  <a:pt x="198120" y="101600"/>
                  <a:pt x="203200" y="101600"/>
                </a:cubicBezTo>
                <a:cubicBezTo>
                  <a:pt x="208280" y="101600"/>
                  <a:pt x="213360" y="96520"/>
                  <a:pt x="213360" y="91440"/>
                </a:cubicBezTo>
                <a:lnTo>
                  <a:pt x="213360" y="71120"/>
                </a:lnTo>
                <a:close/>
                <a:moveTo>
                  <a:pt x="40640" y="71120"/>
                </a:moveTo>
                <a:lnTo>
                  <a:pt x="121920" y="71120"/>
                </a:lnTo>
                <a:lnTo>
                  <a:pt x="121920" y="50800"/>
                </a:lnTo>
                <a:lnTo>
                  <a:pt x="40640" y="50800"/>
                </a:lnTo>
                <a:lnTo>
                  <a:pt x="40640" y="71120"/>
                </a:lnTo>
                <a:close/>
                <a:moveTo>
                  <a:pt x="40640" y="111760"/>
                </a:moveTo>
                <a:lnTo>
                  <a:pt x="101600" y="111760"/>
                </a:lnTo>
                <a:lnTo>
                  <a:pt x="101600" y="91440"/>
                </a:lnTo>
                <a:lnTo>
                  <a:pt x="40640" y="91440"/>
                </a:lnTo>
                <a:lnTo>
                  <a:pt x="40640" y="1117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70" name="Полилиния: фигура 514">
            <a:extLst>
              <a:ext uri="{FF2B5EF4-FFF2-40B4-BE49-F238E27FC236}">
                <a16:creationId xmlns:a16="http://schemas.microsoft.com/office/drawing/2014/main" id="{0FED4D1F-9A63-F277-9605-19E7CE43E649}"/>
              </a:ext>
            </a:extLst>
          </p:cNvPr>
          <p:cNvSpPr/>
          <p:nvPr/>
        </p:nvSpPr>
        <p:spPr>
          <a:xfrm>
            <a:off x="3327966" y="2629080"/>
            <a:ext cx="277177" cy="263207"/>
          </a:xfrm>
          <a:custGeom>
            <a:avLst/>
            <a:gdLst>
              <a:gd name="connsiteX0" fmla="*/ 222568 w 277177"/>
              <a:gd name="connsiteY0" fmla="*/ 0 h 263207"/>
              <a:gd name="connsiteX1" fmla="*/ 147638 w 277177"/>
              <a:gd name="connsiteY1" fmla="*/ 33020 h 263207"/>
              <a:gd name="connsiteX2" fmla="*/ 123508 w 277177"/>
              <a:gd name="connsiteY2" fmla="*/ 60960 h 263207"/>
              <a:gd name="connsiteX3" fmla="*/ 58738 w 277177"/>
              <a:gd name="connsiteY3" fmla="*/ 50800 h 263207"/>
              <a:gd name="connsiteX4" fmla="*/ 47308 w 277177"/>
              <a:gd name="connsiteY4" fmla="*/ 57150 h 263207"/>
              <a:gd name="connsiteX5" fmla="*/ 16827 w 277177"/>
              <a:gd name="connsiteY5" fmla="*/ 116840 h 263207"/>
              <a:gd name="connsiteX6" fmla="*/ 16827 w 277177"/>
              <a:gd name="connsiteY6" fmla="*/ 127000 h 263207"/>
              <a:gd name="connsiteX7" fmla="*/ 37147 w 277177"/>
              <a:gd name="connsiteY7" fmla="*/ 166370 h 263207"/>
              <a:gd name="connsiteX8" fmla="*/ 38418 w 277177"/>
              <a:gd name="connsiteY8" fmla="*/ 167640 h 263207"/>
              <a:gd name="connsiteX9" fmla="*/ 40958 w 277177"/>
              <a:gd name="connsiteY9" fmla="*/ 170180 h 263207"/>
              <a:gd name="connsiteX10" fmla="*/ 44768 w 277177"/>
              <a:gd name="connsiteY10" fmla="*/ 171450 h 263207"/>
              <a:gd name="connsiteX11" fmla="*/ 52388 w 277177"/>
              <a:gd name="connsiteY11" fmla="*/ 168910 h 263207"/>
              <a:gd name="connsiteX12" fmla="*/ 53658 w 277177"/>
              <a:gd name="connsiteY12" fmla="*/ 167640 h 263207"/>
              <a:gd name="connsiteX13" fmla="*/ 66358 w 277177"/>
              <a:gd name="connsiteY13" fmla="*/ 153670 h 263207"/>
              <a:gd name="connsiteX14" fmla="*/ 124777 w 277177"/>
              <a:gd name="connsiteY14" fmla="*/ 212090 h 263207"/>
              <a:gd name="connsiteX15" fmla="*/ 109538 w 277177"/>
              <a:gd name="connsiteY15" fmla="*/ 224790 h 263207"/>
              <a:gd name="connsiteX16" fmla="*/ 108268 w 277177"/>
              <a:gd name="connsiteY16" fmla="*/ 226060 h 263207"/>
              <a:gd name="connsiteX17" fmla="*/ 105727 w 277177"/>
              <a:gd name="connsiteY17" fmla="*/ 233680 h 263207"/>
              <a:gd name="connsiteX18" fmla="*/ 106997 w 277177"/>
              <a:gd name="connsiteY18" fmla="*/ 237490 h 263207"/>
              <a:gd name="connsiteX19" fmla="*/ 109538 w 277177"/>
              <a:gd name="connsiteY19" fmla="*/ 240030 h 263207"/>
              <a:gd name="connsiteX20" fmla="*/ 110808 w 277177"/>
              <a:gd name="connsiteY20" fmla="*/ 241300 h 263207"/>
              <a:gd name="connsiteX21" fmla="*/ 150177 w 277177"/>
              <a:gd name="connsiteY21" fmla="*/ 261620 h 263207"/>
              <a:gd name="connsiteX22" fmla="*/ 160338 w 277177"/>
              <a:gd name="connsiteY22" fmla="*/ 261620 h 263207"/>
              <a:gd name="connsiteX23" fmla="*/ 220027 w 277177"/>
              <a:gd name="connsiteY23" fmla="*/ 231140 h 263207"/>
              <a:gd name="connsiteX24" fmla="*/ 226377 w 277177"/>
              <a:gd name="connsiteY24" fmla="*/ 219710 h 263207"/>
              <a:gd name="connsiteX25" fmla="*/ 216218 w 277177"/>
              <a:gd name="connsiteY25" fmla="*/ 157480 h 263207"/>
              <a:gd name="connsiteX26" fmla="*/ 241618 w 277177"/>
              <a:gd name="connsiteY26" fmla="*/ 135890 h 263207"/>
              <a:gd name="connsiteX27" fmla="*/ 277177 w 277177"/>
              <a:gd name="connsiteY27" fmla="*/ 59690 h 263207"/>
              <a:gd name="connsiteX28" fmla="*/ 277177 w 277177"/>
              <a:gd name="connsiteY28" fmla="*/ 11430 h 263207"/>
              <a:gd name="connsiteX29" fmla="*/ 265747 w 277177"/>
              <a:gd name="connsiteY29" fmla="*/ 0 h 263207"/>
              <a:gd name="connsiteX30" fmla="*/ 222568 w 277177"/>
              <a:gd name="connsiteY30" fmla="*/ 0 h 263207"/>
              <a:gd name="connsiteX31" fmla="*/ 199708 w 277177"/>
              <a:gd name="connsiteY31" fmla="*/ 173990 h 263207"/>
              <a:gd name="connsiteX32" fmla="*/ 133668 w 277177"/>
              <a:gd name="connsiteY32" fmla="*/ 231140 h 263207"/>
              <a:gd name="connsiteX33" fmla="*/ 156527 w 277177"/>
              <a:gd name="connsiteY33" fmla="*/ 242570 h 263207"/>
              <a:gd name="connsiteX34" fmla="*/ 206058 w 277177"/>
              <a:gd name="connsiteY34" fmla="*/ 217170 h 263207"/>
              <a:gd name="connsiteX35" fmla="*/ 199708 w 277177"/>
              <a:gd name="connsiteY35" fmla="*/ 173990 h 263207"/>
              <a:gd name="connsiteX36" fmla="*/ 47308 w 277177"/>
              <a:gd name="connsiteY36" fmla="*/ 144780 h 263207"/>
              <a:gd name="connsiteX37" fmla="*/ 105727 w 277177"/>
              <a:gd name="connsiteY37" fmla="*/ 78740 h 263207"/>
              <a:gd name="connsiteX38" fmla="*/ 60008 w 277177"/>
              <a:gd name="connsiteY38" fmla="*/ 71120 h 263207"/>
              <a:gd name="connsiteX39" fmla="*/ 34608 w 277177"/>
              <a:gd name="connsiteY39" fmla="*/ 120650 h 263207"/>
              <a:gd name="connsiteX40" fmla="*/ 47308 w 277177"/>
              <a:gd name="connsiteY40" fmla="*/ 144780 h 263207"/>
              <a:gd name="connsiteX41" fmla="*/ 140018 w 277177"/>
              <a:gd name="connsiteY41" fmla="*/ 199390 h 263207"/>
              <a:gd name="connsiteX42" fmla="*/ 79058 w 277177"/>
              <a:gd name="connsiteY42" fmla="*/ 139700 h 263207"/>
              <a:gd name="connsiteX43" fmla="*/ 161608 w 277177"/>
              <a:gd name="connsiteY43" fmla="*/ 46990 h 263207"/>
              <a:gd name="connsiteX44" fmla="*/ 221297 w 277177"/>
              <a:gd name="connsiteY44" fmla="*/ 20320 h 263207"/>
              <a:gd name="connsiteX45" fmla="*/ 256858 w 277177"/>
              <a:gd name="connsiteY45" fmla="*/ 20320 h 263207"/>
              <a:gd name="connsiteX46" fmla="*/ 256858 w 277177"/>
              <a:gd name="connsiteY46" fmla="*/ 59690 h 263207"/>
              <a:gd name="connsiteX47" fmla="*/ 228918 w 277177"/>
              <a:gd name="connsiteY47" fmla="*/ 120650 h 263207"/>
              <a:gd name="connsiteX48" fmla="*/ 140018 w 277177"/>
              <a:gd name="connsiteY48" fmla="*/ 199390 h 263207"/>
              <a:gd name="connsiteX49" fmla="*/ 192088 w 277177"/>
              <a:gd name="connsiteY49" fmla="*/ 96520 h 263207"/>
              <a:gd name="connsiteX50" fmla="*/ 202247 w 277177"/>
              <a:gd name="connsiteY50" fmla="*/ 86360 h 263207"/>
              <a:gd name="connsiteX51" fmla="*/ 192088 w 277177"/>
              <a:gd name="connsiteY51" fmla="*/ 76200 h 263207"/>
              <a:gd name="connsiteX52" fmla="*/ 181927 w 277177"/>
              <a:gd name="connsiteY52" fmla="*/ 86360 h 263207"/>
              <a:gd name="connsiteX53" fmla="*/ 192088 w 277177"/>
              <a:gd name="connsiteY53" fmla="*/ 96520 h 263207"/>
              <a:gd name="connsiteX54" fmla="*/ 192088 w 277177"/>
              <a:gd name="connsiteY54" fmla="*/ 116840 h 263207"/>
              <a:gd name="connsiteX55" fmla="*/ 222568 w 277177"/>
              <a:gd name="connsiteY55" fmla="*/ 86360 h 263207"/>
              <a:gd name="connsiteX56" fmla="*/ 192088 w 277177"/>
              <a:gd name="connsiteY56" fmla="*/ 55880 h 263207"/>
              <a:gd name="connsiteX57" fmla="*/ 161608 w 277177"/>
              <a:gd name="connsiteY57" fmla="*/ 86360 h 263207"/>
              <a:gd name="connsiteX58" fmla="*/ 192088 w 277177"/>
              <a:gd name="connsiteY58" fmla="*/ 116840 h 263207"/>
              <a:gd name="connsiteX59" fmla="*/ 52388 w 277177"/>
              <a:gd name="connsiteY59" fmla="*/ 195580 h 263207"/>
              <a:gd name="connsiteX60" fmla="*/ 52388 w 277177"/>
              <a:gd name="connsiteY60" fmla="*/ 209550 h 263207"/>
              <a:gd name="connsiteX61" fmla="*/ 16827 w 277177"/>
              <a:gd name="connsiteY61" fmla="*/ 245110 h 263207"/>
              <a:gd name="connsiteX62" fmla="*/ 2858 w 277177"/>
              <a:gd name="connsiteY62" fmla="*/ 245110 h 263207"/>
              <a:gd name="connsiteX63" fmla="*/ 2858 w 277177"/>
              <a:gd name="connsiteY63" fmla="*/ 231140 h 263207"/>
              <a:gd name="connsiteX64" fmla="*/ 38418 w 277177"/>
              <a:gd name="connsiteY64" fmla="*/ 195580 h 263207"/>
              <a:gd name="connsiteX65" fmla="*/ 52388 w 277177"/>
              <a:gd name="connsiteY65" fmla="*/ 195580 h 263207"/>
              <a:gd name="connsiteX66" fmla="*/ 81597 w 277177"/>
              <a:gd name="connsiteY66" fmla="*/ 226060 h 263207"/>
              <a:gd name="connsiteX67" fmla="*/ 81597 w 277177"/>
              <a:gd name="connsiteY67" fmla="*/ 240030 h 263207"/>
              <a:gd name="connsiteX68" fmla="*/ 61277 w 277177"/>
              <a:gd name="connsiteY68" fmla="*/ 260350 h 263207"/>
              <a:gd name="connsiteX69" fmla="*/ 47308 w 277177"/>
              <a:gd name="connsiteY69" fmla="*/ 260350 h 263207"/>
              <a:gd name="connsiteX70" fmla="*/ 47308 w 277177"/>
              <a:gd name="connsiteY70" fmla="*/ 246380 h 263207"/>
              <a:gd name="connsiteX71" fmla="*/ 67627 w 277177"/>
              <a:gd name="connsiteY71" fmla="*/ 226060 h 263207"/>
              <a:gd name="connsiteX72" fmla="*/ 81597 w 277177"/>
              <a:gd name="connsiteY72" fmla="*/ 226060 h 2632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277177" h="263207">
                <a:moveTo>
                  <a:pt x="222568" y="0"/>
                </a:moveTo>
                <a:cubicBezTo>
                  <a:pt x="193358" y="0"/>
                  <a:pt x="166688" y="12700"/>
                  <a:pt x="147638" y="33020"/>
                </a:cubicBezTo>
                <a:lnTo>
                  <a:pt x="123508" y="60960"/>
                </a:lnTo>
                <a:lnTo>
                  <a:pt x="58738" y="50800"/>
                </a:lnTo>
                <a:cubicBezTo>
                  <a:pt x="53658" y="49530"/>
                  <a:pt x="49847" y="52070"/>
                  <a:pt x="47308" y="57150"/>
                </a:cubicBezTo>
                <a:lnTo>
                  <a:pt x="16827" y="116840"/>
                </a:lnTo>
                <a:cubicBezTo>
                  <a:pt x="15558" y="119380"/>
                  <a:pt x="15558" y="123190"/>
                  <a:pt x="16827" y="127000"/>
                </a:cubicBezTo>
                <a:lnTo>
                  <a:pt x="37147" y="166370"/>
                </a:lnTo>
                <a:cubicBezTo>
                  <a:pt x="37147" y="166370"/>
                  <a:pt x="37147" y="167640"/>
                  <a:pt x="38418" y="167640"/>
                </a:cubicBezTo>
                <a:cubicBezTo>
                  <a:pt x="39688" y="168910"/>
                  <a:pt x="39688" y="168910"/>
                  <a:pt x="40958" y="170180"/>
                </a:cubicBezTo>
                <a:cubicBezTo>
                  <a:pt x="42227" y="171450"/>
                  <a:pt x="43497" y="171450"/>
                  <a:pt x="44768" y="171450"/>
                </a:cubicBezTo>
                <a:cubicBezTo>
                  <a:pt x="47308" y="171450"/>
                  <a:pt x="49847" y="171450"/>
                  <a:pt x="52388" y="168910"/>
                </a:cubicBezTo>
                <a:cubicBezTo>
                  <a:pt x="52388" y="168910"/>
                  <a:pt x="53658" y="167640"/>
                  <a:pt x="53658" y="167640"/>
                </a:cubicBezTo>
                <a:lnTo>
                  <a:pt x="66358" y="153670"/>
                </a:lnTo>
                <a:lnTo>
                  <a:pt x="124777" y="212090"/>
                </a:lnTo>
                <a:lnTo>
                  <a:pt x="109538" y="224790"/>
                </a:lnTo>
                <a:cubicBezTo>
                  <a:pt x="109538" y="224790"/>
                  <a:pt x="108268" y="226060"/>
                  <a:pt x="108268" y="226060"/>
                </a:cubicBezTo>
                <a:cubicBezTo>
                  <a:pt x="106997" y="228600"/>
                  <a:pt x="105727" y="231140"/>
                  <a:pt x="105727" y="233680"/>
                </a:cubicBezTo>
                <a:cubicBezTo>
                  <a:pt x="105727" y="234950"/>
                  <a:pt x="106997" y="236220"/>
                  <a:pt x="106997" y="237490"/>
                </a:cubicBezTo>
                <a:cubicBezTo>
                  <a:pt x="108268" y="238760"/>
                  <a:pt x="108268" y="240030"/>
                  <a:pt x="109538" y="240030"/>
                </a:cubicBezTo>
                <a:cubicBezTo>
                  <a:pt x="109538" y="240030"/>
                  <a:pt x="110808" y="241300"/>
                  <a:pt x="110808" y="241300"/>
                </a:cubicBezTo>
                <a:lnTo>
                  <a:pt x="150177" y="261620"/>
                </a:lnTo>
                <a:cubicBezTo>
                  <a:pt x="152718" y="262890"/>
                  <a:pt x="156527" y="262890"/>
                  <a:pt x="160338" y="261620"/>
                </a:cubicBezTo>
                <a:lnTo>
                  <a:pt x="220027" y="231140"/>
                </a:lnTo>
                <a:cubicBezTo>
                  <a:pt x="223838" y="228600"/>
                  <a:pt x="226377" y="224790"/>
                  <a:pt x="226377" y="219710"/>
                </a:cubicBezTo>
                <a:lnTo>
                  <a:pt x="216218" y="157480"/>
                </a:lnTo>
                <a:lnTo>
                  <a:pt x="241618" y="135890"/>
                </a:lnTo>
                <a:cubicBezTo>
                  <a:pt x="264477" y="116840"/>
                  <a:pt x="277177" y="88900"/>
                  <a:pt x="277177" y="59690"/>
                </a:cubicBezTo>
                <a:lnTo>
                  <a:pt x="277177" y="11430"/>
                </a:lnTo>
                <a:cubicBezTo>
                  <a:pt x="277177" y="5080"/>
                  <a:pt x="272097" y="0"/>
                  <a:pt x="265747" y="0"/>
                </a:cubicBezTo>
                <a:lnTo>
                  <a:pt x="222568" y="0"/>
                </a:lnTo>
                <a:close/>
                <a:moveTo>
                  <a:pt x="199708" y="173990"/>
                </a:moveTo>
                <a:lnTo>
                  <a:pt x="133668" y="231140"/>
                </a:lnTo>
                <a:lnTo>
                  <a:pt x="156527" y="242570"/>
                </a:lnTo>
                <a:lnTo>
                  <a:pt x="206058" y="217170"/>
                </a:lnTo>
                <a:lnTo>
                  <a:pt x="199708" y="173990"/>
                </a:lnTo>
                <a:close/>
                <a:moveTo>
                  <a:pt x="47308" y="144780"/>
                </a:moveTo>
                <a:lnTo>
                  <a:pt x="105727" y="78740"/>
                </a:lnTo>
                <a:lnTo>
                  <a:pt x="60008" y="71120"/>
                </a:lnTo>
                <a:lnTo>
                  <a:pt x="34608" y="120650"/>
                </a:lnTo>
                <a:lnTo>
                  <a:pt x="47308" y="144780"/>
                </a:lnTo>
                <a:close/>
                <a:moveTo>
                  <a:pt x="140018" y="199390"/>
                </a:moveTo>
                <a:lnTo>
                  <a:pt x="79058" y="139700"/>
                </a:lnTo>
                <a:lnTo>
                  <a:pt x="161608" y="46990"/>
                </a:lnTo>
                <a:cubicBezTo>
                  <a:pt x="176847" y="30480"/>
                  <a:pt x="198438" y="20320"/>
                  <a:pt x="221297" y="20320"/>
                </a:cubicBezTo>
                <a:lnTo>
                  <a:pt x="256858" y="20320"/>
                </a:lnTo>
                <a:lnTo>
                  <a:pt x="256858" y="59690"/>
                </a:lnTo>
                <a:cubicBezTo>
                  <a:pt x="256858" y="83820"/>
                  <a:pt x="246697" y="105410"/>
                  <a:pt x="228918" y="120650"/>
                </a:cubicBezTo>
                <a:lnTo>
                  <a:pt x="140018" y="199390"/>
                </a:lnTo>
                <a:close/>
                <a:moveTo>
                  <a:pt x="192088" y="96520"/>
                </a:moveTo>
                <a:cubicBezTo>
                  <a:pt x="197168" y="96520"/>
                  <a:pt x="202247" y="91440"/>
                  <a:pt x="202247" y="86360"/>
                </a:cubicBezTo>
                <a:cubicBezTo>
                  <a:pt x="202247" y="81280"/>
                  <a:pt x="197168" y="76200"/>
                  <a:pt x="192088" y="76200"/>
                </a:cubicBezTo>
                <a:cubicBezTo>
                  <a:pt x="187008" y="76200"/>
                  <a:pt x="181927" y="81280"/>
                  <a:pt x="181927" y="86360"/>
                </a:cubicBezTo>
                <a:cubicBezTo>
                  <a:pt x="181927" y="91440"/>
                  <a:pt x="185738" y="96520"/>
                  <a:pt x="192088" y="96520"/>
                </a:cubicBezTo>
                <a:close/>
                <a:moveTo>
                  <a:pt x="192088" y="116840"/>
                </a:moveTo>
                <a:cubicBezTo>
                  <a:pt x="208597" y="116840"/>
                  <a:pt x="222568" y="102870"/>
                  <a:pt x="222568" y="86360"/>
                </a:cubicBezTo>
                <a:cubicBezTo>
                  <a:pt x="222568" y="69850"/>
                  <a:pt x="208597" y="55880"/>
                  <a:pt x="192088" y="55880"/>
                </a:cubicBezTo>
                <a:cubicBezTo>
                  <a:pt x="175577" y="55880"/>
                  <a:pt x="161608" y="69850"/>
                  <a:pt x="161608" y="86360"/>
                </a:cubicBezTo>
                <a:cubicBezTo>
                  <a:pt x="161608" y="102870"/>
                  <a:pt x="174308" y="116840"/>
                  <a:pt x="192088" y="116840"/>
                </a:cubicBezTo>
                <a:close/>
                <a:moveTo>
                  <a:pt x="52388" y="195580"/>
                </a:moveTo>
                <a:cubicBezTo>
                  <a:pt x="56197" y="199390"/>
                  <a:pt x="56197" y="205740"/>
                  <a:pt x="52388" y="209550"/>
                </a:cubicBezTo>
                <a:lnTo>
                  <a:pt x="16827" y="245110"/>
                </a:lnTo>
                <a:cubicBezTo>
                  <a:pt x="13018" y="248920"/>
                  <a:pt x="6668" y="248920"/>
                  <a:pt x="2858" y="245110"/>
                </a:cubicBezTo>
                <a:cubicBezTo>
                  <a:pt x="-953" y="241300"/>
                  <a:pt x="-953" y="234950"/>
                  <a:pt x="2858" y="231140"/>
                </a:cubicBezTo>
                <a:lnTo>
                  <a:pt x="38418" y="195580"/>
                </a:lnTo>
                <a:cubicBezTo>
                  <a:pt x="40958" y="191770"/>
                  <a:pt x="47308" y="191770"/>
                  <a:pt x="52388" y="195580"/>
                </a:cubicBezTo>
                <a:close/>
                <a:moveTo>
                  <a:pt x="81597" y="226060"/>
                </a:moveTo>
                <a:cubicBezTo>
                  <a:pt x="85408" y="229870"/>
                  <a:pt x="85408" y="236220"/>
                  <a:pt x="81597" y="240030"/>
                </a:cubicBezTo>
                <a:lnTo>
                  <a:pt x="61277" y="260350"/>
                </a:lnTo>
                <a:cubicBezTo>
                  <a:pt x="57468" y="264160"/>
                  <a:pt x="51118" y="264160"/>
                  <a:pt x="47308" y="260350"/>
                </a:cubicBezTo>
                <a:cubicBezTo>
                  <a:pt x="43497" y="256540"/>
                  <a:pt x="43497" y="250190"/>
                  <a:pt x="47308" y="246380"/>
                </a:cubicBezTo>
                <a:lnTo>
                  <a:pt x="67627" y="226060"/>
                </a:lnTo>
                <a:cubicBezTo>
                  <a:pt x="71438" y="222250"/>
                  <a:pt x="77788" y="222250"/>
                  <a:pt x="81597" y="2260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71" name="Полилиния: фигура 160">
            <a:extLst>
              <a:ext uri="{FF2B5EF4-FFF2-40B4-BE49-F238E27FC236}">
                <a16:creationId xmlns:a16="http://schemas.microsoft.com/office/drawing/2014/main" id="{EC7B27B5-7E12-2C5C-D7E7-D30F9EA5C682}"/>
              </a:ext>
            </a:extLst>
          </p:cNvPr>
          <p:cNvSpPr/>
          <p:nvPr/>
        </p:nvSpPr>
        <p:spPr>
          <a:xfrm>
            <a:off x="5053672" y="2650352"/>
            <a:ext cx="221614" cy="221614"/>
          </a:xfrm>
          <a:custGeom>
            <a:avLst/>
            <a:gdLst>
              <a:gd name="connsiteX0" fmla="*/ 218757 w 221614"/>
              <a:gd name="connsiteY0" fmla="*/ 16828 h 221614"/>
              <a:gd name="connsiteX1" fmla="*/ 218757 w 221614"/>
              <a:gd name="connsiteY1" fmla="*/ 2857 h 221614"/>
              <a:gd name="connsiteX2" fmla="*/ 204787 w 221614"/>
              <a:gd name="connsiteY2" fmla="*/ 2857 h 221614"/>
              <a:gd name="connsiteX3" fmla="*/ 128587 w 221614"/>
              <a:gd name="connsiteY3" fmla="*/ 79057 h 221614"/>
              <a:gd name="connsiteX4" fmla="*/ 67627 w 221614"/>
              <a:gd name="connsiteY4" fmla="*/ 18098 h 221614"/>
              <a:gd name="connsiteX5" fmla="*/ 52387 w 221614"/>
              <a:gd name="connsiteY5" fmla="*/ 18098 h 221614"/>
              <a:gd name="connsiteX6" fmla="*/ 13017 w 221614"/>
              <a:gd name="connsiteY6" fmla="*/ 57467 h 221614"/>
              <a:gd name="connsiteX7" fmla="*/ 13017 w 221614"/>
              <a:gd name="connsiteY7" fmla="*/ 72707 h 221614"/>
              <a:gd name="connsiteX8" fmla="*/ 73977 w 221614"/>
              <a:gd name="connsiteY8" fmla="*/ 133668 h 221614"/>
              <a:gd name="connsiteX9" fmla="*/ 2857 w 221614"/>
              <a:gd name="connsiteY9" fmla="*/ 204787 h 221614"/>
              <a:gd name="connsiteX10" fmla="*/ 2857 w 221614"/>
              <a:gd name="connsiteY10" fmla="*/ 218757 h 221614"/>
              <a:gd name="connsiteX11" fmla="*/ 16827 w 221614"/>
              <a:gd name="connsiteY11" fmla="*/ 218757 h 221614"/>
              <a:gd name="connsiteX12" fmla="*/ 218757 w 221614"/>
              <a:gd name="connsiteY12" fmla="*/ 16828 h 221614"/>
              <a:gd name="connsiteX13" fmla="*/ 86677 w 221614"/>
              <a:gd name="connsiteY13" fmla="*/ 119698 h 221614"/>
              <a:gd name="connsiteX14" fmla="*/ 113348 w 221614"/>
              <a:gd name="connsiteY14" fmla="*/ 93028 h 221614"/>
              <a:gd name="connsiteX15" fmla="*/ 94298 w 221614"/>
              <a:gd name="connsiteY15" fmla="*/ 73978 h 221614"/>
              <a:gd name="connsiteX16" fmla="*/ 67627 w 221614"/>
              <a:gd name="connsiteY16" fmla="*/ 100648 h 221614"/>
              <a:gd name="connsiteX17" fmla="*/ 86677 w 221614"/>
              <a:gd name="connsiteY17" fmla="*/ 119698 h 221614"/>
              <a:gd name="connsiteX18" fmla="*/ 58737 w 221614"/>
              <a:gd name="connsiteY18" fmla="*/ 38417 h 221614"/>
              <a:gd name="connsiteX19" fmla="*/ 80327 w 221614"/>
              <a:gd name="connsiteY19" fmla="*/ 60007 h 221614"/>
              <a:gd name="connsiteX20" fmla="*/ 53657 w 221614"/>
              <a:gd name="connsiteY20" fmla="*/ 86678 h 221614"/>
              <a:gd name="connsiteX21" fmla="*/ 32067 w 221614"/>
              <a:gd name="connsiteY21" fmla="*/ 65087 h 221614"/>
              <a:gd name="connsiteX22" fmla="*/ 58737 w 221614"/>
              <a:gd name="connsiteY22" fmla="*/ 38417 h 221614"/>
              <a:gd name="connsiteX23" fmla="*/ 162877 w 221614"/>
              <a:gd name="connsiteY23" fmla="*/ 113348 h 221614"/>
              <a:gd name="connsiteX24" fmla="*/ 148907 w 221614"/>
              <a:gd name="connsiteY24" fmla="*/ 113348 h 221614"/>
              <a:gd name="connsiteX25" fmla="*/ 148907 w 221614"/>
              <a:gd name="connsiteY25" fmla="*/ 127317 h 221614"/>
              <a:gd name="connsiteX26" fmla="*/ 187007 w 221614"/>
              <a:gd name="connsiteY26" fmla="*/ 165418 h 221614"/>
              <a:gd name="connsiteX27" fmla="*/ 187007 w 221614"/>
              <a:gd name="connsiteY27" fmla="*/ 192087 h 221614"/>
              <a:gd name="connsiteX28" fmla="*/ 160337 w 221614"/>
              <a:gd name="connsiteY28" fmla="*/ 192087 h 221614"/>
              <a:gd name="connsiteX29" fmla="*/ 122237 w 221614"/>
              <a:gd name="connsiteY29" fmla="*/ 153987 h 221614"/>
              <a:gd name="connsiteX30" fmla="*/ 108267 w 221614"/>
              <a:gd name="connsiteY30" fmla="*/ 153987 h 221614"/>
              <a:gd name="connsiteX31" fmla="*/ 108267 w 221614"/>
              <a:gd name="connsiteY31" fmla="*/ 167957 h 221614"/>
              <a:gd name="connsiteX32" fmla="*/ 148907 w 221614"/>
              <a:gd name="connsiteY32" fmla="*/ 208598 h 221614"/>
              <a:gd name="connsiteX33" fmla="*/ 156527 w 221614"/>
              <a:gd name="connsiteY33" fmla="*/ 212407 h 221614"/>
              <a:gd name="connsiteX34" fmla="*/ 195898 w 221614"/>
              <a:gd name="connsiteY34" fmla="*/ 212407 h 221614"/>
              <a:gd name="connsiteX35" fmla="*/ 207327 w 221614"/>
              <a:gd name="connsiteY35" fmla="*/ 200978 h 221614"/>
              <a:gd name="connsiteX36" fmla="*/ 207327 w 221614"/>
              <a:gd name="connsiteY36" fmla="*/ 161607 h 221614"/>
              <a:gd name="connsiteX37" fmla="*/ 203517 w 221614"/>
              <a:gd name="connsiteY37" fmla="*/ 153987 h 221614"/>
              <a:gd name="connsiteX38" fmla="*/ 162877 w 221614"/>
              <a:gd name="connsiteY38" fmla="*/ 113348 h 2216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21614" h="221614">
                <a:moveTo>
                  <a:pt x="218757" y="16828"/>
                </a:moveTo>
                <a:cubicBezTo>
                  <a:pt x="222567" y="13017"/>
                  <a:pt x="222567" y="6667"/>
                  <a:pt x="218757" y="2857"/>
                </a:cubicBezTo>
                <a:cubicBezTo>
                  <a:pt x="214948" y="-952"/>
                  <a:pt x="208598" y="-952"/>
                  <a:pt x="204787" y="2857"/>
                </a:cubicBezTo>
                <a:lnTo>
                  <a:pt x="128587" y="79057"/>
                </a:lnTo>
                <a:lnTo>
                  <a:pt x="67627" y="18098"/>
                </a:lnTo>
                <a:cubicBezTo>
                  <a:pt x="63817" y="14287"/>
                  <a:pt x="56198" y="14287"/>
                  <a:pt x="52387" y="18098"/>
                </a:cubicBezTo>
                <a:lnTo>
                  <a:pt x="13017" y="57467"/>
                </a:lnTo>
                <a:cubicBezTo>
                  <a:pt x="9207" y="61278"/>
                  <a:pt x="9207" y="68898"/>
                  <a:pt x="13017" y="72707"/>
                </a:cubicBezTo>
                <a:lnTo>
                  <a:pt x="73977" y="133668"/>
                </a:lnTo>
                <a:lnTo>
                  <a:pt x="2857" y="204787"/>
                </a:lnTo>
                <a:cubicBezTo>
                  <a:pt x="-952" y="208598"/>
                  <a:pt x="-952" y="214948"/>
                  <a:pt x="2857" y="218757"/>
                </a:cubicBezTo>
                <a:cubicBezTo>
                  <a:pt x="6667" y="222568"/>
                  <a:pt x="13017" y="222568"/>
                  <a:pt x="16827" y="218757"/>
                </a:cubicBezTo>
                <a:lnTo>
                  <a:pt x="218757" y="16828"/>
                </a:lnTo>
                <a:close/>
                <a:moveTo>
                  <a:pt x="86677" y="119698"/>
                </a:moveTo>
                <a:lnTo>
                  <a:pt x="113348" y="93028"/>
                </a:lnTo>
                <a:lnTo>
                  <a:pt x="94298" y="73978"/>
                </a:lnTo>
                <a:lnTo>
                  <a:pt x="67627" y="100648"/>
                </a:lnTo>
                <a:lnTo>
                  <a:pt x="86677" y="119698"/>
                </a:lnTo>
                <a:close/>
                <a:moveTo>
                  <a:pt x="58737" y="38417"/>
                </a:moveTo>
                <a:lnTo>
                  <a:pt x="80327" y="60007"/>
                </a:lnTo>
                <a:lnTo>
                  <a:pt x="53657" y="86678"/>
                </a:lnTo>
                <a:lnTo>
                  <a:pt x="32067" y="65087"/>
                </a:lnTo>
                <a:lnTo>
                  <a:pt x="58737" y="38417"/>
                </a:lnTo>
                <a:close/>
                <a:moveTo>
                  <a:pt x="162877" y="113348"/>
                </a:moveTo>
                <a:cubicBezTo>
                  <a:pt x="159067" y="109537"/>
                  <a:pt x="152717" y="109537"/>
                  <a:pt x="148907" y="113348"/>
                </a:cubicBezTo>
                <a:cubicBezTo>
                  <a:pt x="145098" y="117157"/>
                  <a:pt x="145098" y="123507"/>
                  <a:pt x="148907" y="127317"/>
                </a:cubicBezTo>
                <a:lnTo>
                  <a:pt x="187007" y="165418"/>
                </a:lnTo>
                <a:lnTo>
                  <a:pt x="187007" y="192087"/>
                </a:lnTo>
                <a:lnTo>
                  <a:pt x="160337" y="192087"/>
                </a:lnTo>
                <a:lnTo>
                  <a:pt x="122237" y="153987"/>
                </a:lnTo>
                <a:cubicBezTo>
                  <a:pt x="118427" y="150178"/>
                  <a:pt x="112077" y="150178"/>
                  <a:pt x="108267" y="153987"/>
                </a:cubicBezTo>
                <a:cubicBezTo>
                  <a:pt x="104457" y="157798"/>
                  <a:pt x="104457" y="164148"/>
                  <a:pt x="108267" y="167957"/>
                </a:cubicBezTo>
                <a:lnTo>
                  <a:pt x="148907" y="208598"/>
                </a:lnTo>
                <a:cubicBezTo>
                  <a:pt x="151448" y="211137"/>
                  <a:pt x="153987" y="212407"/>
                  <a:pt x="156527" y="212407"/>
                </a:cubicBezTo>
                <a:lnTo>
                  <a:pt x="195898" y="212407"/>
                </a:lnTo>
                <a:cubicBezTo>
                  <a:pt x="202248" y="212407"/>
                  <a:pt x="207327" y="207328"/>
                  <a:pt x="207327" y="200978"/>
                </a:cubicBezTo>
                <a:lnTo>
                  <a:pt x="207327" y="161607"/>
                </a:lnTo>
                <a:cubicBezTo>
                  <a:pt x="207327" y="159068"/>
                  <a:pt x="206057" y="155257"/>
                  <a:pt x="203517" y="153987"/>
                </a:cubicBezTo>
                <a:lnTo>
                  <a:pt x="162877" y="113348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72" name="Полилиния: фигура 232">
            <a:extLst>
              <a:ext uri="{FF2B5EF4-FFF2-40B4-BE49-F238E27FC236}">
                <a16:creationId xmlns:a16="http://schemas.microsoft.com/office/drawing/2014/main" id="{0AB3BE28-2F49-43E1-C158-772BB98F5096}"/>
              </a:ext>
            </a:extLst>
          </p:cNvPr>
          <p:cNvSpPr/>
          <p:nvPr/>
        </p:nvSpPr>
        <p:spPr>
          <a:xfrm>
            <a:off x="8410264" y="2639239"/>
            <a:ext cx="264159" cy="243840"/>
          </a:xfrm>
          <a:custGeom>
            <a:avLst/>
            <a:gdLst>
              <a:gd name="connsiteX0" fmla="*/ 223520 w 264159"/>
              <a:gd name="connsiteY0" fmla="*/ 20320 h 243840"/>
              <a:gd name="connsiteX1" fmla="*/ 203200 w 264159"/>
              <a:gd name="connsiteY1" fmla="*/ 40640 h 243840"/>
              <a:gd name="connsiteX2" fmla="*/ 223520 w 264159"/>
              <a:gd name="connsiteY2" fmla="*/ 60960 h 243840"/>
              <a:gd name="connsiteX3" fmla="*/ 243840 w 264159"/>
              <a:gd name="connsiteY3" fmla="*/ 40640 h 243840"/>
              <a:gd name="connsiteX4" fmla="*/ 223520 w 264159"/>
              <a:gd name="connsiteY4" fmla="*/ 20320 h 243840"/>
              <a:gd name="connsiteX5" fmla="*/ 184150 w 264159"/>
              <a:gd name="connsiteY5" fmla="*/ 30480 h 243840"/>
              <a:gd name="connsiteX6" fmla="*/ 223520 w 264159"/>
              <a:gd name="connsiteY6" fmla="*/ 0 h 243840"/>
              <a:gd name="connsiteX7" fmla="*/ 264160 w 264159"/>
              <a:gd name="connsiteY7" fmla="*/ 40640 h 243840"/>
              <a:gd name="connsiteX8" fmla="*/ 223520 w 264159"/>
              <a:gd name="connsiteY8" fmla="*/ 81280 h 243840"/>
              <a:gd name="connsiteX9" fmla="*/ 184150 w 264159"/>
              <a:gd name="connsiteY9" fmla="*/ 50800 h 243840"/>
              <a:gd name="connsiteX10" fmla="*/ 142240 w 264159"/>
              <a:gd name="connsiteY10" fmla="*/ 50800 h 243840"/>
              <a:gd name="connsiteX11" fmla="*/ 142240 w 264159"/>
              <a:gd name="connsiteY11" fmla="*/ 193040 h 243840"/>
              <a:gd name="connsiteX12" fmla="*/ 184150 w 264159"/>
              <a:gd name="connsiteY12" fmla="*/ 193040 h 243840"/>
              <a:gd name="connsiteX13" fmla="*/ 223520 w 264159"/>
              <a:gd name="connsiteY13" fmla="*/ 162560 h 243840"/>
              <a:gd name="connsiteX14" fmla="*/ 264160 w 264159"/>
              <a:gd name="connsiteY14" fmla="*/ 203200 h 243840"/>
              <a:gd name="connsiteX15" fmla="*/ 223520 w 264159"/>
              <a:gd name="connsiteY15" fmla="*/ 243840 h 243840"/>
              <a:gd name="connsiteX16" fmla="*/ 184150 w 264159"/>
              <a:gd name="connsiteY16" fmla="*/ 213360 h 243840"/>
              <a:gd name="connsiteX17" fmla="*/ 133350 w 264159"/>
              <a:gd name="connsiteY17" fmla="*/ 213360 h 243840"/>
              <a:gd name="connsiteX18" fmla="*/ 121920 w 264159"/>
              <a:gd name="connsiteY18" fmla="*/ 201930 h 243840"/>
              <a:gd name="connsiteX19" fmla="*/ 121920 w 264159"/>
              <a:gd name="connsiteY19" fmla="*/ 132080 h 243840"/>
              <a:gd name="connsiteX20" fmla="*/ 80010 w 264159"/>
              <a:gd name="connsiteY20" fmla="*/ 132080 h 243840"/>
              <a:gd name="connsiteX21" fmla="*/ 40640 w 264159"/>
              <a:gd name="connsiteY21" fmla="*/ 162560 h 243840"/>
              <a:gd name="connsiteX22" fmla="*/ 0 w 264159"/>
              <a:gd name="connsiteY22" fmla="*/ 121920 h 243840"/>
              <a:gd name="connsiteX23" fmla="*/ 40640 w 264159"/>
              <a:gd name="connsiteY23" fmla="*/ 81280 h 243840"/>
              <a:gd name="connsiteX24" fmla="*/ 80010 w 264159"/>
              <a:gd name="connsiteY24" fmla="*/ 111760 h 243840"/>
              <a:gd name="connsiteX25" fmla="*/ 121920 w 264159"/>
              <a:gd name="connsiteY25" fmla="*/ 111760 h 243840"/>
              <a:gd name="connsiteX26" fmla="*/ 121920 w 264159"/>
              <a:gd name="connsiteY26" fmla="*/ 41910 h 243840"/>
              <a:gd name="connsiteX27" fmla="*/ 133350 w 264159"/>
              <a:gd name="connsiteY27" fmla="*/ 30480 h 243840"/>
              <a:gd name="connsiteX28" fmla="*/ 184150 w 264159"/>
              <a:gd name="connsiteY28" fmla="*/ 30480 h 243840"/>
              <a:gd name="connsiteX29" fmla="*/ 41910 w 264159"/>
              <a:gd name="connsiteY29" fmla="*/ 101600 h 243840"/>
              <a:gd name="connsiteX30" fmla="*/ 21590 w 264159"/>
              <a:gd name="connsiteY30" fmla="*/ 121920 h 243840"/>
              <a:gd name="connsiteX31" fmla="*/ 41910 w 264159"/>
              <a:gd name="connsiteY31" fmla="*/ 142240 h 243840"/>
              <a:gd name="connsiteX32" fmla="*/ 62230 w 264159"/>
              <a:gd name="connsiteY32" fmla="*/ 121920 h 243840"/>
              <a:gd name="connsiteX33" fmla="*/ 41910 w 264159"/>
              <a:gd name="connsiteY33" fmla="*/ 101600 h 243840"/>
              <a:gd name="connsiteX34" fmla="*/ 203200 w 264159"/>
              <a:gd name="connsiteY34" fmla="*/ 203200 h 243840"/>
              <a:gd name="connsiteX35" fmla="*/ 223520 w 264159"/>
              <a:gd name="connsiteY35" fmla="*/ 182880 h 243840"/>
              <a:gd name="connsiteX36" fmla="*/ 243840 w 264159"/>
              <a:gd name="connsiteY36" fmla="*/ 203200 h 243840"/>
              <a:gd name="connsiteX37" fmla="*/ 223520 w 264159"/>
              <a:gd name="connsiteY37" fmla="*/ 223520 h 243840"/>
              <a:gd name="connsiteX38" fmla="*/ 203200 w 264159"/>
              <a:gd name="connsiteY38" fmla="*/ 2032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64159" h="243840">
                <a:moveTo>
                  <a:pt x="223520" y="20320"/>
                </a:moveTo>
                <a:cubicBezTo>
                  <a:pt x="212090" y="20320"/>
                  <a:pt x="203200" y="29210"/>
                  <a:pt x="203200" y="40640"/>
                </a:cubicBezTo>
                <a:cubicBezTo>
                  <a:pt x="203200" y="52070"/>
                  <a:pt x="212090" y="60960"/>
                  <a:pt x="223520" y="60960"/>
                </a:cubicBezTo>
                <a:cubicBezTo>
                  <a:pt x="234950" y="60960"/>
                  <a:pt x="243840" y="52070"/>
                  <a:pt x="243840" y="40640"/>
                </a:cubicBezTo>
                <a:cubicBezTo>
                  <a:pt x="243840" y="29210"/>
                  <a:pt x="234950" y="20320"/>
                  <a:pt x="223520" y="20320"/>
                </a:cubicBezTo>
                <a:close/>
                <a:moveTo>
                  <a:pt x="184150" y="30480"/>
                </a:moveTo>
                <a:cubicBezTo>
                  <a:pt x="189230" y="12700"/>
                  <a:pt x="204470" y="0"/>
                  <a:pt x="223520" y="0"/>
                </a:cubicBezTo>
                <a:cubicBezTo>
                  <a:pt x="246380" y="0"/>
                  <a:pt x="264160" y="17780"/>
                  <a:pt x="264160" y="40640"/>
                </a:cubicBezTo>
                <a:cubicBezTo>
                  <a:pt x="264160" y="63500"/>
                  <a:pt x="246380" y="81280"/>
                  <a:pt x="223520" y="81280"/>
                </a:cubicBezTo>
                <a:cubicBezTo>
                  <a:pt x="204470" y="81280"/>
                  <a:pt x="189230" y="68580"/>
                  <a:pt x="184150" y="50800"/>
                </a:cubicBezTo>
                <a:lnTo>
                  <a:pt x="142240" y="50800"/>
                </a:lnTo>
                <a:lnTo>
                  <a:pt x="142240" y="193040"/>
                </a:lnTo>
                <a:lnTo>
                  <a:pt x="184150" y="193040"/>
                </a:lnTo>
                <a:cubicBezTo>
                  <a:pt x="189230" y="175260"/>
                  <a:pt x="204470" y="162560"/>
                  <a:pt x="223520" y="162560"/>
                </a:cubicBezTo>
                <a:cubicBezTo>
                  <a:pt x="246380" y="162560"/>
                  <a:pt x="264160" y="180340"/>
                  <a:pt x="264160" y="203200"/>
                </a:cubicBezTo>
                <a:cubicBezTo>
                  <a:pt x="264160" y="226060"/>
                  <a:pt x="246380" y="243840"/>
                  <a:pt x="223520" y="243840"/>
                </a:cubicBezTo>
                <a:cubicBezTo>
                  <a:pt x="204470" y="243840"/>
                  <a:pt x="189230" y="231140"/>
                  <a:pt x="184150" y="213360"/>
                </a:cubicBezTo>
                <a:lnTo>
                  <a:pt x="133350" y="213360"/>
                </a:lnTo>
                <a:cubicBezTo>
                  <a:pt x="127000" y="213360"/>
                  <a:pt x="121920" y="208280"/>
                  <a:pt x="121920" y="201930"/>
                </a:cubicBezTo>
                <a:lnTo>
                  <a:pt x="121920" y="132080"/>
                </a:lnTo>
                <a:lnTo>
                  <a:pt x="80010" y="132080"/>
                </a:lnTo>
                <a:cubicBezTo>
                  <a:pt x="74930" y="149860"/>
                  <a:pt x="59690" y="162560"/>
                  <a:pt x="40640" y="162560"/>
                </a:cubicBezTo>
                <a:cubicBezTo>
                  <a:pt x="17780" y="162560"/>
                  <a:pt x="0" y="144780"/>
                  <a:pt x="0" y="121920"/>
                </a:cubicBezTo>
                <a:cubicBezTo>
                  <a:pt x="0" y="99060"/>
                  <a:pt x="17780" y="81280"/>
                  <a:pt x="40640" y="81280"/>
                </a:cubicBezTo>
                <a:cubicBezTo>
                  <a:pt x="59690" y="81280"/>
                  <a:pt x="74930" y="93980"/>
                  <a:pt x="80010" y="111760"/>
                </a:cubicBezTo>
                <a:lnTo>
                  <a:pt x="121920" y="111760"/>
                </a:lnTo>
                <a:lnTo>
                  <a:pt x="121920" y="41910"/>
                </a:lnTo>
                <a:cubicBezTo>
                  <a:pt x="121920" y="35560"/>
                  <a:pt x="127000" y="30480"/>
                  <a:pt x="133350" y="30480"/>
                </a:cubicBezTo>
                <a:lnTo>
                  <a:pt x="184150" y="30480"/>
                </a:lnTo>
                <a:close/>
                <a:moveTo>
                  <a:pt x="41910" y="101600"/>
                </a:moveTo>
                <a:cubicBezTo>
                  <a:pt x="30480" y="101600"/>
                  <a:pt x="21590" y="110490"/>
                  <a:pt x="21590" y="121920"/>
                </a:cubicBezTo>
                <a:cubicBezTo>
                  <a:pt x="21590" y="133350"/>
                  <a:pt x="30480" y="142240"/>
                  <a:pt x="41910" y="142240"/>
                </a:cubicBezTo>
                <a:cubicBezTo>
                  <a:pt x="53340" y="142240"/>
                  <a:pt x="62230" y="133350"/>
                  <a:pt x="62230" y="121920"/>
                </a:cubicBezTo>
                <a:cubicBezTo>
                  <a:pt x="62230" y="110490"/>
                  <a:pt x="52070" y="101600"/>
                  <a:pt x="41910" y="101600"/>
                </a:cubicBezTo>
                <a:close/>
                <a:moveTo>
                  <a:pt x="203200" y="203200"/>
                </a:moveTo>
                <a:cubicBezTo>
                  <a:pt x="203200" y="191770"/>
                  <a:pt x="212090" y="182880"/>
                  <a:pt x="223520" y="182880"/>
                </a:cubicBezTo>
                <a:cubicBezTo>
                  <a:pt x="234950" y="182880"/>
                  <a:pt x="243840" y="191770"/>
                  <a:pt x="243840" y="203200"/>
                </a:cubicBezTo>
                <a:cubicBezTo>
                  <a:pt x="243840" y="214630"/>
                  <a:pt x="234950" y="223520"/>
                  <a:pt x="223520" y="223520"/>
                </a:cubicBezTo>
                <a:cubicBezTo>
                  <a:pt x="213360" y="223520"/>
                  <a:pt x="203200" y="214630"/>
                  <a:pt x="203200" y="2032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73" name="Полилиния: фигура 235">
            <a:extLst>
              <a:ext uri="{FF2B5EF4-FFF2-40B4-BE49-F238E27FC236}">
                <a16:creationId xmlns:a16="http://schemas.microsoft.com/office/drawing/2014/main" id="{662FFA79-48CD-7EDD-BE15-A157D15B8371}"/>
              </a:ext>
            </a:extLst>
          </p:cNvPr>
          <p:cNvSpPr/>
          <p:nvPr/>
        </p:nvSpPr>
        <p:spPr>
          <a:xfrm>
            <a:off x="4493266" y="2619872"/>
            <a:ext cx="282574" cy="282575"/>
          </a:xfrm>
          <a:custGeom>
            <a:avLst/>
            <a:gdLst>
              <a:gd name="connsiteX0" fmla="*/ 54927 w 282574"/>
              <a:gd name="connsiteY0" fmla="*/ 181928 h 282575"/>
              <a:gd name="connsiteX1" fmla="*/ 76517 w 282574"/>
              <a:gd name="connsiteY1" fmla="*/ 160337 h 282575"/>
              <a:gd name="connsiteX2" fmla="*/ 94298 w 282574"/>
              <a:gd name="connsiteY2" fmla="*/ 178117 h 282575"/>
              <a:gd name="connsiteX3" fmla="*/ 108267 w 282574"/>
              <a:gd name="connsiteY3" fmla="*/ 178117 h 282575"/>
              <a:gd name="connsiteX4" fmla="*/ 108267 w 282574"/>
              <a:gd name="connsiteY4" fmla="*/ 164147 h 282575"/>
              <a:gd name="connsiteX5" fmla="*/ 90487 w 282574"/>
              <a:gd name="connsiteY5" fmla="*/ 146367 h 282575"/>
              <a:gd name="connsiteX6" fmla="*/ 112077 w 282574"/>
              <a:gd name="connsiteY6" fmla="*/ 124778 h 282575"/>
              <a:gd name="connsiteX7" fmla="*/ 129857 w 282574"/>
              <a:gd name="connsiteY7" fmla="*/ 142558 h 282575"/>
              <a:gd name="connsiteX8" fmla="*/ 143827 w 282574"/>
              <a:gd name="connsiteY8" fmla="*/ 142558 h 282575"/>
              <a:gd name="connsiteX9" fmla="*/ 143827 w 282574"/>
              <a:gd name="connsiteY9" fmla="*/ 128587 h 282575"/>
              <a:gd name="connsiteX10" fmla="*/ 126048 w 282574"/>
              <a:gd name="connsiteY10" fmla="*/ 110808 h 282575"/>
              <a:gd name="connsiteX11" fmla="*/ 147637 w 282574"/>
              <a:gd name="connsiteY11" fmla="*/ 89217 h 282575"/>
              <a:gd name="connsiteX12" fmla="*/ 165417 w 282574"/>
              <a:gd name="connsiteY12" fmla="*/ 106997 h 282575"/>
              <a:gd name="connsiteX13" fmla="*/ 179387 w 282574"/>
              <a:gd name="connsiteY13" fmla="*/ 106997 h 282575"/>
              <a:gd name="connsiteX14" fmla="*/ 179387 w 282574"/>
              <a:gd name="connsiteY14" fmla="*/ 93028 h 282575"/>
              <a:gd name="connsiteX15" fmla="*/ 161607 w 282574"/>
              <a:gd name="connsiteY15" fmla="*/ 75247 h 282575"/>
              <a:gd name="connsiteX16" fmla="*/ 183198 w 282574"/>
              <a:gd name="connsiteY16" fmla="*/ 53658 h 282575"/>
              <a:gd name="connsiteX17" fmla="*/ 200977 w 282574"/>
              <a:gd name="connsiteY17" fmla="*/ 71437 h 282575"/>
              <a:gd name="connsiteX18" fmla="*/ 214948 w 282574"/>
              <a:gd name="connsiteY18" fmla="*/ 71437 h 282575"/>
              <a:gd name="connsiteX19" fmla="*/ 214948 w 282574"/>
              <a:gd name="connsiteY19" fmla="*/ 57467 h 282575"/>
              <a:gd name="connsiteX20" fmla="*/ 197167 w 282574"/>
              <a:gd name="connsiteY20" fmla="*/ 39687 h 282575"/>
              <a:gd name="connsiteX21" fmla="*/ 213677 w 282574"/>
              <a:gd name="connsiteY21" fmla="*/ 23178 h 282575"/>
              <a:gd name="connsiteX22" fmla="*/ 260667 w 282574"/>
              <a:gd name="connsiteY22" fmla="*/ 70167 h 282575"/>
              <a:gd name="connsiteX23" fmla="*/ 72707 w 282574"/>
              <a:gd name="connsiteY23" fmla="*/ 258128 h 282575"/>
              <a:gd name="connsiteX24" fmla="*/ 25717 w 282574"/>
              <a:gd name="connsiteY24" fmla="*/ 211137 h 282575"/>
              <a:gd name="connsiteX25" fmla="*/ 42227 w 282574"/>
              <a:gd name="connsiteY25" fmla="*/ 194628 h 282575"/>
              <a:gd name="connsiteX26" fmla="*/ 60007 w 282574"/>
              <a:gd name="connsiteY26" fmla="*/ 212408 h 282575"/>
              <a:gd name="connsiteX27" fmla="*/ 73977 w 282574"/>
              <a:gd name="connsiteY27" fmla="*/ 212408 h 282575"/>
              <a:gd name="connsiteX28" fmla="*/ 73977 w 282574"/>
              <a:gd name="connsiteY28" fmla="*/ 198437 h 282575"/>
              <a:gd name="connsiteX29" fmla="*/ 54927 w 282574"/>
              <a:gd name="connsiteY29" fmla="*/ 181928 h 282575"/>
              <a:gd name="connsiteX30" fmla="*/ 104457 w 282574"/>
              <a:gd name="connsiteY30" fmla="*/ 103187 h 282575"/>
              <a:gd name="connsiteX31" fmla="*/ 204787 w 282574"/>
              <a:gd name="connsiteY31" fmla="*/ 2858 h 282575"/>
              <a:gd name="connsiteX32" fmla="*/ 220027 w 282574"/>
              <a:gd name="connsiteY32" fmla="*/ 2858 h 282575"/>
              <a:gd name="connsiteX33" fmla="*/ 279717 w 282574"/>
              <a:gd name="connsiteY33" fmla="*/ 62547 h 282575"/>
              <a:gd name="connsiteX34" fmla="*/ 279717 w 282574"/>
              <a:gd name="connsiteY34" fmla="*/ 77787 h 282575"/>
              <a:gd name="connsiteX35" fmla="*/ 77787 w 282574"/>
              <a:gd name="connsiteY35" fmla="*/ 279717 h 282575"/>
              <a:gd name="connsiteX36" fmla="*/ 62548 w 282574"/>
              <a:gd name="connsiteY36" fmla="*/ 279717 h 282575"/>
              <a:gd name="connsiteX37" fmla="*/ 2857 w 282574"/>
              <a:gd name="connsiteY37" fmla="*/ 220028 h 282575"/>
              <a:gd name="connsiteX38" fmla="*/ 2857 w 282574"/>
              <a:gd name="connsiteY38" fmla="*/ 204787 h 282575"/>
              <a:gd name="connsiteX39" fmla="*/ 32067 w 282574"/>
              <a:gd name="connsiteY39" fmla="*/ 175578 h 282575"/>
              <a:gd name="connsiteX40" fmla="*/ 32067 w 282574"/>
              <a:gd name="connsiteY40" fmla="*/ 175578 h 282575"/>
              <a:gd name="connsiteX41" fmla="*/ 32067 w 282574"/>
              <a:gd name="connsiteY41" fmla="*/ 175578 h 282575"/>
              <a:gd name="connsiteX42" fmla="*/ 104457 w 282574"/>
              <a:gd name="connsiteY42" fmla="*/ 103187 h 282575"/>
              <a:gd name="connsiteX43" fmla="*/ 104457 w 282574"/>
              <a:gd name="connsiteY43" fmla="*/ 103187 h 282575"/>
              <a:gd name="connsiteX44" fmla="*/ 104457 w 282574"/>
              <a:gd name="connsiteY44" fmla="*/ 103187 h 2825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282574" h="282575">
                <a:moveTo>
                  <a:pt x="54927" y="181928"/>
                </a:moveTo>
                <a:lnTo>
                  <a:pt x="76517" y="160337"/>
                </a:lnTo>
                <a:lnTo>
                  <a:pt x="94298" y="178117"/>
                </a:lnTo>
                <a:cubicBezTo>
                  <a:pt x="98107" y="181928"/>
                  <a:pt x="104457" y="181928"/>
                  <a:pt x="108267" y="178117"/>
                </a:cubicBezTo>
                <a:cubicBezTo>
                  <a:pt x="112077" y="174308"/>
                  <a:pt x="112077" y="167958"/>
                  <a:pt x="108267" y="164147"/>
                </a:cubicBezTo>
                <a:lnTo>
                  <a:pt x="90487" y="146367"/>
                </a:lnTo>
                <a:lnTo>
                  <a:pt x="112077" y="124778"/>
                </a:lnTo>
                <a:lnTo>
                  <a:pt x="129857" y="142558"/>
                </a:lnTo>
                <a:cubicBezTo>
                  <a:pt x="133667" y="146367"/>
                  <a:pt x="140017" y="146367"/>
                  <a:pt x="143827" y="142558"/>
                </a:cubicBezTo>
                <a:cubicBezTo>
                  <a:pt x="147637" y="138747"/>
                  <a:pt x="147637" y="132397"/>
                  <a:pt x="143827" y="128587"/>
                </a:cubicBezTo>
                <a:lnTo>
                  <a:pt x="126048" y="110808"/>
                </a:lnTo>
                <a:lnTo>
                  <a:pt x="147637" y="89217"/>
                </a:lnTo>
                <a:lnTo>
                  <a:pt x="165417" y="106997"/>
                </a:lnTo>
                <a:cubicBezTo>
                  <a:pt x="169227" y="110808"/>
                  <a:pt x="175577" y="110808"/>
                  <a:pt x="179387" y="106997"/>
                </a:cubicBezTo>
                <a:cubicBezTo>
                  <a:pt x="183198" y="103187"/>
                  <a:pt x="183198" y="96837"/>
                  <a:pt x="179387" y="93028"/>
                </a:cubicBezTo>
                <a:lnTo>
                  <a:pt x="161607" y="75247"/>
                </a:lnTo>
                <a:lnTo>
                  <a:pt x="183198" y="53658"/>
                </a:lnTo>
                <a:lnTo>
                  <a:pt x="200977" y="71437"/>
                </a:lnTo>
                <a:cubicBezTo>
                  <a:pt x="204787" y="75247"/>
                  <a:pt x="211137" y="75247"/>
                  <a:pt x="214948" y="71437"/>
                </a:cubicBezTo>
                <a:cubicBezTo>
                  <a:pt x="218757" y="67628"/>
                  <a:pt x="218757" y="61278"/>
                  <a:pt x="214948" y="57467"/>
                </a:cubicBezTo>
                <a:lnTo>
                  <a:pt x="197167" y="39687"/>
                </a:lnTo>
                <a:lnTo>
                  <a:pt x="213677" y="23178"/>
                </a:lnTo>
                <a:lnTo>
                  <a:pt x="260667" y="70167"/>
                </a:lnTo>
                <a:lnTo>
                  <a:pt x="72707" y="258128"/>
                </a:lnTo>
                <a:lnTo>
                  <a:pt x="25717" y="211137"/>
                </a:lnTo>
                <a:lnTo>
                  <a:pt x="42227" y="194628"/>
                </a:lnTo>
                <a:lnTo>
                  <a:pt x="60007" y="212408"/>
                </a:lnTo>
                <a:cubicBezTo>
                  <a:pt x="63817" y="216217"/>
                  <a:pt x="70167" y="216217"/>
                  <a:pt x="73977" y="212408"/>
                </a:cubicBezTo>
                <a:cubicBezTo>
                  <a:pt x="77787" y="208597"/>
                  <a:pt x="77787" y="202247"/>
                  <a:pt x="73977" y="198437"/>
                </a:cubicBezTo>
                <a:lnTo>
                  <a:pt x="54927" y="181928"/>
                </a:lnTo>
                <a:close/>
                <a:moveTo>
                  <a:pt x="104457" y="103187"/>
                </a:moveTo>
                <a:lnTo>
                  <a:pt x="204787" y="2858"/>
                </a:lnTo>
                <a:cubicBezTo>
                  <a:pt x="208598" y="-953"/>
                  <a:pt x="216217" y="-953"/>
                  <a:pt x="220027" y="2858"/>
                </a:cubicBezTo>
                <a:lnTo>
                  <a:pt x="279717" y="62547"/>
                </a:lnTo>
                <a:cubicBezTo>
                  <a:pt x="283527" y="66358"/>
                  <a:pt x="283527" y="73978"/>
                  <a:pt x="279717" y="77787"/>
                </a:cubicBezTo>
                <a:lnTo>
                  <a:pt x="77787" y="279717"/>
                </a:lnTo>
                <a:cubicBezTo>
                  <a:pt x="73977" y="283528"/>
                  <a:pt x="66357" y="283528"/>
                  <a:pt x="62548" y="279717"/>
                </a:cubicBezTo>
                <a:lnTo>
                  <a:pt x="2857" y="220028"/>
                </a:lnTo>
                <a:cubicBezTo>
                  <a:pt x="-952" y="216217"/>
                  <a:pt x="-952" y="208597"/>
                  <a:pt x="2857" y="204787"/>
                </a:cubicBezTo>
                <a:lnTo>
                  <a:pt x="32067" y="175578"/>
                </a:lnTo>
                <a:lnTo>
                  <a:pt x="32067" y="175578"/>
                </a:lnTo>
                <a:lnTo>
                  <a:pt x="32067" y="175578"/>
                </a:lnTo>
                <a:lnTo>
                  <a:pt x="104457" y="103187"/>
                </a:lnTo>
                <a:cubicBezTo>
                  <a:pt x="103187" y="104458"/>
                  <a:pt x="103187" y="103187"/>
                  <a:pt x="104457" y="103187"/>
                </a:cubicBezTo>
                <a:cubicBezTo>
                  <a:pt x="104457" y="103187"/>
                  <a:pt x="104457" y="103187"/>
                  <a:pt x="104457" y="103187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74" name="Полилиния: фигура 237">
            <a:extLst>
              <a:ext uri="{FF2B5EF4-FFF2-40B4-BE49-F238E27FC236}">
                <a16:creationId xmlns:a16="http://schemas.microsoft.com/office/drawing/2014/main" id="{2B1EFDAE-841F-0964-E6A9-7BB945F4E16F}"/>
              </a:ext>
            </a:extLst>
          </p:cNvPr>
          <p:cNvSpPr/>
          <p:nvPr/>
        </p:nvSpPr>
        <p:spPr>
          <a:xfrm>
            <a:off x="554603" y="2649400"/>
            <a:ext cx="233680" cy="233680"/>
          </a:xfrm>
          <a:custGeom>
            <a:avLst/>
            <a:gdLst>
              <a:gd name="connsiteX0" fmla="*/ 0 w 233680"/>
              <a:gd name="connsiteY0" fmla="*/ 10160 h 233680"/>
              <a:gd name="connsiteX1" fmla="*/ 10160 w 233680"/>
              <a:gd name="connsiteY1" fmla="*/ 0 h 233680"/>
              <a:gd name="connsiteX2" fmla="*/ 30480 w 233680"/>
              <a:gd name="connsiteY2" fmla="*/ 0 h 233680"/>
              <a:gd name="connsiteX3" fmla="*/ 60960 w 233680"/>
              <a:gd name="connsiteY3" fmla="*/ 30480 h 233680"/>
              <a:gd name="connsiteX4" fmla="*/ 60960 w 233680"/>
              <a:gd name="connsiteY4" fmla="*/ 132080 h 233680"/>
              <a:gd name="connsiteX5" fmla="*/ 193040 w 233680"/>
              <a:gd name="connsiteY5" fmla="*/ 132080 h 233680"/>
              <a:gd name="connsiteX6" fmla="*/ 213360 w 233680"/>
              <a:gd name="connsiteY6" fmla="*/ 111760 h 233680"/>
              <a:gd name="connsiteX7" fmla="*/ 213360 w 233680"/>
              <a:gd name="connsiteY7" fmla="*/ 50800 h 233680"/>
              <a:gd name="connsiteX8" fmla="*/ 101600 w 233680"/>
              <a:gd name="connsiteY8" fmla="*/ 50800 h 233680"/>
              <a:gd name="connsiteX9" fmla="*/ 91440 w 233680"/>
              <a:gd name="connsiteY9" fmla="*/ 40640 h 233680"/>
              <a:gd name="connsiteX10" fmla="*/ 101600 w 233680"/>
              <a:gd name="connsiteY10" fmla="*/ 30480 h 233680"/>
              <a:gd name="connsiteX11" fmla="*/ 222250 w 233680"/>
              <a:gd name="connsiteY11" fmla="*/ 30480 h 233680"/>
              <a:gd name="connsiteX12" fmla="*/ 233680 w 233680"/>
              <a:gd name="connsiteY12" fmla="*/ 41910 h 233680"/>
              <a:gd name="connsiteX13" fmla="*/ 233680 w 233680"/>
              <a:gd name="connsiteY13" fmla="*/ 111760 h 233680"/>
              <a:gd name="connsiteX14" fmla="*/ 193040 w 233680"/>
              <a:gd name="connsiteY14" fmla="*/ 152400 h 233680"/>
              <a:gd name="connsiteX15" fmla="*/ 60960 w 233680"/>
              <a:gd name="connsiteY15" fmla="*/ 152400 h 233680"/>
              <a:gd name="connsiteX16" fmla="*/ 60960 w 233680"/>
              <a:gd name="connsiteY16" fmla="*/ 182880 h 233680"/>
              <a:gd name="connsiteX17" fmla="*/ 71120 w 233680"/>
              <a:gd name="connsiteY17" fmla="*/ 193040 h 233680"/>
              <a:gd name="connsiteX18" fmla="*/ 81280 w 233680"/>
              <a:gd name="connsiteY18" fmla="*/ 193040 h 233680"/>
              <a:gd name="connsiteX19" fmla="*/ 203200 w 233680"/>
              <a:gd name="connsiteY19" fmla="*/ 193040 h 233680"/>
              <a:gd name="connsiteX20" fmla="*/ 223520 w 233680"/>
              <a:gd name="connsiteY20" fmla="*/ 193040 h 233680"/>
              <a:gd name="connsiteX21" fmla="*/ 233680 w 233680"/>
              <a:gd name="connsiteY21" fmla="*/ 203200 h 233680"/>
              <a:gd name="connsiteX22" fmla="*/ 223520 w 233680"/>
              <a:gd name="connsiteY22" fmla="*/ 213360 h 233680"/>
              <a:gd name="connsiteX23" fmla="*/ 213360 w 233680"/>
              <a:gd name="connsiteY23" fmla="*/ 213360 h 233680"/>
              <a:gd name="connsiteX24" fmla="*/ 213360 w 233680"/>
              <a:gd name="connsiteY24" fmla="*/ 223520 h 233680"/>
              <a:gd name="connsiteX25" fmla="*/ 203200 w 233680"/>
              <a:gd name="connsiteY25" fmla="*/ 233680 h 233680"/>
              <a:gd name="connsiteX26" fmla="*/ 193040 w 233680"/>
              <a:gd name="connsiteY26" fmla="*/ 223520 h 233680"/>
              <a:gd name="connsiteX27" fmla="*/ 193040 w 233680"/>
              <a:gd name="connsiteY27" fmla="*/ 213360 h 233680"/>
              <a:gd name="connsiteX28" fmla="*/ 91440 w 233680"/>
              <a:gd name="connsiteY28" fmla="*/ 213360 h 233680"/>
              <a:gd name="connsiteX29" fmla="*/ 91440 w 233680"/>
              <a:gd name="connsiteY29" fmla="*/ 223520 h 233680"/>
              <a:gd name="connsiteX30" fmla="*/ 81280 w 233680"/>
              <a:gd name="connsiteY30" fmla="*/ 233680 h 233680"/>
              <a:gd name="connsiteX31" fmla="*/ 71120 w 233680"/>
              <a:gd name="connsiteY31" fmla="*/ 223520 h 233680"/>
              <a:gd name="connsiteX32" fmla="*/ 71120 w 233680"/>
              <a:gd name="connsiteY32" fmla="*/ 213360 h 233680"/>
              <a:gd name="connsiteX33" fmla="*/ 40640 w 233680"/>
              <a:gd name="connsiteY33" fmla="*/ 182880 h 233680"/>
              <a:gd name="connsiteX34" fmla="*/ 40640 w 233680"/>
              <a:gd name="connsiteY34" fmla="*/ 142240 h 233680"/>
              <a:gd name="connsiteX35" fmla="*/ 40640 w 233680"/>
              <a:gd name="connsiteY35" fmla="*/ 30480 h 233680"/>
              <a:gd name="connsiteX36" fmla="*/ 30480 w 233680"/>
              <a:gd name="connsiteY36" fmla="*/ 20320 h 233680"/>
              <a:gd name="connsiteX37" fmla="*/ 10160 w 233680"/>
              <a:gd name="connsiteY37" fmla="*/ 20320 h 233680"/>
              <a:gd name="connsiteX38" fmla="*/ 0 w 233680"/>
              <a:gd name="connsiteY38" fmla="*/ 1016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33680" h="233680">
                <a:moveTo>
                  <a:pt x="0" y="10160"/>
                </a:moveTo>
                <a:cubicBezTo>
                  <a:pt x="0" y="5080"/>
                  <a:pt x="5080" y="0"/>
                  <a:pt x="10160" y="0"/>
                </a:cubicBezTo>
                <a:lnTo>
                  <a:pt x="30480" y="0"/>
                </a:lnTo>
                <a:cubicBezTo>
                  <a:pt x="46990" y="0"/>
                  <a:pt x="60960" y="13970"/>
                  <a:pt x="60960" y="30480"/>
                </a:cubicBezTo>
                <a:lnTo>
                  <a:pt x="60960" y="132080"/>
                </a:lnTo>
                <a:lnTo>
                  <a:pt x="193040" y="132080"/>
                </a:lnTo>
                <a:cubicBezTo>
                  <a:pt x="204470" y="132080"/>
                  <a:pt x="213360" y="123190"/>
                  <a:pt x="213360" y="111760"/>
                </a:cubicBezTo>
                <a:lnTo>
                  <a:pt x="213360" y="50800"/>
                </a:lnTo>
                <a:lnTo>
                  <a:pt x="101600" y="50800"/>
                </a:lnTo>
                <a:cubicBezTo>
                  <a:pt x="96520" y="50800"/>
                  <a:pt x="91440" y="45720"/>
                  <a:pt x="91440" y="40640"/>
                </a:cubicBezTo>
                <a:cubicBezTo>
                  <a:pt x="91440" y="35560"/>
                  <a:pt x="96520" y="30480"/>
                  <a:pt x="101600" y="30480"/>
                </a:cubicBezTo>
                <a:lnTo>
                  <a:pt x="222250" y="30480"/>
                </a:lnTo>
                <a:cubicBezTo>
                  <a:pt x="228600" y="30480"/>
                  <a:pt x="233680" y="35560"/>
                  <a:pt x="233680" y="41910"/>
                </a:cubicBezTo>
                <a:lnTo>
                  <a:pt x="233680" y="111760"/>
                </a:lnTo>
                <a:cubicBezTo>
                  <a:pt x="233680" y="134620"/>
                  <a:pt x="215900" y="152400"/>
                  <a:pt x="193040" y="152400"/>
                </a:cubicBezTo>
                <a:lnTo>
                  <a:pt x="60960" y="152400"/>
                </a:lnTo>
                <a:lnTo>
                  <a:pt x="60960" y="182880"/>
                </a:lnTo>
                <a:cubicBezTo>
                  <a:pt x="60960" y="187960"/>
                  <a:pt x="66040" y="193040"/>
                  <a:pt x="71120" y="193040"/>
                </a:cubicBezTo>
                <a:lnTo>
                  <a:pt x="81280" y="193040"/>
                </a:lnTo>
                <a:lnTo>
                  <a:pt x="203200" y="193040"/>
                </a:lnTo>
                <a:lnTo>
                  <a:pt x="223520" y="193040"/>
                </a:lnTo>
                <a:cubicBezTo>
                  <a:pt x="228600" y="193040"/>
                  <a:pt x="233680" y="198120"/>
                  <a:pt x="233680" y="203200"/>
                </a:cubicBezTo>
                <a:cubicBezTo>
                  <a:pt x="233680" y="208280"/>
                  <a:pt x="228600" y="213360"/>
                  <a:pt x="223520" y="213360"/>
                </a:cubicBezTo>
                <a:lnTo>
                  <a:pt x="213360" y="213360"/>
                </a:lnTo>
                <a:lnTo>
                  <a:pt x="213360" y="223520"/>
                </a:lnTo>
                <a:cubicBezTo>
                  <a:pt x="213360" y="228600"/>
                  <a:pt x="208280" y="233680"/>
                  <a:pt x="203200" y="233680"/>
                </a:cubicBezTo>
                <a:cubicBezTo>
                  <a:pt x="198120" y="233680"/>
                  <a:pt x="193040" y="228600"/>
                  <a:pt x="193040" y="223520"/>
                </a:cubicBezTo>
                <a:lnTo>
                  <a:pt x="193040" y="213360"/>
                </a:lnTo>
                <a:lnTo>
                  <a:pt x="91440" y="213360"/>
                </a:lnTo>
                <a:lnTo>
                  <a:pt x="91440" y="223520"/>
                </a:lnTo>
                <a:cubicBezTo>
                  <a:pt x="91440" y="228600"/>
                  <a:pt x="86360" y="233680"/>
                  <a:pt x="81280" y="233680"/>
                </a:cubicBezTo>
                <a:cubicBezTo>
                  <a:pt x="76200" y="233680"/>
                  <a:pt x="71120" y="228600"/>
                  <a:pt x="71120" y="223520"/>
                </a:cubicBezTo>
                <a:lnTo>
                  <a:pt x="71120" y="213360"/>
                </a:lnTo>
                <a:cubicBezTo>
                  <a:pt x="54610" y="213360"/>
                  <a:pt x="40640" y="199390"/>
                  <a:pt x="40640" y="182880"/>
                </a:cubicBezTo>
                <a:lnTo>
                  <a:pt x="40640" y="142240"/>
                </a:lnTo>
                <a:lnTo>
                  <a:pt x="40640" y="30480"/>
                </a:lnTo>
                <a:cubicBezTo>
                  <a:pt x="40640" y="25400"/>
                  <a:pt x="35560" y="20320"/>
                  <a:pt x="30480" y="20320"/>
                </a:cubicBezTo>
                <a:lnTo>
                  <a:pt x="10160" y="20320"/>
                </a:lnTo>
                <a:cubicBezTo>
                  <a:pt x="5080" y="20320"/>
                  <a:pt x="0" y="16510"/>
                  <a:pt x="0" y="101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975" name="Рисунок 2">
            <a:extLst>
              <a:ext uri="{FF2B5EF4-FFF2-40B4-BE49-F238E27FC236}">
                <a16:creationId xmlns:a16="http://schemas.microsoft.com/office/drawing/2014/main" id="{5F74C723-D87F-F2BF-A57F-01E21DD26BB0}"/>
              </a:ext>
            </a:extLst>
          </p:cNvPr>
          <p:cNvGrpSpPr/>
          <p:nvPr/>
        </p:nvGrpSpPr>
        <p:grpSpPr>
          <a:xfrm>
            <a:off x="6175064" y="2608759"/>
            <a:ext cx="264159" cy="264160"/>
            <a:chOff x="6263640" y="1094739"/>
            <a:chExt cx="264159" cy="264160"/>
          </a:xfrm>
          <a:solidFill>
            <a:schemeClr val="tx1"/>
          </a:solidFill>
        </p:grpSpPr>
        <p:sp>
          <p:nvSpPr>
            <p:cNvPr id="976" name="Полилиния: фигура 241">
              <a:extLst>
                <a:ext uri="{FF2B5EF4-FFF2-40B4-BE49-F238E27FC236}">
                  <a16:creationId xmlns:a16="http://schemas.microsoft.com/office/drawing/2014/main" id="{13C3230C-042F-739F-29C8-0085EE4855E4}"/>
                </a:ext>
              </a:extLst>
            </p:cNvPr>
            <p:cNvSpPr/>
            <p:nvPr/>
          </p:nvSpPr>
          <p:spPr>
            <a:xfrm>
              <a:off x="6263640" y="1094739"/>
              <a:ext cx="81279" cy="81280"/>
            </a:xfrm>
            <a:custGeom>
              <a:avLst/>
              <a:gdLst>
                <a:gd name="connsiteX0" fmla="*/ 20320 w 81279"/>
                <a:gd name="connsiteY0" fmla="*/ 71120 h 81280"/>
                <a:gd name="connsiteX1" fmla="*/ 10160 w 81279"/>
                <a:gd name="connsiteY1" fmla="*/ 81280 h 81280"/>
                <a:gd name="connsiteX2" fmla="*/ 0 w 81279"/>
                <a:gd name="connsiteY2" fmla="*/ 71120 h 81280"/>
                <a:gd name="connsiteX3" fmla="*/ 0 w 81279"/>
                <a:gd name="connsiteY3" fmla="*/ 20320 h 81280"/>
                <a:gd name="connsiteX4" fmla="*/ 20320 w 81279"/>
                <a:gd name="connsiteY4" fmla="*/ 0 h 81280"/>
                <a:gd name="connsiteX5" fmla="*/ 71120 w 81279"/>
                <a:gd name="connsiteY5" fmla="*/ 0 h 81280"/>
                <a:gd name="connsiteX6" fmla="*/ 81280 w 81279"/>
                <a:gd name="connsiteY6" fmla="*/ 10160 h 81280"/>
                <a:gd name="connsiteX7" fmla="*/ 71120 w 81279"/>
                <a:gd name="connsiteY7" fmla="*/ 20320 h 81280"/>
                <a:gd name="connsiteX8" fmla="*/ 20320 w 81279"/>
                <a:gd name="connsiteY8" fmla="*/ 20320 h 81280"/>
                <a:gd name="connsiteX9" fmla="*/ 20320 w 81279"/>
                <a:gd name="connsiteY9" fmla="*/ 7112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279" h="81280">
                  <a:moveTo>
                    <a:pt x="20320" y="71120"/>
                  </a:moveTo>
                  <a:cubicBezTo>
                    <a:pt x="20320" y="76200"/>
                    <a:pt x="15240" y="81280"/>
                    <a:pt x="10160" y="81280"/>
                  </a:cubicBezTo>
                  <a:cubicBezTo>
                    <a:pt x="5080" y="81280"/>
                    <a:pt x="0" y="76200"/>
                    <a:pt x="0" y="71120"/>
                  </a:cubicBezTo>
                  <a:lnTo>
                    <a:pt x="0" y="20320"/>
                  </a:lnTo>
                  <a:cubicBezTo>
                    <a:pt x="0" y="8890"/>
                    <a:pt x="8890" y="0"/>
                    <a:pt x="20320" y="0"/>
                  </a:cubicBezTo>
                  <a:lnTo>
                    <a:pt x="71120" y="0"/>
                  </a:lnTo>
                  <a:cubicBezTo>
                    <a:pt x="76200" y="0"/>
                    <a:pt x="81280" y="5080"/>
                    <a:pt x="81280" y="10160"/>
                  </a:cubicBezTo>
                  <a:cubicBezTo>
                    <a:pt x="81280" y="15240"/>
                    <a:pt x="76200" y="20320"/>
                    <a:pt x="71120" y="20320"/>
                  </a:cubicBezTo>
                  <a:lnTo>
                    <a:pt x="20320" y="20320"/>
                  </a:lnTo>
                  <a:lnTo>
                    <a:pt x="20320" y="711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77" name="Полилиния: фигура 242">
              <a:extLst>
                <a:ext uri="{FF2B5EF4-FFF2-40B4-BE49-F238E27FC236}">
                  <a16:creationId xmlns:a16="http://schemas.microsoft.com/office/drawing/2014/main" id="{F670616B-25BB-F2A2-6020-876DB5E3D51B}"/>
                </a:ext>
              </a:extLst>
            </p:cNvPr>
            <p:cNvSpPr/>
            <p:nvPr/>
          </p:nvSpPr>
          <p:spPr>
            <a:xfrm>
              <a:off x="6446520" y="1094739"/>
              <a:ext cx="81279" cy="81280"/>
            </a:xfrm>
            <a:custGeom>
              <a:avLst/>
              <a:gdLst>
                <a:gd name="connsiteX0" fmla="*/ 71120 w 81279"/>
                <a:gd name="connsiteY0" fmla="*/ 81280 h 81280"/>
                <a:gd name="connsiteX1" fmla="*/ 60960 w 81279"/>
                <a:gd name="connsiteY1" fmla="*/ 71120 h 81280"/>
                <a:gd name="connsiteX2" fmla="*/ 60960 w 81279"/>
                <a:gd name="connsiteY2" fmla="*/ 20320 h 81280"/>
                <a:gd name="connsiteX3" fmla="*/ 10160 w 81279"/>
                <a:gd name="connsiteY3" fmla="*/ 20320 h 81280"/>
                <a:gd name="connsiteX4" fmla="*/ 0 w 81279"/>
                <a:gd name="connsiteY4" fmla="*/ 10160 h 81280"/>
                <a:gd name="connsiteX5" fmla="*/ 10160 w 81279"/>
                <a:gd name="connsiteY5" fmla="*/ 0 h 81280"/>
                <a:gd name="connsiteX6" fmla="*/ 60960 w 81279"/>
                <a:gd name="connsiteY6" fmla="*/ 0 h 81280"/>
                <a:gd name="connsiteX7" fmla="*/ 81280 w 81279"/>
                <a:gd name="connsiteY7" fmla="*/ 20320 h 81280"/>
                <a:gd name="connsiteX8" fmla="*/ 81280 w 81279"/>
                <a:gd name="connsiteY8" fmla="*/ 71120 h 81280"/>
                <a:gd name="connsiteX9" fmla="*/ 71120 w 81279"/>
                <a:gd name="connsiteY9" fmla="*/ 8128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279" h="81280">
                  <a:moveTo>
                    <a:pt x="71120" y="81280"/>
                  </a:moveTo>
                  <a:cubicBezTo>
                    <a:pt x="66040" y="81280"/>
                    <a:pt x="60960" y="76200"/>
                    <a:pt x="60960" y="71120"/>
                  </a:cubicBezTo>
                  <a:lnTo>
                    <a:pt x="60960" y="20320"/>
                  </a:lnTo>
                  <a:lnTo>
                    <a:pt x="10160" y="20320"/>
                  </a:ln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lnTo>
                    <a:pt x="60960" y="0"/>
                  </a:lnTo>
                  <a:cubicBezTo>
                    <a:pt x="72390" y="0"/>
                    <a:pt x="81280" y="8890"/>
                    <a:pt x="81280" y="20320"/>
                  </a:cubicBezTo>
                  <a:lnTo>
                    <a:pt x="81280" y="71120"/>
                  </a:lnTo>
                  <a:cubicBezTo>
                    <a:pt x="81280" y="77470"/>
                    <a:pt x="76200" y="81280"/>
                    <a:pt x="71120" y="812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78" name="Полилиния: фигура 243">
              <a:extLst>
                <a:ext uri="{FF2B5EF4-FFF2-40B4-BE49-F238E27FC236}">
                  <a16:creationId xmlns:a16="http://schemas.microsoft.com/office/drawing/2014/main" id="{31B9CC4C-EA7F-E998-EA5E-39851E653BD0}"/>
                </a:ext>
              </a:extLst>
            </p:cNvPr>
            <p:cNvSpPr/>
            <p:nvPr/>
          </p:nvSpPr>
          <p:spPr>
            <a:xfrm>
              <a:off x="6313170" y="1135290"/>
              <a:ext cx="167410" cy="194399"/>
            </a:xfrm>
            <a:custGeom>
              <a:avLst/>
              <a:gdLst>
                <a:gd name="connsiteX0" fmla="*/ 53340 w 167410"/>
                <a:gd name="connsiteY0" fmla="*/ 15329 h 194399"/>
                <a:gd name="connsiteX1" fmla="*/ 109220 w 167410"/>
                <a:gd name="connsiteY1" fmla="*/ 1359 h 194399"/>
                <a:gd name="connsiteX2" fmla="*/ 160020 w 167410"/>
                <a:gd name="connsiteY2" fmla="*/ 41999 h 194399"/>
                <a:gd name="connsiteX3" fmla="*/ 153670 w 167410"/>
                <a:gd name="connsiteY3" fmla="*/ 119469 h 194399"/>
                <a:gd name="connsiteX4" fmla="*/ 147320 w 167410"/>
                <a:gd name="connsiteY4" fmla="*/ 124549 h 194399"/>
                <a:gd name="connsiteX5" fmla="*/ 147320 w 167410"/>
                <a:gd name="connsiteY5" fmla="*/ 133439 h 194399"/>
                <a:gd name="connsiteX6" fmla="*/ 86360 w 167410"/>
                <a:gd name="connsiteY6" fmla="*/ 194399 h 194399"/>
                <a:gd name="connsiteX7" fmla="*/ 25400 w 167410"/>
                <a:gd name="connsiteY7" fmla="*/ 133439 h 194399"/>
                <a:gd name="connsiteX8" fmla="*/ 25400 w 167410"/>
                <a:gd name="connsiteY8" fmla="*/ 127089 h 194399"/>
                <a:gd name="connsiteX9" fmla="*/ 22860 w 167410"/>
                <a:gd name="connsiteY9" fmla="*/ 125819 h 194399"/>
                <a:gd name="connsiteX10" fmla="*/ 0 w 167410"/>
                <a:gd name="connsiteY10" fmla="*/ 72479 h 194399"/>
                <a:gd name="connsiteX11" fmla="*/ 15240 w 167410"/>
                <a:gd name="connsiteY11" fmla="*/ 31839 h 194399"/>
                <a:gd name="connsiteX12" fmla="*/ 53340 w 167410"/>
                <a:gd name="connsiteY12" fmla="*/ 15329 h 194399"/>
                <a:gd name="connsiteX13" fmla="*/ 106680 w 167410"/>
                <a:gd name="connsiteY13" fmla="*/ 20409 h 194399"/>
                <a:gd name="connsiteX14" fmla="*/ 66040 w 167410"/>
                <a:gd name="connsiteY14" fmla="*/ 31839 h 194399"/>
                <a:gd name="connsiteX15" fmla="*/ 55880 w 167410"/>
                <a:gd name="connsiteY15" fmla="*/ 35649 h 194399"/>
                <a:gd name="connsiteX16" fmla="*/ 33020 w 167410"/>
                <a:gd name="connsiteY16" fmla="*/ 44539 h 194399"/>
                <a:gd name="connsiteX17" fmla="*/ 22860 w 167410"/>
                <a:gd name="connsiteY17" fmla="*/ 71209 h 194399"/>
                <a:gd name="connsiteX18" fmla="*/ 26670 w 167410"/>
                <a:gd name="connsiteY18" fmla="*/ 90259 h 194399"/>
                <a:gd name="connsiteX19" fmla="*/ 49530 w 167410"/>
                <a:gd name="connsiteY19" fmla="*/ 54699 h 194399"/>
                <a:gd name="connsiteX20" fmla="*/ 68580 w 167410"/>
                <a:gd name="connsiteY20" fmla="*/ 58509 h 194399"/>
                <a:gd name="connsiteX21" fmla="*/ 81280 w 167410"/>
                <a:gd name="connsiteY21" fmla="*/ 66129 h 194399"/>
                <a:gd name="connsiteX22" fmla="*/ 105410 w 167410"/>
                <a:gd name="connsiteY22" fmla="*/ 69939 h 194399"/>
                <a:gd name="connsiteX23" fmla="*/ 115570 w 167410"/>
                <a:gd name="connsiteY23" fmla="*/ 71209 h 194399"/>
                <a:gd name="connsiteX24" fmla="*/ 147320 w 167410"/>
                <a:gd name="connsiteY24" fmla="*/ 87719 h 194399"/>
                <a:gd name="connsiteX25" fmla="*/ 147320 w 167410"/>
                <a:gd name="connsiteY25" fmla="*/ 87719 h 194399"/>
                <a:gd name="connsiteX26" fmla="*/ 143510 w 167410"/>
                <a:gd name="connsiteY26" fmla="*/ 48349 h 194399"/>
                <a:gd name="connsiteX27" fmla="*/ 106680 w 167410"/>
                <a:gd name="connsiteY27" fmla="*/ 20409 h 194399"/>
                <a:gd name="connsiteX28" fmla="*/ 111760 w 167410"/>
                <a:gd name="connsiteY28" fmla="*/ 91529 h 194399"/>
                <a:gd name="connsiteX29" fmla="*/ 128270 w 167410"/>
                <a:gd name="connsiteY29" fmla="*/ 99149 h 194399"/>
                <a:gd name="connsiteX30" fmla="*/ 128270 w 167410"/>
                <a:gd name="connsiteY30" fmla="*/ 132169 h 194399"/>
                <a:gd name="connsiteX31" fmla="*/ 87630 w 167410"/>
                <a:gd name="connsiteY31" fmla="*/ 172809 h 194399"/>
                <a:gd name="connsiteX32" fmla="*/ 46990 w 167410"/>
                <a:gd name="connsiteY32" fmla="*/ 132169 h 194399"/>
                <a:gd name="connsiteX33" fmla="*/ 46990 w 167410"/>
                <a:gd name="connsiteY33" fmla="*/ 87719 h 194399"/>
                <a:gd name="connsiteX34" fmla="*/ 55880 w 167410"/>
                <a:gd name="connsiteY34" fmla="*/ 73749 h 194399"/>
                <a:gd name="connsiteX35" fmla="*/ 74930 w 167410"/>
                <a:gd name="connsiteY35" fmla="*/ 83909 h 194399"/>
                <a:gd name="connsiteX36" fmla="*/ 102870 w 167410"/>
                <a:gd name="connsiteY36" fmla="*/ 88989 h 194399"/>
                <a:gd name="connsiteX37" fmla="*/ 102870 w 167410"/>
                <a:gd name="connsiteY37" fmla="*/ 88989 h 194399"/>
                <a:gd name="connsiteX38" fmla="*/ 111760 w 167410"/>
                <a:gd name="connsiteY38" fmla="*/ 91529 h 194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167410" h="194399">
                  <a:moveTo>
                    <a:pt x="53340" y="15329"/>
                  </a:moveTo>
                  <a:cubicBezTo>
                    <a:pt x="63500" y="6439"/>
                    <a:pt x="82550" y="-3721"/>
                    <a:pt x="109220" y="1359"/>
                  </a:cubicBezTo>
                  <a:cubicBezTo>
                    <a:pt x="130810" y="3899"/>
                    <a:pt x="149860" y="20409"/>
                    <a:pt x="160020" y="41999"/>
                  </a:cubicBezTo>
                  <a:cubicBezTo>
                    <a:pt x="170180" y="63589"/>
                    <a:pt x="171450" y="91529"/>
                    <a:pt x="153670" y="119469"/>
                  </a:cubicBezTo>
                  <a:cubicBezTo>
                    <a:pt x="152400" y="122009"/>
                    <a:pt x="149860" y="123279"/>
                    <a:pt x="147320" y="124549"/>
                  </a:cubicBezTo>
                  <a:lnTo>
                    <a:pt x="147320" y="133439"/>
                  </a:lnTo>
                  <a:cubicBezTo>
                    <a:pt x="147320" y="166459"/>
                    <a:pt x="120650" y="194399"/>
                    <a:pt x="86360" y="194399"/>
                  </a:cubicBezTo>
                  <a:cubicBezTo>
                    <a:pt x="53340" y="194399"/>
                    <a:pt x="25400" y="167729"/>
                    <a:pt x="25400" y="133439"/>
                  </a:cubicBezTo>
                  <a:lnTo>
                    <a:pt x="25400" y="127089"/>
                  </a:lnTo>
                  <a:cubicBezTo>
                    <a:pt x="24130" y="127089"/>
                    <a:pt x="24130" y="125819"/>
                    <a:pt x="22860" y="125819"/>
                  </a:cubicBezTo>
                  <a:cubicBezTo>
                    <a:pt x="12700" y="119469"/>
                    <a:pt x="0" y="99149"/>
                    <a:pt x="0" y="72479"/>
                  </a:cubicBezTo>
                  <a:cubicBezTo>
                    <a:pt x="0" y="57239"/>
                    <a:pt x="6350" y="41999"/>
                    <a:pt x="15240" y="31839"/>
                  </a:cubicBezTo>
                  <a:cubicBezTo>
                    <a:pt x="25400" y="20409"/>
                    <a:pt x="38100" y="14059"/>
                    <a:pt x="53340" y="15329"/>
                  </a:cubicBezTo>
                  <a:close/>
                  <a:moveTo>
                    <a:pt x="106680" y="20409"/>
                  </a:moveTo>
                  <a:cubicBezTo>
                    <a:pt x="82550" y="16599"/>
                    <a:pt x="68580" y="26759"/>
                    <a:pt x="66040" y="31839"/>
                  </a:cubicBezTo>
                  <a:cubicBezTo>
                    <a:pt x="63500" y="35649"/>
                    <a:pt x="59690" y="36919"/>
                    <a:pt x="55880" y="35649"/>
                  </a:cubicBezTo>
                  <a:cubicBezTo>
                    <a:pt x="46990" y="34379"/>
                    <a:pt x="39370" y="36919"/>
                    <a:pt x="33020" y="44539"/>
                  </a:cubicBezTo>
                  <a:cubicBezTo>
                    <a:pt x="26670" y="52159"/>
                    <a:pt x="22860" y="61049"/>
                    <a:pt x="22860" y="71209"/>
                  </a:cubicBezTo>
                  <a:cubicBezTo>
                    <a:pt x="22860" y="78829"/>
                    <a:pt x="24130" y="85179"/>
                    <a:pt x="26670" y="90259"/>
                  </a:cubicBezTo>
                  <a:cubicBezTo>
                    <a:pt x="31750" y="72479"/>
                    <a:pt x="40640" y="59779"/>
                    <a:pt x="49530" y="54699"/>
                  </a:cubicBezTo>
                  <a:cubicBezTo>
                    <a:pt x="57150" y="49619"/>
                    <a:pt x="66040" y="53429"/>
                    <a:pt x="68580" y="58509"/>
                  </a:cubicBezTo>
                  <a:cubicBezTo>
                    <a:pt x="71120" y="62319"/>
                    <a:pt x="74930" y="64859"/>
                    <a:pt x="81280" y="66129"/>
                  </a:cubicBezTo>
                  <a:cubicBezTo>
                    <a:pt x="87630" y="67399"/>
                    <a:pt x="93980" y="68669"/>
                    <a:pt x="105410" y="69939"/>
                  </a:cubicBezTo>
                  <a:cubicBezTo>
                    <a:pt x="107950" y="69939"/>
                    <a:pt x="111760" y="71209"/>
                    <a:pt x="115570" y="71209"/>
                  </a:cubicBezTo>
                  <a:cubicBezTo>
                    <a:pt x="130810" y="73749"/>
                    <a:pt x="140970" y="80099"/>
                    <a:pt x="147320" y="87719"/>
                  </a:cubicBezTo>
                  <a:cubicBezTo>
                    <a:pt x="147320" y="87719"/>
                    <a:pt x="147320" y="87719"/>
                    <a:pt x="147320" y="87719"/>
                  </a:cubicBezTo>
                  <a:cubicBezTo>
                    <a:pt x="151130" y="73749"/>
                    <a:pt x="148590" y="59779"/>
                    <a:pt x="143510" y="48349"/>
                  </a:cubicBezTo>
                  <a:cubicBezTo>
                    <a:pt x="134620" y="33109"/>
                    <a:pt x="119380" y="22949"/>
                    <a:pt x="106680" y="20409"/>
                  </a:cubicBezTo>
                  <a:close/>
                  <a:moveTo>
                    <a:pt x="111760" y="91529"/>
                  </a:moveTo>
                  <a:cubicBezTo>
                    <a:pt x="120650" y="92799"/>
                    <a:pt x="125730" y="95339"/>
                    <a:pt x="128270" y="99149"/>
                  </a:cubicBezTo>
                  <a:lnTo>
                    <a:pt x="128270" y="132169"/>
                  </a:lnTo>
                  <a:cubicBezTo>
                    <a:pt x="128270" y="155029"/>
                    <a:pt x="110490" y="172809"/>
                    <a:pt x="87630" y="172809"/>
                  </a:cubicBezTo>
                  <a:cubicBezTo>
                    <a:pt x="64770" y="172809"/>
                    <a:pt x="46990" y="155029"/>
                    <a:pt x="46990" y="132169"/>
                  </a:cubicBezTo>
                  <a:lnTo>
                    <a:pt x="46990" y="87719"/>
                  </a:lnTo>
                  <a:cubicBezTo>
                    <a:pt x="49530" y="81369"/>
                    <a:pt x="52070" y="77559"/>
                    <a:pt x="55880" y="73749"/>
                  </a:cubicBezTo>
                  <a:cubicBezTo>
                    <a:pt x="60960" y="78829"/>
                    <a:pt x="67310" y="82639"/>
                    <a:pt x="74930" y="83909"/>
                  </a:cubicBezTo>
                  <a:cubicBezTo>
                    <a:pt x="82550" y="86449"/>
                    <a:pt x="91440" y="86449"/>
                    <a:pt x="102870" y="88989"/>
                  </a:cubicBezTo>
                  <a:lnTo>
                    <a:pt x="102870" y="88989"/>
                  </a:lnTo>
                  <a:cubicBezTo>
                    <a:pt x="105410" y="90259"/>
                    <a:pt x="107950" y="91529"/>
                    <a:pt x="111760" y="91529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79" name="Полилиния: фигура 244">
              <a:extLst>
                <a:ext uri="{FF2B5EF4-FFF2-40B4-BE49-F238E27FC236}">
                  <a16:creationId xmlns:a16="http://schemas.microsoft.com/office/drawing/2014/main" id="{88C7447B-956E-E215-3235-473D6F49AA96}"/>
                </a:ext>
              </a:extLst>
            </p:cNvPr>
            <p:cNvSpPr/>
            <p:nvPr/>
          </p:nvSpPr>
          <p:spPr>
            <a:xfrm>
              <a:off x="6263640" y="1277619"/>
              <a:ext cx="81279" cy="81280"/>
            </a:xfrm>
            <a:custGeom>
              <a:avLst/>
              <a:gdLst>
                <a:gd name="connsiteX0" fmla="*/ 10160 w 81279"/>
                <a:gd name="connsiteY0" fmla="*/ 0 h 81280"/>
                <a:gd name="connsiteX1" fmla="*/ 20320 w 81279"/>
                <a:gd name="connsiteY1" fmla="*/ 10160 h 81280"/>
                <a:gd name="connsiteX2" fmla="*/ 20320 w 81279"/>
                <a:gd name="connsiteY2" fmla="*/ 60960 h 81280"/>
                <a:gd name="connsiteX3" fmla="*/ 71120 w 81279"/>
                <a:gd name="connsiteY3" fmla="*/ 60960 h 81280"/>
                <a:gd name="connsiteX4" fmla="*/ 81280 w 81279"/>
                <a:gd name="connsiteY4" fmla="*/ 71120 h 81280"/>
                <a:gd name="connsiteX5" fmla="*/ 71120 w 81279"/>
                <a:gd name="connsiteY5" fmla="*/ 81280 h 81280"/>
                <a:gd name="connsiteX6" fmla="*/ 20320 w 81279"/>
                <a:gd name="connsiteY6" fmla="*/ 81280 h 81280"/>
                <a:gd name="connsiteX7" fmla="*/ 0 w 81279"/>
                <a:gd name="connsiteY7" fmla="*/ 60960 h 81280"/>
                <a:gd name="connsiteX8" fmla="*/ 0 w 81279"/>
                <a:gd name="connsiteY8" fmla="*/ 10160 h 81280"/>
                <a:gd name="connsiteX9" fmla="*/ 10160 w 81279"/>
                <a:gd name="connsiteY9" fmla="*/ 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279" h="81280">
                  <a:moveTo>
                    <a:pt x="10160" y="0"/>
                  </a:moveTo>
                  <a:cubicBezTo>
                    <a:pt x="15240" y="0"/>
                    <a:pt x="20320" y="5080"/>
                    <a:pt x="20320" y="10160"/>
                  </a:cubicBezTo>
                  <a:lnTo>
                    <a:pt x="20320" y="60960"/>
                  </a:lnTo>
                  <a:lnTo>
                    <a:pt x="71120" y="60960"/>
                  </a:lnTo>
                  <a:cubicBezTo>
                    <a:pt x="76200" y="60960"/>
                    <a:pt x="81280" y="66040"/>
                    <a:pt x="81280" y="71120"/>
                  </a:cubicBezTo>
                  <a:cubicBezTo>
                    <a:pt x="81280" y="76200"/>
                    <a:pt x="76200" y="81280"/>
                    <a:pt x="71120" y="81280"/>
                  </a:cubicBezTo>
                  <a:lnTo>
                    <a:pt x="20320" y="81280"/>
                  </a:lnTo>
                  <a:cubicBezTo>
                    <a:pt x="8890" y="81280"/>
                    <a:pt x="0" y="72390"/>
                    <a:pt x="0" y="60960"/>
                  </a:cubicBezTo>
                  <a:lnTo>
                    <a:pt x="0" y="10160"/>
                  </a:lnTo>
                  <a:cubicBezTo>
                    <a:pt x="0" y="5080"/>
                    <a:pt x="3810" y="0"/>
                    <a:pt x="1016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80" name="Полилиния: фигура 245">
              <a:extLst>
                <a:ext uri="{FF2B5EF4-FFF2-40B4-BE49-F238E27FC236}">
                  <a16:creationId xmlns:a16="http://schemas.microsoft.com/office/drawing/2014/main" id="{86710772-6B48-137D-BF45-27B9F5CCFE2E}"/>
                </a:ext>
              </a:extLst>
            </p:cNvPr>
            <p:cNvSpPr/>
            <p:nvPr/>
          </p:nvSpPr>
          <p:spPr>
            <a:xfrm>
              <a:off x="6446520" y="1277619"/>
              <a:ext cx="81279" cy="81280"/>
            </a:xfrm>
            <a:custGeom>
              <a:avLst/>
              <a:gdLst>
                <a:gd name="connsiteX0" fmla="*/ 71120 w 81279"/>
                <a:gd name="connsiteY0" fmla="*/ 0 h 81280"/>
                <a:gd name="connsiteX1" fmla="*/ 60960 w 81279"/>
                <a:gd name="connsiteY1" fmla="*/ 10160 h 81280"/>
                <a:gd name="connsiteX2" fmla="*/ 60960 w 81279"/>
                <a:gd name="connsiteY2" fmla="*/ 60960 h 81280"/>
                <a:gd name="connsiteX3" fmla="*/ 10160 w 81279"/>
                <a:gd name="connsiteY3" fmla="*/ 60960 h 81280"/>
                <a:gd name="connsiteX4" fmla="*/ 0 w 81279"/>
                <a:gd name="connsiteY4" fmla="*/ 71120 h 81280"/>
                <a:gd name="connsiteX5" fmla="*/ 10160 w 81279"/>
                <a:gd name="connsiteY5" fmla="*/ 81280 h 81280"/>
                <a:gd name="connsiteX6" fmla="*/ 60960 w 81279"/>
                <a:gd name="connsiteY6" fmla="*/ 81280 h 81280"/>
                <a:gd name="connsiteX7" fmla="*/ 81280 w 81279"/>
                <a:gd name="connsiteY7" fmla="*/ 60960 h 81280"/>
                <a:gd name="connsiteX8" fmla="*/ 81280 w 81279"/>
                <a:gd name="connsiteY8" fmla="*/ 10160 h 81280"/>
                <a:gd name="connsiteX9" fmla="*/ 71120 w 81279"/>
                <a:gd name="connsiteY9" fmla="*/ 0 h 812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1279" h="81280">
                  <a:moveTo>
                    <a:pt x="71120" y="0"/>
                  </a:moveTo>
                  <a:cubicBezTo>
                    <a:pt x="66040" y="0"/>
                    <a:pt x="60960" y="5080"/>
                    <a:pt x="60960" y="10160"/>
                  </a:cubicBezTo>
                  <a:lnTo>
                    <a:pt x="60960" y="60960"/>
                  </a:lnTo>
                  <a:lnTo>
                    <a:pt x="10160" y="60960"/>
                  </a:lnTo>
                  <a:cubicBezTo>
                    <a:pt x="5080" y="60960"/>
                    <a:pt x="0" y="66040"/>
                    <a:pt x="0" y="71120"/>
                  </a:cubicBezTo>
                  <a:cubicBezTo>
                    <a:pt x="0" y="76200"/>
                    <a:pt x="5080" y="81280"/>
                    <a:pt x="10160" y="81280"/>
                  </a:cubicBezTo>
                  <a:lnTo>
                    <a:pt x="60960" y="81280"/>
                  </a:lnTo>
                  <a:cubicBezTo>
                    <a:pt x="72390" y="81280"/>
                    <a:pt x="81280" y="72390"/>
                    <a:pt x="81280" y="60960"/>
                  </a:cubicBezTo>
                  <a:lnTo>
                    <a:pt x="81280" y="10160"/>
                  </a:lnTo>
                  <a:cubicBezTo>
                    <a:pt x="81280" y="5080"/>
                    <a:pt x="76200" y="0"/>
                    <a:pt x="7112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981" name="Полилиния: фигура 575">
            <a:extLst>
              <a:ext uri="{FF2B5EF4-FFF2-40B4-BE49-F238E27FC236}">
                <a16:creationId xmlns:a16="http://schemas.microsoft.com/office/drawing/2014/main" id="{9C104CC1-75AD-E1B2-F08C-4697E8E7E717}"/>
              </a:ext>
            </a:extLst>
          </p:cNvPr>
          <p:cNvSpPr/>
          <p:nvPr/>
        </p:nvSpPr>
        <p:spPr>
          <a:xfrm>
            <a:off x="6733864" y="2629080"/>
            <a:ext cx="264159" cy="264159"/>
          </a:xfrm>
          <a:custGeom>
            <a:avLst/>
            <a:gdLst>
              <a:gd name="connsiteX0" fmla="*/ 10160 w 264159"/>
              <a:gd name="connsiteY0" fmla="*/ 81280 h 264159"/>
              <a:gd name="connsiteX1" fmla="*/ 20320 w 264159"/>
              <a:gd name="connsiteY1" fmla="*/ 71120 h 264159"/>
              <a:gd name="connsiteX2" fmla="*/ 20320 w 264159"/>
              <a:gd name="connsiteY2" fmla="*/ 20320 h 264159"/>
              <a:gd name="connsiteX3" fmla="*/ 71120 w 264159"/>
              <a:gd name="connsiteY3" fmla="*/ 20320 h 264159"/>
              <a:gd name="connsiteX4" fmla="*/ 81280 w 264159"/>
              <a:gd name="connsiteY4" fmla="*/ 10160 h 264159"/>
              <a:gd name="connsiteX5" fmla="*/ 71120 w 264159"/>
              <a:gd name="connsiteY5" fmla="*/ 0 h 264159"/>
              <a:gd name="connsiteX6" fmla="*/ 20320 w 264159"/>
              <a:gd name="connsiteY6" fmla="*/ 0 h 264159"/>
              <a:gd name="connsiteX7" fmla="*/ 0 w 264159"/>
              <a:gd name="connsiteY7" fmla="*/ 20320 h 264159"/>
              <a:gd name="connsiteX8" fmla="*/ 0 w 264159"/>
              <a:gd name="connsiteY8" fmla="*/ 71120 h 264159"/>
              <a:gd name="connsiteX9" fmla="*/ 10160 w 264159"/>
              <a:gd name="connsiteY9" fmla="*/ 81280 h 264159"/>
              <a:gd name="connsiteX10" fmla="*/ 71120 w 264159"/>
              <a:gd name="connsiteY10" fmla="*/ 71120 h 264159"/>
              <a:gd name="connsiteX11" fmla="*/ 50800 w 264159"/>
              <a:gd name="connsiteY11" fmla="*/ 91440 h 264159"/>
              <a:gd name="connsiteX12" fmla="*/ 50800 w 264159"/>
              <a:gd name="connsiteY12" fmla="*/ 121920 h 264159"/>
              <a:gd name="connsiteX13" fmla="*/ 50800 w 264159"/>
              <a:gd name="connsiteY13" fmla="*/ 172720 h 264159"/>
              <a:gd name="connsiteX14" fmla="*/ 71120 w 264159"/>
              <a:gd name="connsiteY14" fmla="*/ 193040 h 264159"/>
              <a:gd name="connsiteX15" fmla="*/ 193040 w 264159"/>
              <a:gd name="connsiteY15" fmla="*/ 193040 h 264159"/>
              <a:gd name="connsiteX16" fmla="*/ 213360 w 264159"/>
              <a:gd name="connsiteY16" fmla="*/ 172720 h 264159"/>
              <a:gd name="connsiteX17" fmla="*/ 213360 w 264159"/>
              <a:gd name="connsiteY17" fmla="*/ 121920 h 264159"/>
              <a:gd name="connsiteX18" fmla="*/ 213360 w 264159"/>
              <a:gd name="connsiteY18" fmla="*/ 91440 h 264159"/>
              <a:gd name="connsiteX19" fmla="*/ 193040 w 264159"/>
              <a:gd name="connsiteY19" fmla="*/ 71120 h 264159"/>
              <a:gd name="connsiteX20" fmla="*/ 71120 w 264159"/>
              <a:gd name="connsiteY20" fmla="*/ 71120 h 264159"/>
              <a:gd name="connsiteX21" fmla="*/ 193040 w 264159"/>
              <a:gd name="connsiteY21" fmla="*/ 111760 h 264159"/>
              <a:gd name="connsiteX22" fmla="*/ 193040 w 264159"/>
              <a:gd name="connsiteY22" fmla="*/ 91440 h 264159"/>
              <a:gd name="connsiteX23" fmla="*/ 71120 w 264159"/>
              <a:gd name="connsiteY23" fmla="*/ 91440 h 264159"/>
              <a:gd name="connsiteX24" fmla="*/ 71120 w 264159"/>
              <a:gd name="connsiteY24" fmla="*/ 111760 h 264159"/>
              <a:gd name="connsiteX25" fmla="*/ 193040 w 264159"/>
              <a:gd name="connsiteY25" fmla="*/ 111760 h 264159"/>
              <a:gd name="connsiteX26" fmla="*/ 71120 w 264159"/>
              <a:gd name="connsiteY26" fmla="*/ 132080 h 264159"/>
              <a:gd name="connsiteX27" fmla="*/ 193040 w 264159"/>
              <a:gd name="connsiteY27" fmla="*/ 132080 h 264159"/>
              <a:gd name="connsiteX28" fmla="*/ 193040 w 264159"/>
              <a:gd name="connsiteY28" fmla="*/ 172720 h 264159"/>
              <a:gd name="connsiteX29" fmla="*/ 71120 w 264159"/>
              <a:gd name="connsiteY29" fmla="*/ 172720 h 264159"/>
              <a:gd name="connsiteX30" fmla="*/ 71120 w 264159"/>
              <a:gd name="connsiteY30" fmla="*/ 132080 h 264159"/>
              <a:gd name="connsiteX31" fmla="*/ 20320 w 264159"/>
              <a:gd name="connsiteY31" fmla="*/ 193040 h 264159"/>
              <a:gd name="connsiteX32" fmla="*/ 10160 w 264159"/>
              <a:gd name="connsiteY32" fmla="*/ 182880 h 264159"/>
              <a:gd name="connsiteX33" fmla="*/ 0 w 264159"/>
              <a:gd name="connsiteY33" fmla="*/ 193040 h 264159"/>
              <a:gd name="connsiteX34" fmla="*/ 0 w 264159"/>
              <a:gd name="connsiteY34" fmla="*/ 243840 h 264159"/>
              <a:gd name="connsiteX35" fmla="*/ 20320 w 264159"/>
              <a:gd name="connsiteY35" fmla="*/ 264160 h 264159"/>
              <a:gd name="connsiteX36" fmla="*/ 71120 w 264159"/>
              <a:gd name="connsiteY36" fmla="*/ 264160 h 264159"/>
              <a:gd name="connsiteX37" fmla="*/ 81280 w 264159"/>
              <a:gd name="connsiteY37" fmla="*/ 254000 h 264159"/>
              <a:gd name="connsiteX38" fmla="*/ 71120 w 264159"/>
              <a:gd name="connsiteY38" fmla="*/ 243840 h 264159"/>
              <a:gd name="connsiteX39" fmla="*/ 20320 w 264159"/>
              <a:gd name="connsiteY39" fmla="*/ 243840 h 264159"/>
              <a:gd name="connsiteX40" fmla="*/ 20320 w 264159"/>
              <a:gd name="connsiteY40" fmla="*/ 193040 h 264159"/>
              <a:gd name="connsiteX41" fmla="*/ 254000 w 264159"/>
              <a:gd name="connsiteY41" fmla="*/ 182880 h 264159"/>
              <a:gd name="connsiteX42" fmla="*/ 243840 w 264159"/>
              <a:gd name="connsiteY42" fmla="*/ 193040 h 264159"/>
              <a:gd name="connsiteX43" fmla="*/ 243840 w 264159"/>
              <a:gd name="connsiteY43" fmla="*/ 243840 h 264159"/>
              <a:gd name="connsiteX44" fmla="*/ 193040 w 264159"/>
              <a:gd name="connsiteY44" fmla="*/ 243840 h 264159"/>
              <a:gd name="connsiteX45" fmla="*/ 182880 w 264159"/>
              <a:gd name="connsiteY45" fmla="*/ 254000 h 264159"/>
              <a:gd name="connsiteX46" fmla="*/ 193040 w 264159"/>
              <a:gd name="connsiteY46" fmla="*/ 264160 h 264159"/>
              <a:gd name="connsiteX47" fmla="*/ 243840 w 264159"/>
              <a:gd name="connsiteY47" fmla="*/ 264160 h 264159"/>
              <a:gd name="connsiteX48" fmla="*/ 264160 w 264159"/>
              <a:gd name="connsiteY48" fmla="*/ 243840 h 264159"/>
              <a:gd name="connsiteX49" fmla="*/ 264160 w 264159"/>
              <a:gd name="connsiteY49" fmla="*/ 193040 h 264159"/>
              <a:gd name="connsiteX50" fmla="*/ 254000 w 264159"/>
              <a:gd name="connsiteY50" fmla="*/ 182880 h 264159"/>
              <a:gd name="connsiteX51" fmla="*/ 243840 w 264159"/>
              <a:gd name="connsiteY51" fmla="*/ 71120 h 264159"/>
              <a:gd name="connsiteX52" fmla="*/ 254000 w 264159"/>
              <a:gd name="connsiteY52" fmla="*/ 81280 h 264159"/>
              <a:gd name="connsiteX53" fmla="*/ 264160 w 264159"/>
              <a:gd name="connsiteY53" fmla="*/ 71120 h 264159"/>
              <a:gd name="connsiteX54" fmla="*/ 264160 w 264159"/>
              <a:gd name="connsiteY54" fmla="*/ 20320 h 264159"/>
              <a:gd name="connsiteX55" fmla="*/ 243840 w 264159"/>
              <a:gd name="connsiteY55" fmla="*/ 0 h 264159"/>
              <a:gd name="connsiteX56" fmla="*/ 193040 w 264159"/>
              <a:gd name="connsiteY56" fmla="*/ 0 h 264159"/>
              <a:gd name="connsiteX57" fmla="*/ 182880 w 264159"/>
              <a:gd name="connsiteY57" fmla="*/ 10160 h 264159"/>
              <a:gd name="connsiteX58" fmla="*/ 193040 w 264159"/>
              <a:gd name="connsiteY58" fmla="*/ 20320 h 264159"/>
              <a:gd name="connsiteX59" fmla="*/ 243840 w 264159"/>
              <a:gd name="connsiteY59" fmla="*/ 20320 h 264159"/>
              <a:gd name="connsiteX60" fmla="*/ 243840 w 264159"/>
              <a:gd name="connsiteY60" fmla="*/ 711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64159" h="264159">
                <a:moveTo>
                  <a:pt x="10160" y="81280"/>
                </a:moveTo>
                <a:cubicBezTo>
                  <a:pt x="15240" y="81280"/>
                  <a:pt x="20320" y="76200"/>
                  <a:pt x="20320" y="71120"/>
                </a:cubicBezTo>
                <a:lnTo>
                  <a:pt x="20320" y="20320"/>
                </a:lnTo>
                <a:lnTo>
                  <a:pt x="71120" y="20320"/>
                </a:lnTo>
                <a:cubicBezTo>
                  <a:pt x="76200" y="20320"/>
                  <a:pt x="81280" y="15240"/>
                  <a:pt x="81280" y="10160"/>
                </a:cubicBezTo>
                <a:cubicBezTo>
                  <a:pt x="81280" y="5080"/>
                  <a:pt x="76200" y="0"/>
                  <a:pt x="71120" y="0"/>
                </a:cubicBezTo>
                <a:lnTo>
                  <a:pt x="20320" y="0"/>
                </a:lnTo>
                <a:cubicBezTo>
                  <a:pt x="8890" y="0"/>
                  <a:pt x="0" y="8890"/>
                  <a:pt x="0" y="20320"/>
                </a:cubicBezTo>
                <a:lnTo>
                  <a:pt x="0" y="71120"/>
                </a:lnTo>
                <a:cubicBezTo>
                  <a:pt x="0" y="77470"/>
                  <a:pt x="5080" y="81280"/>
                  <a:pt x="10160" y="81280"/>
                </a:cubicBezTo>
                <a:close/>
                <a:moveTo>
                  <a:pt x="71120" y="71120"/>
                </a:moveTo>
                <a:cubicBezTo>
                  <a:pt x="59690" y="71120"/>
                  <a:pt x="50800" y="80010"/>
                  <a:pt x="50800" y="91440"/>
                </a:cubicBezTo>
                <a:lnTo>
                  <a:pt x="50800" y="121920"/>
                </a:lnTo>
                <a:lnTo>
                  <a:pt x="50800" y="172720"/>
                </a:lnTo>
                <a:cubicBezTo>
                  <a:pt x="50800" y="184150"/>
                  <a:pt x="59690" y="193040"/>
                  <a:pt x="71120" y="193040"/>
                </a:cubicBezTo>
                <a:lnTo>
                  <a:pt x="193040" y="193040"/>
                </a:lnTo>
                <a:cubicBezTo>
                  <a:pt x="204470" y="193040"/>
                  <a:pt x="213360" y="184150"/>
                  <a:pt x="213360" y="172720"/>
                </a:cubicBezTo>
                <a:lnTo>
                  <a:pt x="213360" y="121920"/>
                </a:lnTo>
                <a:lnTo>
                  <a:pt x="213360" y="91440"/>
                </a:lnTo>
                <a:cubicBezTo>
                  <a:pt x="213360" y="80010"/>
                  <a:pt x="204470" y="71120"/>
                  <a:pt x="193040" y="71120"/>
                </a:cubicBezTo>
                <a:lnTo>
                  <a:pt x="71120" y="71120"/>
                </a:lnTo>
                <a:close/>
                <a:moveTo>
                  <a:pt x="193040" y="111760"/>
                </a:moveTo>
                <a:lnTo>
                  <a:pt x="193040" y="91440"/>
                </a:lnTo>
                <a:lnTo>
                  <a:pt x="71120" y="91440"/>
                </a:lnTo>
                <a:lnTo>
                  <a:pt x="71120" y="111760"/>
                </a:lnTo>
                <a:lnTo>
                  <a:pt x="193040" y="111760"/>
                </a:lnTo>
                <a:close/>
                <a:moveTo>
                  <a:pt x="71120" y="132080"/>
                </a:moveTo>
                <a:lnTo>
                  <a:pt x="193040" y="132080"/>
                </a:lnTo>
                <a:lnTo>
                  <a:pt x="193040" y="172720"/>
                </a:lnTo>
                <a:lnTo>
                  <a:pt x="71120" y="172720"/>
                </a:lnTo>
                <a:lnTo>
                  <a:pt x="71120" y="132080"/>
                </a:lnTo>
                <a:close/>
                <a:moveTo>
                  <a:pt x="20320" y="193040"/>
                </a:move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lose/>
                <a:moveTo>
                  <a:pt x="254000" y="182880"/>
                </a:moveTo>
                <a:cubicBezTo>
                  <a:pt x="248920" y="182880"/>
                  <a:pt x="243840" y="187960"/>
                  <a:pt x="243840" y="193040"/>
                </a:cubicBezTo>
                <a:lnTo>
                  <a:pt x="243840" y="243840"/>
                </a:lnTo>
                <a:lnTo>
                  <a:pt x="193040" y="243840"/>
                </a:lnTo>
                <a:cubicBezTo>
                  <a:pt x="187960" y="243840"/>
                  <a:pt x="182880" y="248920"/>
                  <a:pt x="182880" y="254000"/>
                </a:cubicBezTo>
                <a:cubicBezTo>
                  <a:pt x="182880" y="259080"/>
                  <a:pt x="187960" y="264160"/>
                  <a:pt x="193040" y="264160"/>
                </a:cubicBezTo>
                <a:lnTo>
                  <a:pt x="243840" y="264160"/>
                </a:lnTo>
                <a:cubicBezTo>
                  <a:pt x="255270" y="264160"/>
                  <a:pt x="264160" y="255270"/>
                  <a:pt x="264160" y="243840"/>
                </a:cubicBezTo>
                <a:lnTo>
                  <a:pt x="264160" y="193040"/>
                </a:lnTo>
                <a:cubicBezTo>
                  <a:pt x="264160" y="187960"/>
                  <a:pt x="259080" y="182880"/>
                  <a:pt x="254000" y="182880"/>
                </a:cubicBezTo>
                <a:close/>
                <a:moveTo>
                  <a:pt x="243840" y="71120"/>
                </a:moveTo>
                <a:cubicBezTo>
                  <a:pt x="243840" y="76200"/>
                  <a:pt x="248920" y="81280"/>
                  <a:pt x="254000" y="81280"/>
                </a:cubicBezTo>
                <a:cubicBezTo>
                  <a:pt x="259080" y="81280"/>
                  <a:pt x="264160" y="76200"/>
                  <a:pt x="264160" y="71120"/>
                </a:cubicBezTo>
                <a:lnTo>
                  <a:pt x="264160" y="20320"/>
                </a:lnTo>
                <a:cubicBezTo>
                  <a:pt x="264160" y="8890"/>
                  <a:pt x="255270" y="0"/>
                  <a:pt x="243840" y="0"/>
                </a:cubicBezTo>
                <a:lnTo>
                  <a:pt x="193040" y="0"/>
                </a:lnTo>
                <a:cubicBezTo>
                  <a:pt x="187960" y="0"/>
                  <a:pt x="182880" y="5080"/>
                  <a:pt x="182880" y="10160"/>
                </a:cubicBezTo>
                <a:cubicBezTo>
                  <a:pt x="182880" y="15240"/>
                  <a:pt x="187960" y="20320"/>
                  <a:pt x="193040" y="20320"/>
                </a:cubicBezTo>
                <a:lnTo>
                  <a:pt x="243840" y="20320"/>
                </a:lnTo>
                <a:lnTo>
                  <a:pt x="243840" y="711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82" name="Полилиния: фигура 577">
            <a:extLst>
              <a:ext uri="{FF2B5EF4-FFF2-40B4-BE49-F238E27FC236}">
                <a16:creationId xmlns:a16="http://schemas.microsoft.com/office/drawing/2014/main" id="{CFEC9A9D-D853-CBFA-7CF1-81A43A1895BB}"/>
              </a:ext>
            </a:extLst>
          </p:cNvPr>
          <p:cNvSpPr/>
          <p:nvPr/>
        </p:nvSpPr>
        <p:spPr>
          <a:xfrm>
            <a:off x="1677284" y="2639239"/>
            <a:ext cx="223520" cy="243840"/>
          </a:xfrm>
          <a:custGeom>
            <a:avLst/>
            <a:gdLst>
              <a:gd name="connsiteX0" fmla="*/ 0 w 223520"/>
              <a:gd name="connsiteY0" fmla="*/ 30480 h 243840"/>
              <a:gd name="connsiteX1" fmla="*/ 30480 w 223520"/>
              <a:gd name="connsiteY1" fmla="*/ 0 h 243840"/>
              <a:gd name="connsiteX2" fmla="*/ 76200 w 223520"/>
              <a:gd name="connsiteY2" fmla="*/ 0 h 243840"/>
              <a:gd name="connsiteX3" fmla="*/ 91440 w 223520"/>
              <a:gd name="connsiteY3" fmla="*/ 13970 h 243840"/>
              <a:gd name="connsiteX4" fmla="*/ 111760 w 223520"/>
              <a:gd name="connsiteY4" fmla="*/ 30480 h 243840"/>
              <a:gd name="connsiteX5" fmla="*/ 132080 w 223520"/>
              <a:gd name="connsiteY5" fmla="*/ 13970 h 243840"/>
              <a:gd name="connsiteX6" fmla="*/ 147320 w 223520"/>
              <a:gd name="connsiteY6" fmla="*/ 0 h 243840"/>
              <a:gd name="connsiteX7" fmla="*/ 193040 w 223520"/>
              <a:gd name="connsiteY7" fmla="*/ 0 h 243840"/>
              <a:gd name="connsiteX8" fmla="*/ 223520 w 223520"/>
              <a:gd name="connsiteY8" fmla="*/ 30480 h 243840"/>
              <a:gd name="connsiteX9" fmla="*/ 223520 w 223520"/>
              <a:gd name="connsiteY9" fmla="*/ 152400 h 243840"/>
              <a:gd name="connsiteX10" fmla="*/ 223520 w 223520"/>
              <a:gd name="connsiteY10" fmla="*/ 213360 h 243840"/>
              <a:gd name="connsiteX11" fmla="*/ 193040 w 223520"/>
              <a:gd name="connsiteY11" fmla="*/ 243840 h 243840"/>
              <a:gd name="connsiteX12" fmla="*/ 147320 w 223520"/>
              <a:gd name="connsiteY12" fmla="*/ 243840 h 243840"/>
              <a:gd name="connsiteX13" fmla="*/ 132080 w 223520"/>
              <a:gd name="connsiteY13" fmla="*/ 229870 h 243840"/>
              <a:gd name="connsiteX14" fmla="*/ 111760 w 223520"/>
              <a:gd name="connsiteY14" fmla="*/ 213360 h 243840"/>
              <a:gd name="connsiteX15" fmla="*/ 91440 w 223520"/>
              <a:gd name="connsiteY15" fmla="*/ 229870 h 243840"/>
              <a:gd name="connsiteX16" fmla="*/ 76200 w 223520"/>
              <a:gd name="connsiteY16" fmla="*/ 243840 h 243840"/>
              <a:gd name="connsiteX17" fmla="*/ 30480 w 223520"/>
              <a:gd name="connsiteY17" fmla="*/ 243840 h 243840"/>
              <a:gd name="connsiteX18" fmla="*/ 0 w 223520"/>
              <a:gd name="connsiteY18" fmla="*/ 213360 h 243840"/>
              <a:gd name="connsiteX19" fmla="*/ 0 w 223520"/>
              <a:gd name="connsiteY19" fmla="*/ 152400 h 243840"/>
              <a:gd name="connsiteX20" fmla="*/ 0 w 223520"/>
              <a:gd name="connsiteY20" fmla="*/ 30480 h 243840"/>
              <a:gd name="connsiteX21" fmla="*/ 203200 w 223520"/>
              <a:gd name="connsiteY21" fmla="*/ 142240 h 243840"/>
              <a:gd name="connsiteX22" fmla="*/ 193040 w 223520"/>
              <a:gd name="connsiteY22" fmla="*/ 142240 h 243840"/>
              <a:gd name="connsiteX23" fmla="*/ 182880 w 223520"/>
              <a:gd name="connsiteY23" fmla="*/ 152400 h 243840"/>
              <a:gd name="connsiteX24" fmla="*/ 193040 w 223520"/>
              <a:gd name="connsiteY24" fmla="*/ 162560 h 243840"/>
              <a:gd name="connsiteX25" fmla="*/ 203200 w 223520"/>
              <a:gd name="connsiteY25" fmla="*/ 162560 h 243840"/>
              <a:gd name="connsiteX26" fmla="*/ 203200 w 223520"/>
              <a:gd name="connsiteY26" fmla="*/ 213360 h 243840"/>
              <a:gd name="connsiteX27" fmla="*/ 193040 w 223520"/>
              <a:gd name="connsiteY27" fmla="*/ 223520 h 243840"/>
              <a:gd name="connsiteX28" fmla="*/ 151130 w 223520"/>
              <a:gd name="connsiteY28" fmla="*/ 223520 h 243840"/>
              <a:gd name="connsiteX29" fmla="*/ 111760 w 223520"/>
              <a:gd name="connsiteY29" fmla="*/ 193040 h 243840"/>
              <a:gd name="connsiteX30" fmla="*/ 72390 w 223520"/>
              <a:gd name="connsiteY30" fmla="*/ 223520 h 243840"/>
              <a:gd name="connsiteX31" fmla="*/ 30480 w 223520"/>
              <a:gd name="connsiteY31" fmla="*/ 223520 h 243840"/>
              <a:gd name="connsiteX32" fmla="*/ 20320 w 223520"/>
              <a:gd name="connsiteY32" fmla="*/ 213360 h 243840"/>
              <a:gd name="connsiteX33" fmla="*/ 20320 w 223520"/>
              <a:gd name="connsiteY33" fmla="*/ 162560 h 243840"/>
              <a:gd name="connsiteX34" fmla="*/ 30480 w 223520"/>
              <a:gd name="connsiteY34" fmla="*/ 162560 h 243840"/>
              <a:gd name="connsiteX35" fmla="*/ 40640 w 223520"/>
              <a:gd name="connsiteY35" fmla="*/ 152400 h 243840"/>
              <a:gd name="connsiteX36" fmla="*/ 30480 w 223520"/>
              <a:gd name="connsiteY36" fmla="*/ 142240 h 243840"/>
              <a:gd name="connsiteX37" fmla="*/ 20320 w 223520"/>
              <a:gd name="connsiteY37" fmla="*/ 142240 h 243840"/>
              <a:gd name="connsiteX38" fmla="*/ 20320 w 223520"/>
              <a:gd name="connsiteY38" fmla="*/ 30480 h 243840"/>
              <a:gd name="connsiteX39" fmla="*/ 30480 w 223520"/>
              <a:gd name="connsiteY39" fmla="*/ 20320 h 243840"/>
              <a:gd name="connsiteX40" fmla="*/ 72390 w 223520"/>
              <a:gd name="connsiteY40" fmla="*/ 20320 h 243840"/>
              <a:gd name="connsiteX41" fmla="*/ 111760 w 223520"/>
              <a:gd name="connsiteY41" fmla="*/ 50800 h 243840"/>
              <a:gd name="connsiteX42" fmla="*/ 151130 w 223520"/>
              <a:gd name="connsiteY42" fmla="*/ 20320 h 243840"/>
              <a:gd name="connsiteX43" fmla="*/ 193040 w 223520"/>
              <a:gd name="connsiteY43" fmla="*/ 20320 h 243840"/>
              <a:gd name="connsiteX44" fmla="*/ 203200 w 223520"/>
              <a:gd name="connsiteY44" fmla="*/ 30480 h 243840"/>
              <a:gd name="connsiteX45" fmla="*/ 203200 w 223520"/>
              <a:gd name="connsiteY45" fmla="*/ 142240 h 243840"/>
              <a:gd name="connsiteX46" fmla="*/ 71120 w 223520"/>
              <a:gd name="connsiteY46" fmla="*/ 142240 h 243840"/>
              <a:gd name="connsiteX47" fmla="*/ 60960 w 223520"/>
              <a:gd name="connsiteY47" fmla="*/ 152400 h 243840"/>
              <a:gd name="connsiteX48" fmla="*/ 71120 w 223520"/>
              <a:gd name="connsiteY48" fmla="*/ 162560 h 243840"/>
              <a:gd name="connsiteX49" fmla="*/ 91440 w 223520"/>
              <a:gd name="connsiteY49" fmla="*/ 162560 h 243840"/>
              <a:gd name="connsiteX50" fmla="*/ 101600 w 223520"/>
              <a:gd name="connsiteY50" fmla="*/ 152400 h 243840"/>
              <a:gd name="connsiteX51" fmla="*/ 91440 w 223520"/>
              <a:gd name="connsiteY51" fmla="*/ 142240 h 243840"/>
              <a:gd name="connsiteX52" fmla="*/ 71120 w 223520"/>
              <a:gd name="connsiteY52" fmla="*/ 142240 h 243840"/>
              <a:gd name="connsiteX53" fmla="*/ 121920 w 223520"/>
              <a:gd name="connsiteY53" fmla="*/ 152400 h 243840"/>
              <a:gd name="connsiteX54" fmla="*/ 132080 w 223520"/>
              <a:gd name="connsiteY54" fmla="*/ 142240 h 243840"/>
              <a:gd name="connsiteX55" fmla="*/ 152400 w 223520"/>
              <a:gd name="connsiteY55" fmla="*/ 142240 h 243840"/>
              <a:gd name="connsiteX56" fmla="*/ 162560 w 223520"/>
              <a:gd name="connsiteY56" fmla="*/ 152400 h 243840"/>
              <a:gd name="connsiteX57" fmla="*/ 152400 w 223520"/>
              <a:gd name="connsiteY57" fmla="*/ 162560 h 243840"/>
              <a:gd name="connsiteX58" fmla="*/ 132080 w 223520"/>
              <a:gd name="connsiteY58" fmla="*/ 162560 h 243840"/>
              <a:gd name="connsiteX59" fmla="*/ 121920 w 223520"/>
              <a:gd name="connsiteY59" fmla="*/ 15240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</a:cxnLst>
            <a:rect l="l" t="t" r="r" b="b"/>
            <a:pathLst>
              <a:path w="223520" h="243840">
                <a:moveTo>
                  <a:pt x="0" y="30480"/>
                </a:moveTo>
                <a:cubicBezTo>
                  <a:pt x="0" y="13970"/>
                  <a:pt x="13970" y="0"/>
                  <a:pt x="30480" y="0"/>
                </a:cubicBezTo>
                <a:lnTo>
                  <a:pt x="76200" y="0"/>
                </a:lnTo>
                <a:cubicBezTo>
                  <a:pt x="85090" y="0"/>
                  <a:pt x="90170" y="6350"/>
                  <a:pt x="91440" y="13970"/>
                </a:cubicBezTo>
                <a:cubicBezTo>
                  <a:pt x="92710" y="24130"/>
                  <a:pt x="101600" y="30480"/>
                  <a:pt x="111760" y="30480"/>
                </a:cubicBezTo>
                <a:cubicBezTo>
                  <a:pt x="121920" y="30480"/>
                  <a:pt x="130810" y="24130"/>
                  <a:pt x="132080" y="13970"/>
                </a:cubicBezTo>
                <a:cubicBezTo>
                  <a:pt x="133350" y="7620"/>
                  <a:pt x="138430" y="0"/>
                  <a:pt x="147320" y="0"/>
                </a:cubicBezTo>
                <a:lnTo>
                  <a:pt x="193040" y="0"/>
                </a:lnTo>
                <a:cubicBezTo>
                  <a:pt x="209550" y="0"/>
                  <a:pt x="223520" y="13970"/>
                  <a:pt x="223520" y="30480"/>
                </a:cubicBezTo>
                <a:lnTo>
                  <a:pt x="223520" y="152400"/>
                </a:lnTo>
                <a:lnTo>
                  <a:pt x="223520" y="213360"/>
                </a:lnTo>
                <a:cubicBezTo>
                  <a:pt x="223520" y="229870"/>
                  <a:pt x="209550" y="243840"/>
                  <a:pt x="193040" y="243840"/>
                </a:cubicBezTo>
                <a:lnTo>
                  <a:pt x="147320" y="243840"/>
                </a:lnTo>
                <a:cubicBezTo>
                  <a:pt x="138430" y="243840"/>
                  <a:pt x="133350" y="237490"/>
                  <a:pt x="132080" y="229870"/>
                </a:cubicBezTo>
                <a:cubicBezTo>
                  <a:pt x="130810" y="219710"/>
                  <a:pt x="121920" y="213360"/>
                  <a:pt x="111760" y="213360"/>
                </a:cubicBezTo>
                <a:cubicBezTo>
                  <a:pt x="101600" y="213360"/>
                  <a:pt x="92710" y="219710"/>
                  <a:pt x="91440" y="229870"/>
                </a:cubicBezTo>
                <a:cubicBezTo>
                  <a:pt x="90170" y="236220"/>
                  <a:pt x="85090" y="243840"/>
                  <a:pt x="76200" y="243840"/>
                </a:cubicBezTo>
                <a:lnTo>
                  <a:pt x="30480" y="243840"/>
                </a:lnTo>
                <a:cubicBezTo>
                  <a:pt x="13970" y="243840"/>
                  <a:pt x="0" y="229870"/>
                  <a:pt x="0" y="213360"/>
                </a:cubicBezTo>
                <a:lnTo>
                  <a:pt x="0" y="152400"/>
                </a:lnTo>
                <a:lnTo>
                  <a:pt x="0" y="30480"/>
                </a:lnTo>
                <a:close/>
                <a:moveTo>
                  <a:pt x="203200" y="142240"/>
                </a:moveTo>
                <a:lnTo>
                  <a:pt x="193040" y="142240"/>
                </a:lnTo>
                <a:cubicBezTo>
                  <a:pt x="187960" y="142240"/>
                  <a:pt x="182880" y="147320"/>
                  <a:pt x="182880" y="152400"/>
                </a:cubicBezTo>
                <a:cubicBezTo>
                  <a:pt x="182880" y="157480"/>
                  <a:pt x="187960" y="162560"/>
                  <a:pt x="193040" y="162560"/>
                </a:cubicBezTo>
                <a:lnTo>
                  <a:pt x="203200" y="162560"/>
                </a:lnTo>
                <a:lnTo>
                  <a:pt x="203200" y="213360"/>
                </a:lnTo>
                <a:cubicBezTo>
                  <a:pt x="203200" y="218440"/>
                  <a:pt x="198120" y="223520"/>
                  <a:pt x="193040" y="223520"/>
                </a:cubicBezTo>
                <a:lnTo>
                  <a:pt x="151130" y="223520"/>
                </a:lnTo>
                <a:cubicBezTo>
                  <a:pt x="146050" y="203200"/>
                  <a:pt x="128270" y="193040"/>
                  <a:pt x="111760" y="193040"/>
                </a:cubicBezTo>
                <a:cubicBezTo>
                  <a:pt x="95250" y="193040"/>
                  <a:pt x="77470" y="203200"/>
                  <a:pt x="72390" y="223520"/>
                </a:cubicBezTo>
                <a:lnTo>
                  <a:pt x="30480" y="223520"/>
                </a:lnTo>
                <a:cubicBezTo>
                  <a:pt x="25400" y="223520"/>
                  <a:pt x="20320" y="218440"/>
                  <a:pt x="20320" y="213360"/>
                </a:cubicBezTo>
                <a:lnTo>
                  <a:pt x="20320" y="162560"/>
                </a:lnTo>
                <a:lnTo>
                  <a:pt x="30480" y="162560"/>
                </a:lnTo>
                <a:cubicBezTo>
                  <a:pt x="35560" y="162560"/>
                  <a:pt x="40640" y="157480"/>
                  <a:pt x="40640" y="152400"/>
                </a:cubicBezTo>
                <a:cubicBezTo>
                  <a:pt x="40640" y="147320"/>
                  <a:pt x="35560" y="142240"/>
                  <a:pt x="30480" y="142240"/>
                </a:cubicBezTo>
                <a:lnTo>
                  <a:pt x="20320" y="142240"/>
                </a:lnTo>
                <a:lnTo>
                  <a:pt x="20320" y="30480"/>
                </a:lnTo>
                <a:cubicBezTo>
                  <a:pt x="20320" y="25400"/>
                  <a:pt x="25400" y="20320"/>
                  <a:pt x="30480" y="20320"/>
                </a:cubicBezTo>
                <a:lnTo>
                  <a:pt x="72390" y="20320"/>
                </a:lnTo>
                <a:cubicBezTo>
                  <a:pt x="77470" y="40640"/>
                  <a:pt x="95250" y="50800"/>
                  <a:pt x="111760" y="50800"/>
                </a:cubicBezTo>
                <a:cubicBezTo>
                  <a:pt x="128270" y="50800"/>
                  <a:pt x="146050" y="40640"/>
                  <a:pt x="151130" y="20320"/>
                </a:cubicBezTo>
                <a:lnTo>
                  <a:pt x="193040" y="20320"/>
                </a:lnTo>
                <a:cubicBezTo>
                  <a:pt x="198120" y="20320"/>
                  <a:pt x="203200" y="25400"/>
                  <a:pt x="203200" y="30480"/>
                </a:cubicBezTo>
                <a:lnTo>
                  <a:pt x="203200" y="142240"/>
                </a:lnTo>
                <a:close/>
                <a:moveTo>
                  <a:pt x="71120" y="142240"/>
                </a:moveTo>
                <a:cubicBezTo>
                  <a:pt x="66040" y="142240"/>
                  <a:pt x="60960" y="147320"/>
                  <a:pt x="60960" y="152400"/>
                </a:cubicBezTo>
                <a:cubicBezTo>
                  <a:pt x="60960" y="157480"/>
                  <a:pt x="66040" y="162560"/>
                  <a:pt x="71120" y="162560"/>
                </a:cubicBezTo>
                <a:lnTo>
                  <a:pt x="91440" y="162560"/>
                </a:lnTo>
                <a:cubicBezTo>
                  <a:pt x="96520" y="162560"/>
                  <a:pt x="101600" y="157480"/>
                  <a:pt x="101600" y="152400"/>
                </a:cubicBezTo>
                <a:cubicBezTo>
                  <a:pt x="101600" y="147320"/>
                  <a:pt x="96520" y="142240"/>
                  <a:pt x="91440" y="142240"/>
                </a:cubicBezTo>
                <a:lnTo>
                  <a:pt x="71120" y="142240"/>
                </a:lnTo>
                <a:close/>
                <a:moveTo>
                  <a:pt x="121920" y="152400"/>
                </a:moveTo>
                <a:cubicBezTo>
                  <a:pt x="121920" y="147320"/>
                  <a:pt x="127000" y="142240"/>
                  <a:pt x="132080" y="142240"/>
                </a:cubicBezTo>
                <a:lnTo>
                  <a:pt x="152400" y="142240"/>
                </a:lnTo>
                <a:cubicBezTo>
                  <a:pt x="157480" y="142240"/>
                  <a:pt x="162560" y="147320"/>
                  <a:pt x="162560" y="152400"/>
                </a:cubicBezTo>
                <a:cubicBezTo>
                  <a:pt x="162560" y="157480"/>
                  <a:pt x="157480" y="162560"/>
                  <a:pt x="152400" y="162560"/>
                </a:cubicBezTo>
                <a:lnTo>
                  <a:pt x="132080" y="162560"/>
                </a:lnTo>
                <a:cubicBezTo>
                  <a:pt x="127000" y="162560"/>
                  <a:pt x="121920" y="157480"/>
                  <a:pt x="121920" y="15240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83" name="Полилиния: фигура 580">
            <a:extLst>
              <a:ext uri="{FF2B5EF4-FFF2-40B4-BE49-F238E27FC236}">
                <a16:creationId xmlns:a16="http://schemas.microsoft.com/office/drawing/2014/main" id="{C379F4FF-D118-0130-573E-F54716004251}"/>
              </a:ext>
            </a:extLst>
          </p:cNvPr>
          <p:cNvSpPr/>
          <p:nvPr/>
        </p:nvSpPr>
        <p:spPr>
          <a:xfrm>
            <a:off x="7861624" y="2639239"/>
            <a:ext cx="243840" cy="242569"/>
          </a:xfrm>
          <a:custGeom>
            <a:avLst/>
            <a:gdLst>
              <a:gd name="connsiteX0" fmla="*/ 133350 w 243840"/>
              <a:gd name="connsiteY0" fmla="*/ 0 h 242569"/>
              <a:gd name="connsiteX1" fmla="*/ 121920 w 243840"/>
              <a:gd name="connsiteY1" fmla="*/ 11430 h 242569"/>
              <a:gd name="connsiteX2" fmla="*/ 121920 w 243840"/>
              <a:gd name="connsiteY2" fmla="*/ 110490 h 242569"/>
              <a:gd name="connsiteX3" fmla="*/ 133350 w 243840"/>
              <a:gd name="connsiteY3" fmla="*/ 121920 h 242569"/>
              <a:gd name="connsiteX4" fmla="*/ 232410 w 243840"/>
              <a:gd name="connsiteY4" fmla="*/ 121920 h 242569"/>
              <a:gd name="connsiteX5" fmla="*/ 243840 w 243840"/>
              <a:gd name="connsiteY5" fmla="*/ 110490 h 242569"/>
              <a:gd name="connsiteX6" fmla="*/ 133350 w 243840"/>
              <a:gd name="connsiteY6" fmla="*/ 0 h 242569"/>
              <a:gd name="connsiteX7" fmla="*/ 142240 w 243840"/>
              <a:gd name="connsiteY7" fmla="*/ 101600 h 242569"/>
              <a:gd name="connsiteX8" fmla="*/ 142240 w 243840"/>
              <a:gd name="connsiteY8" fmla="*/ 21590 h 242569"/>
              <a:gd name="connsiteX9" fmla="*/ 222250 w 243840"/>
              <a:gd name="connsiteY9" fmla="*/ 101600 h 242569"/>
              <a:gd name="connsiteX10" fmla="*/ 142240 w 243840"/>
              <a:gd name="connsiteY10" fmla="*/ 101600 h 242569"/>
              <a:gd name="connsiteX11" fmla="*/ 93980 w 243840"/>
              <a:gd name="connsiteY11" fmla="*/ 24130 h 242569"/>
              <a:gd name="connsiteX12" fmla="*/ 101600 w 243840"/>
              <a:gd name="connsiteY12" fmla="*/ 11430 h 242569"/>
              <a:gd name="connsiteX13" fmla="*/ 88900 w 243840"/>
              <a:gd name="connsiteY13" fmla="*/ 3810 h 242569"/>
              <a:gd name="connsiteX14" fmla="*/ 0 w 243840"/>
              <a:gd name="connsiteY14" fmla="*/ 120650 h 242569"/>
              <a:gd name="connsiteX15" fmla="*/ 121920 w 243840"/>
              <a:gd name="connsiteY15" fmla="*/ 242570 h 242569"/>
              <a:gd name="connsiteX16" fmla="*/ 238760 w 243840"/>
              <a:gd name="connsiteY16" fmla="*/ 153670 h 242569"/>
              <a:gd name="connsiteX17" fmla="*/ 231140 w 243840"/>
              <a:gd name="connsiteY17" fmla="*/ 140970 h 242569"/>
              <a:gd name="connsiteX18" fmla="*/ 218440 w 243840"/>
              <a:gd name="connsiteY18" fmla="*/ 148590 h 242569"/>
              <a:gd name="connsiteX19" fmla="*/ 120650 w 243840"/>
              <a:gd name="connsiteY19" fmla="*/ 222250 h 242569"/>
              <a:gd name="connsiteX20" fmla="*/ 19050 w 243840"/>
              <a:gd name="connsiteY20" fmla="*/ 120650 h 242569"/>
              <a:gd name="connsiteX21" fmla="*/ 93980 w 243840"/>
              <a:gd name="connsiteY21" fmla="*/ 24130 h 2425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243840" h="242569">
                <a:moveTo>
                  <a:pt x="133350" y="0"/>
                </a:moveTo>
                <a:cubicBezTo>
                  <a:pt x="127000" y="0"/>
                  <a:pt x="121920" y="5080"/>
                  <a:pt x="121920" y="11430"/>
                </a:cubicBezTo>
                <a:lnTo>
                  <a:pt x="121920" y="110490"/>
                </a:lnTo>
                <a:cubicBezTo>
                  <a:pt x="121920" y="116840"/>
                  <a:pt x="127000" y="121920"/>
                  <a:pt x="133350" y="121920"/>
                </a:cubicBezTo>
                <a:lnTo>
                  <a:pt x="232410" y="121920"/>
                </a:lnTo>
                <a:cubicBezTo>
                  <a:pt x="238760" y="121920"/>
                  <a:pt x="243840" y="116840"/>
                  <a:pt x="243840" y="110490"/>
                </a:cubicBezTo>
                <a:cubicBezTo>
                  <a:pt x="243840" y="55880"/>
                  <a:pt x="199390" y="1270"/>
                  <a:pt x="133350" y="0"/>
                </a:cubicBezTo>
                <a:close/>
                <a:moveTo>
                  <a:pt x="142240" y="101600"/>
                </a:moveTo>
                <a:lnTo>
                  <a:pt x="142240" y="21590"/>
                </a:lnTo>
                <a:cubicBezTo>
                  <a:pt x="186690" y="26670"/>
                  <a:pt x="218440" y="63500"/>
                  <a:pt x="222250" y="101600"/>
                </a:cubicBezTo>
                <a:lnTo>
                  <a:pt x="142240" y="101600"/>
                </a:lnTo>
                <a:close/>
                <a:moveTo>
                  <a:pt x="93980" y="24130"/>
                </a:moveTo>
                <a:cubicBezTo>
                  <a:pt x="99060" y="22860"/>
                  <a:pt x="102870" y="16510"/>
                  <a:pt x="101600" y="11430"/>
                </a:cubicBezTo>
                <a:cubicBezTo>
                  <a:pt x="100330" y="6350"/>
                  <a:pt x="93980" y="2540"/>
                  <a:pt x="88900" y="3810"/>
                </a:cubicBezTo>
                <a:cubicBezTo>
                  <a:pt x="38100" y="17780"/>
                  <a:pt x="0" y="64770"/>
                  <a:pt x="0" y="120650"/>
                </a:cubicBezTo>
                <a:cubicBezTo>
                  <a:pt x="0" y="187960"/>
                  <a:pt x="54610" y="242570"/>
                  <a:pt x="121920" y="242570"/>
                </a:cubicBezTo>
                <a:cubicBezTo>
                  <a:pt x="177800" y="242570"/>
                  <a:pt x="224790" y="205740"/>
                  <a:pt x="238760" y="153670"/>
                </a:cubicBezTo>
                <a:cubicBezTo>
                  <a:pt x="240030" y="148590"/>
                  <a:pt x="237490" y="142240"/>
                  <a:pt x="231140" y="140970"/>
                </a:cubicBezTo>
                <a:cubicBezTo>
                  <a:pt x="226060" y="139700"/>
                  <a:pt x="219710" y="142240"/>
                  <a:pt x="218440" y="148590"/>
                </a:cubicBezTo>
                <a:cubicBezTo>
                  <a:pt x="207010" y="191770"/>
                  <a:pt x="167640" y="222250"/>
                  <a:pt x="120650" y="222250"/>
                </a:cubicBezTo>
                <a:cubicBezTo>
                  <a:pt x="64770" y="222250"/>
                  <a:pt x="19050" y="176530"/>
                  <a:pt x="19050" y="120650"/>
                </a:cubicBezTo>
                <a:cubicBezTo>
                  <a:pt x="20320" y="74930"/>
                  <a:pt x="52070" y="36830"/>
                  <a:pt x="93980" y="2413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84" name="Полилиния: фигура 583">
            <a:extLst>
              <a:ext uri="{FF2B5EF4-FFF2-40B4-BE49-F238E27FC236}">
                <a16:creationId xmlns:a16="http://schemas.microsoft.com/office/drawing/2014/main" id="{389DAFEB-85B5-80D4-2399-FE1818981279}"/>
              </a:ext>
            </a:extLst>
          </p:cNvPr>
          <p:cNvSpPr/>
          <p:nvPr/>
        </p:nvSpPr>
        <p:spPr>
          <a:xfrm>
            <a:off x="7302824" y="2639239"/>
            <a:ext cx="243840" cy="233680"/>
          </a:xfrm>
          <a:custGeom>
            <a:avLst/>
            <a:gdLst>
              <a:gd name="connsiteX0" fmla="*/ 20320 w 243840"/>
              <a:gd name="connsiteY0" fmla="*/ 10160 h 233680"/>
              <a:gd name="connsiteX1" fmla="*/ 10160 w 243840"/>
              <a:gd name="connsiteY1" fmla="*/ 0 h 233680"/>
              <a:gd name="connsiteX2" fmla="*/ 0 w 243840"/>
              <a:gd name="connsiteY2" fmla="*/ 10160 h 233680"/>
              <a:gd name="connsiteX3" fmla="*/ 0 w 243840"/>
              <a:gd name="connsiteY3" fmla="*/ 222250 h 233680"/>
              <a:gd name="connsiteX4" fmla="*/ 11430 w 243840"/>
              <a:gd name="connsiteY4" fmla="*/ 233680 h 233680"/>
              <a:gd name="connsiteX5" fmla="*/ 233680 w 243840"/>
              <a:gd name="connsiteY5" fmla="*/ 233680 h 233680"/>
              <a:gd name="connsiteX6" fmla="*/ 243840 w 243840"/>
              <a:gd name="connsiteY6" fmla="*/ 223520 h 233680"/>
              <a:gd name="connsiteX7" fmla="*/ 233680 w 243840"/>
              <a:gd name="connsiteY7" fmla="*/ 213360 h 233680"/>
              <a:gd name="connsiteX8" fmla="*/ 20320 w 243840"/>
              <a:gd name="connsiteY8" fmla="*/ 213360 h 233680"/>
              <a:gd name="connsiteX9" fmla="*/ 20320 w 243840"/>
              <a:gd name="connsiteY9" fmla="*/ 10160 h 233680"/>
              <a:gd name="connsiteX10" fmla="*/ 222250 w 243840"/>
              <a:gd name="connsiteY10" fmla="*/ 45720 h 233680"/>
              <a:gd name="connsiteX11" fmla="*/ 218440 w 243840"/>
              <a:gd name="connsiteY11" fmla="*/ 31750 h 233680"/>
              <a:gd name="connsiteX12" fmla="*/ 204470 w 243840"/>
              <a:gd name="connsiteY12" fmla="*/ 35560 h 233680"/>
              <a:gd name="connsiteX13" fmla="*/ 160020 w 243840"/>
              <a:gd name="connsiteY13" fmla="*/ 115570 h 233680"/>
              <a:gd name="connsiteX14" fmla="*/ 139700 w 243840"/>
              <a:gd name="connsiteY14" fmla="*/ 95250 h 233680"/>
              <a:gd name="connsiteX15" fmla="*/ 121920 w 243840"/>
              <a:gd name="connsiteY15" fmla="*/ 97790 h 233680"/>
              <a:gd name="connsiteX16" fmla="*/ 93980 w 243840"/>
              <a:gd name="connsiteY16" fmla="*/ 146050 h 233680"/>
              <a:gd name="connsiteX17" fmla="*/ 83820 w 243840"/>
              <a:gd name="connsiteY17" fmla="*/ 135890 h 233680"/>
              <a:gd name="connsiteX18" fmla="*/ 66040 w 243840"/>
              <a:gd name="connsiteY18" fmla="*/ 138430 h 233680"/>
              <a:gd name="connsiteX19" fmla="*/ 41910 w 243840"/>
              <a:gd name="connsiteY19" fmla="*/ 177800 h 233680"/>
              <a:gd name="connsiteX20" fmla="*/ 45720 w 243840"/>
              <a:gd name="connsiteY20" fmla="*/ 191770 h 233680"/>
              <a:gd name="connsiteX21" fmla="*/ 59690 w 243840"/>
              <a:gd name="connsiteY21" fmla="*/ 187960 h 233680"/>
              <a:gd name="connsiteX22" fmla="*/ 78740 w 243840"/>
              <a:gd name="connsiteY22" fmla="*/ 158750 h 233680"/>
              <a:gd name="connsiteX23" fmla="*/ 88900 w 243840"/>
              <a:gd name="connsiteY23" fmla="*/ 168910 h 233680"/>
              <a:gd name="connsiteX24" fmla="*/ 106680 w 243840"/>
              <a:gd name="connsiteY24" fmla="*/ 166370 h 233680"/>
              <a:gd name="connsiteX25" fmla="*/ 134620 w 243840"/>
              <a:gd name="connsiteY25" fmla="*/ 118110 h 233680"/>
              <a:gd name="connsiteX26" fmla="*/ 154940 w 243840"/>
              <a:gd name="connsiteY26" fmla="*/ 138430 h 233680"/>
              <a:gd name="connsiteX27" fmla="*/ 172720 w 243840"/>
              <a:gd name="connsiteY27" fmla="*/ 135890 h 233680"/>
              <a:gd name="connsiteX28" fmla="*/ 222250 w 243840"/>
              <a:gd name="connsiteY28" fmla="*/ 4572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243840" h="233680">
                <a:moveTo>
                  <a:pt x="20320" y="10160"/>
                </a:moveTo>
                <a:cubicBezTo>
                  <a:pt x="20320" y="5080"/>
                  <a:pt x="15240" y="0"/>
                  <a:pt x="10160" y="0"/>
                </a:cubicBezTo>
                <a:cubicBezTo>
                  <a:pt x="5080" y="0"/>
                  <a:pt x="0" y="5080"/>
                  <a:pt x="0" y="10160"/>
                </a:cubicBezTo>
                <a:lnTo>
                  <a:pt x="0" y="222250"/>
                </a:lnTo>
                <a:cubicBezTo>
                  <a:pt x="0" y="228600"/>
                  <a:pt x="5080" y="233680"/>
                  <a:pt x="11430" y="233680"/>
                </a:cubicBezTo>
                <a:lnTo>
                  <a:pt x="233680" y="233680"/>
                </a:lnTo>
                <a:cubicBezTo>
                  <a:pt x="238760" y="233680"/>
                  <a:pt x="243840" y="228600"/>
                  <a:pt x="243840" y="223520"/>
                </a:cubicBezTo>
                <a:cubicBezTo>
                  <a:pt x="243840" y="218440"/>
                  <a:pt x="238760" y="213360"/>
                  <a:pt x="233680" y="213360"/>
                </a:cubicBezTo>
                <a:lnTo>
                  <a:pt x="20320" y="213360"/>
                </a:lnTo>
                <a:lnTo>
                  <a:pt x="20320" y="10160"/>
                </a:lnTo>
                <a:close/>
                <a:moveTo>
                  <a:pt x="222250" y="45720"/>
                </a:moveTo>
                <a:cubicBezTo>
                  <a:pt x="224790" y="40640"/>
                  <a:pt x="223520" y="34290"/>
                  <a:pt x="218440" y="31750"/>
                </a:cubicBezTo>
                <a:cubicBezTo>
                  <a:pt x="213360" y="29210"/>
                  <a:pt x="207010" y="30480"/>
                  <a:pt x="204470" y="35560"/>
                </a:cubicBezTo>
                <a:lnTo>
                  <a:pt x="160020" y="115570"/>
                </a:lnTo>
                <a:lnTo>
                  <a:pt x="139700" y="95250"/>
                </a:lnTo>
                <a:cubicBezTo>
                  <a:pt x="134620" y="90170"/>
                  <a:pt x="125730" y="91440"/>
                  <a:pt x="121920" y="97790"/>
                </a:cubicBezTo>
                <a:lnTo>
                  <a:pt x="93980" y="146050"/>
                </a:lnTo>
                <a:lnTo>
                  <a:pt x="83820" y="135890"/>
                </a:lnTo>
                <a:cubicBezTo>
                  <a:pt x="78740" y="130810"/>
                  <a:pt x="69850" y="132080"/>
                  <a:pt x="66040" y="138430"/>
                </a:cubicBezTo>
                <a:lnTo>
                  <a:pt x="41910" y="177800"/>
                </a:lnTo>
                <a:cubicBezTo>
                  <a:pt x="39370" y="182880"/>
                  <a:pt x="40640" y="189230"/>
                  <a:pt x="45720" y="191770"/>
                </a:cubicBezTo>
                <a:cubicBezTo>
                  <a:pt x="50800" y="194310"/>
                  <a:pt x="57150" y="193040"/>
                  <a:pt x="59690" y="187960"/>
                </a:cubicBezTo>
                <a:lnTo>
                  <a:pt x="78740" y="158750"/>
                </a:lnTo>
                <a:lnTo>
                  <a:pt x="88900" y="168910"/>
                </a:lnTo>
                <a:cubicBezTo>
                  <a:pt x="93980" y="173990"/>
                  <a:pt x="102870" y="172720"/>
                  <a:pt x="106680" y="166370"/>
                </a:cubicBezTo>
                <a:lnTo>
                  <a:pt x="134620" y="118110"/>
                </a:lnTo>
                <a:lnTo>
                  <a:pt x="154940" y="138430"/>
                </a:lnTo>
                <a:cubicBezTo>
                  <a:pt x="160020" y="143510"/>
                  <a:pt x="168910" y="142240"/>
                  <a:pt x="172720" y="135890"/>
                </a:cubicBezTo>
                <a:lnTo>
                  <a:pt x="222250" y="457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85" name="Полилиния: фигура 587">
            <a:extLst>
              <a:ext uri="{FF2B5EF4-FFF2-40B4-BE49-F238E27FC236}">
                <a16:creationId xmlns:a16="http://schemas.microsoft.com/office/drawing/2014/main" id="{34C50018-98E3-381E-60EE-7BAF441D23EF}"/>
              </a:ext>
            </a:extLst>
          </p:cNvPr>
          <p:cNvSpPr/>
          <p:nvPr/>
        </p:nvSpPr>
        <p:spPr>
          <a:xfrm>
            <a:off x="3898513" y="2648447"/>
            <a:ext cx="252729" cy="220662"/>
          </a:xfrm>
          <a:custGeom>
            <a:avLst/>
            <a:gdLst>
              <a:gd name="connsiteX0" fmla="*/ 210820 w 252729"/>
              <a:gd name="connsiteY0" fmla="*/ 22542 h 220662"/>
              <a:gd name="connsiteX1" fmla="*/ 224790 w 252729"/>
              <a:gd name="connsiteY1" fmla="*/ 22542 h 220662"/>
              <a:gd name="connsiteX2" fmla="*/ 226060 w 252729"/>
              <a:gd name="connsiteY2" fmla="*/ 23812 h 220662"/>
              <a:gd name="connsiteX3" fmla="*/ 226060 w 252729"/>
              <a:gd name="connsiteY3" fmla="*/ 39053 h 220662"/>
              <a:gd name="connsiteX4" fmla="*/ 109220 w 252729"/>
              <a:gd name="connsiteY4" fmla="*/ 139383 h 220662"/>
              <a:gd name="connsiteX5" fmla="*/ 95250 w 252729"/>
              <a:gd name="connsiteY5" fmla="*/ 139383 h 220662"/>
              <a:gd name="connsiteX6" fmla="*/ 210820 w 252729"/>
              <a:gd name="connsiteY6" fmla="*/ 22542 h 220662"/>
              <a:gd name="connsiteX7" fmla="*/ 238760 w 252729"/>
              <a:gd name="connsiteY7" fmla="*/ 8573 h 220662"/>
              <a:gd name="connsiteX8" fmla="*/ 195580 w 252729"/>
              <a:gd name="connsiteY8" fmla="*/ 8573 h 220662"/>
              <a:gd name="connsiteX9" fmla="*/ 73660 w 252729"/>
              <a:gd name="connsiteY9" fmla="*/ 130492 h 220662"/>
              <a:gd name="connsiteX10" fmla="*/ 5080 w 252729"/>
              <a:gd name="connsiteY10" fmla="*/ 193993 h 220662"/>
              <a:gd name="connsiteX11" fmla="*/ 1270 w 252729"/>
              <a:gd name="connsiteY11" fmla="*/ 210503 h 220662"/>
              <a:gd name="connsiteX12" fmla="*/ 15240 w 252729"/>
              <a:gd name="connsiteY12" fmla="*/ 220662 h 220662"/>
              <a:gd name="connsiteX13" fmla="*/ 76200 w 252729"/>
              <a:gd name="connsiteY13" fmla="*/ 202883 h 220662"/>
              <a:gd name="connsiteX14" fmla="*/ 104140 w 252729"/>
              <a:gd name="connsiteY14" fmla="*/ 162243 h 220662"/>
              <a:gd name="connsiteX15" fmla="*/ 121920 w 252729"/>
              <a:gd name="connsiteY15" fmla="*/ 154623 h 220662"/>
              <a:gd name="connsiteX16" fmla="*/ 238760 w 252729"/>
              <a:gd name="connsiteY16" fmla="*/ 54292 h 220662"/>
              <a:gd name="connsiteX17" fmla="*/ 238760 w 252729"/>
              <a:gd name="connsiteY17" fmla="*/ 8573 h 220662"/>
              <a:gd name="connsiteX18" fmla="*/ 238760 w 252729"/>
              <a:gd name="connsiteY18" fmla="*/ 8573 h 220662"/>
              <a:gd name="connsiteX19" fmla="*/ 85090 w 252729"/>
              <a:gd name="connsiteY19" fmla="*/ 155893 h 220662"/>
              <a:gd name="connsiteX20" fmla="*/ 80010 w 252729"/>
              <a:gd name="connsiteY20" fmla="*/ 152083 h 220662"/>
              <a:gd name="connsiteX21" fmla="*/ 80010 w 252729"/>
              <a:gd name="connsiteY21" fmla="*/ 152083 h 220662"/>
              <a:gd name="connsiteX22" fmla="*/ 30480 w 252729"/>
              <a:gd name="connsiteY22" fmla="*/ 199073 h 220662"/>
              <a:gd name="connsiteX23" fmla="*/ 63500 w 252729"/>
              <a:gd name="connsiteY23" fmla="*/ 186373 h 220662"/>
              <a:gd name="connsiteX24" fmla="*/ 85090 w 252729"/>
              <a:gd name="connsiteY24" fmla="*/ 155893 h 220662"/>
              <a:gd name="connsiteX25" fmla="*/ 110490 w 252729"/>
              <a:gd name="connsiteY25" fmla="*/ 204153 h 220662"/>
              <a:gd name="connsiteX26" fmla="*/ 120650 w 252729"/>
              <a:gd name="connsiteY26" fmla="*/ 193993 h 220662"/>
              <a:gd name="connsiteX27" fmla="*/ 161290 w 252729"/>
              <a:gd name="connsiteY27" fmla="*/ 193993 h 220662"/>
              <a:gd name="connsiteX28" fmla="*/ 171450 w 252729"/>
              <a:gd name="connsiteY28" fmla="*/ 204153 h 220662"/>
              <a:gd name="connsiteX29" fmla="*/ 161290 w 252729"/>
              <a:gd name="connsiteY29" fmla="*/ 214312 h 220662"/>
              <a:gd name="connsiteX30" fmla="*/ 120650 w 252729"/>
              <a:gd name="connsiteY30" fmla="*/ 214312 h 220662"/>
              <a:gd name="connsiteX31" fmla="*/ 110490 w 252729"/>
              <a:gd name="connsiteY31" fmla="*/ 204153 h 220662"/>
              <a:gd name="connsiteX32" fmla="*/ 201930 w 252729"/>
              <a:gd name="connsiteY32" fmla="*/ 193993 h 220662"/>
              <a:gd name="connsiteX33" fmla="*/ 191770 w 252729"/>
              <a:gd name="connsiteY33" fmla="*/ 204153 h 220662"/>
              <a:gd name="connsiteX34" fmla="*/ 201930 w 252729"/>
              <a:gd name="connsiteY34" fmla="*/ 214312 h 220662"/>
              <a:gd name="connsiteX35" fmla="*/ 242570 w 252729"/>
              <a:gd name="connsiteY35" fmla="*/ 214312 h 220662"/>
              <a:gd name="connsiteX36" fmla="*/ 252730 w 252729"/>
              <a:gd name="connsiteY36" fmla="*/ 204153 h 220662"/>
              <a:gd name="connsiteX37" fmla="*/ 242570 w 252729"/>
              <a:gd name="connsiteY37" fmla="*/ 193993 h 220662"/>
              <a:gd name="connsiteX38" fmla="*/ 201930 w 252729"/>
              <a:gd name="connsiteY38" fmla="*/ 193993 h 2206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52729" h="220662">
                <a:moveTo>
                  <a:pt x="210820" y="22542"/>
                </a:moveTo>
                <a:cubicBezTo>
                  <a:pt x="214630" y="18733"/>
                  <a:pt x="220980" y="18733"/>
                  <a:pt x="224790" y="22542"/>
                </a:cubicBezTo>
                <a:lnTo>
                  <a:pt x="226060" y="23812"/>
                </a:lnTo>
                <a:cubicBezTo>
                  <a:pt x="229870" y="27623"/>
                  <a:pt x="229870" y="35242"/>
                  <a:pt x="226060" y="39053"/>
                </a:cubicBezTo>
                <a:lnTo>
                  <a:pt x="109220" y="139383"/>
                </a:lnTo>
                <a:cubicBezTo>
                  <a:pt x="105410" y="143193"/>
                  <a:pt x="99060" y="143193"/>
                  <a:pt x="95250" y="139383"/>
                </a:cubicBezTo>
                <a:lnTo>
                  <a:pt x="210820" y="22542"/>
                </a:lnTo>
                <a:close/>
                <a:moveTo>
                  <a:pt x="238760" y="8573"/>
                </a:moveTo>
                <a:cubicBezTo>
                  <a:pt x="227330" y="-2858"/>
                  <a:pt x="207010" y="-2858"/>
                  <a:pt x="195580" y="8573"/>
                </a:cubicBezTo>
                <a:lnTo>
                  <a:pt x="73660" y="130492"/>
                </a:lnTo>
                <a:lnTo>
                  <a:pt x="5080" y="193993"/>
                </a:lnTo>
                <a:cubicBezTo>
                  <a:pt x="0" y="197803"/>
                  <a:pt x="-1270" y="204153"/>
                  <a:pt x="1270" y="210503"/>
                </a:cubicBezTo>
                <a:cubicBezTo>
                  <a:pt x="3810" y="215583"/>
                  <a:pt x="8890" y="220662"/>
                  <a:pt x="15240" y="220662"/>
                </a:cubicBezTo>
                <a:cubicBezTo>
                  <a:pt x="31750" y="220662"/>
                  <a:pt x="58420" y="218123"/>
                  <a:pt x="76200" y="202883"/>
                </a:cubicBezTo>
                <a:cubicBezTo>
                  <a:pt x="92710" y="190183"/>
                  <a:pt x="100330" y="173673"/>
                  <a:pt x="104140" y="162243"/>
                </a:cubicBezTo>
                <a:cubicBezTo>
                  <a:pt x="110490" y="162243"/>
                  <a:pt x="116840" y="159703"/>
                  <a:pt x="121920" y="154623"/>
                </a:cubicBezTo>
                <a:lnTo>
                  <a:pt x="238760" y="54292"/>
                </a:lnTo>
                <a:cubicBezTo>
                  <a:pt x="251460" y="41592"/>
                  <a:pt x="252730" y="21273"/>
                  <a:pt x="238760" y="8573"/>
                </a:cubicBezTo>
                <a:lnTo>
                  <a:pt x="238760" y="8573"/>
                </a:lnTo>
                <a:close/>
                <a:moveTo>
                  <a:pt x="85090" y="155893"/>
                </a:moveTo>
                <a:cubicBezTo>
                  <a:pt x="83820" y="154623"/>
                  <a:pt x="82550" y="153353"/>
                  <a:pt x="80010" y="152083"/>
                </a:cubicBezTo>
                <a:lnTo>
                  <a:pt x="80010" y="152083"/>
                </a:lnTo>
                <a:lnTo>
                  <a:pt x="30480" y="199073"/>
                </a:lnTo>
                <a:cubicBezTo>
                  <a:pt x="41910" y="197803"/>
                  <a:pt x="54610" y="193993"/>
                  <a:pt x="63500" y="186373"/>
                </a:cubicBezTo>
                <a:cubicBezTo>
                  <a:pt x="76200" y="176212"/>
                  <a:pt x="82550" y="163512"/>
                  <a:pt x="85090" y="155893"/>
                </a:cubicBezTo>
                <a:close/>
                <a:moveTo>
                  <a:pt x="110490" y="204153"/>
                </a:moveTo>
                <a:cubicBezTo>
                  <a:pt x="110490" y="199073"/>
                  <a:pt x="115570" y="193993"/>
                  <a:pt x="120650" y="193993"/>
                </a:cubicBezTo>
                <a:lnTo>
                  <a:pt x="161290" y="193993"/>
                </a:lnTo>
                <a:cubicBezTo>
                  <a:pt x="166370" y="193993"/>
                  <a:pt x="171450" y="199073"/>
                  <a:pt x="171450" y="204153"/>
                </a:cubicBezTo>
                <a:cubicBezTo>
                  <a:pt x="171450" y="209233"/>
                  <a:pt x="166370" y="214312"/>
                  <a:pt x="161290" y="214312"/>
                </a:cubicBezTo>
                <a:lnTo>
                  <a:pt x="120650" y="214312"/>
                </a:lnTo>
                <a:cubicBezTo>
                  <a:pt x="115570" y="214312"/>
                  <a:pt x="110490" y="209233"/>
                  <a:pt x="110490" y="204153"/>
                </a:cubicBezTo>
                <a:close/>
                <a:moveTo>
                  <a:pt x="201930" y="193993"/>
                </a:moveTo>
                <a:cubicBezTo>
                  <a:pt x="196850" y="193993"/>
                  <a:pt x="191770" y="199073"/>
                  <a:pt x="191770" y="204153"/>
                </a:cubicBezTo>
                <a:cubicBezTo>
                  <a:pt x="191770" y="209233"/>
                  <a:pt x="196850" y="214312"/>
                  <a:pt x="201930" y="214312"/>
                </a:cubicBezTo>
                <a:lnTo>
                  <a:pt x="242570" y="214312"/>
                </a:lnTo>
                <a:cubicBezTo>
                  <a:pt x="247650" y="214312"/>
                  <a:pt x="252730" y="209233"/>
                  <a:pt x="252730" y="204153"/>
                </a:cubicBezTo>
                <a:cubicBezTo>
                  <a:pt x="252730" y="199073"/>
                  <a:pt x="247650" y="193993"/>
                  <a:pt x="242570" y="193993"/>
                </a:cubicBezTo>
                <a:lnTo>
                  <a:pt x="201930" y="193993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86" name="Полилиния: фигура 589">
            <a:extLst>
              <a:ext uri="{FF2B5EF4-FFF2-40B4-BE49-F238E27FC236}">
                <a16:creationId xmlns:a16="http://schemas.microsoft.com/office/drawing/2014/main" id="{9CB811C9-BE60-E76F-3AA6-9C00812BB73B}"/>
              </a:ext>
            </a:extLst>
          </p:cNvPr>
          <p:cNvSpPr/>
          <p:nvPr/>
        </p:nvSpPr>
        <p:spPr>
          <a:xfrm>
            <a:off x="8970333" y="2629080"/>
            <a:ext cx="264159" cy="264159"/>
          </a:xfrm>
          <a:custGeom>
            <a:avLst/>
            <a:gdLst>
              <a:gd name="connsiteX0" fmla="*/ 20320 w 264159"/>
              <a:gd name="connsiteY0" fmla="*/ 121920 h 264159"/>
              <a:gd name="connsiteX1" fmla="*/ 132080 w 264159"/>
              <a:gd name="connsiteY1" fmla="*/ 20320 h 264159"/>
              <a:gd name="connsiteX2" fmla="*/ 243840 w 264159"/>
              <a:gd name="connsiteY2" fmla="*/ 121920 h 264159"/>
              <a:gd name="connsiteX3" fmla="*/ 199390 w 264159"/>
              <a:gd name="connsiteY3" fmla="*/ 121920 h 264159"/>
              <a:gd name="connsiteX4" fmla="*/ 171450 w 264159"/>
              <a:gd name="connsiteY4" fmla="*/ 110490 h 264159"/>
              <a:gd name="connsiteX5" fmla="*/ 163830 w 264159"/>
              <a:gd name="connsiteY5" fmla="*/ 102870 h 264159"/>
              <a:gd name="connsiteX6" fmla="*/ 148590 w 264159"/>
              <a:gd name="connsiteY6" fmla="*/ 92710 h 264159"/>
              <a:gd name="connsiteX7" fmla="*/ 115570 w 264159"/>
              <a:gd name="connsiteY7" fmla="*/ 92710 h 264159"/>
              <a:gd name="connsiteX8" fmla="*/ 100330 w 264159"/>
              <a:gd name="connsiteY8" fmla="*/ 102870 h 264159"/>
              <a:gd name="connsiteX9" fmla="*/ 92710 w 264159"/>
              <a:gd name="connsiteY9" fmla="*/ 110490 h 264159"/>
              <a:gd name="connsiteX10" fmla="*/ 64770 w 264159"/>
              <a:gd name="connsiteY10" fmla="*/ 121920 h 264159"/>
              <a:gd name="connsiteX11" fmla="*/ 20320 w 264159"/>
              <a:gd name="connsiteY11" fmla="*/ 121920 h 264159"/>
              <a:gd name="connsiteX12" fmla="*/ 20320 w 264159"/>
              <a:gd name="connsiteY12" fmla="*/ 142240 h 264159"/>
              <a:gd name="connsiteX13" fmla="*/ 121920 w 264159"/>
              <a:gd name="connsiteY13" fmla="*/ 243840 h 264159"/>
              <a:gd name="connsiteX14" fmla="*/ 121920 w 264159"/>
              <a:gd name="connsiteY14" fmla="*/ 213360 h 264159"/>
              <a:gd name="connsiteX15" fmla="*/ 50800 w 264159"/>
              <a:gd name="connsiteY15" fmla="*/ 142240 h 264159"/>
              <a:gd name="connsiteX16" fmla="*/ 20320 w 264159"/>
              <a:gd name="connsiteY16" fmla="*/ 142240 h 264159"/>
              <a:gd name="connsiteX17" fmla="*/ 142240 w 264159"/>
              <a:gd name="connsiteY17" fmla="*/ 243840 h 264159"/>
              <a:gd name="connsiteX18" fmla="*/ 243840 w 264159"/>
              <a:gd name="connsiteY18" fmla="*/ 142240 h 264159"/>
              <a:gd name="connsiteX19" fmla="*/ 213360 w 264159"/>
              <a:gd name="connsiteY19" fmla="*/ 142240 h 264159"/>
              <a:gd name="connsiteX20" fmla="*/ 142240 w 264159"/>
              <a:gd name="connsiteY20" fmla="*/ 213360 h 264159"/>
              <a:gd name="connsiteX21" fmla="*/ 142240 w 264159"/>
              <a:gd name="connsiteY21" fmla="*/ 243840 h 264159"/>
              <a:gd name="connsiteX22" fmla="*/ 132080 w 264159"/>
              <a:gd name="connsiteY22" fmla="*/ 0 h 264159"/>
              <a:gd name="connsiteX23" fmla="*/ 0 w 264159"/>
              <a:gd name="connsiteY23" fmla="*/ 132080 h 264159"/>
              <a:gd name="connsiteX24" fmla="*/ 132080 w 264159"/>
              <a:gd name="connsiteY24" fmla="*/ 264160 h 264159"/>
              <a:gd name="connsiteX25" fmla="*/ 264160 w 264159"/>
              <a:gd name="connsiteY25" fmla="*/ 132080 h 264159"/>
              <a:gd name="connsiteX26" fmla="*/ 132080 w 264159"/>
              <a:gd name="connsiteY26" fmla="*/ 0 h 264159"/>
              <a:gd name="connsiteX27" fmla="*/ 152400 w 264159"/>
              <a:gd name="connsiteY27" fmla="*/ 132080 h 264159"/>
              <a:gd name="connsiteX28" fmla="*/ 132080 w 264159"/>
              <a:gd name="connsiteY28" fmla="*/ 152400 h 264159"/>
              <a:gd name="connsiteX29" fmla="*/ 111760 w 264159"/>
              <a:gd name="connsiteY29" fmla="*/ 132080 h 264159"/>
              <a:gd name="connsiteX30" fmla="*/ 132080 w 264159"/>
              <a:gd name="connsiteY30" fmla="*/ 111760 h 264159"/>
              <a:gd name="connsiteX31" fmla="*/ 152400 w 264159"/>
              <a:gd name="connsiteY31" fmla="*/ 1320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64159" h="264159">
                <a:moveTo>
                  <a:pt x="20320" y="121920"/>
                </a:moveTo>
                <a:cubicBezTo>
                  <a:pt x="25400" y="64770"/>
                  <a:pt x="73660" y="20320"/>
                  <a:pt x="132080" y="20320"/>
                </a:cubicBezTo>
                <a:cubicBezTo>
                  <a:pt x="190500" y="20320"/>
                  <a:pt x="237490" y="64770"/>
                  <a:pt x="243840" y="121920"/>
                </a:cubicBezTo>
                <a:lnTo>
                  <a:pt x="199390" y="121920"/>
                </a:lnTo>
                <a:cubicBezTo>
                  <a:pt x="189230" y="121920"/>
                  <a:pt x="179070" y="118110"/>
                  <a:pt x="171450" y="110490"/>
                </a:cubicBezTo>
                <a:lnTo>
                  <a:pt x="163830" y="102870"/>
                </a:lnTo>
                <a:cubicBezTo>
                  <a:pt x="160020" y="99060"/>
                  <a:pt x="153670" y="95250"/>
                  <a:pt x="148590" y="92710"/>
                </a:cubicBezTo>
                <a:cubicBezTo>
                  <a:pt x="138430" y="88900"/>
                  <a:pt x="125730" y="88900"/>
                  <a:pt x="115570" y="92710"/>
                </a:cubicBezTo>
                <a:cubicBezTo>
                  <a:pt x="110490" y="95250"/>
                  <a:pt x="104140" y="97790"/>
                  <a:pt x="100330" y="102870"/>
                </a:cubicBezTo>
                <a:lnTo>
                  <a:pt x="92710" y="110490"/>
                </a:lnTo>
                <a:cubicBezTo>
                  <a:pt x="85090" y="118110"/>
                  <a:pt x="74930" y="121920"/>
                  <a:pt x="64770" y="121920"/>
                </a:cubicBezTo>
                <a:lnTo>
                  <a:pt x="20320" y="121920"/>
                </a:lnTo>
                <a:close/>
                <a:moveTo>
                  <a:pt x="20320" y="142240"/>
                </a:moveTo>
                <a:cubicBezTo>
                  <a:pt x="25400" y="195580"/>
                  <a:pt x="67310" y="238760"/>
                  <a:pt x="121920" y="243840"/>
                </a:cubicBezTo>
                <a:lnTo>
                  <a:pt x="121920" y="213360"/>
                </a:lnTo>
                <a:cubicBezTo>
                  <a:pt x="121920" y="173990"/>
                  <a:pt x="90170" y="142240"/>
                  <a:pt x="50800" y="142240"/>
                </a:cubicBezTo>
                <a:lnTo>
                  <a:pt x="20320" y="142240"/>
                </a:lnTo>
                <a:close/>
                <a:moveTo>
                  <a:pt x="142240" y="243840"/>
                </a:moveTo>
                <a:cubicBezTo>
                  <a:pt x="195580" y="238760"/>
                  <a:pt x="238760" y="196850"/>
                  <a:pt x="243840" y="142240"/>
                </a:cubicBezTo>
                <a:lnTo>
                  <a:pt x="213360" y="142240"/>
                </a:lnTo>
                <a:cubicBezTo>
                  <a:pt x="173990" y="142240"/>
                  <a:pt x="142240" y="173990"/>
                  <a:pt x="142240" y="213360"/>
                </a:cubicBezTo>
                <a:lnTo>
                  <a:pt x="142240" y="243840"/>
                </a:lnTo>
                <a:close/>
                <a:moveTo>
                  <a:pt x="132080" y="0"/>
                </a:moveTo>
                <a:cubicBezTo>
                  <a:pt x="59690" y="0"/>
                  <a:pt x="0" y="58420"/>
                  <a:pt x="0" y="132080"/>
                </a:cubicBezTo>
                <a:cubicBezTo>
                  <a:pt x="0" y="205740"/>
                  <a:pt x="58420" y="264160"/>
                  <a:pt x="132080" y="264160"/>
                </a:cubicBezTo>
                <a:cubicBezTo>
                  <a:pt x="204470" y="264160"/>
                  <a:pt x="264160" y="205740"/>
                  <a:pt x="264160" y="132080"/>
                </a:cubicBezTo>
                <a:cubicBezTo>
                  <a:pt x="264160" y="58420"/>
                  <a:pt x="204470" y="0"/>
                  <a:pt x="132080" y="0"/>
                </a:cubicBezTo>
                <a:close/>
                <a:moveTo>
                  <a:pt x="152400" y="132080"/>
                </a:moveTo>
                <a:cubicBezTo>
                  <a:pt x="152400" y="143510"/>
                  <a:pt x="143510" y="152400"/>
                  <a:pt x="132080" y="152400"/>
                </a:cubicBezTo>
                <a:cubicBezTo>
                  <a:pt x="120650" y="152400"/>
                  <a:pt x="111760" y="143510"/>
                  <a:pt x="111760" y="132080"/>
                </a:cubicBezTo>
                <a:cubicBezTo>
                  <a:pt x="111760" y="120650"/>
                  <a:pt x="120650" y="111760"/>
                  <a:pt x="132080" y="111760"/>
                </a:cubicBezTo>
                <a:cubicBezTo>
                  <a:pt x="142240" y="111760"/>
                  <a:pt x="152400" y="120650"/>
                  <a:pt x="152400" y="1320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87" name="Полилиния: фигура 602">
            <a:extLst>
              <a:ext uri="{FF2B5EF4-FFF2-40B4-BE49-F238E27FC236}">
                <a16:creationId xmlns:a16="http://schemas.microsoft.com/office/drawing/2014/main" id="{A675C46F-5F40-2D3E-EC27-6570BFC9EE80}"/>
              </a:ext>
            </a:extLst>
          </p:cNvPr>
          <p:cNvSpPr/>
          <p:nvPr/>
        </p:nvSpPr>
        <p:spPr>
          <a:xfrm>
            <a:off x="5616264" y="2629080"/>
            <a:ext cx="262889" cy="264159"/>
          </a:xfrm>
          <a:custGeom>
            <a:avLst/>
            <a:gdLst>
              <a:gd name="connsiteX0" fmla="*/ 10160 w 262889"/>
              <a:gd name="connsiteY0" fmla="*/ 81280 h 264159"/>
              <a:gd name="connsiteX1" fmla="*/ 20320 w 262889"/>
              <a:gd name="connsiteY1" fmla="*/ 71120 h 264159"/>
              <a:gd name="connsiteX2" fmla="*/ 20320 w 262889"/>
              <a:gd name="connsiteY2" fmla="*/ 20320 h 264159"/>
              <a:gd name="connsiteX3" fmla="*/ 71120 w 262889"/>
              <a:gd name="connsiteY3" fmla="*/ 20320 h 264159"/>
              <a:gd name="connsiteX4" fmla="*/ 81280 w 262889"/>
              <a:gd name="connsiteY4" fmla="*/ 10160 h 264159"/>
              <a:gd name="connsiteX5" fmla="*/ 71120 w 262889"/>
              <a:gd name="connsiteY5" fmla="*/ 0 h 264159"/>
              <a:gd name="connsiteX6" fmla="*/ 20320 w 262889"/>
              <a:gd name="connsiteY6" fmla="*/ 0 h 264159"/>
              <a:gd name="connsiteX7" fmla="*/ 0 w 262889"/>
              <a:gd name="connsiteY7" fmla="*/ 20320 h 264159"/>
              <a:gd name="connsiteX8" fmla="*/ 0 w 262889"/>
              <a:gd name="connsiteY8" fmla="*/ 71120 h 264159"/>
              <a:gd name="connsiteX9" fmla="*/ 10160 w 262889"/>
              <a:gd name="connsiteY9" fmla="*/ 81280 h 264159"/>
              <a:gd name="connsiteX10" fmla="*/ 81280 w 262889"/>
              <a:gd name="connsiteY10" fmla="*/ 81280 h 264159"/>
              <a:gd name="connsiteX11" fmla="*/ 71120 w 262889"/>
              <a:gd name="connsiteY11" fmla="*/ 71120 h 264159"/>
              <a:gd name="connsiteX12" fmla="*/ 60960 w 262889"/>
              <a:gd name="connsiteY12" fmla="*/ 81280 h 264159"/>
              <a:gd name="connsiteX13" fmla="*/ 60960 w 262889"/>
              <a:gd name="connsiteY13" fmla="*/ 101600 h 264159"/>
              <a:gd name="connsiteX14" fmla="*/ 71120 w 262889"/>
              <a:gd name="connsiteY14" fmla="*/ 111760 h 264159"/>
              <a:gd name="connsiteX15" fmla="*/ 81280 w 262889"/>
              <a:gd name="connsiteY15" fmla="*/ 101600 h 264159"/>
              <a:gd name="connsiteX16" fmla="*/ 81280 w 262889"/>
              <a:gd name="connsiteY16" fmla="*/ 81280 h 264159"/>
              <a:gd name="connsiteX17" fmla="*/ 201930 w 262889"/>
              <a:gd name="connsiteY17" fmla="*/ 81280 h 264159"/>
              <a:gd name="connsiteX18" fmla="*/ 191770 w 262889"/>
              <a:gd name="connsiteY18" fmla="*/ 71120 h 264159"/>
              <a:gd name="connsiteX19" fmla="*/ 181610 w 262889"/>
              <a:gd name="connsiteY19" fmla="*/ 81280 h 264159"/>
              <a:gd name="connsiteX20" fmla="*/ 181610 w 262889"/>
              <a:gd name="connsiteY20" fmla="*/ 101600 h 264159"/>
              <a:gd name="connsiteX21" fmla="*/ 191770 w 262889"/>
              <a:gd name="connsiteY21" fmla="*/ 111760 h 264159"/>
              <a:gd name="connsiteX22" fmla="*/ 201930 w 262889"/>
              <a:gd name="connsiteY22" fmla="*/ 101600 h 264159"/>
              <a:gd name="connsiteX23" fmla="*/ 201930 w 262889"/>
              <a:gd name="connsiteY23" fmla="*/ 81280 h 264159"/>
              <a:gd name="connsiteX24" fmla="*/ 140970 w 262889"/>
              <a:gd name="connsiteY24" fmla="*/ 81280 h 264159"/>
              <a:gd name="connsiteX25" fmla="*/ 151130 w 262889"/>
              <a:gd name="connsiteY25" fmla="*/ 91440 h 264159"/>
              <a:gd name="connsiteX26" fmla="*/ 151130 w 262889"/>
              <a:gd name="connsiteY26" fmla="*/ 147320 h 264159"/>
              <a:gd name="connsiteX27" fmla="*/ 135890 w 262889"/>
              <a:gd name="connsiteY27" fmla="*/ 162560 h 264159"/>
              <a:gd name="connsiteX28" fmla="*/ 120650 w 262889"/>
              <a:gd name="connsiteY28" fmla="*/ 162560 h 264159"/>
              <a:gd name="connsiteX29" fmla="*/ 110490 w 262889"/>
              <a:gd name="connsiteY29" fmla="*/ 152400 h 264159"/>
              <a:gd name="connsiteX30" fmla="*/ 120650 w 262889"/>
              <a:gd name="connsiteY30" fmla="*/ 142240 h 264159"/>
              <a:gd name="connsiteX31" fmla="*/ 130810 w 262889"/>
              <a:gd name="connsiteY31" fmla="*/ 142240 h 264159"/>
              <a:gd name="connsiteX32" fmla="*/ 130810 w 262889"/>
              <a:gd name="connsiteY32" fmla="*/ 91440 h 264159"/>
              <a:gd name="connsiteX33" fmla="*/ 140970 w 262889"/>
              <a:gd name="connsiteY33" fmla="*/ 81280 h 264159"/>
              <a:gd name="connsiteX34" fmla="*/ 97790 w 262889"/>
              <a:gd name="connsiteY34" fmla="*/ 180340 h 264159"/>
              <a:gd name="connsiteX35" fmla="*/ 83820 w 262889"/>
              <a:gd name="connsiteY35" fmla="*/ 180340 h 264159"/>
              <a:gd name="connsiteX36" fmla="*/ 83820 w 262889"/>
              <a:gd name="connsiteY36" fmla="*/ 194310 h 264159"/>
              <a:gd name="connsiteX37" fmla="*/ 179070 w 262889"/>
              <a:gd name="connsiteY37" fmla="*/ 194310 h 264159"/>
              <a:gd name="connsiteX38" fmla="*/ 179070 w 262889"/>
              <a:gd name="connsiteY38" fmla="*/ 180340 h 264159"/>
              <a:gd name="connsiteX39" fmla="*/ 165100 w 262889"/>
              <a:gd name="connsiteY39" fmla="*/ 180340 h 264159"/>
              <a:gd name="connsiteX40" fmla="*/ 97790 w 262889"/>
              <a:gd name="connsiteY40" fmla="*/ 180340 h 264159"/>
              <a:gd name="connsiteX41" fmla="*/ 20320 w 262889"/>
              <a:gd name="connsiteY41" fmla="*/ 193040 h 264159"/>
              <a:gd name="connsiteX42" fmla="*/ 10160 w 262889"/>
              <a:gd name="connsiteY42" fmla="*/ 182880 h 264159"/>
              <a:gd name="connsiteX43" fmla="*/ 0 w 262889"/>
              <a:gd name="connsiteY43" fmla="*/ 193040 h 264159"/>
              <a:gd name="connsiteX44" fmla="*/ 0 w 262889"/>
              <a:gd name="connsiteY44" fmla="*/ 243840 h 264159"/>
              <a:gd name="connsiteX45" fmla="*/ 20320 w 262889"/>
              <a:gd name="connsiteY45" fmla="*/ 264160 h 264159"/>
              <a:gd name="connsiteX46" fmla="*/ 71120 w 262889"/>
              <a:gd name="connsiteY46" fmla="*/ 264160 h 264159"/>
              <a:gd name="connsiteX47" fmla="*/ 81280 w 262889"/>
              <a:gd name="connsiteY47" fmla="*/ 254000 h 264159"/>
              <a:gd name="connsiteX48" fmla="*/ 71120 w 262889"/>
              <a:gd name="connsiteY48" fmla="*/ 243840 h 264159"/>
              <a:gd name="connsiteX49" fmla="*/ 20320 w 262889"/>
              <a:gd name="connsiteY49" fmla="*/ 243840 h 264159"/>
              <a:gd name="connsiteX50" fmla="*/ 20320 w 262889"/>
              <a:gd name="connsiteY50" fmla="*/ 193040 h 264159"/>
              <a:gd name="connsiteX51" fmla="*/ 252730 w 262889"/>
              <a:gd name="connsiteY51" fmla="*/ 182880 h 264159"/>
              <a:gd name="connsiteX52" fmla="*/ 242570 w 262889"/>
              <a:gd name="connsiteY52" fmla="*/ 193040 h 264159"/>
              <a:gd name="connsiteX53" fmla="*/ 242570 w 262889"/>
              <a:gd name="connsiteY53" fmla="*/ 243840 h 264159"/>
              <a:gd name="connsiteX54" fmla="*/ 191770 w 262889"/>
              <a:gd name="connsiteY54" fmla="*/ 243840 h 264159"/>
              <a:gd name="connsiteX55" fmla="*/ 181610 w 262889"/>
              <a:gd name="connsiteY55" fmla="*/ 254000 h 264159"/>
              <a:gd name="connsiteX56" fmla="*/ 191770 w 262889"/>
              <a:gd name="connsiteY56" fmla="*/ 264160 h 264159"/>
              <a:gd name="connsiteX57" fmla="*/ 242570 w 262889"/>
              <a:gd name="connsiteY57" fmla="*/ 264160 h 264159"/>
              <a:gd name="connsiteX58" fmla="*/ 262890 w 262889"/>
              <a:gd name="connsiteY58" fmla="*/ 243840 h 264159"/>
              <a:gd name="connsiteX59" fmla="*/ 262890 w 262889"/>
              <a:gd name="connsiteY59" fmla="*/ 193040 h 264159"/>
              <a:gd name="connsiteX60" fmla="*/ 252730 w 262889"/>
              <a:gd name="connsiteY60" fmla="*/ 182880 h 264159"/>
              <a:gd name="connsiteX61" fmla="*/ 242570 w 262889"/>
              <a:gd name="connsiteY61" fmla="*/ 71120 h 264159"/>
              <a:gd name="connsiteX62" fmla="*/ 252730 w 262889"/>
              <a:gd name="connsiteY62" fmla="*/ 81280 h 264159"/>
              <a:gd name="connsiteX63" fmla="*/ 262890 w 262889"/>
              <a:gd name="connsiteY63" fmla="*/ 71120 h 264159"/>
              <a:gd name="connsiteX64" fmla="*/ 262890 w 262889"/>
              <a:gd name="connsiteY64" fmla="*/ 20320 h 264159"/>
              <a:gd name="connsiteX65" fmla="*/ 242570 w 262889"/>
              <a:gd name="connsiteY65" fmla="*/ 0 h 264159"/>
              <a:gd name="connsiteX66" fmla="*/ 191770 w 262889"/>
              <a:gd name="connsiteY66" fmla="*/ 0 h 264159"/>
              <a:gd name="connsiteX67" fmla="*/ 181610 w 262889"/>
              <a:gd name="connsiteY67" fmla="*/ 10160 h 264159"/>
              <a:gd name="connsiteX68" fmla="*/ 191770 w 262889"/>
              <a:gd name="connsiteY68" fmla="*/ 20320 h 264159"/>
              <a:gd name="connsiteX69" fmla="*/ 242570 w 262889"/>
              <a:gd name="connsiteY69" fmla="*/ 20320 h 264159"/>
              <a:gd name="connsiteX70" fmla="*/ 242570 w 262889"/>
              <a:gd name="connsiteY70" fmla="*/ 7112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</a:cxnLst>
            <a:rect l="l" t="t" r="r" b="b"/>
            <a:pathLst>
              <a:path w="262889" h="264159">
                <a:moveTo>
                  <a:pt x="10160" y="81280"/>
                </a:moveTo>
                <a:cubicBezTo>
                  <a:pt x="15240" y="81280"/>
                  <a:pt x="20320" y="76200"/>
                  <a:pt x="20320" y="71120"/>
                </a:cubicBezTo>
                <a:lnTo>
                  <a:pt x="20320" y="20320"/>
                </a:lnTo>
                <a:lnTo>
                  <a:pt x="71120" y="20320"/>
                </a:lnTo>
                <a:cubicBezTo>
                  <a:pt x="76200" y="20320"/>
                  <a:pt x="81280" y="15240"/>
                  <a:pt x="81280" y="10160"/>
                </a:cubicBezTo>
                <a:cubicBezTo>
                  <a:pt x="81280" y="5080"/>
                  <a:pt x="76200" y="0"/>
                  <a:pt x="71120" y="0"/>
                </a:cubicBezTo>
                <a:lnTo>
                  <a:pt x="20320" y="0"/>
                </a:lnTo>
                <a:cubicBezTo>
                  <a:pt x="8890" y="0"/>
                  <a:pt x="0" y="8890"/>
                  <a:pt x="0" y="20320"/>
                </a:cubicBezTo>
                <a:lnTo>
                  <a:pt x="0" y="71120"/>
                </a:lnTo>
                <a:cubicBezTo>
                  <a:pt x="0" y="77470"/>
                  <a:pt x="3810" y="81280"/>
                  <a:pt x="10160" y="81280"/>
                </a:cubicBezTo>
                <a:close/>
                <a:moveTo>
                  <a:pt x="81280" y="81280"/>
                </a:moveTo>
                <a:cubicBezTo>
                  <a:pt x="81280" y="76200"/>
                  <a:pt x="76200" y="71120"/>
                  <a:pt x="71120" y="71120"/>
                </a:cubicBezTo>
                <a:cubicBezTo>
                  <a:pt x="66040" y="71120"/>
                  <a:pt x="60960" y="76200"/>
                  <a:pt x="60960" y="81280"/>
                </a:cubicBezTo>
                <a:lnTo>
                  <a:pt x="60960" y="101600"/>
                </a:lnTo>
                <a:cubicBezTo>
                  <a:pt x="60960" y="106680"/>
                  <a:pt x="66040" y="111760"/>
                  <a:pt x="71120" y="111760"/>
                </a:cubicBezTo>
                <a:cubicBezTo>
                  <a:pt x="76200" y="111760"/>
                  <a:pt x="81280" y="106680"/>
                  <a:pt x="81280" y="101600"/>
                </a:cubicBezTo>
                <a:lnTo>
                  <a:pt x="81280" y="81280"/>
                </a:lnTo>
                <a:close/>
                <a:moveTo>
                  <a:pt x="201930" y="81280"/>
                </a:moveTo>
                <a:cubicBezTo>
                  <a:pt x="201930" y="76200"/>
                  <a:pt x="196850" y="71120"/>
                  <a:pt x="191770" y="71120"/>
                </a:cubicBezTo>
                <a:cubicBezTo>
                  <a:pt x="186690" y="71120"/>
                  <a:pt x="181610" y="76200"/>
                  <a:pt x="181610" y="81280"/>
                </a:cubicBezTo>
                <a:lnTo>
                  <a:pt x="181610" y="101600"/>
                </a:lnTo>
                <a:cubicBezTo>
                  <a:pt x="181610" y="106680"/>
                  <a:pt x="186690" y="111760"/>
                  <a:pt x="191770" y="111760"/>
                </a:cubicBezTo>
                <a:cubicBezTo>
                  <a:pt x="196850" y="111760"/>
                  <a:pt x="201930" y="106680"/>
                  <a:pt x="201930" y="101600"/>
                </a:cubicBezTo>
                <a:lnTo>
                  <a:pt x="201930" y="81280"/>
                </a:lnTo>
                <a:close/>
                <a:moveTo>
                  <a:pt x="140970" y="81280"/>
                </a:moveTo>
                <a:cubicBezTo>
                  <a:pt x="146050" y="81280"/>
                  <a:pt x="151130" y="86360"/>
                  <a:pt x="151130" y="91440"/>
                </a:cubicBezTo>
                <a:lnTo>
                  <a:pt x="151130" y="147320"/>
                </a:lnTo>
                <a:cubicBezTo>
                  <a:pt x="151130" y="156210"/>
                  <a:pt x="144780" y="162560"/>
                  <a:pt x="135890" y="162560"/>
                </a:cubicBezTo>
                <a:lnTo>
                  <a:pt x="120650" y="162560"/>
                </a:lnTo>
                <a:cubicBezTo>
                  <a:pt x="115570" y="162560"/>
                  <a:pt x="110490" y="157480"/>
                  <a:pt x="110490" y="152400"/>
                </a:cubicBezTo>
                <a:cubicBezTo>
                  <a:pt x="110490" y="147320"/>
                  <a:pt x="115570" y="142240"/>
                  <a:pt x="120650" y="142240"/>
                </a:cubicBezTo>
                <a:lnTo>
                  <a:pt x="130810" y="142240"/>
                </a:lnTo>
                <a:lnTo>
                  <a:pt x="130810" y="91440"/>
                </a:lnTo>
                <a:cubicBezTo>
                  <a:pt x="132080" y="86360"/>
                  <a:pt x="135890" y="81280"/>
                  <a:pt x="140970" y="81280"/>
                </a:cubicBezTo>
                <a:close/>
                <a:moveTo>
                  <a:pt x="97790" y="180340"/>
                </a:moveTo>
                <a:cubicBezTo>
                  <a:pt x="93980" y="176530"/>
                  <a:pt x="87630" y="176530"/>
                  <a:pt x="83820" y="180340"/>
                </a:cubicBezTo>
                <a:cubicBezTo>
                  <a:pt x="80010" y="184150"/>
                  <a:pt x="80010" y="190500"/>
                  <a:pt x="83820" y="194310"/>
                </a:cubicBezTo>
                <a:cubicBezTo>
                  <a:pt x="114300" y="224790"/>
                  <a:pt x="156210" y="218440"/>
                  <a:pt x="179070" y="194310"/>
                </a:cubicBezTo>
                <a:cubicBezTo>
                  <a:pt x="182880" y="190500"/>
                  <a:pt x="182880" y="184150"/>
                  <a:pt x="179070" y="180340"/>
                </a:cubicBezTo>
                <a:cubicBezTo>
                  <a:pt x="175260" y="176530"/>
                  <a:pt x="168910" y="176530"/>
                  <a:pt x="165100" y="180340"/>
                </a:cubicBezTo>
                <a:cubicBezTo>
                  <a:pt x="147320" y="198120"/>
                  <a:pt x="119380" y="201930"/>
                  <a:pt x="97790" y="180340"/>
                </a:cubicBezTo>
                <a:close/>
                <a:moveTo>
                  <a:pt x="20320" y="193040"/>
                </a:moveTo>
                <a:cubicBezTo>
                  <a:pt x="20320" y="187960"/>
                  <a:pt x="15240" y="182880"/>
                  <a:pt x="10160" y="182880"/>
                </a:cubicBezTo>
                <a:cubicBezTo>
                  <a:pt x="5080" y="182880"/>
                  <a:pt x="0" y="187960"/>
                  <a:pt x="0" y="193040"/>
                </a:cubicBezTo>
                <a:lnTo>
                  <a:pt x="0" y="243840"/>
                </a:lnTo>
                <a:cubicBezTo>
                  <a:pt x="0" y="255270"/>
                  <a:pt x="8890" y="264160"/>
                  <a:pt x="20320" y="264160"/>
                </a:cubicBezTo>
                <a:lnTo>
                  <a:pt x="71120" y="264160"/>
                </a:lnTo>
                <a:cubicBezTo>
                  <a:pt x="76200" y="264160"/>
                  <a:pt x="81280" y="259080"/>
                  <a:pt x="81280" y="254000"/>
                </a:cubicBezTo>
                <a:cubicBezTo>
                  <a:pt x="81280" y="248920"/>
                  <a:pt x="76200" y="243840"/>
                  <a:pt x="71120" y="243840"/>
                </a:cubicBezTo>
                <a:lnTo>
                  <a:pt x="20320" y="243840"/>
                </a:lnTo>
                <a:lnTo>
                  <a:pt x="20320" y="193040"/>
                </a:lnTo>
                <a:close/>
                <a:moveTo>
                  <a:pt x="252730" y="182880"/>
                </a:moveTo>
                <a:cubicBezTo>
                  <a:pt x="247650" y="182880"/>
                  <a:pt x="242570" y="187960"/>
                  <a:pt x="242570" y="193040"/>
                </a:cubicBezTo>
                <a:lnTo>
                  <a:pt x="242570" y="243840"/>
                </a:lnTo>
                <a:lnTo>
                  <a:pt x="191770" y="243840"/>
                </a:lnTo>
                <a:cubicBezTo>
                  <a:pt x="186690" y="243840"/>
                  <a:pt x="181610" y="248920"/>
                  <a:pt x="181610" y="254000"/>
                </a:cubicBezTo>
                <a:cubicBezTo>
                  <a:pt x="181610" y="259080"/>
                  <a:pt x="186690" y="264160"/>
                  <a:pt x="191770" y="264160"/>
                </a:cubicBezTo>
                <a:lnTo>
                  <a:pt x="242570" y="264160"/>
                </a:lnTo>
                <a:cubicBezTo>
                  <a:pt x="254000" y="264160"/>
                  <a:pt x="262890" y="255270"/>
                  <a:pt x="262890" y="243840"/>
                </a:cubicBezTo>
                <a:lnTo>
                  <a:pt x="262890" y="193040"/>
                </a:lnTo>
                <a:cubicBezTo>
                  <a:pt x="262890" y="187960"/>
                  <a:pt x="259080" y="182880"/>
                  <a:pt x="252730" y="182880"/>
                </a:cubicBezTo>
                <a:close/>
                <a:moveTo>
                  <a:pt x="242570" y="71120"/>
                </a:moveTo>
                <a:cubicBezTo>
                  <a:pt x="242570" y="76200"/>
                  <a:pt x="247650" y="81280"/>
                  <a:pt x="252730" y="81280"/>
                </a:cubicBezTo>
                <a:cubicBezTo>
                  <a:pt x="257810" y="81280"/>
                  <a:pt x="262890" y="76200"/>
                  <a:pt x="262890" y="71120"/>
                </a:cubicBezTo>
                <a:lnTo>
                  <a:pt x="262890" y="20320"/>
                </a:lnTo>
                <a:cubicBezTo>
                  <a:pt x="262890" y="8890"/>
                  <a:pt x="254000" y="0"/>
                  <a:pt x="242570" y="0"/>
                </a:cubicBezTo>
                <a:lnTo>
                  <a:pt x="191770" y="0"/>
                </a:lnTo>
                <a:cubicBezTo>
                  <a:pt x="186690" y="0"/>
                  <a:pt x="181610" y="5080"/>
                  <a:pt x="181610" y="10160"/>
                </a:cubicBezTo>
                <a:cubicBezTo>
                  <a:pt x="181610" y="15240"/>
                  <a:pt x="186690" y="20320"/>
                  <a:pt x="191770" y="20320"/>
                </a:cubicBezTo>
                <a:lnTo>
                  <a:pt x="242570" y="20320"/>
                </a:lnTo>
                <a:lnTo>
                  <a:pt x="242570" y="711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88" name="Полилиния: фигура 604">
            <a:extLst>
              <a:ext uri="{FF2B5EF4-FFF2-40B4-BE49-F238E27FC236}">
                <a16:creationId xmlns:a16="http://schemas.microsoft.com/office/drawing/2014/main" id="{9075CC8E-9945-C906-CAEF-8944F7F8FEFB}"/>
              </a:ext>
            </a:extLst>
          </p:cNvPr>
          <p:cNvSpPr/>
          <p:nvPr/>
        </p:nvSpPr>
        <p:spPr>
          <a:xfrm>
            <a:off x="10098093" y="2629080"/>
            <a:ext cx="254318" cy="269557"/>
          </a:xfrm>
          <a:custGeom>
            <a:avLst/>
            <a:gdLst>
              <a:gd name="connsiteX0" fmla="*/ 40640 w 254318"/>
              <a:gd name="connsiteY0" fmla="*/ 0 h 269557"/>
              <a:gd name="connsiteX1" fmla="*/ 0 w 254318"/>
              <a:gd name="connsiteY1" fmla="*/ 40640 h 269557"/>
              <a:gd name="connsiteX2" fmla="*/ 40640 w 254318"/>
              <a:gd name="connsiteY2" fmla="*/ 81280 h 269557"/>
              <a:gd name="connsiteX3" fmla="*/ 81280 w 254318"/>
              <a:gd name="connsiteY3" fmla="*/ 40640 h 269557"/>
              <a:gd name="connsiteX4" fmla="*/ 40640 w 254318"/>
              <a:gd name="connsiteY4" fmla="*/ 0 h 269557"/>
              <a:gd name="connsiteX5" fmla="*/ 40640 w 254318"/>
              <a:gd name="connsiteY5" fmla="*/ 60960 h 269557"/>
              <a:gd name="connsiteX6" fmla="*/ 20320 w 254318"/>
              <a:gd name="connsiteY6" fmla="*/ 40640 h 269557"/>
              <a:gd name="connsiteX7" fmla="*/ 40640 w 254318"/>
              <a:gd name="connsiteY7" fmla="*/ 20320 h 269557"/>
              <a:gd name="connsiteX8" fmla="*/ 60961 w 254318"/>
              <a:gd name="connsiteY8" fmla="*/ 40640 h 269557"/>
              <a:gd name="connsiteX9" fmla="*/ 40640 w 254318"/>
              <a:gd name="connsiteY9" fmla="*/ 60960 h 269557"/>
              <a:gd name="connsiteX10" fmla="*/ 101600 w 254318"/>
              <a:gd name="connsiteY10" fmla="*/ 40640 h 269557"/>
              <a:gd name="connsiteX11" fmla="*/ 111761 w 254318"/>
              <a:gd name="connsiteY11" fmla="*/ 30480 h 269557"/>
              <a:gd name="connsiteX12" fmla="*/ 182880 w 254318"/>
              <a:gd name="connsiteY12" fmla="*/ 30480 h 269557"/>
              <a:gd name="connsiteX13" fmla="*/ 243840 w 254318"/>
              <a:gd name="connsiteY13" fmla="*/ 91440 h 269557"/>
              <a:gd name="connsiteX14" fmla="*/ 182880 w 254318"/>
              <a:gd name="connsiteY14" fmla="*/ 152400 h 269557"/>
              <a:gd name="connsiteX15" fmla="*/ 60961 w 254318"/>
              <a:gd name="connsiteY15" fmla="*/ 152400 h 269557"/>
              <a:gd name="connsiteX16" fmla="*/ 20320 w 254318"/>
              <a:gd name="connsiteY16" fmla="*/ 193040 h 269557"/>
              <a:gd name="connsiteX17" fmla="*/ 60961 w 254318"/>
              <a:gd name="connsiteY17" fmla="*/ 233680 h 269557"/>
              <a:gd name="connsiteX18" fmla="*/ 132080 w 254318"/>
              <a:gd name="connsiteY18" fmla="*/ 233680 h 269557"/>
              <a:gd name="connsiteX19" fmla="*/ 142240 w 254318"/>
              <a:gd name="connsiteY19" fmla="*/ 243840 h 269557"/>
              <a:gd name="connsiteX20" fmla="*/ 132080 w 254318"/>
              <a:gd name="connsiteY20" fmla="*/ 254000 h 269557"/>
              <a:gd name="connsiteX21" fmla="*/ 60961 w 254318"/>
              <a:gd name="connsiteY21" fmla="*/ 254000 h 269557"/>
              <a:gd name="connsiteX22" fmla="*/ 0 w 254318"/>
              <a:gd name="connsiteY22" fmla="*/ 193040 h 269557"/>
              <a:gd name="connsiteX23" fmla="*/ 60961 w 254318"/>
              <a:gd name="connsiteY23" fmla="*/ 132080 h 269557"/>
              <a:gd name="connsiteX24" fmla="*/ 182880 w 254318"/>
              <a:gd name="connsiteY24" fmla="*/ 132080 h 269557"/>
              <a:gd name="connsiteX25" fmla="*/ 223520 w 254318"/>
              <a:gd name="connsiteY25" fmla="*/ 91440 h 269557"/>
              <a:gd name="connsiteX26" fmla="*/ 182880 w 254318"/>
              <a:gd name="connsiteY26" fmla="*/ 50800 h 269557"/>
              <a:gd name="connsiteX27" fmla="*/ 111761 w 254318"/>
              <a:gd name="connsiteY27" fmla="*/ 50800 h 269557"/>
              <a:gd name="connsiteX28" fmla="*/ 101600 w 254318"/>
              <a:gd name="connsiteY28" fmla="*/ 40640 h 269557"/>
              <a:gd name="connsiteX29" fmla="*/ 251461 w 254318"/>
              <a:gd name="connsiteY29" fmla="*/ 215900 h 269557"/>
              <a:gd name="connsiteX30" fmla="*/ 251461 w 254318"/>
              <a:gd name="connsiteY30" fmla="*/ 201930 h 269557"/>
              <a:gd name="connsiteX31" fmla="*/ 237490 w 254318"/>
              <a:gd name="connsiteY31" fmla="*/ 201930 h 269557"/>
              <a:gd name="connsiteX32" fmla="*/ 194311 w 254318"/>
              <a:gd name="connsiteY32" fmla="*/ 245110 h 269557"/>
              <a:gd name="connsiteX33" fmla="*/ 176530 w 254318"/>
              <a:gd name="connsiteY33" fmla="*/ 227330 h 269557"/>
              <a:gd name="connsiteX34" fmla="*/ 162561 w 254318"/>
              <a:gd name="connsiteY34" fmla="*/ 227330 h 269557"/>
              <a:gd name="connsiteX35" fmla="*/ 162561 w 254318"/>
              <a:gd name="connsiteY35" fmla="*/ 241300 h 269557"/>
              <a:gd name="connsiteX36" fmla="*/ 187961 w 254318"/>
              <a:gd name="connsiteY36" fmla="*/ 266700 h 269557"/>
              <a:gd name="connsiteX37" fmla="*/ 201930 w 254318"/>
              <a:gd name="connsiteY37" fmla="*/ 266700 h 269557"/>
              <a:gd name="connsiteX38" fmla="*/ 251461 w 254318"/>
              <a:gd name="connsiteY38" fmla="*/ 215900 h 2695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254318" h="269557">
                <a:moveTo>
                  <a:pt x="40640" y="0"/>
                </a:moveTo>
                <a:cubicBezTo>
                  <a:pt x="17780" y="0"/>
                  <a:pt x="0" y="17780"/>
                  <a:pt x="0" y="40640"/>
                </a:cubicBezTo>
                <a:cubicBezTo>
                  <a:pt x="0" y="63500"/>
                  <a:pt x="17780" y="81280"/>
                  <a:pt x="40640" y="81280"/>
                </a:cubicBezTo>
                <a:cubicBezTo>
                  <a:pt x="63500" y="81280"/>
                  <a:pt x="81280" y="63500"/>
                  <a:pt x="81280" y="40640"/>
                </a:cubicBezTo>
                <a:cubicBezTo>
                  <a:pt x="81280" y="17780"/>
                  <a:pt x="63500" y="0"/>
                  <a:pt x="40640" y="0"/>
                </a:cubicBezTo>
                <a:close/>
                <a:moveTo>
                  <a:pt x="40640" y="60960"/>
                </a:moveTo>
                <a:cubicBezTo>
                  <a:pt x="29211" y="60960"/>
                  <a:pt x="20320" y="52070"/>
                  <a:pt x="20320" y="40640"/>
                </a:cubicBezTo>
                <a:cubicBezTo>
                  <a:pt x="20320" y="29210"/>
                  <a:pt x="29211" y="20320"/>
                  <a:pt x="40640" y="20320"/>
                </a:cubicBezTo>
                <a:cubicBezTo>
                  <a:pt x="52070" y="20320"/>
                  <a:pt x="60961" y="29210"/>
                  <a:pt x="60961" y="40640"/>
                </a:cubicBezTo>
                <a:cubicBezTo>
                  <a:pt x="60961" y="52070"/>
                  <a:pt x="52070" y="60960"/>
                  <a:pt x="40640" y="60960"/>
                </a:cubicBezTo>
                <a:close/>
                <a:moveTo>
                  <a:pt x="101600" y="40640"/>
                </a:moveTo>
                <a:cubicBezTo>
                  <a:pt x="101600" y="35560"/>
                  <a:pt x="106680" y="30480"/>
                  <a:pt x="111761" y="30480"/>
                </a:cubicBezTo>
                <a:lnTo>
                  <a:pt x="182880" y="30480"/>
                </a:lnTo>
                <a:cubicBezTo>
                  <a:pt x="215900" y="30480"/>
                  <a:pt x="243840" y="57150"/>
                  <a:pt x="243840" y="91440"/>
                </a:cubicBezTo>
                <a:cubicBezTo>
                  <a:pt x="243840" y="124460"/>
                  <a:pt x="217170" y="152400"/>
                  <a:pt x="182880" y="152400"/>
                </a:cubicBezTo>
                <a:lnTo>
                  <a:pt x="60961" y="152400"/>
                </a:lnTo>
                <a:cubicBezTo>
                  <a:pt x="38100" y="152400"/>
                  <a:pt x="20320" y="170180"/>
                  <a:pt x="20320" y="193040"/>
                </a:cubicBezTo>
                <a:cubicBezTo>
                  <a:pt x="20320" y="215900"/>
                  <a:pt x="38100" y="233680"/>
                  <a:pt x="60961" y="233680"/>
                </a:cubicBezTo>
                <a:lnTo>
                  <a:pt x="132080" y="233680"/>
                </a:lnTo>
                <a:cubicBezTo>
                  <a:pt x="137161" y="233680"/>
                  <a:pt x="142240" y="238760"/>
                  <a:pt x="142240" y="243840"/>
                </a:cubicBezTo>
                <a:cubicBezTo>
                  <a:pt x="142240" y="248920"/>
                  <a:pt x="137161" y="254000"/>
                  <a:pt x="132080" y="254000"/>
                </a:cubicBezTo>
                <a:lnTo>
                  <a:pt x="60961" y="254000"/>
                </a:lnTo>
                <a:cubicBezTo>
                  <a:pt x="27940" y="254000"/>
                  <a:pt x="0" y="227330"/>
                  <a:pt x="0" y="193040"/>
                </a:cubicBezTo>
                <a:cubicBezTo>
                  <a:pt x="0" y="158750"/>
                  <a:pt x="26670" y="132080"/>
                  <a:pt x="60961" y="132080"/>
                </a:cubicBezTo>
                <a:lnTo>
                  <a:pt x="182880" y="132080"/>
                </a:lnTo>
                <a:cubicBezTo>
                  <a:pt x="205740" y="132080"/>
                  <a:pt x="223520" y="114300"/>
                  <a:pt x="223520" y="91440"/>
                </a:cubicBezTo>
                <a:cubicBezTo>
                  <a:pt x="223520" y="68580"/>
                  <a:pt x="205740" y="50800"/>
                  <a:pt x="182880" y="50800"/>
                </a:cubicBezTo>
                <a:lnTo>
                  <a:pt x="111761" y="50800"/>
                </a:lnTo>
                <a:cubicBezTo>
                  <a:pt x="106680" y="50800"/>
                  <a:pt x="101600" y="46990"/>
                  <a:pt x="101600" y="40640"/>
                </a:cubicBezTo>
                <a:close/>
                <a:moveTo>
                  <a:pt x="251461" y="215900"/>
                </a:moveTo>
                <a:cubicBezTo>
                  <a:pt x="255270" y="212090"/>
                  <a:pt x="255270" y="205740"/>
                  <a:pt x="251461" y="201930"/>
                </a:cubicBezTo>
                <a:cubicBezTo>
                  <a:pt x="247650" y="198120"/>
                  <a:pt x="241300" y="198120"/>
                  <a:pt x="237490" y="201930"/>
                </a:cubicBezTo>
                <a:lnTo>
                  <a:pt x="194311" y="245110"/>
                </a:lnTo>
                <a:lnTo>
                  <a:pt x="176530" y="227330"/>
                </a:lnTo>
                <a:cubicBezTo>
                  <a:pt x="172720" y="223520"/>
                  <a:pt x="166370" y="223520"/>
                  <a:pt x="162561" y="227330"/>
                </a:cubicBezTo>
                <a:cubicBezTo>
                  <a:pt x="158750" y="231140"/>
                  <a:pt x="158750" y="237490"/>
                  <a:pt x="162561" y="241300"/>
                </a:cubicBezTo>
                <a:lnTo>
                  <a:pt x="187961" y="266700"/>
                </a:lnTo>
                <a:cubicBezTo>
                  <a:pt x="191770" y="270510"/>
                  <a:pt x="198120" y="270510"/>
                  <a:pt x="201930" y="266700"/>
                </a:cubicBezTo>
                <a:lnTo>
                  <a:pt x="251461" y="2159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89" name="Полилиния: фигура 606">
            <a:extLst>
              <a:ext uri="{FF2B5EF4-FFF2-40B4-BE49-F238E27FC236}">
                <a16:creationId xmlns:a16="http://schemas.microsoft.com/office/drawing/2014/main" id="{332B84E6-7963-EFBE-FDE9-BFA3DCA99F5E}"/>
              </a:ext>
            </a:extLst>
          </p:cNvPr>
          <p:cNvSpPr/>
          <p:nvPr/>
        </p:nvSpPr>
        <p:spPr>
          <a:xfrm>
            <a:off x="9564693" y="2617650"/>
            <a:ext cx="203200" cy="264159"/>
          </a:xfrm>
          <a:custGeom>
            <a:avLst/>
            <a:gdLst>
              <a:gd name="connsiteX0" fmla="*/ 101600 w 203200"/>
              <a:gd name="connsiteY0" fmla="*/ 0 h 264159"/>
              <a:gd name="connsiteX1" fmla="*/ 111761 w 203200"/>
              <a:gd name="connsiteY1" fmla="*/ 10160 h 264159"/>
              <a:gd name="connsiteX2" fmla="*/ 111761 w 203200"/>
              <a:gd name="connsiteY2" fmla="*/ 30480 h 264159"/>
              <a:gd name="connsiteX3" fmla="*/ 101600 w 203200"/>
              <a:gd name="connsiteY3" fmla="*/ 40640 h 264159"/>
              <a:gd name="connsiteX4" fmla="*/ 91440 w 203200"/>
              <a:gd name="connsiteY4" fmla="*/ 30480 h 264159"/>
              <a:gd name="connsiteX5" fmla="*/ 91440 w 203200"/>
              <a:gd name="connsiteY5" fmla="*/ 10160 h 264159"/>
              <a:gd name="connsiteX6" fmla="*/ 101600 w 203200"/>
              <a:gd name="connsiteY6" fmla="*/ 0 h 264159"/>
              <a:gd name="connsiteX7" fmla="*/ 20320 w 203200"/>
              <a:gd name="connsiteY7" fmla="*/ 35560 h 264159"/>
              <a:gd name="connsiteX8" fmla="*/ 10161 w 203200"/>
              <a:gd name="connsiteY8" fmla="*/ 25400 h 264159"/>
              <a:gd name="connsiteX9" fmla="*/ 0 w 203200"/>
              <a:gd name="connsiteY9" fmla="*/ 35560 h 264159"/>
              <a:gd name="connsiteX10" fmla="*/ 0 w 203200"/>
              <a:gd name="connsiteY10" fmla="*/ 228600 h 264159"/>
              <a:gd name="connsiteX11" fmla="*/ 10161 w 203200"/>
              <a:gd name="connsiteY11" fmla="*/ 238760 h 264159"/>
              <a:gd name="connsiteX12" fmla="*/ 20320 w 203200"/>
              <a:gd name="connsiteY12" fmla="*/ 228600 h 264159"/>
              <a:gd name="connsiteX13" fmla="*/ 20320 w 203200"/>
              <a:gd name="connsiteY13" fmla="*/ 35560 h 264159"/>
              <a:gd name="connsiteX14" fmla="*/ 203200 w 203200"/>
              <a:gd name="connsiteY14" fmla="*/ 35560 h 264159"/>
              <a:gd name="connsiteX15" fmla="*/ 193040 w 203200"/>
              <a:gd name="connsiteY15" fmla="*/ 25400 h 264159"/>
              <a:gd name="connsiteX16" fmla="*/ 182880 w 203200"/>
              <a:gd name="connsiteY16" fmla="*/ 35560 h 264159"/>
              <a:gd name="connsiteX17" fmla="*/ 182880 w 203200"/>
              <a:gd name="connsiteY17" fmla="*/ 228600 h 264159"/>
              <a:gd name="connsiteX18" fmla="*/ 193040 w 203200"/>
              <a:gd name="connsiteY18" fmla="*/ 238760 h 264159"/>
              <a:gd name="connsiteX19" fmla="*/ 203200 w 203200"/>
              <a:gd name="connsiteY19" fmla="*/ 228600 h 264159"/>
              <a:gd name="connsiteX20" fmla="*/ 203200 w 203200"/>
              <a:gd name="connsiteY20" fmla="*/ 35560 h 264159"/>
              <a:gd name="connsiteX21" fmla="*/ 111761 w 203200"/>
              <a:gd name="connsiteY21" fmla="*/ 233680 h 264159"/>
              <a:gd name="connsiteX22" fmla="*/ 101600 w 203200"/>
              <a:gd name="connsiteY22" fmla="*/ 223520 h 264159"/>
              <a:gd name="connsiteX23" fmla="*/ 91440 w 203200"/>
              <a:gd name="connsiteY23" fmla="*/ 233680 h 264159"/>
              <a:gd name="connsiteX24" fmla="*/ 91440 w 203200"/>
              <a:gd name="connsiteY24" fmla="*/ 254000 h 264159"/>
              <a:gd name="connsiteX25" fmla="*/ 101600 w 203200"/>
              <a:gd name="connsiteY25" fmla="*/ 264160 h 264159"/>
              <a:gd name="connsiteX26" fmla="*/ 111761 w 203200"/>
              <a:gd name="connsiteY26" fmla="*/ 254000 h 264159"/>
              <a:gd name="connsiteX27" fmla="*/ 111761 w 203200"/>
              <a:gd name="connsiteY27" fmla="*/ 233680 h 264159"/>
              <a:gd name="connsiteX28" fmla="*/ 86361 w 203200"/>
              <a:gd name="connsiteY28" fmla="*/ 86360 h 264159"/>
              <a:gd name="connsiteX29" fmla="*/ 86361 w 203200"/>
              <a:gd name="connsiteY29" fmla="*/ 127000 h 264159"/>
              <a:gd name="connsiteX30" fmla="*/ 106680 w 203200"/>
              <a:gd name="connsiteY30" fmla="*/ 127000 h 264159"/>
              <a:gd name="connsiteX31" fmla="*/ 127000 w 203200"/>
              <a:gd name="connsiteY31" fmla="*/ 106680 h 264159"/>
              <a:gd name="connsiteX32" fmla="*/ 106680 w 203200"/>
              <a:gd name="connsiteY32" fmla="*/ 86360 h 264159"/>
              <a:gd name="connsiteX33" fmla="*/ 86361 w 203200"/>
              <a:gd name="connsiteY33" fmla="*/ 86360 h 264159"/>
              <a:gd name="connsiteX34" fmla="*/ 147320 w 203200"/>
              <a:gd name="connsiteY34" fmla="*/ 106680 h 264159"/>
              <a:gd name="connsiteX35" fmla="*/ 106680 w 203200"/>
              <a:gd name="connsiteY35" fmla="*/ 147320 h 264159"/>
              <a:gd name="connsiteX36" fmla="*/ 86361 w 203200"/>
              <a:gd name="connsiteY36" fmla="*/ 147320 h 264159"/>
              <a:gd name="connsiteX37" fmla="*/ 86361 w 203200"/>
              <a:gd name="connsiteY37" fmla="*/ 157480 h 264159"/>
              <a:gd name="connsiteX38" fmla="*/ 101600 w 203200"/>
              <a:gd name="connsiteY38" fmla="*/ 157480 h 264159"/>
              <a:gd name="connsiteX39" fmla="*/ 111761 w 203200"/>
              <a:gd name="connsiteY39" fmla="*/ 167640 h 264159"/>
              <a:gd name="connsiteX40" fmla="*/ 101600 w 203200"/>
              <a:gd name="connsiteY40" fmla="*/ 177800 h 264159"/>
              <a:gd name="connsiteX41" fmla="*/ 86361 w 203200"/>
              <a:gd name="connsiteY41" fmla="*/ 177800 h 264159"/>
              <a:gd name="connsiteX42" fmla="*/ 86361 w 203200"/>
              <a:gd name="connsiteY42" fmla="*/ 182880 h 264159"/>
              <a:gd name="connsiteX43" fmla="*/ 76200 w 203200"/>
              <a:gd name="connsiteY43" fmla="*/ 193040 h 264159"/>
              <a:gd name="connsiteX44" fmla="*/ 66040 w 203200"/>
              <a:gd name="connsiteY44" fmla="*/ 182880 h 264159"/>
              <a:gd name="connsiteX45" fmla="*/ 66040 w 203200"/>
              <a:gd name="connsiteY45" fmla="*/ 177800 h 264159"/>
              <a:gd name="connsiteX46" fmla="*/ 60961 w 203200"/>
              <a:gd name="connsiteY46" fmla="*/ 177800 h 264159"/>
              <a:gd name="connsiteX47" fmla="*/ 50800 w 203200"/>
              <a:gd name="connsiteY47" fmla="*/ 167640 h 264159"/>
              <a:gd name="connsiteX48" fmla="*/ 60961 w 203200"/>
              <a:gd name="connsiteY48" fmla="*/ 157480 h 264159"/>
              <a:gd name="connsiteX49" fmla="*/ 66040 w 203200"/>
              <a:gd name="connsiteY49" fmla="*/ 157480 h 264159"/>
              <a:gd name="connsiteX50" fmla="*/ 66040 w 203200"/>
              <a:gd name="connsiteY50" fmla="*/ 147320 h 264159"/>
              <a:gd name="connsiteX51" fmla="*/ 60961 w 203200"/>
              <a:gd name="connsiteY51" fmla="*/ 147320 h 264159"/>
              <a:gd name="connsiteX52" fmla="*/ 50800 w 203200"/>
              <a:gd name="connsiteY52" fmla="*/ 137160 h 264159"/>
              <a:gd name="connsiteX53" fmla="*/ 60961 w 203200"/>
              <a:gd name="connsiteY53" fmla="*/ 127000 h 264159"/>
              <a:gd name="connsiteX54" fmla="*/ 66040 w 203200"/>
              <a:gd name="connsiteY54" fmla="*/ 127000 h 264159"/>
              <a:gd name="connsiteX55" fmla="*/ 66040 w 203200"/>
              <a:gd name="connsiteY55" fmla="*/ 77470 h 264159"/>
              <a:gd name="connsiteX56" fmla="*/ 77470 w 203200"/>
              <a:gd name="connsiteY56" fmla="*/ 66040 h 264159"/>
              <a:gd name="connsiteX57" fmla="*/ 106680 w 203200"/>
              <a:gd name="connsiteY57" fmla="*/ 66040 h 264159"/>
              <a:gd name="connsiteX58" fmla="*/ 147320 w 203200"/>
              <a:gd name="connsiteY58" fmla="*/ 1066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</a:cxnLst>
            <a:rect l="l" t="t" r="r" b="b"/>
            <a:pathLst>
              <a:path w="203200" h="264159">
                <a:moveTo>
                  <a:pt x="101600" y="0"/>
                </a:moveTo>
                <a:cubicBezTo>
                  <a:pt x="106680" y="0"/>
                  <a:pt x="111761" y="5080"/>
                  <a:pt x="111761" y="10160"/>
                </a:cubicBezTo>
                <a:lnTo>
                  <a:pt x="111761" y="30480"/>
                </a:lnTo>
                <a:cubicBezTo>
                  <a:pt x="111761" y="35560"/>
                  <a:pt x="106680" y="40640"/>
                  <a:pt x="101600" y="40640"/>
                </a:cubicBezTo>
                <a:cubicBezTo>
                  <a:pt x="96520" y="40640"/>
                  <a:pt x="91440" y="35560"/>
                  <a:pt x="91440" y="30480"/>
                </a:cubicBezTo>
                <a:lnTo>
                  <a:pt x="91440" y="10160"/>
                </a:lnTo>
                <a:cubicBezTo>
                  <a:pt x="91440" y="5080"/>
                  <a:pt x="95250" y="0"/>
                  <a:pt x="101600" y="0"/>
                </a:cubicBezTo>
                <a:close/>
                <a:moveTo>
                  <a:pt x="20320" y="35560"/>
                </a:moveTo>
                <a:cubicBezTo>
                  <a:pt x="20320" y="30480"/>
                  <a:pt x="15240" y="25400"/>
                  <a:pt x="10161" y="25400"/>
                </a:cubicBezTo>
                <a:cubicBezTo>
                  <a:pt x="5080" y="25400"/>
                  <a:pt x="0" y="30480"/>
                  <a:pt x="0" y="35560"/>
                </a:cubicBezTo>
                <a:lnTo>
                  <a:pt x="0" y="228600"/>
                </a:lnTo>
                <a:cubicBezTo>
                  <a:pt x="0" y="233680"/>
                  <a:pt x="5080" y="238760"/>
                  <a:pt x="10161" y="238760"/>
                </a:cubicBezTo>
                <a:cubicBezTo>
                  <a:pt x="15240" y="238760"/>
                  <a:pt x="20320" y="233680"/>
                  <a:pt x="20320" y="228600"/>
                </a:cubicBezTo>
                <a:lnTo>
                  <a:pt x="20320" y="35560"/>
                </a:lnTo>
                <a:close/>
                <a:moveTo>
                  <a:pt x="203200" y="35560"/>
                </a:moveTo>
                <a:cubicBezTo>
                  <a:pt x="203200" y="30480"/>
                  <a:pt x="198120" y="25400"/>
                  <a:pt x="193040" y="25400"/>
                </a:cubicBezTo>
                <a:cubicBezTo>
                  <a:pt x="187961" y="25400"/>
                  <a:pt x="182880" y="30480"/>
                  <a:pt x="182880" y="35560"/>
                </a:cubicBezTo>
                <a:lnTo>
                  <a:pt x="182880" y="228600"/>
                </a:lnTo>
                <a:cubicBezTo>
                  <a:pt x="182880" y="233680"/>
                  <a:pt x="187961" y="238760"/>
                  <a:pt x="193040" y="238760"/>
                </a:cubicBezTo>
                <a:cubicBezTo>
                  <a:pt x="198120" y="238760"/>
                  <a:pt x="203200" y="233680"/>
                  <a:pt x="203200" y="228600"/>
                </a:cubicBezTo>
                <a:lnTo>
                  <a:pt x="203200" y="35560"/>
                </a:lnTo>
                <a:close/>
                <a:moveTo>
                  <a:pt x="111761" y="233680"/>
                </a:moveTo>
                <a:cubicBezTo>
                  <a:pt x="111761" y="228600"/>
                  <a:pt x="106680" y="223520"/>
                  <a:pt x="101600" y="223520"/>
                </a:cubicBezTo>
                <a:cubicBezTo>
                  <a:pt x="96520" y="223520"/>
                  <a:pt x="91440" y="228600"/>
                  <a:pt x="91440" y="233680"/>
                </a:cubicBezTo>
                <a:lnTo>
                  <a:pt x="91440" y="254000"/>
                </a:lnTo>
                <a:cubicBezTo>
                  <a:pt x="91440" y="259080"/>
                  <a:pt x="96520" y="264160"/>
                  <a:pt x="101600" y="264160"/>
                </a:cubicBezTo>
                <a:cubicBezTo>
                  <a:pt x="106680" y="264160"/>
                  <a:pt x="111761" y="259080"/>
                  <a:pt x="111761" y="254000"/>
                </a:cubicBezTo>
                <a:lnTo>
                  <a:pt x="111761" y="233680"/>
                </a:lnTo>
                <a:close/>
                <a:moveTo>
                  <a:pt x="86361" y="86360"/>
                </a:moveTo>
                <a:lnTo>
                  <a:pt x="86361" y="127000"/>
                </a:lnTo>
                <a:lnTo>
                  <a:pt x="106680" y="127000"/>
                </a:lnTo>
                <a:cubicBezTo>
                  <a:pt x="118111" y="127000"/>
                  <a:pt x="127000" y="118110"/>
                  <a:pt x="127000" y="106680"/>
                </a:cubicBezTo>
                <a:cubicBezTo>
                  <a:pt x="127000" y="95250"/>
                  <a:pt x="118111" y="86360"/>
                  <a:pt x="106680" y="86360"/>
                </a:cubicBezTo>
                <a:lnTo>
                  <a:pt x="86361" y="86360"/>
                </a:lnTo>
                <a:close/>
                <a:moveTo>
                  <a:pt x="147320" y="106680"/>
                </a:moveTo>
                <a:cubicBezTo>
                  <a:pt x="147320" y="129540"/>
                  <a:pt x="129540" y="147320"/>
                  <a:pt x="106680" y="147320"/>
                </a:cubicBezTo>
                <a:lnTo>
                  <a:pt x="86361" y="147320"/>
                </a:lnTo>
                <a:lnTo>
                  <a:pt x="86361" y="157480"/>
                </a:lnTo>
                <a:lnTo>
                  <a:pt x="101600" y="157480"/>
                </a:lnTo>
                <a:cubicBezTo>
                  <a:pt x="106680" y="157480"/>
                  <a:pt x="111761" y="162560"/>
                  <a:pt x="111761" y="167640"/>
                </a:cubicBezTo>
                <a:cubicBezTo>
                  <a:pt x="111761" y="172720"/>
                  <a:pt x="106680" y="177800"/>
                  <a:pt x="101600" y="177800"/>
                </a:cubicBezTo>
                <a:lnTo>
                  <a:pt x="86361" y="177800"/>
                </a:lnTo>
                <a:lnTo>
                  <a:pt x="86361" y="182880"/>
                </a:lnTo>
                <a:cubicBezTo>
                  <a:pt x="86361" y="187960"/>
                  <a:pt x="81280" y="193040"/>
                  <a:pt x="76200" y="193040"/>
                </a:cubicBezTo>
                <a:cubicBezTo>
                  <a:pt x="71120" y="193040"/>
                  <a:pt x="66040" y="187960"/>
                  <a:pt x="66040" y="182880"/>
                </a:cubicBezTo>
                <a:lnTo>
                  <a:pt x="66040" y="177800"/>
                </a:lnTo>
                <a:lnTo>
                  <a:pt x="60961" y="177800"/>
                </a:lnTo>
                <a:cubicBezTo>
                  <a:pt x="55880" y="177800"/>
                  <a:pt x="50800" y="172720"/>
                  <a:pt x="50800" y="167640"/>
                </a:cubicBezTo>
                <a:cubicBezTo>
                  <a:pt x="50800" y="162560"/>
                  <a:pt x="55880" y="157480"/>
                  <a:pt x="60961" y="157480"/>
                </a:cubicBezTo>
                <a:lnTo>
                  <a:pt x="66040" y="157480"/>
                </a:lnTo>
                <a:lnTo>
                  <a:pt x="66040" y="147320"/>
                </a:lnTo>
                <a:lnTo>
                  <a:pt x="60961" y="147320"/>
                </a:lnTo>
                <a:cubicBezTo>
                  <a:pt x="55880" y="147320"/>
                  <a:pt x="50800" y="142240"/>
                  <a:pt x="50800" y="137160"/>
                </a:cubicBezTo>
                <a:cubicBezTo>
                  <a:pt x="50800" y="132080"/>
                  <a:pt x="55880" y="127000"/>
                  <a:pt x="60961" y="127000"/>
                </a:cubicBezTo>
                <a:lnTo>
                  <a:pt x="66040" y="127000"/>
                </a:lnTo>
                <a:lnTo>
                  <a:pt x="66040" y="77470"/>
                </a:lnTo>
                <a:cubicBezTo>
                  <a:pt x="66040" y="71120"/>
                  <a:pt x="71120" y="66040"/>
                  <a:pt x="77470" y="66040"/>
                </a:cubicBezTo>
                <a:lnTo>
                  <a:pt x="106680" y="66040"/>
                </a:lnTo>
                <a:cubicBezTo>
                  <a:pt x="128270" y="66040"/>
                  <a:pt x="147320" y="85090"/>
                  <a:pt x="147320" y="1066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90" name="Полилиния: фигура 611">
            <a:extLst>
              <a:ext uri="{FF2B5EF4-FFF2-40B4-BE49-F238E27FC236}">
                <a16:creationId xmlns:a16="http://schemas.microsoft.com/office/drawing/2014/main" id="{A1700884-E42C-8139-0B84-CB299FF4F69A}"/>
              </a:ext>
            </a:extLst>
          </p:cNvPr>
          <p:cNvSpPr/>
          <p:nvPr/>
        </p:nvSpPr>
        <p:spPr>
          <a:xfrm>
            <a:off x="1158563" y="3599850"/>
            <a:ext cx="243840" cy="243839"/>
          </a:xfrm>
          <a:custGeom>
            <a:avLst/>
            <a:gdLst>
              <a:gd name="connsiteX0" fmla="*/ 72390 w 243840"/>
              <a:gd name="connsiteY0" fmla="*/ 20320 h 243839"/>
              <a:gd name="connsiteX1" fmla="*/ 92710 w 243840"/>
              <a:gd name="connsiteY1" fmla="*/ 0 h 243839"/>
              <a:gd name="connsiteX2" fmla="*/ 151130 w 243840"/>
              <a:gd name="connsiteY2" fmla="*/ 0 h 243839"/>
              <a:gd name="connsiteX3" fmla="*/ 171450 w 243840"/>
              <a:gd name="connsiteY3" fmla="*/ 20320 h 243839"/>
              <a:gd name="connsiteX4" fmla="*/ 171450 w 243840"/>
              <a:gd name="connsiteY4" fmla="*/ 72390 h 243839"/>
              <a:gd name="connsiteX5" fmla="*/ 223520 w 243840"/>
              <a:gd name="connsiteY5" fmla="*/ 72390 h 243839"/>
              <a:gd name="connsiteX6" fmla="*/ 243840 w 243840"/>
              <a:gd name="connsiteY6" fmla="*/ 92710 h 243839"/>
              <a:gd name="connsiteX7" fmla="*/ 243840 w 243840"/>
              <a:gd name="connsiteY7" fmla="*/ 151130 h 243839"/>
              <a:gd name="connsiteX8" fmla="*/ 223520 w 243840"/>
              <a:gd name="connsiteY8" fmla="*/ 171450 h 243839"/>
              <a:gd name="connsiteX9" fmla="*/ 171450 w 243840"/>
              <a:gd name="connsiteY9" fmla="*/ 171450 h 243839"/>
              <a:gd name="connsiteX10" fmla="*/ 171450 w 243840"/>
              <a:gd name="connsiteY10" fmla="*/ 223520 h 243839"/>
              <a:gd name="connsiteX11" fmla="*/ 151130 w 243840"/>
              <a:gd name="connsiteY11" fmla="*/ 243840 h 243839"/>
              <a:gd name="connsiteX12" fmla="*/ 92710 w 243840"/>
              <a:gd name="connsiteY12" fmla="*/ 243840 h 243839"/>
              <a:gd name="connsiteX13" fmla="*/ 72390 w 243840"/>
              <a:gd name="connsiteY13" fmla="*/ 223520 h 243839"/>
              <a:gd name="connsiteX14" fmla="*/ 72390 w 243840"/>
              <a:gd name="connsiteY14" fmla="*/ 171450 h 243839"/>
              <a:gd name="connsiteX15" fmla="*/ 20320 w 243840"/>
              <a:gd name="connsiteY15" fmla="*/ 171450 h 243839"/>
              <a:gd name="connsiteX16" fmla="*/ 0 w 243840"/>
              <a:gd name="connsiteY16" fmla="*/ 151130 h 243839"/>
              <a:gd name="connsiteX17" fmla="*/ 0 w 243840"/>
              <a:gd name="connsiteY17" fmla="*/ 92710 h 243839"/>
              <a:gd name="connsiteX18" fmla="*/ 20320 w 243840"/>
              <a:gd name="connsiteY18" fmla="*/ 72390 h 243839"/>
              <a:gd name="connsiteX19" fmla="*/ 72390 w 243840"/>
              <a:gd name="connsiteY19" fmla="*/ 72390 h 243839"/>
              <a:gd name="connsiteX20" fmla="*/ 72390 w 243840"/>
              <a:gd name="connsiteY20" fmla="*/ 20320 h 243839"/>
              <a:gd name="connsiteX21" fmla="*/ 151130 w 243840"/>
              <a:gd name="connsiteY21" fmla="*/ 20320 h 243839"/>
              <a:gd name="connsiteX22" fmla="*/ 92710 w 243840"/>
              <a:gd name="connsiteY22" fmla="*/ 20320 h 243839"/>
              <a:gd name="connsiteX23" fmla="*/ 92710 w 243840"/>
              <a:gd name="connsiteY23" fmla="*/ 92710 h 243839"/>
              <a:gd name="connsiteX24" fmla="*/ 20320 w 243840"/>
              <a:gd name="connsiteY24" fmla="*/ 92710 h 243839"/>
              <a:gd name="connsiteX25" fmla="*/ 20320 w 243840"/>
              <a:gd name="connsiteY25" fmla="*/ 151130 h 243839"/>
              <a:gd name="connsiteX26" fmla="*/ 92710 w 243840"/>
              <a:gd name="connsiteY26" fmla="*/ 151130 h 243839"/>
              <a:gd name="connsiteX27" fmla="*/ 92710 w 243840"/>
              <a:gd name="connsiteY27" fmla="*/ 223520 h 243839"/>
              <a:gd name="connsiteX28" fmla="*/ 151130 w 243840"/>
              <a:gd name="connsiteY28" fmla="*/ 223520 h 243839"/>
              <a:gd name="connsiteX29" fmla="*/ 151130 w 243840"/>
              <a:gd name="connsiteY29" fmla="*/ 151130 h 243839"/>
              <a:gd name="connsiteX30" fmla="*/ 223520 w 243840"/>
              <a:gd name="connsiteY30" fmla="*/ 151130 h 243839"/>
              <a:gd name="connsiteX31" fmla="*/ 223520 w 243840"/>
              <a:gd name="connsiteY31" fmla="*/ 92710 h 243839"/>
              <a:gd name="connsiteX32" fmla="*/ 151130 w 243840"/>
              <a:gd name="connsiteY32" fmla="*/ 92710 h 243839"/>
              <a:gd name="connsiteX33" fmla="*/ 151130 w 243840"/>
              <a:gd name="connsiteY33" fmla="*/ 20320 h 2438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243840" h="243839">
                <a:moveTo>
                  <a:pt x="72390" y="20320"/>
                </a:moveTo>
                <a:cubicBezTo>
                  <a:pt x="72390" y="8890"/>
                  <a:pt x="81280" y="0"/>
                  <a:pt x="92710" y="0"/>
                </a:cubicBezTo>
                <a:lnTo>
                  <a:pt x="151130" y="0"/>
                </a:lnTo>
                <a:cubicBezTo>
                  <a:pt x="162560" y="0"/>
                  <a:pt x="171450" y="8890"/>
                  <a:pt x="171450" y="20320"/>
                </a:cubicBezTo>
                <a:lnTo>
                  <a:pt x="171450" y="72390"/>
                </a:lnTo>
                <a:lnTo>
                  <a:pt x="223520" y="72390"/>
                </a:lnTo>
                <a:cubicBezTo>
                  <a:pt x="234950" y="72390"/>
                  <a:pt x="243840" y="81280"/>
                  <a:pt x="243840" y="92710"/>
                </a:cubicBezTo>
                <a:lnTo>
                  <a:pt x="243840" y="151130"/>
                </a:lnTo>
                <a:cubicBezTo>
                  <a:pt x="243840" y="162560"/>
                  <a:pt x="234950" y="171450"/>
                  <a:pt x="223520" y="171450"/>
                </a:cubicBezTo>
                <a:lnTo>
                  <a:pt x="171450" y="171450"/>
                </a:lnTo>
                <a:lnTo>
                  <a:pt x="171450" y="223520"/>
                </a:lnTo>
                <a:cubicBezTo>
                  <a:pt x="171450" y="234950"/>
                  <a:pt x="162560" y="243840"/>
                  <a:pt x="151130" y="243840"/>
                </a:cubicBezTo>
                <a:lnTo>
                  <a:pt x="92710" y="243840"/>
                </a:lnTo>
                <a:cubicBezTo>
                  <a:pt x="81280" y="243840"/>
                  <a:pt x="72390" y="234950"/>
                  <a:pt x="72390" y="223520"/>
                </a:cubicBezTo>
                <a:lnTo>
                  <a:pt x="72390" y="171450"/>
                </a:lnTo>
                <a:lnTo>
                  <a:pt x="20320" y="171450"/>
                </a:lnTo>
                <a:cubicBezTo>
                  <a:pt x="8890" y="171450"/>
                  <a:pt x="0" y="162560"/>
                  <a:pt x="0" y="151130"/>
                </a:cubicBezTo>
                <a:lnTo>
                  <a:pt x="0" y="92710"/>
                </a:lnTo>
                <a:cubicBezTo>
                  <a:pt x="0" y="81280"/>
                  <a:pt x="8890" y="72390"/>
                  <a:pt x="20320" y="72390"/>
                </a:cubicBezTo>
                <a:lnTo>
                  <a:pt x="72390" y="72390"/>
                </a:lnTo>
                <a:lnTo>
                  <a:pt x="72390" y="20320"/>
                </a:lnTo>
                <a:close/>
                <a:moveTo>
                  <a:pt x="151130" y="20320"/>
                </a:moveTo>
                <a:lnTo>
                  <a:pt x="92710" y="20320"/>
                </a:lnTo>
                <a:lnTo>
                  <a:pt x="92710" y="92710"/>
                </a:lnTo>
                <a:lnTo>
                  <a:pt x="20320" y="92710"/>
                </a:lnTo>
                <a:lnTo>
                  <a:pt x="20320" y="151130"/>
                </a:lnTo>
                <a:lnTo>
                  <a:pt x="92710" y="151130"/>
                </a:lnTo>
                <a:lnTo>
                  <a:pt x="92710" y="223520"/>
                </a:lnTo>
                <a:lnTo>
                  <a:pt x="151130" y="223520"/>
                </a:lnTo>
                <a:lnTo>
                  <a:pt x="151130" y="151130"/>
                </a:lnTo>
                <a:lnTo>
                  <a:pt x="223520" y="151130"/>
                </a:lnTo>
                <a:lnTo>
                  <a:pt x="223520" y="92710"/>
                </a:lnTo>
                <a:lnTo>
                  <a:pt x="151130" y="92710"/>
                </a:lnTo>
                <a:lnTo>
                  <a:pt x="151130" y="203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991" name="Рисунок 2">
            <a:extLst>
              <a:ext uri="{FF2B5EF4-FFF2-40B4-BE49-F238E27FC236}">
                <a16:creationId xmlns:a16="http://schemas.microsoft.com/office/drawing/2014/main" id="{3ABDC7F5-C905-D339-CFBF-263A0EE308E4}"/>
              </a:ext>
            </a:extLst>
          </p:cNvPr>
          <p:cNvGrpSpPr/>
          <p:nvPr/>
        </p:nvGrpSpPr>
        <p:grpSpPr>
          <a:xfrm>
            <a:off x="1695456" y="3609996"/>
            <a:ext cx="281784" cy="223533"/>
            <a:chOff x="1784032" y="3087356"/>
            <a:chExt cx="281784" cy="223533"/>
          </a:xfrm>
          <a:solidFill>
            <a:schemeClr val="tx1"/>
          </a:solidFill>
        </p:grpSpPr>
        <p:sp>
          <p:nvSpPr>
            <p:cNvPr id="992" name="Полилиния: фигура 615">
              <a:extLst>
                <a:ext uri="{FF2B5EF4-FFF2-40B4-BE49-F238E27FC236}">
                  <a16:creationId xmlns:a16="http://schemas.microsoft.com/office/drawing/2014/main" id="{FCFDD0E5-16AE-6EF6-2772-8B9417033AD4}"/>
                </a:ext>
              </a:extLst>
            </p:cNvPr>
            <p:cNvSpPr/>
            <p:nvPr/>
          </p:nvSpPr>
          <p:spPr>
            <a:xfrm>
              <a:off x="1784032" y="3087356"/>
              <a:ext cx="281784" cy="151778"/>
            </a:xfrm>
            <a:custGeom>
              <a:avLst/>
              <a:gdLst>
                <a:gd name="connsiteX0" fmla="*/ 108268 w 281784"/>
                <a:gd name="connsiteY0" fmla="*/ 17793 h 151778"/>
                <a:gd name="connsiteX1" fmla="*/ 143828 w 281784"/>
                <a:gd name="connsiteY1" fmla="*/ 53353 h 151778"/>
                <a:gd name="connsiteX2" fmla="*/ 179388 w 281784"/>
                <a:gd name="connsiteY2" fmla="*/ 17793 h 151778"/>
                <a:gd name="connsiteX3" fmla="*/ 263207 w 281784"/>
                <a:gd name="connsiteY3" fmla="*/ 16523 h 151778"/>
                <a:gd name="connsiteX4" fmla="*/ 264478 w 281784"/>
                <a:gd name="connsiteY4" fmla="*/ 17793 h 151778"/>
                <a:gd name="connsiteX5" fmla="*/ 265747 w 281784"/>
                <a:gd name="connsiteY5" fmla="*/ 19063 h 151778"/>
                <a:gd name="connsiteX6" fmla="*/ 264478 w 281784"/>
                <a:gd name="connsiteY6" fmla="*/ 102883 h 151778"/>
                <a:gd name="connsiteX7" fmla="*/ 217488 w 281784"/>
                <a:gd name="connsiteY7" fmla="*/ 149873 h 151778"/>
                <a:gd name="connsiteX8" fmla="*/ 209868 w 281784"/>
                <a:gd name="connsiteY8" fmla="*/ 149873 h 151778"/>
                <a:gd name="connsiteX9" fmla="*/ 141288 w 281784"/>
                <a:gd name="connsiteY9" fmla="*/ 81293 h 151778"/>
                <a:gd name="connsiteX10" fmla="*/ 72707 w 281784"/>
                <a:gd name="connsiteY10" fmla="*/ 149873 h 151778"/>
                <a:gd name="connsiteX11" fmla="*/ 65088 w 281784"/>
                <a:gd name="connsiteY11" fmla="*/ 149873 h 151778"/>
                <a:gd name="connsiteX12" fmla="*/ 18097 w 281784"/>
                <a:gd name="connsiteY12" fmla="*/ 102883 h 151778"/>
                <a:gd name="connsiteX13" fmla="*/ 18097 w 281784"/>
                <a:gd name="connsiteY13" fmla="*/ 16523 h 151778"/>
                <a:gd name="connsiteX14" fmla="*/ 108268 w 281784"/>
                <a:gd name="connsiteY14" fmla="*/ 17793 h 151778"/>
                <a:gd name="connsiteX15" fmla="*/ 35878 w 281784"/>
                <a:gd name="connsiteY15" fmla="*/ 33033 h 151778"/>
                <a:gd name="connsiteX16" fmla="*/ 91757 w 281784"/>
                <a:gd name="connsiteY16" fmla="*/ 31763 h 151778"/>
                <a:gd name="connsiteX17" fmla="*/ 93028 w 281784"/>
                <a:gd name="connsiteY17" fmla="*/ 33033 h 151778"/>
                <a:gd name="connsiteX18" fmla="*/ 128588 w 281784"/>
                <a:gd name="connsiteY18" fmla="*/ 68593 h 151778"/>
                <a:gd name="connsiteX19" fmla="*/ 71438 w 281784"/>
                <a:gd name="connsiteY19" fmla="*/ 125743 h 151778"/>
                <a:gd name="connsiteX20" fmla="*/ 35878 w 281784"/>
                <a:gd name="connsiteY20" fmla="*/ 90183 h 151778"/>
                <a:gd name="connsiteX21" fmla="*/ 35878 w 281784"/>
                <a:gd name="connsiteY21" fmla="*/ 33033 h 151778"/>
                <a:gd name="connsiteX22" fmla="*/ 251778 w 281784"/>
                <a:gd name="connsiteY22" fmla="*/ 90183 h 151778"/>
                <a:gd name="connsiteX23" fmla="*/ 216218 w 281784"/>
                <a:gd name="connsiteY23" fmla="*/ 125743 h 151778"/>
                <a:gd name="connsiteX24" fmla="*/ 159068 w 281784"/>
                <a:gd name="connsiteY24" fmla="*/ 68593 h 151778"/>
                <a:gd name="connsiteX25" fmla="*/ 194628 w 281784"/>
                <a:gd name="connsiteY25" fmla="*/ 33033 h 151778"/>
                <a:gd name="connsiteX26" fmla="*/ 251778 w 281784"/>
                <a:gd name="connsiteY26" fmla="*/ 33033 h 151778"/>
                <a:gd name="connsiteX27" fmla="*/ 251778 w 281784"/>
                <a:gd name="connsiteY27" fmla="*/ 90183 h 15177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81784" h="151778">
                  <a:moveTo>
                    <a:pt x="108268" y="17793"/>
                  </a:moveTo>
                  <a:lnTo>
                    <a:pt x="143828" y="53353"/>
                  </a:lnTo>
                  <a:lnTo>
                    <a:pt x="179388" y="17793"/>
                  </a:lnTo>
                  <a:cubicBezTo>
                    <a:pt x="202247" y="-5067"/>
                    <a:pt x="240347" y="-6337"/>
                    <a:pt x="263207" y="16523"/>
                  </a:cubicBezTo>
                  <a:lnTo>
                    <a:pt x="264478" y="17793"/>
                  </a:lnTo>
                  <a:lnTo>
                    <a:pt x="265747" y="19063"/>
                  </a:lnTo>
                  <a:cubicBezTo>
                    <a:pt x="287338" y="43193"/>
                    <a:pt x="287338" y="80023"/>
                    <a:pt x="264478" y="102883"/>
                  </a:cubicBezTo>
                  <a:lnTo>
                    <a:pt x="217488" y="149873"/>
                  </a:lnTo>
                  <a:cubicBezTo>
                    <a:pt x="214947" y="152413"/>
                    <a:pt x="212407" y="152413"/>
                    <a:pt x="209868" y="149873"/>
                  </a:cubicBezTo>
                  <a:lnTo>
                    <a:pt x="141288" y="81293"/>
                  </a:lnTo>
                  <a:lnTo>
                    <a:pt x="72707" y="149873"/>
                  </a:lnTo>
                  <a:cubicBezTo>
                    <a:pt x="70168" y="152413"/>
                    <a:pt x="67628" y="152413"/>
                    <a:pt x="65088" y="149873"/>
                  </a:cubicBezTo>
                  <a:lnTo>
                    <a:pt x="18097" y="102883"/>
                  </a:lnTo>
                  <a:cubicBezTo>
                    <a:pt x="-6032" y="78753"/>
                    <a:pt x="-6032" y="40653"/>
                    <a:pt x="18097" y="16523"/>
                  </a:cubicBezTo>
                  <a:cubicBezTo>
                    <a:pt x="46038" y="-5067"/>
                    <a:pt x="84138" y="-5067"/>
                    <a:pt x="108268" y="17793"/>
                  </a:cubicBezTo>
                  <a:close/>
                  <a:moveTo>
                    <a:pt x="35878" y="33033"/>
                  </a:moveTo>
                  <a:cubicBezTo>
                    <a:pt x="51118" y="17793"/>
                    <a:pt x="75247" y="17793"/>
                    <a:pt x="91757" y="31763"/>
                  </a:cubicBezTo>
                  <a:lnTo>
                    <a:pt x="93028" y="33033"/>
                  </a:lnTo>
                  <a:lnTo>
                    <a:pt x="128588" y="68593"/>
                  </a:lnTo>
                  <a:lnTo>
                    <a:pt x="71438" y="125743"/>
                  </a:lnTo>
                  <a:lnTo>
                    <a:pt x="35878" y="90183"/>
                  </a:lnTo>
                  <a:cubicBezTo>
                    <a:pt x="20638" y="73673"/>
                    <a:pt x="20638" y="48273"/>
                    <a:pt x="35878" y="33033"/>
                  </a:cubicBezTo>
                  <a:close/>
                  <a:moveTo>
                    <a:pt x="251778" y="90183"/>
                  </a:moveTo>
                  <a:lnTo>
                    <a:pt x="216218" y="125743"/>
                  </a:lnTo>
                  <a:lnTo>
                    <a:pt x="159068" y="68593"/>
                  </a:lnTo>
                  <a:lnTo>
                    <a:pt x="194628" y="33033"/>
                  </a:lnTo>
                  <a:cubicBezTo>
                    <a:pt x="209868" y="17793"/>
                    <a:pt x="236538" y="17793"/>
                    <a:pt x="251778" y="33033"/>
                  </a:cubicBezTo>
                  <a:cubicBezTo>
                    <a:pt x="267018" y="48273"/>
                    <a:pt x="267018" y="73673"/>
                    <a:pt x="251778" y="90183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93" name="Полилиния: фигура 616">
              <a:extLst>
                <a:ext uri="{FF2B5EF4-FFF2-40B4-BE49-F238E27FC236}">
                  <a16:creationId xmlns:a16="http://schemas.microsoft.com/office/drawing/2014/main" id="{F2D396BF-B333-ED02-04B7-2DC06A00E898}"/>
                </a:ext>
              </a:extLst>
            </p:cNvPr>
            <p:cNvSpPr/>
            <p:nvPr/>
          </p:nvSpPr>
          <p:spPr>
            <a:xfrm>
              <a:off x="1917700" y="3229610"/>
              <a:ext cx="20320" cy="20319"/>
            </a:xfrm>
            <a:custGeom>
              <a:avLst/>
              <a:gdLst>
                <a:gd name="connsiteX0" fmla="*/ 20320 w 20320"/>
                <a:gd name="connsiteY0" fmla="*/ 10160 h 20319"/>
                <a:gd name="connsiteX1" fmla="*/ 10160 w 20320"/>
                <a:gd name="connsiteY1" fmla="*/ 20320 h 20319"/>
                <a:gd name="connsiteX2" fmla="*/ 0 w 20320"/>
                <a:gd name="connsiteY2" fmla="*/ 10160 h 20319"/>
                <a:gd name="connsiteX3" fmla="*/ 10160 w 20320"/>
                <a:gd name="connsiteY3" fmla="*/ 0 h 20319"/>
                <a:gd name="connsiteX4" fmla="*/ 2032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6510" y="0"/>
                    <a:pt x="20320" y="508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94" name="Полилиния: фигура 617">
              <a:extLst>
                <a:ext uri="{FF2B5EF4-FFF2-40B4-BE49-F238E27FC236}">
                  <a16:creationId xmlns:a16="http://schemas.microsoft.com/office/drawing/2014/main" id="{9153CB92-9A61-DC75-D006-70F85C88A5A3}"/>
                </a:ext>
              </a:extLst>
            </p:cNvPr>
            <p:cNvSpPr/>
            <p:nvPr/>
          </p:nvSpPr>
          <p:spPr>
            <a:xfrm>
              <a:off x="1917700" y="3290570"/>
              <a:ext cx="20320" cy="20320"/>
            </a:xfrm>
            <a:custGeom>
              <a:avLst/>
              <a:gdLst>
                <a:gd name="connsiteX0" fmla="*/ 20320 w 20320"/>
                <a:gd name="connsiteY0" fmla="*/ 10160 h 20320"/>
                <a:gd name="connsiteX1" fmla="*/ 10160 w 20320"/>
                <a:gd name="connsiteY1" fmla="*/ 20320 h 20320"/>
                <a:gd name="connsiteX2" fmla="*/ 0 w 20320"/>
                <a:gd name="connsiteY2" fmla="*/ 10160 h 20320"/>
                <a:gd name="connsiteX3" fmla="*/ 10160 w 20320"/>
                <a:gd name="connsiteY3" fmla="*/ 0 h 20320"/>
                <a:gd name="connsiteX4" fmla="*/ 20320 w 20320"/>
                <a:gd name="connsiteY4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20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6510" y="0"/>
                    <a:pt x="20320" y="508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95" name="Полилиния: фигура 618">
              <a:extLst>
                <a:ext uri="{FF2B5EF4-FFF2-40B4-BE49-F238E27FC236}">
                  <a16:creationId xmlns:a16="http://schemas.microsoft.com/office/drawing/2014/main" id="{1BBDAA8E-C8FF-58DE-343C-6C794345A1C8}"/>
                </a:ext>
              </a:extLst>
            </p:cNvPr>
            <p:cNvSpPr/>
            <p:nvPr/>
          </p:nvSpPr>
          <p:spPr>
            <a:xfrm>
              <a:off x="1882139" y="3260090"/>
              <a:ext cx="20320" cy="20319"/>
            </a:xfrm>
            <a:custGeom>
              <a:avLst/>
              <a:gdLst>
                <a:gd name="connsiteX0" fmla="*/ 20320 w 20320"/>
                <a:gd name="connsiteY0" fmla="*/ 10160 h 20319"/>
                <a:gd name="connsiteX1" fmla="*/ 10160 w 20320"/>
                <a:gd name="connsiteY1" fmla="*/ 20320 h 20319"/>
                <a:gd name="connsiteX2" fmla="*/ 0 w 20320"/>
                <a:gd name="connsiteY2" fmla="*/ 10160 h 20319"/>
                <a:gd name="connsiteX3" fmla="*/ 10160 w 20320"/>
                <a:gd name="connsiteY3" fmla="*/ 0 h 20319"/>
                <a:gd name="connsiteX4" fmla="*/ 20320 w 20320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6510" y="0"/>
                    <a:pt x="20320" y="508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996" name="Полилиния: фигура 619">
              <a:extLst>
                <a:ext uri="{FF2B5EF4-FFF2-40B4-BE49-F238E27FC236}">
                  <a16:creationId xmlns:a16="http://schemas.microsoft.com/office/drawing/2014/main" id="{E29F87E6-8E93-9A77-0698-1A9331941E90}"/>
                </a:ext>
              </a:extLst>
            </p:cNvPr>
            <p:cNvSpPr/>
            <p:nvPr/>
          </p:nvSpPr>
          <p:spPr>
            <a:xfrm>
              <a:off x="1953260" y="3260090"/>
              <a:ext cx="20319" cy="20319"/>
            </a:xfrm>
            <a:custGeom>
              <a:avLst/>
              <a:gdLst>
                <a:gd name="connsiteX0" fmla="*/ 20320 w 20319"/>
                <a:gd name="connsiteY0" fmla="*/ 10160 h 20319"/>
                <a:gd name="connsiteX1" fmla="*/ 10160 w 20319"/>
                <a:gd name="connsiteY1" fmla="*/ 20320 h 20319"/>
                <a:gd name="connsiteX2" fmla="*/ 0 w 20319"/>
                <a:gd name="connsiteY2" fmla="*/ 10160 h 20319"/>
                <a:gd name="connsiteX3" fmla="*/ 10160 w 20319"/>
                <a:gd name="connsiteY3" fmla="*/ 0 h 20319"/>
                <a:gd name="connsiteX4" fmla="*/ 20320 w 20319"/>
                <a:gd name="connsiteY4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19" h="20319">
                  <a:moveTo>
                    <a:pt x="20320" y="10160"/>
                  </a:moveTo>
                  <a:cubicBezTo>
                    <a:pt x="20320" y="15240"/>
                    <a:pt x="15240" y="20320"/>
                    <a:pt x="10160" y="20320"/>
                  </a:cubicBezTo>
                  <a:cubicBezTo>
                    <a:pt x="5080" y="20320"/>
                    <a:pt x="0" y="15240"/>
                    <a:pt x="0" y="10160"/>
                  </a:cubicBezTo>
                  <a:cubicBezTo>
                    <a:pt x="0" y="5080"/>
                    <a:pt x="5080" y="0"/>
                    <a:pt x="10160" y="0"/>
                  </a:cubicBezTo>
                  <a:cubicBezTo>
                    <a:pt x="16510" y="0"/>
                    <a:pt x="20320" y="508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997" name="Полилиния: фигура 622">
            <a:extLst>
              <a:ext uri="{FF2B5EF4-FFF2-40B4-BE49-F238E27FC236}">
                <a16:creationId xmlns:a16="http://schemas.microsoft.com/office/drawing/2014/main" id="{E3EDB798-68AF-5AD3-421E-934EFC011435}"/>
              </a:ext>
            </a:extLst>
          </p:cNvPr>
          <p:cNvSpPr/>
          <p:nvPr/>
        </p:nvSpPr>
        <p:spPr>
          <a:xfrm>
            <a:off x="10651813" y="2628444"/>
            <a:ext cx="264160" cy="253364"/>
          </a:xfrm>
          <a:custGeom>
            <a:avLst/>
            <a:gdLst>
              <a:gd name="connsiteX0" fmla="*/ 132080 w 264160"/>
              <a:gd name="connsiteY0" fmla="*/ 22225 h 253364"/>
              <a:gd name="connsiteX1" fmla="*/ 248920 w 264160"/>
              <a:gd name="connsiteY1" fmla="*/ 94615 h 253364"/>
              <a:gd name="connsiteX2" fmla="*/ 262890 w 264160"/>
              <a:gd name="connsiteY2" fmla="*/ 90805 h 253364"/>
              <a:gd name="connsiteX3" fmla="*/ 259080 w 264160"/>
              <a:gd name="connsiteY3" fmla="*/ 76835 h 253364"/>
              <a:gd name="connsiteX4" fmla="*/ 233680 w 264160"/>
              <a:gd name="connsiteY4" fmla="*/ 61595 h 253364"/>
              <a:gd name="connsiteX5" fmla="*/ 233680 w 264160"/>
              <a:gd name="connsiteY5" fmla="*/ 20955 h 253364"/>
              <a:gd name="connsiteX6" fmla="*/ 223520 w 264160"/>
              <a:gd name="connsiteY6" fmla="*/ 10795 h 253364"/>
              <a:gd name="connsiteX7" fmla="*/ 213360 w 264160"/>
              <a:gd name="connsiteY7" fmla="*/ 20955 h 253364"/>
              <a:gd name="connsiteX8" fmla="*/ 213360 w 264160"/>
              <a:gd name="connsiteY8" fmla="*/ 48895 h 253364"/>
              <a:gd name="connsiteX9" fmla="*/ 137160 w 264160"/>
              <a:gd name="connsiteY9" fmla="*/ 1905 h 253364"/>
              <a:gd name="connsiteX10" fmla="*/ 127000 w 264160"/>
              <a:gd name="connsiteY10" fmla="*/ 1905 h 253364"/>
              <a:gd name="connsiteX11" fmla="*/ 5080 w 264160"/>
              <a:gd name="connsiteY11" fmla="*/ 76835 h 253364"/>
              <a:gd name="connsiteX12" fmla="*/ 1270 w 264160"/>
              <a:gd name="connsiteY12" fmla="*/ 90805 h 253364"/>
              <a:gd name="connsiteX13" fmla="*/ 15240 w 264160"/>
              <a:gd name="connsiteY13" fmla="*/ 94615 h 253364"/>
              <a:gd name="connsiteX14" fmla="*/ 132080 w 264160"/>
              <a:gd name="connsiteY14" fmla="*/ 22225 h 253364"/>
              <a:gd name="connsiteX15" fmla="*/ 91440 w 264160"/>
              <a:gd name="connsiteY15" fmla="*/ 117475 h 253364"/>
              <a:gd name="connsiteX16" fmla="*/ 93980 w 264160"/>
              <a:gd name="connsiteY16" fmla="*/ 130175 h 253364"/>
              <a:gd name="connsiteX17" fmla="*/ 107950 w 264160"/>
              <a:gd name="connsiteY17" fmla="*/ 154305 h 253364"/>
              <a:gd name="connsiteX18" fmla="*/ 137160 w 264160"/>
              <a:gd name="connsiteY18" fmla="*/ 177165 h 253364"/>
              <a:gd name="connsiteX19" fmla="*/ 153670 w 264160"/>
              <a:gd name="connsiteY19" fmla="*/ 182245 h 253364"/>
              <a:gd name="connsiteX20" fmla="*/ 163830 w 264160"/>
              <a:gd name="connsiteY20" fmla="*/ 178435 h 253364"/>
              <a:gd name="connsiteX21" fmla="*/ 167640 w 264160"/>
              <a:gd name="connsiteY21" fmla="*/ 174625 h 253364"/>
              <a:gd name="connsiteX22" fmla="*/ 168910 w 264160"/>
              <a:gd name="connsiteY22" fmla="*/ 173355 h 253364"/>
              <a:gd name="connsiteX23" fmla="*/ 168910 w 264160"/>
              <a:gd name="connsiteY23" fmla="*/ 163195 h 253364"/>
              <a:gd name="connsiteX24" fmla="*/ 161290 w 264160"/>
              <a:gd name="connsiteY24" fmla="*/ 155575 h 253364"/>
              <a:gd name="connsiteX25" fmla="*/ 161290 w 264160"/>
              <a:gd name="connsiteY25" fmla="*/ 155575 h 253364"/>
              <a:gd name="connsiteX26" fmla="*/ 161290 w 264160"/>
              <a:gd name="connsiteY26" fmla="*/ 155575 h 253364"/>
              <a:gd name="connsiteX27" fmla="*/ 157480 w 264160"/>
              <a:gd name="connsiteY27" fmla="*/ 151765 h 253364"/>
              <a:gd name="connsiteX28" fmla="*/ 147320 w 264160"/>
              <a:gd name="connsiteY28" fmla="*/ 151765 h 253364"/>
              <a:gd name="connsiteX29" fmla="*/ 146050 w 264160"/>
              <a:gd name="connsiteY29" fmla="*/ 153035 h 253364"/>
              <a:gd name="connsiteX30" fmla="*/ 140970 w 264160"/>
              <a:gd name="connsiteY30" fmla="*/ 158115 h 253364"/>
              <a:gd name="connsiteX31" fmla="*/ 139700 w 264160"/>
              <a:gd name="connsiteY31" fmla="*/ 158115 h 253364"/>
              <a:gd name="connsiteX32" fmla="*/ 138430 w 264160"/>
              <a:gd name="connsiteY32" fmla="*/ 158115 h 253364"/>
              <a:gd name="connsiteX33" fmla="*/ 138430 w 264160"/>
              <a:gd name="connsiteY33" fmla="*/ 158115 h 253364"/>
              <a:gd name="connsiteX34" fmla="*/ 138430 w 264160"/>
              <a:gd name="connsiteY34" fmla="*/ 158115 h 253364"/>
              <a:gd name="connsiteX35" fmla="*/ 135890 w 264160"/>
              <a:gd name="connsiteY35" fmla="*/ 156845 h 253364"/>
              <a:gd name="connsiteX36" fmla="*/ 119380 w 264160"/>
              <a:gd name="connsiteY36" fmla="*/ 141605 h 253364"/>
              <a:gd name="connsiteX37" fmla="*/ 113030 w 264160"/>
              <a:gd name="connsiteY37" fmla="*/ 131445 h 253364"/>
              <a:gd name="connsiteX38" fmla="*/ 113030 w 264160"/>
              <a:gd name="connsiteY38" fmla="*/ 130175 h 253364"/>
              <a:gd name="connsiteX39" fmla="*/ 113030 w 264160"/>
              <a:gd name="connsiteY39" fmla="*/ 130175 h 253364"/>
              <a:gd name="connsiteX40" fmla="*/ 119380 w 264160"/>
              <a:gd name="connsiteY40" fmla="*/ 123825 h 253364"/>
              <a:gd name="connsiteX41" fmla="*/ 119380 w 264160"/>
              <a:gd name="connsiteY41" fmla="*/ 113665 h 253364"/>
              <a:gd name="connsiteX42" fmla="*/ 116840 w 264160"/>
              <a:gd name="connsiteY42" fmla="*/ 109855 h 253364"/>
              <a:gd name="connsiteX43" fmla="*/ 114300 w 264160"/>
              <a:gd name="connsiteY43" fmla="*/ 107315 h 253364"/>
              <a:gd name="connsiteX44" fmla="*/ 113030 w 264160"/>
              <a:gd name="connsiteY44" fmla="*/ 106045 h 253364"/>
              <a:gd name="connsiteX45" fmla="*/ 113030 w 264160"/>
              <a:gd name="connsiteY45" fmla="*/ 106045 h 253364"/>
              <a:gd name="connsiteX46" fmla="*/ 113030 w 264160"/>
              <a:gd name="connsiteY46" fmla="*/ 106045 h 253364"/>
              <a:gd name="connsiteX47" fmla="*/ 109220 w 264160"/>
              <a:gd name="connsiteY47" fmla="*/ 102235 h 253364"/>
              <a:gd name="connsiteX48" fmla="*/ 99060 w 264160"/>
              <a:gd name="connsiteY48" fmla="*/ 102235 h 253364"/>
              <a:gd name="connsiteX49" fmla="*/ 95250 w 264160"/>
              <a:gd name="connsiteY49" fmla="*/ 106045 h 253364"/>
              <a:gd name="connsiteX50" fmla="*/ 95250 w 264160"/>
              <a:gd name="connsiteY50" fmla="*/ 106045 h 253364"/>
              <a:gd name="connsiteX51" fmla="*/ 91440 w 264160"/>
              <a:gd name="connsiteY51" fmla="*/ 109855 h 253364"/>
              <a:gd name="connsiteX52" fmla="*/ 91440 w 264160"/>
              <a:gd name="connsiteY52" fmla="*/ 117475 h 253364"/>
              <a:gd name="connsiteX53" fmla="*/ 213360 w 264160"/>
              <a:gd name="connsiteY53" fmla="*/ 222885 h 253364"/>
              <a:gd name="connsiteX54" fmla="*/ 213360 w 264160"/>
              <a:gd name="connsiteY54" fmla="*/ 111125 h 253364"/>
              <a:gd name="connsiteX55" fmla="*/ 223520 w 264160"/>
              <a:gd name="connsiteY55" fmla="*/ 100965 h 253364"/>
              <a:gd name="connsiteX56" fmla="*/ 233680 w 264160"/>
              <a:gd name="connsiteY56" fmla="*/ 111125 h 253364"/>
              <a:gd name="connsiteX57" fmla="*/ 233680 w 264160"/>
              <a:gd name="connsiteY57" fmla="*/ 222885 h 253364"/>
              <a:gd name="connsiteX58" fmla="*/ 203200 w 264160"/>
              <a:gd name="connsiteY58" fmla="*/ 253365 h 253364"/>
              <a:gd name="connsiteX59" fmla="*/ 60960 w 264160"/>
              <a:gd name="connsiteY59" fmla="*/ 253365 h 253364"/>
              <a:gd name="connsiteX60" fmla="*/ 30480 w 264160"/>
              <a:gd name="connsiteY60" fmla="*/ 222885 h 253364"/>
              <a:gd name="connsiteX61" fmla="*/ 30480 w 264160"/>
              <a:gd name="connsiteY61" fmla="*/ 111125 h 253364"/>
              <a:gd name="connsiteX62" fmla="*/ 40640 w 264160"/>
              <a:gd name="connsiteY62" fmla="*/ 100965 h 253364"/>
              <a:gd name="connsiteX63" fmla="*/ 50800 w 264160"/>
              <a:gd name="connsiteY63" fmla="*/ 111125 h 253364"/>
              <a:gd name="connsiteX64" fmla="*/ 50800 w 264160"/>
              <a:gd name="connsiteY64" fmla="*/ 222885 h 253364"/>
              <a:gd name="connsiteX65" fmla="*/ 60960 w 264160"/>
              <a:gd name="connsiteY65" fmla="*/ 233045 h 253364"/>
              <a:gd name="connsiteX66" fmla="*/ 203200 w 264160"/>
              <a:gd name="connsiteY66" fmla="*/ 233045 h 253364"/>
              <a:gd name="connsiteX67" fmla="*/ 213360 w 264160"/>
              <a:gd name="connsiteY67" fmla="*/ 222885 h 253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</a:cxnLst>
            <a:rect l="l" t="t" r="r" b="b"/>
            <a:pathLst>
              <a:path w="264160" h="253364">
                <a:moveTo>
                  <a:pt x="132080" y="22225"/>
                </a:moveTo>
                <a:lnTo>
                  <a:pt x="248920" y="94615"/>
                </a:lnTo>
                <a:cubicBezTo>
                  <a:pt x="254000" y="97155"/>
                  <a:pt x="260350" y="95885"/>
                  <a:pt x="262890" y="90805"/>
                </a:cubicBezTo>
                <a:cubicBezTo>
                  <a:pt x="265430" y="85725"/>
                  <a:pt x="264160" y="79375"/>
                  <a:pt x="259080" y="76835"/>
                </a:cubicBezTo>
                <a:lnTo>
                  <a:pt x="233680" y="61595"/>
                </a:lnTo>
                <a:lnTo>
                  <a:pt x="233680" y="20955"/>
                </a:lnTo>
                <a:cubicBezTo>
                  <a:pt x="233680" y="15875"/>
                  <a:pt x="228600" y="10795"/>
                  <a:pt x="223520" y="10795"/>
                </a:cubicBezTo>
                <a:cubicBezTo>
                  <a:pt x="218440" y="10795"/>
                  <a:pt x="213360" y="15875"/>
                  <a:pt x="213360" y="20955"/>
                </a:cubicBezTo>
                <a:lnTo>
                  <a:pt x="213360" y="48895"/>
                </a:lnTo>
                <a:lnTo>
                  <a:pt x="137160" y="1905"/>
                </a:lnTo>
                <a:cubicBezTo>
                  <a:pt x="133350" y="-635"/>
                  <a:pt x="129540" y="-635"/>
                  <a:pt x="127000" y="1905"/>
                </a:cubicBezTo>
                <a:lnTo>
                  <a:pt x="5080" y="76835"/>
                </a:lnTo>
                <a:cubicBezTo>
                  <a:pt x="0" y="79375"/>
                  <a:pt x="-1270" y="85725"/>
                  <a:pt x="1270" y="90805"/>
                </a:cubicBezTo>
                <a:cubicBezTo>
                  <a:pt x="3810" y="95885"/>
                  <a:pt x="10160" y="97155"/>
                  <a:pt x="15240" y="94615"/>
                </a:cubicBezTo>
                <a:lnTo>
                  <a:pt x="132080" y="22225"/>
                </a:lnTo>
                <a:close/>
                <a:moveTo>
                  <a:pt x="91440" y="117475"/>
                </a:moveTo>
                <a:cubicBezTo>
                  <a:pt x="91440" y="122555"/>
                  <a:pt x="92710" y="126365"/>
                  <a:pt x="93980" y="130175"/>
                </a:cubicBezTo>
                <a:cubicBezTo>
                  <a:pt x="97790" y="139065"/>
                  <a:pt x="102870" y="146685"/>
                  <a:pt x="107950" y="154305"/>
                </a:cubicBezTo>
                <a:cubicBezTo>
                  <a:pt x="115570" y="164465"/>
                  <a:pt x="125730" y="172085"/>
                  <a:pt x="137160" y="177165"/>
                </a:cubicBezTo>
                <a:cubicBezTo>
                  <a:pt x="142240" y="179705"/>
                  <a:pt x="147320" y="182245"/>
                  <a:pt x="153670" y="182245"/>
                </a:cubicBezTo>
                <a:cubicBezTo>
                  <a:pt x="157480" y="182245"/>
                  <a:pt x="161290" y="180975"/>
                  <a:pt x="163830" y="178435"/>
                </a:cubicBezTo>
                <a:cubicBezTo>
                  <a:pt x="165100" y="177165"/>
                  <a:pt x="166370" y="175895"/>
                  <a:pt x="167640" y="174625"/>
                </a:cubicBezTo>
                <a:cubicBezTo>
                  <a:pt x="167640" y="174625"/>
                  <a:pt x="168910" y="173355"/>
                  <a:pt x="168910" y="173355"/>
                </a:cubicBezTo>
                <a:cubicBezTo>
                  <a:pt x="171450" y="170815"/>
                  <a:pt x="171450" y="167005"/>
                  <a:pt x="168910" y="163195"/>
                </a:cubicBezTo>
                <a:cubicBezTo>
                  <a:pt x="166370" y="160655"/>
                  <a:pt x="163830" y="158115"/>
                  <a:pt x="161290" y="155575"/>
                </a:cubicBezTo>
                <a:lnTo>
                  <a:pt x="161290" y="155575"/>
                </a:lnTo>
                <a:lnTo>
                  <a:pt x="161290" y="155575"/>
                </a:lnTo>
                <a:cubicBezTo>
                  <a:pt x="160020" y="154305"/>
                  <a:pt x="158750" y="153035"/>
                  <a:pt x="157480" y="151765"/>
                </a:cubicBezTo>
                <a:cubicBezTo>
                  <a:pt x="154940" y="149225"/>
                  <a:pt x="151130" y="149225"/>
                  <a:pt x="147320" y="151765"/>
                </a:cubicBezTo>
                <a:lnTo>
                  <a:pt x="146050" y="153035"/>
                </a:lnTo>
                <a:cubicBezTo>
                  <a:pt x="144780" y="154305"/>
                  <a:pt x="142240" y="156845"/>
                  <a:pt x="140970" y="158115"/>
                </a:cubicBezTo>
                <a:cubicBezTo>
                  <a:pt x="139700" y="159385"/>
                  <a:pt x="139700" y="159385"/>
                  <a:pt x="139700" y="158115"/>
                </a:cubicBezTo>
                <a:cubicBezTo>
                  <a:pt x="139700" y="158115"/>
                  <a:pt x="138430" y="158115"/>
                  <a:pt x="138430" y="158115"/>
                </a:cubicBezTo>
                <a:lnTo>
                  <a:pt x="138430" y="158115"/>
                </a:lnTo>
                <a:lnTo>
                  <a:pt x="138430" y="158115"/>
                </a:lnTo>
                <a:cubicBezTo>
                  <a:pt x="137160" y="158115"/>
                  <a:pt x="135890" y="156845"/>
                  <a:pt x="135890" y="156845"/>
                </a:cubicBezTo>
                <a:cubicBezTo>
                  <a:pt x="129540" y="153035"/>
                  <a:pt x="124460" y="147955"/>
                  <a:pt x="119380" y="141605"/>
                </a:cubicBezTo>
                <a:cubicBezTo>
                  <a:pt x="116840" y="139065"/>
                  <a:pt x="114300" y="135255"/>
                  <a:pt x="113030" y="131445"/>
                </a:cubicBezTo>
                <a:cubicBezTo>
                  <a:pt x="113030" y="130175"/>
                  <a:pt x="113030" y="130175"/>
                  <a:pt x="113030" y="130175"/>
                </a:cubicBezTo>
                <a:lnTo>
                  <a:pt x="113030" y="130175"/>
                </a:lnTo>
                <a:cubicBezTo>
                  <a:pt x="115570" y="127635"/>
                  <a:pt x="116840" y="126365"/>
                  <a:pt x="119380" y="123825"/>
                </a:cubicBezTo>
                <a:cubicBezTo>
                  <a:pt x="121920" y="121285"/>
                  <a:pt x="121920" y="117475"/>
                  <a:pt x="119380" y="113665"/>
                </a:cubicBezTo>
                <a:cubicBezTo>
                  <a:pt x="118110" y="112395"/>
                  <a:pt x="116840" y="111125"/>
                  <a:pt x="116840" y="109855"/>
                </a:cubicBezTo>
                <a:cubicBezTo>
                  <a:pt x="115570" y="108585"/>
                  <a:pt x="115570" y="108585"/>
                  <a:pt x="114300" y="107315"/>
                </a:cubicBezTo>
                <a:lnTo>
                  <a:pt x="113030" y="106045"/>
                </a:lnTo>
                <a:lnTo>
                  <a:pt x="113030" y="106045"/>
                </a:lnTo>
                <a:lnTo>
                  <a:pt x="113030" y="106045"/>
                </a:lnTo>
                <a:cubicBezTo>
                  <a:pt x="111760" y="104775"/>
                  <a:pt x="110490" y="103505"/>
                  <a:pt x="109220" y="102235"/>
                </a:cubicBezTo>
                <a:cubicBezTo>
                  <a:pt x="106680" y="99695"/>
                  <a:pt x="102870" y="99695"/>
                  <a:pt x="99060" y="102235"/>
                </a:cubicBezTo>
                <a:cubicBezTo>
                  <a:pt x="97790" y="103505"/>
                  <a:pt x="96520" y="104775"/>
                  <a:pt x="95250" y="106045"/>
                </a:cubicBezTo>
                <a:lnTo>
                  <a:pt x="95250" y="106045"/>
                </a:lnTo>
                <a:cubicBezTo>
                  <a:pt x="93980" y="107315"/>
                  <a:pt x="92710" y="108585"/>
                  <a:pt x="91440" y="109855"/>
                </a:cubicBezTo>
                <a:cubicBezTo>
                  <a:pt x="92710" y="112395"/>
                  <a:pt x="91440" y="113665"/>
                  <a:pt x="91440" y="117475"/>
                </a:cubicBezTo>
                <a:close/>
                <a:moveTo>
                  <a:pt x="213360" y="222885"/>
                </a:moveTo>
                <a:lnTo>
                  <a:pt x="213360" y="111125"/>
                </a:lnTo>
                <a:cubicBezTo>
                  <a:pt x="213360" y="106045"/>
                  <a:pt x="218440" y="100965"/>
                  <a:pt x="223520" y="100965"/>
                </a:cubicBezTo>
                <a:cubicBezTo>
                  <a:pt x="228600" y="100965"/>
                  <a:pt x="233680" y="106045"/>
                  <a:pt x="233680" y="111125"/>
                </a:cubicBezTo>
                <a:lnTo>
                  <a:pt x="233680" y="222885"/>
                </a:lnTo>
                <a:cubicBezTo>
                  <a:pt x="233680" y="239395"/>
                  <a:pt x="219710" y="253365"/>
                  <a:pt x="203200" y="253365"/>
                </a:cubicBezTo>
                <a:lnTo>
                  <a:pt x="60960" y="253365"/>
                </a:lnTo>
                <a:cubicBezTo>
                  <a:pt x="44450" y="253365"/>
                  <a:pt x="30480" y="239395"/>
                  <a:pt x="30480" y="222885"/>
                </a:cubicBezTo>
                <a:lnTo>
                  <a:pt x="30480" y="111125"/>
                </a:lnTo>
                <a:cubicBezTo>
                  <a:pt x="30480" y="106045"/>
                  <a:pt x="35560" y="100965"/>
                  <a:pt x="40640" y="100965"/>
                </a:cubicBezTo>
                <a:cubicBezTo>
                  <a:pt x="45720" y="100965"/>
                  <a:pt x="50800" y="106045"/>
                  <a:pt x="50800" y="111125"/>
                </a:cubicBezTo>
                <a:lnTo>
                  <a:pt x="50800" y="222885"/>
                </a:lnTo>
                <a:cubicBezTo>
                  <a:pt x="50800" y="227965"/>
                  <a:pt x="55880" y="233045"/>
                  <a:pt x="60960" y="233045"/>
                </a:cubicBezTo>
                <a:lnTo>
                  <a:pt x="203200" y="233045"/>
                </a:lnTo>
                <a:cubicBezTo>
                  <a:pt x="208280" y="233045"/>
                  <a:pt x="213360" y="227965"/>
                  <a:pt x="213360" y="222885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98" name="Полилиния: фигура 625">
            <a:extLst>
              <a:ext uri="{FF2B5EF4-FFF2-40B4-BE49-F238E27FC236}">
                <a16:creationId xmlns:a16="http://schemas.microsoft.com/office/drawing/2014/main" id="{EFBAA4BE-9D40-FA82-1434-80D64AC5C8FB}"/>
              </a:ext>
            </a:extLst>
          </p:cNvPr>
          <p:cNvSpPr/>
          <p:nvPr/>
        </p:nvSpPr>
        <p:spPr>
          <a:xfrm>
            <a:off x="2266003" y="3604929"/>
            <a:ext cx="264160" cy="233680"/>
          </a:xfrm>
          <a:custGeom>
            <a:avLst/>
            <a:gdLst>
              <a:gd name="connsiteX0" fmla="*/ 50800 w 264160"/>
              <a:gd name="connsiteY0" fmla="*/ 50800 h 233680"/>
              <a:gd name="connsiteX1" fmla="*/ 101600 w 264160"/>
              <a:gd name="connsiteY1" fmla="*/ 0 h 233680"/>
              <a:gd name="connsiteX2" fmla="*/ 152400 w 264160"/>
              <a:gd name="connsiteY2" fmla="*/ 50800 h 233680"/>
              <a:gd name="connsiteX3" fmla="*/ 152400 w 264160"/>
              <a:gd name="connsiteY3" fmla="*/ 60960 h 233680"/>
              <a:gd name="connsiteX4" fmla="*/ 104140 w 264160"/>
              <a:gd name="connsiteY4" fmla="*/ 111760 h 233680"/>
              <a:gd name="connsiteX5" fmla="*/ 101600 w 264160"/>
              <a:gd name="connsiteY5" fmla="*/ 111760 h 233680"/>
              <a:gd name="connsiteX6" fmla="*/ 50800 w 264160"/>
              <a:gd name="connsiteY6" fmla="*/ 60960 h 233680"/>
              <a:gd name="connsiteX7" fmla="*/ 50800 w 264160"/>
              <a:gd name="connsiteY7" fmla="*/ 50800 h 233680"/>
              <a:gd name="connsiteX8" fmla="*/ 132080 w 264160"/>
              <a:gd name="connsiteY8" fmla="*/ 50800 h 233680"/>
              <a:gd name="connsiteX9" fmla="*/ 101600 w 264160"/>
              <a:gd name="connsiteY9" fmla="*/ 20320 h 233680"/>
              <a:gd name="connsiteX10" fmla="*/ 71120 w 264160"/>
              <a:gd name="connsiteY10" fmla="*/ 50800 h 233680"/>
              <a:gd name="connsiteX11" fmla="*/ 71120 w 264160"/>
              <a:gd name="connsiteY11" fmla="*/ 60960 h 233680"/>
              <a:gd name="connsiteX12" fmla="*/ 101600 w 264160"/>
              <a:gd name="connsiteY12" fmla="*/ 91440 h 233680"/>
              <a:gd name="connsiteX13" fmla="*/ 102870 w 264160"/>
              <a:gd name="connsiteY13" fmla="*/ 91440 h 233680"/>
              <a:gd name="connsiteX14" fmla="*/ 132080 w 264160"/>
              <a:gd name="connsiteY14" fmla="*/ 60960 h 233680"/>
              <a:gd name="connsiteX15" fmla="*/ 132080 w 264160"/>
              <a:gd name="connsiteY15" fmla="*/ 50800 h 233680"/>
              <a:gd name="connsiteX16" fmla="*/ 60960 w 264160"/>
              <a:gd name="connsiteY16" fmla="*/ 132080 h 233680"/>
              <a:gd name="connsiteX17" fmla="*/ 0 w 264160"/>
              <a:gd name="connsiteY17" fmla="*/ 193040 h 233680"/>
              <a:gd name="connsiteX18" fmla="*/ 0 w 264160"/>
              <a:gd name="connsiteY18" fmla="*/ 203200 h 233680"/>
              <a:gd name="connsiteX19" fmla="*/ 30480 w 264160"/>
              <a:gd name="connsiteY19" fmla="*/ 233680 h 233680"/>
              <a:gd name="connsiteX20" fmla="*/ 172720 w 264160"/>
              <a:gd name="connsiteY20" fmla="*/ 233680 h 233680"/>
              <a:gd name="connsiteX21" fmla="*/ 203200 w 264160"/>
              <a:gd name="connsiteY21" fmla="*/ 203200 h 233680"/>
              <a:gd name="connsiteX22" fmla="*/ 203200 w 264160"/>
              <a:gd name="connsiteY22" fmla="*/ 193040 h 233680"/>
              <a:gd name="connsiteX23" fmla="*/ 142240 w 264160"/>
              <a:gd name="connsiteY23" fmla="*/ 132080 h 233680"/>
              <a:gd name="connsiteX24" fmla="*/ 60960 w 264160"/>
              <a:gd name="connsiteY24" fmla="*/ 132080 h 233680"/>
              <a:gd name="connsiteX25" fmla="*/ 182880 w 264160"/>
              <a:gd name="connsiteY25" fmla="*/ 193040 h 233680"/>
              <a:gd name="connsiteX26" fmla="*/ 142240 w 264160"/>
              <a:gd name="connsiteY26" fmla="*/ 152400 h 233680"/>
              <a:gd name="connsiteX27" fmla="*/ 60960 w 264160"/>
              <a:gd name="connsiteY27" fmla="*/ 152400 h 233680"/>
              <a:gd name="connsiteX28" fmla="*/ 20320 w 264160"/>
              <a:gd name="connsiteY28" fmla="*/ 193040 h 233680"/>
              <a:gd name="connsiteX29" fmla="*/ 20320 w 264160"/>
              <a:gd name="connsiteY29" fmla="*/ 203200 h 233680"/>
              <a:gd name="connsiteX30" fmla="*/ 30480 w 264160"/>
              <a:gd name="connsiteY30" fmla="*/ 213360 h 233680"/>
              <a:gd name="connsiteX31" fmla="*/ 172720 w 264160"/>
              <a:gd name="connsiteY31" fmla="*/ 213360 h 233680"/>
              <a:gd name="connsiteX32" fmla="*/ 182880 w 264160"/>
              <a:gd name="connsiteY32" fmla="*/ 203200 h 233680"/>
              <a:gd name="connsiteX33" fmla="*/ 182880 w 264160"/>
              <a:gd name="connsiteY33" fmla="*/ 193040 h 233680"/>
              <a:gd name="connsiteX34" fmla="*/ 223520 w 264160"/>
              <a:gd name="connsiteY34" fmla="*/ 10160 h 233680"/>
              <a:gd name="connsiteX35" fmla="*/ 233680 w 264160"/>
              <a:gd name="connsiteY35" fmla="*/ 19050 h 233680"/>
              <a:gd name="connsiteX36" fmla="*/ 233680 w 264160"/>
              <a:gd name="connsiteY36" fmla="*/ 20320 h 233680"/>
              <a:gd name="connsiteX37" fmla="*/ 233680 w 264160"/>
              <a:gd name="connsiteY37" fmla="*/ 40640 h 233680"/>
              <a:gd name="connsiteX38" fmla="*/ 254000 w 264160"/>
              <a:gd name="connsiteY38" fmla="*/ 40640 h 233680"/>
              <a:gd name="connsiteX39" fmla="*/ 264160 w 264160"/>
              <a:gd name="connsiteY39" fmla="*/ 50800 h 233680"/>
              <a:gd name="connsiteX40" fmla="*/ 255270 w 264160"/>
              <a:gd name="connsiteY40" fmla="*/ 60960 h 233680"/>
              <a:gd name="connsiteX41" fmla="*/ 254000 w 264160"/>
              <a:gd name="connsiteY41" fmla="*/ 60960 h 233680"/>
              <a:gd name="connsiteX42" fmla="*/ 233680 w 264160"/>
              <a:gd name="connsiteY42" fmla="*/ 60960 h 233680"/>
              <a:gd name="connsiteX43" fmla="*/ 233680 w 264160"/>
              <a:gd name="connsiteY43" fmla="*/ 81280 h 233680"/>
              <a:gd name="connsiteX44" fmla="*/ 223520 w 264160"/>
              <a:gd name="connsiteY44" fmla="*/ 91440 h 233680"/>
              <a:gd name="connsiteX45" fmla="*/ 213360 w 264160"/>
              <a:gd name="connsiteY45" fmla="*/ 82550 h 233680"/>
              <a:gd name="connsiteX46" fmla="*/ 213360 w 264160"/>
              <a:gd name="connsiteY46" fmla="*/ 81280 h 233680"/>
              <a:gd name="connsiteX47" fmla="*/ 213360 w 264160"/>
              <a:gd name="connsiteY47" fmla="*/ 60960 h 233680"/>
              <a:gd name="connsiteX48" fmla="*/ 193040 w 264160"/>
              <a:gd name="connsiteY48" fmla="*/ 60960 h 233680"/>
              <a:gd name="connsiteX49" fmla="*/ 182880 w 264160"/>
              <a:gd name="connsiteY49" fmla="*/ 50800 h 233680"/>
              <a:gd name="connsiteX50" fmla="*/ 191770 w 264160"/>
              <a:gd name="connsiteY50" fmla="*/ 40640 h 233680"/>
              <a:gd name="connsiteX51" fmla="*/ 193040 w 264160"/>
              <a:gd name="connsiteY51" fmla="*/ 40640 h 233680"/>
              <a:gd name="connsiteX52" fmla="*/ 213360 w 264160"/>
              <a:gd name="connsiteY52" fmla="*/ 40640 h 233680"/>
              <a:gd name="connsiteX53" fmla="*/ 213360 w 264160"/>
              <a:gd name="connsiteY53" fmla="*/ 20320 h 233680"/>
              <a:gd name="connsiteX54" fmla="*/ 223520 w 264160"/>
              <a:gd name="connsiteY54" fmla="*/ 1016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64160" h="233680">
                <a:moveTo>
                  <a:pt x="50800" y="50800"/>
                </a:moveTo>
                <a:cubicBezTo>
                  <a:pt x="50800" y="22860"/>
                  <a:pt x="73660" y="0"/>
                  <a:pt x="101600" y="0"/>
                </a:cubicBezTo>
                <a:cubicBezTo>
                  <a:pt x="129540" y="0"/>
                  <a:pt x="152400" y="22860"/>
                  <a:pt x="152400" y="50800"/>
                </a:cubicBezTo>
                <a:lnTo>
                  <a:pt x="152400" y="60960"/>
                </a:lnTo>
                <a:cubicBezTo>
                  <a:pt x="152400" y="87630"/>
                  <a:pt x="130810" y="110490"/>
                  <a:pt x="104140" y="111760"/>
                </a:cubicBezTo>
                <a:lnTo>
                  <a:pt x="101600" y="111760"/>
                </a:lnTo>
                <a:cubicBezTo>
                  <a:pt x="73660" y="111760"/>
                  <a:pt x="50800" y="88900"/>
                  <a:pt x="50800" y="60960"/>
                </a:cubicBezTo>
                <a:lnTo>
                  <a:pt x="50800" y="50800"/>
                </a:lnTo>
                <a:close/>
                <a:moveTo>
                  <a:pt x="132080" y="50800"/>
                </a:moveTo>
                <a:cubicBezTo>
                  <a:pt x="132080" y="34290"/>
                  <a:pt x="118110" y="20320"/>
                  <a:pt x="101600" y="20320"/>
                </a:cubicBezTo>
                <a:cubicBezTo>
                  <a:pt x="85090" y="20320"/>
                  <a:pt x="71120" y="34290"/>
                  <a:pt x="71120" y="50800"/>
                </a:cubicBezTo>
                <a:lnTo>
                  <a:pt x="71120" y="60960"/>
                </a:lnTo>
                <a:cubicBezTo>
                  <a:pt x="71120" y="77470"/>
                  <a:pt x="85090" y="91440"/>
                  <a:pt x="101600" y="91440"/>
                </a:cubicBezTo>
                <a:lnTo>
                  <a:pt x="102870" y="91440"/>
                </a:lnTo>
                <a:cubicBezTo>
                  <a:pt x="119380" y="90170"/>
                  <a:pt x="132080" y="77470"/>
                  <a:pt x="132080" y="60960"/>
                </a:cubicBezTo>
                <a:lnTo>
                  <a:pt x="132080" y="50800"/>
                </a:lnTo>
                <a:close/>
                <a:moveTo>
                  <a:pt x="60960" y="132080"/>
                </a:moveTo>
                <a:cubicBezTo>
                  <a:pt x="27940" y="132080"/>
                  <a:pt x="0" y="158750"/>
                  <a:pt x="0" y="193040"/>
                </a:cubicBezTo>
                <a:lnTo>
                  <a:pt x="0" y="203200"/>
                </a:lnTo>
                <a:cubicBezTo>
                  <a:pt x="0" y="219710"/>
                  <a:pt x="13970" y="233680"/>
                  <a:pt x="30480" y="233680"/>
                </a:cubicBezTo>
                <a:lnTo>
                  <a:pt x="172720" y="233680"/>
                </a:lnTo>
                <a:cubicBezTo>
                  <a:pt x="189230" y="233680"/>
                  <a:pt x="203200" y="219710"/>
                  <a:pt x="203200" y="203200"/>
                </a:cubicBezTo>
                <a:lnTo>
                  <a:pt x="203200" y="193040"/>
                </a:lnTo>
                <a:cubicBezTo>
                  <a:pt x="203200" y="160020"/>
                  <a:pt x="176530" y="132080"/>
                  <a:pt x="142240" y="132080"/>
                </a:cubicBezTo>
                <a:lnTo>
                  <a:pt x="60960" y="132080"/>
                </a:lnTo>
                <a:close/>
                <a:moveTo>
                  <a:pt x="182880" y="193040"/>
                </a:moveTo>
                <a:cubicBezTo>
                  <a:pt x="182880" y="170180"/>
                  <a:pt x="165100" y="152400"/>
                  <a:pt x="142240" y="152400"/>
                </a:cubicBezTo>
                <a:lnTo>
                  <a:pt x="60960" y="152400"/>
                </a:lnTo>
                <a:cubicBezTo>
                  <a:pt x="38100" y="152400"/>
                  <a:pt x="20320" y="170180"/>
                  <a:pt x="20320" y="193040"/>
                </a:cubicBezTo>
                <a:lnTo>
                  <a:pt x="20320" y="203200"/>
                </a:lnTo>
                <a:cubicBezTo>
                  <a:pt x="20320" y="208280"/>
                  <a:pt x="25400" y="213360"/>
                  <a:pt x="30480" y="213360"/>
                </a:cubicBezTo>
                <a:lnTo>
                  <a:pt x="172720" y="213360"/>
                </a:lnTo>
                <a:cubicBezTo>
                  <a:pt x="177800" y="213360"/>
                  <a:pt x="182880" y="208280"/>
                  <a:pt x="182880" y="203200"/>
                </a:cubicBezTo>
                <a:lnTo>
                  <a:pt x="182880" y="193040"/>
                </a:lnTo>
                <a:close/>
                <a:moveTo>
                  <a:pt x="223520" y="10160"/>
                </a:moveTo>
                <a:cubicBezTo>
                  <a:pt x="228600" y="10160"/>
                  <a:pt x="233680" y="13970"/>
                  <a:pt x="233680" y="19050"/>
                </a:cubicBezTo>
                <a:lnTo>
                  <a:pt x="233680" y="20320"/>
                </a:lnTo>
                <a:lnTo>
                  <a:pt x="233680" y="40640"/>
                </a:lnTo>
                <a:lnTo>
                  <a:pt x="254000" y="40640"/>
                </a:lnTo>
                <a:cubicBezTo>
                  <a:pt x="259080" y="40640"/>
                  <a:pt x="264160" y="45720"/>
                  <a:pt x="264160" y="50800"/>
                </a:cubicBezTo>
                <a:cubicBezTo>
                  <a:pt x="264160" y="55880"/>
                  <a:pt x="260350" y="59690"/>
                  <a:pt x="255270" y="60960"/>
                </a:cubicBezTo>
                <a:lnTo>
                  <a:pt x="254000" y="60960"/>
                </a:lnTo>
                <a:lnTo>
                  <a:pt x="233680" y="60960"/>
                </a:lnTo>
                <a:lnTo>
                  <a:pt x="233680" y="81280"/>
                </a:lnTo>
                <a:cubicBezTo>
                  <a:pt x="233680" y="86360"/>
                  <a:pt x="228600" y="91440"/>
                  <a:pt x="223520" y="91440"/>
                </a:cubicBezTo>
                <a:cubicBezTo>
                  <a:pt x="218440" y="91440"/>
                  <a:pt x="213360" y="87630"/>
                  <a:pt x="213360" y="82550"/>
                </a:cubicBezTo>
                <a:lnTo>
                  <a:pt x="213360" y="81280"/>
                </a:lnTo>
                <a:lnTo>
                  <a:pt x="213360" y="60960"/>
                </a:lnTo>
                <a:lnTo>
                  <a:pt x="193040" y="60960"/>
                </a:lnTo>
                <a:cubicBezTo>
                  <a:pt x="187960" y="60960"/>
                  <a:pt x="182880" y="55880"/>
                  <a:pt x="182880" y="50800"/>
                </a:cubicBezTo>
                <a:cubicBezTo>
                  <a:pt x="182880" y="45720"/>
                  <a:pt x="186690" y="41910"/>
                  <a:pt x="191770" y="40640"/>
                </a:cubicBezTo>
                <a:lnTo>
                  <a:pt x="193040" y="40640"/>
                </a:lnTo>
                <a:lnTo>
                  <a:pt x="213360" y="40640"/>
                </a:lnTo>
                <a:lnTo>
                  <a:pt x="213360" y="20320"/>
                </a:lnTo>
                <a:cubicBezTo>
                  <a:pt x="213360" y="15240"/>
                  <a:pt x="218440" y="10160"/>
                  <a:pt x="223520" y="101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99" name="Полилиния: фигура 628">
            <a:extLst>
              <a:ext uri="{FF2B5EF4-FFF2-40B4-BE49-F238E27FC236}">
                <a16:creationId xmlns:a16="http://schemas.microsoft.com/office/drawing/2014/main" id="{E58647A4-00B2-A2BF-3E2F-4F80B0D7C4EE}"/>
              </a:ext>
            </a:extLst>
          </p:cNvPr>
          <p:cNvSpPr/>
          <p:nvPr/>
        </p:nvSpPr>
        <p:spPr>
          <a:xfrm>
            <a:off x="2828613" y="3604929"/>
            <a:ext cx="256857" cy="233680"/>
          </a:xfrm>
          <a:custGeom>
            <a:avLst/>
            <a:gdLst>
              <a:gd name="connsiteX0" fmla="*/ 101600 w 256857"/>
              <a:gd name="connsiteY0" fmla="*/ 0 h 233680"/>
              <a:gd name="connsiteX1" fmla="*/ 50800 w 256857"/>
              <a:gd name="connsiteY1" fmla="*/ 50800 h 233680"/>
              <a:gd name="connsiteX2" fmla="*/ 50800 w 256857"/>
              <a:gd name="connsiteY2" fmla="*/ 60960 h 233680"/>
              <a:gd name="connsiteX3" fmla="*/ 101600 w 256857"/>
              <a:gd name="connsiteY3" fmla="*/ 111760 h 233680"/>
              <a:gd name="connsiteX4" fmla="*/ 104140 w 256857"/>
              <a:gd name="connsiteY4" fmla="*/ 111760 h 233680"/>
              <a:gd name="connsiteX5" fmla="*/ 152400 w 256857"/>
              <a:gd name="connsiteY5" fmla="*/ 60960 h 233680"/>
              <a:gd name="connsiteX6" fmla="*/ 152400 w 256857"/>
              <a:gd name="connsiteY6" fmla="*/ 50800 h 233680"/>
              <a:gd name="connsiteX7" fmla="*/ 101600 w 256857"/>
              <a:gd name="connsiteY7" fmla="*/ 0 h 233680"/>
              <a:gd name="connsiteX8" fmla="*/ 101600 w 256857"/>
              <a:gd name="connsiteY8" fmla="*/ 20320 h 233680"/>
              <a:gd name="connsiteX9" fmla="*/ 132080 w 256857"/>
              <a:gd name="connsiteY9" fmla="*/ 50800 h 233680"/>
              <a:gd name="connsiteX10" fmla="*/ 132080 w 256857"/>
              <a:gd name="connsiteY10" fmla="*/ 60960 h 233680"/>
              <a:gd name="connsiteX11" fmla="*/ 102870 w 256857"/>
              <a:gd name="connsiteY11" fmla="*/ 91440 h 233680"/>
              <a:gd name="connsiteX12" fmla="*/ 101600 w 256857"/>
              <a:gd name="connsiteY12" fmla="*/ 91440 h 233680"/>
              <a:gd name="connsiteX13" fmla="*/ 71120 w 256857"/>
              <a:gd name="connsiteY13" fmla="*/ 60960 h 233680"/>
              <a:gd name="connsiteX14" fmla="*/ 71120 w 256857"/>
              <a:gd name="connsiteY14" fmla="*/ 50800 h 233680"/>
              <a:gd name="connsiteX15" fmla="*/ 101600 w 256857"/>
              <a:gd name="connsiteY15" fmla="*/ 20320 h 233680"/>
              <a:gd name="connsiteX16" fmla="*/ 0 w 256857"/>
              <a:gd name="connsiteY16" fmla="*/ 193040 h 233680"/>
              <a:gd name="connsiteX17" fmla="*/ 60960 w 256857"/>
              <a:gd name="connsiteY17" fmla="*/ 132080 h 233680"/>
              <a:gd name="connsiteX18" fmla="*/ 142240 w 256857"/>
              <a:gd name="connsiteY18" fmla="*/ 132080 h 233680"/>
              <a:gd name="connsiteX19" fmla="*/ 203200 w 256857"/>
              <a:gd name="connsiteY19" fmla="*/ 193040 h 233680"/>
              <a:gd name="connsiteX20" fmla="*/ 203200 w 256857"/>
              <a:gd name="connsiteY20" fmla="*/ 203200 h 233680"/>
              <a:gd name="connsiteX21" fmla="*/ 172720 w 256857"/>
              <a:gd name="connsiteY21" fmla="*/ 233680 h 233680"/>
              <a:gd name="connsiteX22" fmla="*/ 30480 w 256857"/>
              <a:gd name="connsiteY22" fmla="*/ 233680 h 233680"/>
              <a:gd name="connsiteX23" fmla="*/ 0 w 256857"/>
              <a:gd name="connsiteY23" fmla="*/ 203200 h 233680"/>
              <a:gd name="connsiteX24" fmla="*/ 0 w 256857"/>
              <a:gd name="connsiteY24" fmla="*/ 193040 h 233680"/>
              <a:gd name="connsiteX25" fmla="*/ 142240 w 256857"/>
              <a:gd name="connsiteY25" fmla="*/ 152400 h 233680"/>
              <a:gd name="connsiteX26" fmla="*/ 182880 w 256857"/>
              <a:gd name="connsiteY26" fmla="*/ 193040 h 233680"/>
              <a:gd name="connsiteX27" fmla="*/ 182880 w 256857"/>
              <a:gd name="connsiteY27" fmla="*/ 203200 h 233680"/>
              <a:gd name="connsiteX28" fmla="*/ 172720 w 256857"/>
              <a:gd name="connsiteY28" fmla="*/ 213360 h 233680"/>
              <a:gd name="connsiteX29" fmla="*/ 30480 w 256857"/>
              <a:gd name="connsiteY29" fmla="*/ 213360 h 233680"/>
              <a:gd name="connsiteX30" fmla="*/ 20320 w 256857"/>
              <a:gd name="connsiteY30" fmla="*/ 203200 h 233680"/>
              <a:gd name="connsiteX31" fmla="*/ 20320 w 256857"/>
              <a:gd name="connsiteY31" fmla="*/ 193040 h 233680"/>
              <a:gd name="connsiteX32" fmla="*/ 60960 w 256857"/>
              <a:gd name="connsiteY32" fmla="*/ 152400 h 233680"/>
              <a:gd name="connsiteX33" fmla="*/ 142240 w 256857"/>
              <a:gd name="connsiteY33" fmla="*/ 152400 h 233680"/>
              <a:gd name="connsiteX34" fmla="*/ 204470 w 256857"/>
              <a:gd name="connsiteY34" fmla="*/ 83820 h 233680"/>
              <a:gd name="connsiteX35" fmla="*/ 222250 w 256857"/>
              <a:gd name="connsiteY35" fmla="*/ 66040 h 233680"/>
              <a:gd name="connsiteX36" fmla="*/ 240030 w 256857"/>
              <a:gd name="connsiteY36" fmla="*/ 83820 h 233680"/>
              <a:gd name="connsiteX37" fmla="*/ 254000 w 256857"/>
              <a:gd name="connsiteY37" fmla="*/ 83820 h 233680"/>
              <a:gd name="connsiteX38" fmla="*/ 254000 w 256857"/>
              <a:gd name="connsiteY38" fmla="*/ 69850 h 233680"/>
              <a:gd name="connsiteX39" fmla="*/ 236220 w 256857"/>
              <a:gd name="connsiteY39" fmla="*/ 52070 h 233680"/>
              <a:gd name="connsiteX40" fmla="*/ 254000 w 256857"/>
              <a:gd name="connsiteY40" fmla="*/ 34290 h 233680"/>
              <a:gd name="connsiteX41" fmla="*/ 254000 w 256857"/>
              <a:gd name="connsiteY41" fmla="*/ 20320 h 233680"/>
              <a:gd name="connsiteX42" fmla="*/ 240030 w 256857"/>
              <a:gd name="connsiteY42" fmla="*/ 20320 h 233680"/>
              <a:gd name="connsiteX43" fmla="*/ 222250 w 256857"/>
              <a:gd name="connsiteY43" fmla="*/ 38100 h 233680"/>
              <a:gd name="connsiteX44" fmla="*/ 204470 w 256857"/>
              <a:gd name="connsiteY44" fmla="*/ 20320 h 233680"/>
              <a:gd name="connsiteX45" fmla="*/ 190500 w 256857"/>
              <a:gd name="connsiteY45" fmla="*/ 20320 h 233680"/>
              <a:gd name="connsiteX46" fmla="*/ 190500 w 256857"/>
              <a:gd name="connsiteY46" fmla="*/ 34290 h 233680"/>
              <a:gd name="connsiteX47" fmla="*/ 208280 w 256857"/>
              <a:gd name="connsiteY47" fmla="*/ 52070 h 233680"/>
              <a:gd name="connsiteX48" fmla="*/ 190500 w 256857"/>
              <a:gd name="connsiteY48" fmla="*/ 69850 h 233680"/>
              <a:gd name="connsiteX49" fmla="*/ 190500 w 256857"/>
              <a:gd name="connsiteY49" fmla="*/ 83820 h 233680"/>
              <a:gd name="connsiteX50" fmla="*/ 204470 w 256857"/>
              <a:gd name="connsiteY50" fmla="*/ 83820 h 2336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256857" h="233680">
                <a:moveTo>
                  <a:pt x="101600" y="0"/>
                </a:moveTo>
                <a:cubicBezTo>
                  <a:pt x="73660" y="0"/>
                  <a:pt x="50800" y="22860"/>
                  <a:pt x="50800" y="50800"/>
                </a:cubicBezTo>
                <a:lnTo>
                  <a:pt x="50800" y="60960"/>
                </a:lnTo>
                <a:cubicBezTo>
                  <a:pt x="50800" y="88900"/>
                  <a:pt x="73660" y="111760"/>
                  <a:pt x="101600" y="111760"/>
                </a:cubicBezTo>
                <a:lnTo>
                  <a:pt x="104140" y="111760"/>
                </a:lnTo>
                <a:cubicBezTo>
                  <a:pt x="130810" y="110490"/>
                  <a:pt x="152400" y="87630"/>
                  <a:pt x="152400" y="60960"/>
                </a:cubicBezTo>
                <a:lnTo>
                  <a:pt x="152400" y="50800"/>
                </a:lnTo>
                <a:cubicBezTo>
                  <a:pt x="152400" y="22860"/>
                  <a:pt x="129540" y="0"/>
                  <a:pt x="101600" y="0"/>
                </a:cubicBezTo>
                <a:close/>
                <a:moveTo>
                  <a:pt x="101600" y="20320"/>
                </a:moveTo>
                <a:cubicBezTo>
                  <a:pt x="118110" y="20320"/>
                  <a:pt x="132080" y="34290"/>
                  <a:pt x="132080" y="50800"/>
                </a:cubicBezTo>
                <a:lnTo>
                  <a:pt x="132080" y="60960"/>
                </a:lnTo>
                <a:cubicBezTo>
                  <a:pt x="132080" y="77470"/>
                  <a:pt x="119380" y="90170"/>
                  <a:pt x="102870" y="91440"/>
                </a:cubicBezTo>
                <a:lnTo>
                  <a:pt x="101600" y="91440"/>
                </a:lnTo>
                <a:cubicBezTo>
                  <a:pt x="85090" y="91440"/>
                  <a:pt x="71120" y="77470"/>
                  <a:pt x="71120" y="60960"/>
                </a:cubicBezTo>
                <a:lnTo>
                  <a:pt x="71120" y="50800"/>
                </a:lnTo>
                <a:cubicBezTo>
                  <a:pt x="71120" y="34290"/>
                  <a:pt x="83820" y="20320"/>
                  <a:pt x="101600" y="20320"/>
                </a:cubicBezTo>
                <a:close/>
                <a:moveTo>
                  <a:pt x="0" y="193040"/>
                </a:moveTo>
                <a:cubicBezTo>
                  <a:pt x="0" y="160020"/>
                  <a:pt x="26670" y="132080"/>
                  <a:pt x="60960" y="132080"/>
                </a:cubicBezTo>
                <a:lnTo>
                  <a:pt x="142240" y="132080"/>
                </a:lnTo>
                <a:cubicBezTo>
                  <a:pt x="175260" y="132080"/>
                  <a:pt x="203200" y="158750"/>
                  <a:pt x="203200" y="193040"/>
                </a:cubicBezTo>
                <a:lnTo>
                  <a:pt x="203200" y="203200"/>
                </a:lnTo>
                <a:cubicBezTo>
                  <a:pt x="203200" y="219710"/>
                  <a:pt x="189230" y="233680"/>
                  <a:pt x="172720" y="233680"/>
                </a:cubicBezTo>
                <a:lnTo>
                  <a:pt x="30480" y="233680"/>
                </a:lnTo>
                <a:cubicBezTo>
                  <a:pt x="13970" y="233680"/>
                  <a:pt x="0" y="219710"/>
                  <a:pt x="0" y="203200"/>
                </a:cubicBezTo>
                <a:lnTo>
                  <a:pt x="0" y="193040"/>
                </a:lnTo>
                <a:close/>
                <a:moveTo>
                  <a:pt x="142240" y="152400"/>
                </a:moveTo>
                <a:cubicBezTo>
                  <a:pt x="165100" y="152400"/>
                  <a:pt x="182880" y="170180"/>
                  <a:pt x="182880" y="193040"/>
                </a:cubicBezTo>
                <a:lnTo>
                  <a:pt x="182880" y="203200"/>
                </a:lnTo>
                <a:cubicBezTo>
                  <a:pt x="182880" y="208280"/>
                  <a:pt x="177800" y="213360"/>
                  <a:pt x="172720" y="213360"/>
                </a:cubicBezTo>
                <a:lnTo>
                  <a:pt x="30480" y="213360"/>
                </a:lnTo>
                <a:cubicBezTo>
                  <a:pt x="25400" y="213360"/>
                  <a:pt x="20320" y="208280"/>
                  <a:pt x="20320" y="203200"/>
                </a:cubicBezTo>
                <a:lnTo>
                  <a:pt x="20320" y="193040"/>
                </a:lnTo>
                <a:cubicBezTo>
                  <a:pt x="20320" y="170180"/>
                  <a:pt x="38100" y="152400"/>
                  <a:pt x="60960" y="152400"/>
                </a:cubicBezTo>
                <a:lnTo>
                  <a:pt x="142240" y="152400"/>
                </a:lnTo>
                <a:close/>
                <a:moveTo>
                  <a:pt x="204470" y="83820"/>
                </a:moveTo>
                <a:lnTo>
                  <a:pt x="222250" y="66040"/>
                </a:lnTo>
                <a:lnTo>
                  <a:pt x="240030" y="83820"/>
                </a:lnTo>
                <a:cubicBezTo>
                  <a:pt x="243840" y="87630"/>
                  <a:pt x="250190" y="87630"/>
                  <a:pt x="254000" y="83820"/>
                </a:cubicBezTo>
                <a:cubicBezTo>
                  <a:pt x="257810" y="80010"/>
                  <a:pt x="257810" y="73660"/>
                  <a:pt x="254000" y="69850"/>
                </a:cubicBezTo>
                <a:lnTo>
                  <a:pt x="236220" y="52070"/>
                </a:lnTo>
                <a:lnTo>
                  <a:pt x="254000" y="34290"/>
                </a:lnTo>
                <a:cubicBezTo>
                  <a:pt x="257810" y="30480"/>
                  <a:pt x="257810" y="24130"/>
                  <a:pt x="254000" y="20320"/>
                </a:cubicBezTo>
                <a:cubicBezTo>
                  <a:pt x="250190" y="16510"/>
                  <a:pt x="243840" y="16510"/>
                  <a:pt x="240030" y="20320"/>
                </a:cubicBezTo>
                <a:lnTo>
                  <a:pt x="222250" y="38100"/>
                </a:lnTo>
                <a:lnTo>
                  <a:pt x="204470" y="20320"/>
                </a:lnTo>
                <a:cubicBezTo>
                  <a:pt x="200660" y="16510"/>
                  <a:pt x="194310" y="16510"/>
                  <a:pt x="190500" y="20320"/>
                </a:cubicBezTo>
                <a:cubicBezTo>
                  <a:pt x="186690" y="24130"/>
                  <a:pt x="186690" y="30480"/>
                  <a:pt x="190500" y="34290"/>
                </a:cubicBezTo>
                <a:lnTo>
                  <a:pt x="208280" y="52070"/>
                </a:lnTo>
                <a:lnTo>
                  <a:pt x="190500" y="69850"/>
                </a:lnTo>
                <a:cubicBezTo>
                  <a:pt x="186690" y="73660"/>
                  <a:pt x="186690" y="80010"/>
                  <a:pt x="190500" y="83820"/>
                </a:cubicBezTo>
                <a:cubicBezTo>
                  <a:pt x="194310" y="87630"/>
                  <a:pt x="200660" y="87630"/>
                  <a:pt x="204470" y="838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00" name="Полилиния: фигура 631">
            <a:extLst>
              <a:ext uri="{FF2B5EF4-FFF2-40B4-BE49-F238E27FC236}">
                <a16:creationId xmlns:a16="http://schemas.microsoft.com/office/drawing/2014/main" id="{447F5C94-0CD7-AB2B-3D5B-0620986B44AA}"/>
              </a:ext>
            </a:extLst>
          </p:cNvPr>
          <p:cNvSpPr/>
          <p:nvPr/>
        </p:nvSpPr>
        <p:spPr>
          <a:xfrm>
            <a:off x="3401227" y="3579308"/>
            <a:ext cx="228756" cy="283158"/>
          </a:xfrm>
          <a:custGeom>
            <a:avLst/>
            <a:gdLst>
              <a:gd name="connsiteX0" fmla="*/ 16666 w 228756"/>
              <a:gd name="connsiteY0" fmla="*/ 106902 h 283158"/>
              <a:gd name="connsiteX1" fmla="*/ 114456 w 228756"/>
              <a:gd name="connsiteY1" fmla="*/ 222 h 283158"/>
              <a:gd name="connsiteX2" fmla="*/ 116996 w 228756"/>
              <a:gd name="connsiteY2" fmla="*/ 222 h 283158"/>
              <a:gd name="connsiteX3" fmla="*/ 228756 w 228756"/>
              <a:gd name="connsiteY3" fmla="*/ 101822 h 283158"/>
              <a:gd name="connsiteX4" fmla="*/ 191926 w 228756"/>
              <a:gd name="connsiteY4" fmla="*/ 183102 h 283158"/>
              <a:gd name="connsiteX5" fmla="*/ 190656 w 228756"/>
              <a:gd name="connsiteY5" fmla="*/ 184372 h 283158"/>
              <a:gd name="connsiteX6" fmla="*/ 208436 w 228756"/>
              <a:gd name="connsiteY6" fmla="*/ 228822 h 283158"/>
              <a:gd name="connsiteX7" fmla="*/ 204626 w 228756"/>
              <a:gd name="connsiteY7" fmla="*/ 241522 h 283158"/>
              <a:gd name="connsiteX8" fmla="*/ 203356 w 228756"/>
              <a:gd name="connsiteY8" fmla="*/ 241522 h 283158"/>
              <a:gd name="connsiteX9" fmla="*/ 111916 w 228756"/>
              <a:gd name="connsiteY9" fmla="*/ 282162 h 283158"/>
              <a:gd name="connsiteX10" fmla="*/ 97946 w 228756"/>
              <a:gd name="connsiteY10" fmla="*/ 277082 h 283158"/>
              <a:gd name="connsiteX11" fmla="*/ 73816 w 228756"/>
              <a:gd name="connsiteY11" fmla="*/ 222472 h 283158"/>
              <a:gd name="connsiteX12" fmla="*/ 48416 w 228756"/>
              <a:gd name="connsiteY12" fmla="*/ 222472 h 283158"/>
              <a:gd name="connsiteX13" fmla="*/ 26826 w 228756"/>
              <a:gd name="connsiteY13" fmla="*/ 203422 h 283158"/>
              <a:gd name="connsiteX14" fmla="*/ 26826 w 228756"/>
              <a:gd name="connsiteY14" fmla="*/ 202152 h 283158"/>
              <a:gd name="connsiteX15" fmla="*/ 26826 w 228756"/>
              <a:gd name="connsiteY15" fmla="*/ 176752 h 283158"/>
              <a:gd name="connsiteX16" fmla="*/ 21746 w 228756"/>
              <a:gd name="connsiteY16" fmla="*/ 176752 h 283158"/>
              <a:gd name="connsiteX17" fmla="*/ 1426 w 228756"/>
              <a:gd name="connsiteY17" fmla="*/ 150082 h 283158"/>
              <a:gd name="connsiteX18" fmla="*/ 1426 w 228756"/>
              <a:gd name="connsiteY18" fmla="*/ 148812 h 283158"/>
              <a:gd name="connsiteX19" fmla="*/ 15396 w 228756"/>
              <a:gd name="connsiteY19" fmla="*/ 117062 h 283158"/>
              <a:gd name="connsiteX20" fmla="*/ 15396 w 228756"/>
              <a:gd name="connsiteY20" fmla="*/ 106902 h 283158"/>
              <a:gd name="connsiteX21" fmla="*/ 172876 w 228756"/>
              <a:gd name="connsiteY21" fmla="*/ 175482 h 283158"/>
              <a:gd name="connsiteX22" fmla="*/ 209706 w 228756"/>
              <a:gd name="connsiteY22" fmla="*/ 101822 h 283158"/>
              <a:gd name="connsiteX23" fmla="*/ 119536 w 228756"/>
              <a:gd name="connsiteY23" fmla="*/ 20542 h 283158"/>
              <a:gd name="connsiteX24" fmla="*/ 38256 w 228756"/>
              <a:gd name="connsiteY24" fmla="*/ 106902 h 283158"/>
              <a:gd name="connsiteX25" fmla="*/ 38256 w 228756"/>
              <a:gd name="connsiteY25" fmla="*/ 119602 h 283158"/>
              <a:gd name="connsiteX26" fmla="*/ 36986 w 228756"/>
              <a:gd name="connsiteY26" fmla="*/ 123412 h 283158"/>
              <a:gd name="connsiteX27" fmla="*/ 21746 w 228756"/>
              <a:gd name="connsiteY27" fmla="*/ 156432 h 283158"/>
              <a:gd name="connsiteX28" fmla="*/ 21746 w 228756"/>
              <a:gd name="connsiteY28" fmla="*/ 156432 h 283158"/>
              <a:gd name="connsiteX29" fmla="*/ 21746 w 228756"/>
              <a:gd name="connsiteY29" fmla="*/ 156432 h 283158"/>
              <a:gd name="connsiteX30" fmla="*/ 21746 w 228756"/>
              <a:gd name="connsiteY30" fmla="*/ 156432 h 283158"/>
              <a:gd name="connsiteX31" fmla="*/ 36986 w 228756"/>
              <a:gd name="connsiteY31" fmla="*/ 156432 h 283158"/>
              <a:gd name="connsiteX32" fmla="*/ 47146 w 228756"/>
              <a:gd name="connsiteY32" fmla="*/ 166592 h 283158"/>
              <a:gd name="connsiteX33" fmla="*/ 47146 w 228756"/>
              <a:gd name="connsiteY33" fmla="*/ 202152 h 283158"/>
              <a:gd name="connsiteX34" fmla="*/ 48416 w 228756"/>
              <a:gd name="connsiteY34" fmla="*/ 202152 h 283158"/>
              <a:gd name="connsiteX35" fmla="*/ 49686 w 228756"/>
              <a:gd name="connsiteY35" fmla="*/ 202152 h 283158"/>
              <a:gd name="connsiteX36" fmla="*/ 81436 w 228756"/>
              <a:gd name="connsiteY36" fmla="*/ 202152 h 283158"/>
              <a:gd name="connsiteX37" fmla="*/ 90326 w 228756"/>
              <a:gd name="connsiteY37" fmla="*/ 208502 h 283158"/>
              <a:gd name="connsiteX38" fmla="*/ 113186 w 228756"/>
              <a:gd name="connsiteY38" fmla="*/ 260572 h 283158"/>
              <a:gd name="connsiteX39" fmla="*/ 185576 w 228756"/>
              <a:gd name="connsiteY39" fmla="*/ 227552 h 283158"/>
              <a:gd name="connsiteX40" fmla="*/ 169066 w 228756"/>
              <a:gd name="connsiteY40" fmla="*/ 185642 h 283158"/>
              <a:gd name="connsiteX41" fmla="*/ 172876 w 228756"/>
              <a:gd name="connsiteY41" fmla="*/ 175482 h 283158"/>
              <a:gd name="connsiteX42" fmla="*/ 172876 w 228756"/>
              <a:gd name="connsiteY42" fmla="*/ 175482 h 283158"/>
              <a:gd name="connsiteX43" fmla="*/ 122076 w 228756"/>
              <a:gd name="connsiteY43" fmla="*/ 51022 h 283158"/>
              <a:gd name="connsiteX44" fmla="*/ 161446 w 228756"/>
              <a:gd name="connsiteY44" fmla="*/ 90392 h 283158"/>
              <a:gd name="connsiteX45" fmla="*/ 144936 w 228756"/>
              <a:gd name="connsiteY45" fmla="*/ 123412 h 283158"/>
              <a:gd name="connsiteX46" fmla="*/ 142396 w 228756"/>
              <a:gd name="connsiteY46" fmla="*/ 125952 h 283158"/>
              <a:gd name="connsiteX47" fmla="*/ 133506 w 228756"/>
              <a:gd name="connsiteY47" fmla="*/ 142462 h 283158"/>
              <a:gd name="connsiteX48" fmla="*/ 122076 w 228756"/>
              <a:gd name="connsiteY48" fmla="*/ 151352 h 283158"/>
              <a:gd name="connsiteX49" fmla="*/ 113186 w 228756"/>
              <a:gd name="connsiteY49" fmla="*/ 139922 h 283158"/>
              <a:gd name="connsiteX50" fmla="*/ 127156 w 228756"/>
              <a:gd name="connsiteY50" fmla="*/ 111982 h 283158"/>
              <a:gd name="connsiteX51" fmla="*/ 129696 w 228756"/>
              <a:gd name="connsiteY51" fmla="*/ 110712 h 283158"/>
              <a:gd name="connsiteX52" fmla="*/ 141126 w 228756"/>
              <a:gd name="connsiteY52" fmla="*/ 91662 h 283158"/>
              <a:gd name="connsiteX53" fmla="*/ 122076 w 228756"/>
              <a:gd name="connsiteY53" fmla="*/ 72612 h 283158"/>
              <a:gd name="connsiteX54" fmla="*/ 103026 w 228756"/>
              <a:gd name="connsiteY54" fmla="*/ 89122 h 283158"/>
              <a:gd name="connsiteX55" fmla="*/ 103026 w 228756"/>
              <a:gd name="connsiteY55" fmla="*/ 90392 h 283158"/>
              <a:gd name="connsiteX56" fmla="*/ 92866 w 228756"/>
              <a:gd name="connsiteY56" fmla="*/ 100552 h 283158"/>
              <a:gd name="connsiteX57" fmla="*/ 82706 w 228756"/>
              <a:gd name="connsiteY57" fmla="*/ 90392 h 283158"/>
              <a:gd name="connsiteX58" fmla="*/ 122076 w 228756"/>
              <a:gd name="connsiteY58" fmla="*/ 51022 h 283158"/>
              <a:gd name="connsiteX59" fmla="*/ 122076 w 228756"/>
              <a:gd name="connsiteY59" fmla="*/ 184372 h 283158"/>
              <a:gd name="connsiteX60" fmla="*/ 133506 w 228756"/>
              <a:gd name="connsiteY60" fmla="*/ 172942 h 283158"/>
              <a:gd name="connsiteX61" fmla="*/ 122076 w 228756"/>
              <a:gd name="connsiteY61" fmla="*/ 161512 h 283158"/>
              <a:gd name="connsiteX62" fmla="*/ 110646 w 228756"/>
              <a:gd name="connsiteY62" fmla="*/ 172942 h 283158"/>
              <a:gd name="connsiteX63" fmla="*/ 122076 w 228756"/>
              <a:gd name="connsiteY63" fmla="*/ 184372 h 2831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</a:cxnLst>
            <a:rect l="l" t="t" r="r" b="b"/>
            <a:pathLst>
              <a:path w="228756" h="283158">
                <a:moveTo>
                  <a:pt x="16666" y="106902"/>
                </a:moveTo>
                <a:cubicBezTo>
                  <a:pt x="16666" y="52292"/>
                  <a:pt x="59846" y="5302"/>
                  <a:pt x="114456" y="222"/>
                </a:cubicBezTo>
                <a:lnTo>
                  <a:pt x="116996" y="222"/>
                </a:lnTo>
                <a:cubicBezTo>
                  <a:pt x="177956" y="-3588"/>
                  <a:pt x="228756" y="42132"/>
                  <a:pt x="228756" y="101822"/>
                </a:cubicBezTo>
                <a:cubicBezTo>
                  <a:pt x="228756" y="128492"/>
                  <a:pt x="212246" y="161512"/>
                  <a:pt x="191926" y="183102"/>
                </a:cubicBezTo>
                <a:lnTo>
                  <a:pt x="190656" y="184372"/>
                </a:lnTo>
                <a:lnTo>
                  <a:pt x="208436" y="228822"/>
                </a:lnTo>
                <a:cubicBezTo>
                  <a:pt x="210976" y="233902"/>
                  <a:pt x="208436" y="238982"/>
                  <a:pt x="204626" y="241522"/>
                </a:cubicBezTo>
                <a:lnTo>
                  <a:pt x="203356" y="241522"/>
                </a:lnTo>
                <a:lnTo>
                  <a:pt x="111916" y="282162"/>
                </a:lnTo>
                <a:cubicBezTo>
                  <a:pt x="106836" y="284702"/>
                  <a:pt x="100486" y="282162"/>
                  <a:pt x="97946" y="277082"/>
                </a:cubicBezTo>
                <a:lnTo>
                  <a:pt x="73816" y="222472"/>
                </a:lnTo>
                <a:lnTo>
                  <a:pt x="48416" y="222472"/>
                </a:lnTo>
                <a:cubicBezTo>
                  <a:pt x="38256" y="222472"/>
                  <a:pt x="26826" y="214852"/>
                  <a:pt x="26826" y="203422"/>
                </a:cubicBezTo>
                <a:lnTo>
                  <a:pt x="26826" y="202152"/>
                </a:lnTo>
                <a:lnTo>
                  <a:pt x="26826" y="176752"/>
                </a:lnTo>
                <a:lnTo>
                  <a:pt x="21746" y="176752"/>
                </a:lnTo>
                <a:cubicBezTo>
                  <a:pt x="5236" y="176752"/>
                  <a:pt x="-3654" y="162782"/>
                  <a:pt x="1426" y="150082"/>
                </a:cubicBezTo>
                <a:lnTo>
                  <a:pt x="1426" y="148812"/>
                </a:lnTo>
                <a:lnTo>
                  <a:pt x="15396" y="117062"/>
                </a:lnTo>
                <a:lnTo>
                  <a:pt x="15396" y="106902"/>
                </a:lnTo>
                <a:close/>
                <a:moveTo>
                  <a:pt x="172876" y="175482"/>
                </a:moveTo>
                <a:cubicBezTo>
                  <a:pt x="191926" y="157702"/>
                  <a:pt x="209706" y="124682"/>
                  <a:pt x="209706" y="101822"/>
                </a:cubicBezTo>
                <a:cubicBezTo>
                  <a:pt x="209706" y="53562"/>
                  <a:pt x="169066" y="18002"/>
                  <a:pt x="119536" y="20542"/>
                </a:cubicBezTo>
                <a:cubicBezTo>
                  <a:pt x="73816" y="23082"/>
                  <a:pt x="38256" y="62452"/>
                  <a:pt x="38256" y="106902"/>
                </a:cubicBezTo>
                <a:lnTo>
                  <a:pt x="38256" y="119602"/>
                </a:lnTo>
                <a:cubicBezTo>
                  <a:pt x="38256" y="120872"/>
                  <a:pt x="38256" y="122142"/>
                  <a:pt x="36986" y="123412"/>
                </a:cubicBezTo>
                <a:lnTo>
                  <a:pt x="21746" y="156432"/>
                </a:lnTo>
                <a:lnTo>
                  <a:pt x="21746" y="156432"/>
                </a:lnTo>
                <a:lnTo>
                  <a:pt x="21746" y="156432"/>
                </a:lnTo>
                <a:lnTo>
                  <a:pt x="21746" y="156432"/>
                </a:lnTo>
                <a:lnTo>
                  <a:pt x="36986" y="156432"/>
                </a:lnTo>
                <a:cubicBezTo>
                  <a:pt x="42066" y="156432"/>
                  <a:pt x="47146" y="161512"/>
                  <a:pt x="47146" y="166592"/>
                </a:cubicBezTo>
                <a:lnTo>
                  <a:pt x="47146" y="202152"/>
                </a:lnTo>
                <a:cubicBezTo>
                  <a:pt x="47146" y="200882"/>
                  <a:pt x="47146" y="202152"/>
                  <a:pt x="48416" y="202152"/>
                </a:cubicBezTo>
                <a:cubicBezTo>
                  <a:pt x="48416" y="202152"/>
                  <a:pt x="48416" y="202152"/>
                  <a:pt x="49686" y="202152"/>
                </a:cubicBezTo>
                <a:lnTo>
                  <a:pt x="81436" y="202152"/>
                </a:lnTo>
                <a:cubicBezTo>
                  <a:pt x="85246" y="202152"/>
                  <a:pt x="89056" y="204692"/>
                  <a:pt x="90326" y="208502"/>
                </a:cubicBezTo>
                <a:lnTo>
                  <a:pt x="113186" y="260572"/>
                </a:lnTo>
                <a:lnTo>
                  <a:pt x="185576" y="227552"/>
                </a:lnTo>
                <a:lnTo>
                  <a:pt x="169066" y="185642"/>
                </a:lnTo>
                <a:cubicBezTo>
                  <a:pt x="169066" y="183102"/>
                  <a:pt x="169066" y="179292"/>
                  <a:pt x="172876" y="175482"/>
                </a:cubicBezTo>
                <a:lnTo>
                  <a:pt x="172876" y="175482"/>
                </a:lnTo>
                <a:close/>
                <a:moveTo>
                  <a:pt x="122076" y="51022"/>
                </a:moveTo>
                <a:cubicBezTo>
                  <a:pt x="143666" y="51022"/>
                  <a:pt x="161446" y="68802"/>
                  <a:pt x="161446" y="90392"/>
                </a:cubicBezTo>
                <a:cubicBezTo>
                  <a:pt x="161446" y="103092"/>
                  <a:pt x="156366" y="113252"/>
                  <a:pt x="144936" y="123412"/>
                </a:cubicBezTo>
                <a:lnTo>
                  <a:pt x="142396" y="125952"/>
                </a:lnTo>
                <a:cubicBezTo>
                  <a:pt x="136046" y="131032"/>
                  <a:pt x="133506" y="134842"/>
                  <a:pt x="133506" y="142462"/>
                </a:cubicBezTo>
                <a:cubicBezTo>
                  <a:pt x="133506" y="147542"/>
                  <a:pt x="128426" y="152622"/>
                  <a:pt x="122076" y="151352"/>
                </a:cubicBezTo>
                <a:cubicBezTo>
                  <a:pt x="116996" y="151352"/>
                  <a:pt x="111916" y="146272"/>
                  <a:pt x="113186" y="139922"/>
                </a:cubicBezTo>
                <a:cubicBezTo>
                  <a:pt x="114456" y="127222"/>
                  <a:pt x="118266" y="119602"/>
                  <a:pt x="127156" y="111982"/>
                </a:cubicBezTo>
                <a:lnTo>
                  <a:pt x="129696" y="110712"/>
                </a:lnTo>
                <a:cubicBezTo>
                  <a:pt x="138586" y="103092"/>
                  <a:pt x="141126" y="98012"/>
                  <a:pt x="141126" y="91662"/>
                </a:cubicBezTo>
                <a:cubicBezTo>
                  <a:pt x="141126" y="81502"/>
                  <a:pt x="132236" y="72612"/>
                  <a:pt x="122076" y="72612"/>
                </a:cubicBezTo>
                <a:cubicBezTo>
                  <a:pt x="111916" y="72612"/>
                  <a:pt x="104296" y="80232"/>
                  <a:pt x="103026" y="89122"/>
                </a:cubicBezTo>
                <a:lnTo>
                  <a:pt x="103026" y="90392"/>
                </a:lnTo>
                <a:cubicBezTo>
                  <a:pt x="103026" y="95472"/>
                  <a:pt x="97946" y="100552"/>
                  <a:pt x="92866" y="100552"/>
                </a:cubicBezTo>
                <a:cubicBezTo>
                  <a:pt x="87786" y="100552"/>
                  <a:pt x="82706" y="95472"/>
                  <a:pt x="82706" y="90392"/>
                </a:cubicBezTo>
                <a:cubicBezTo>
                  <a:pt x="82706" y="68802"/>
                  <a:pt x="100486" y="51022"/>
                  <a:pt x="122076" y="51022"/>
                </a:cubicBezTo>
                <a:close/>
                <a:moveTo>
                  <a:pt x="122076" y="184372"/>
                </a:moveTo>
                <a:cubicBezTo>
                  <a:pt x="128426" y="184372"/>
                  <a:pt x="133506" y="179292"/>
                  <a:pt x="133506" y="172942"/>
                </a:cubicBezTo>
                <a:cubicBezTo>
                  <a:pt x="133506" y="166592"/>
                  <a:pt x="128426" y="161512"/>
                  <a:pt x="122076" y="161512"/>
                </a:cubicBezTo>
                <a:cubicBezTo>
                  <a:pt x="115726" y="161512"/>
                  <a:pt x="110646" y="166592"/>
                  <a:pt x="110646" y="172942"/>
                </a:cubicBezTo>
                <a:cubicBezTo>
                  <a:pt x="110646" y="179292"/>
                  <a:pt x="115726" y="184372"/>
                  <a:pt x="122076" y="184372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001" name="Рисунок 2">
            <a:extLst>
              <a:ext uri="{FF2B5EF4-FFF2-40B4-BE49-F238E27FC236}">
                <a16:creationId xmlns:a16="http://schemas.microsoft.com/office/drawing/2014/main" id="{B1603E64-9DFF-E62A-DB6C-29B26ECAED3A}"/>
              </a:ext>
            </a:extLst>
          </p:cNvPr>
          <p:cNvGrpSpPr/>
          <p:nvPr/>
        </p:nvGrpSpPr>
        <p:grpSpPr>
          <a:xfrm>
            <a:off x="3948753" y="3621440"/>
            <a:ext cx="255587" cy="200659"/>
            <a:chOff x="4037329" y="3098800"/>
            <a:chExt cx="255587" cy="200659"/>
          </a:xfrm>
          <a:solidFill>
            <a:schemeClr val="tx1"/>
          </a:solidFill>
        </p:grpSpPr>
        <p:sp>
          <p:nvSpPr>
            <p:cNvPr id="1002" name="Полилиния: фигура 635">
              <a:extLst>
                <a:ext uri="{FF2B5EF4-FFF2-40B4-BE49-F238E27FC236}">
                  <a16:creationId xmlns:a16="http://schemas.microsoft.com/office/drawing/2014/main" id="{8F82B209-21EB-88B8-016B-918E4E3F978D}"/>
                </a:ext>
              </a:extLst>
            </p:cNvPr>
            <p:cNvSpPr/>
            <p:nvPr/>
          </p:nvSpPr>
          <p:spPr>
            <a:xfrm>
              <a:off x="4037329" y="3098800"/>
              <a:ext cx="243840" cy="193040"/>
            </a:xfrm>
            <a:custGeom>
              <a:avLst/>
              <a:gdLst>
                <a:gd name="connsiteX0" fmla="*/ 121920 w 243840"/>
                <a:gd name="connsiteY0" fmla="*/ 172720 h 193040"/>
                <a:gd name="connsiteX1" fmla="*/ 132080 w 243840"/>
                <a:gd name="connsiteY1" fmla="*/ 182880 h 193040"/>
                <a:gd name="connsiteX2" fmla="*/ 121920 w 243840"/>
                <a:gd name="connsiteY2" fmla="*/ 193040 h 193040"/>
                <a:gd name="connsiteX3" fmla="*/ 30480 w 243840"/>
                <a:gd name="connsiteY3" fmla="*/ 193040 h 193040"/>
                <a:gd name="connsiteX4" fmla="*/ 0 w 243840"/>
                <a:gd name="connsiteY4" fmla="*/ 162560 h 193040"/>
                <a:gd name="connsiteX5" fmla="*/ 0 w 243840"/>
                <a:gd name="connsiteY5" fmla="*/ 30480 h 193040"/>
                <a:gd name="connsiteX6" fmla="*/ 30480 w 243840"/>
                <a:gd name="connsiteY6" fmla="*/ 0 h 193040"/>
                <a:gd name="connsiteX7" fmla="*/ 213360 w 243840"/>
                <a:gd name="connsiteY7" fmla="*/ 0 h 193040"/>
                <a:gd name="connsiteX8" fmla="*/ 243840 w 243840"/>
                <a:gd name="connsiteY8" fmla="*/ 30480 h 193040"/>
                <a:gd name="connsiteX9" fmla="*/ 243840 w 243840"/>
                <a:gd name="connsiteY9" fmla="*/ 101600 h 193040"/>
                <a:gd name="connsiteX10" fmla="*/ 233680 w 243840"/>
                <a:gd name="connsiteY10" fmla="*/ 111760 h 193040"/>
                <a:gd name="connsiteX11" fmla="*/ 223520 w 243840"/>
                <a:gd name="connsiteY11" fmla="*/ 101600 h 193040"/>
                <a:gd name="connsiteX12" fmla="*/ 223520 w 243840"/>
                <a:gd name="connsiteY12" fmla="*/ 59690 h 193040"/>
                <a:gd name="connsiteX13" fmla="*/ 124460 w 243840"/>
                <a:gd name="connsiteY13" fmla="*/ 121920 h 193040"/>
                <a:gd name="connsiteX14" fmla="*/ 119380 w 243840"/>
                <a:gd name="connsiteY14" fmla="*/ 121920 h 193040"/>
                <a:gd name="connsiteX15" fmla="*/ 20320 w 243840"/>
                <a:gd name="connsiteY15" fmla="*/ 59690 h 193040"/>
                <a:gd name="connsiteX16" fmla="*/ 20320 w 243840"/>
                <a:gd name="connsiteY16" fmla="*/ 162560 h 193040"/>
                <a:gd name="connsiteX17" fmla="*/ 30480 w 243840"/>
                <a:gd name="connsiteY17" fmla="*/ 172720 h 193040"/>
                <a:gd name="connsiteX18" fmla="*/ 121920 w 243840"/>
                <a:gd name="connsiteY18" fmla="*/ 172720 h 193040"/>
                <a:gd name="connsiteX19" fmla="*/ 21590 w 243840"/>
                <a:gd name="connsiteY19" fmla="*/ 34290 h 193040"/>
                <a:gd name="connsiteX20" fmla="*/ 123190 w 243840"/>
                <a:gd name="connsiteY20" fmla="*/ 99060 h 193040"/>
                <a:gd name="connsiteX21" fmla="*/ 224790 w 243840"/>
                <a:gd name="connsiteY21" fmla="*/ 34290 h 193040"/>
                <a:gd name="connsiteX22" fmla="*/ 224790 w 243840"/>
                <a:gd name="connsiteY22" fmla="*/ 29210 h 193040"/>
                <a:gd name="connsiteX23" fmla="*/ 214630 w 243840"/>
                <a:gd name="connsiteY23" fmla="*/ 19050 h 193040"/>
                <a:gd name="connsiteX24" fmla="*/ 31750 w 243840"/>
                <a:gd name="connsiteY24" fmla="*/ 19050 h 193040"/>
                <a:gd name="connsiteX25" fmla="*/ 21590 w 243840"/>
                <a:gd name="connsiteY25" fmla="*/ 29210 h 193040"/>
                <a:gd name="connsiteX26" fmla="*/ 21590 w 243840"/>
                <a:gd name="connsiteY26" fmla="*/ 34290 h 193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43840" h="193040">
                  <a:moveTo>
                    <a:pt x="121920" y="172720"/>
                  </a:moveTo>
                  <a:cubicBezTo>
                    <a:pt x="127000" y="172720"/>
                    <a:pt x="132080" y="177800"/>
                    <a:pt x="132080" y="182880"/>
                  </a:cubicBezTo>
                  <a:cubicBezTo>
                    <a:pt x="132080" y="187960"/>
                    <a:pt x="127000" y="193040"/>
                    <a:pt x="121920" y="193040"/>
                  </a:cubicBezTo>
                  <a:lnTo>
                    <a:pt x="30480" y="193040"/>
                  </a:lnTo>
                  <a:cubicBezTo>
                    <a:pt x="13970" y="193040"/>
                    <a:pt x="0" y="179070"/>
                    <a:pt x="0" y="162560"/>
                  </a:cubicBezTo>
                  <a:lnTo>
                    <a:pt x="0" y="30480"/>
                  </a:lnTo>
                  <a:cubicBezTo>
                    <a:pt x="0" y="13970"/>
                    <a:pt x="13970" y="0"/>
                    <a:pt x="30480" y="0"/>
                  </a:cubicBezTo>
                  <a:lnTo>
                    <a:pt x="213360" y="0"/>
                  </a:lnTo>
                  <a:cubicBezTo>
                    <a:pt x="229870" y="0"/>
                    <a:pt x="243840" y="13970"/>
                    <a:pt x="243840" y="30480"/>
                  </a:cubicBezTo>
                  <a:lnTo>
                    <a:pt x="243840" y="101600"/>
                  </a:lnTo>
                  <a:cubicBezTo>
                    <a:pt x="243840" y="106680"/>
                    <a:pt x="238760" y="111760"/>
                    <a:pt x="233680" y="111760"/>
                  </a:cubicBezTo>
                  <a:cubicBezTo>
                    <a:pt x="228600" y="111760"/>
                    <a:pt x="223520" y="106680"/>
                    <a:pt x="223520" y="101600"/>
                  </a:cubicBezTo>
                  <a:lnTo>
                    <a:pt x="223520" y="59690"/>
                  </a:lnTo>
                  <a:lnTo>
                    <a:pt x="124460" y="121920"/>
                  </a:lnTo>
                  <a:cubicBezTo>
                    <a:pt x="123190" y="123190"/>
                    <a:pt x="120650" y="123190"/>
                    <a:pt x="119380" y="121920"/>
                  </a:cubicBezTo>
                  <a:lnTo>
                    <a:pt x="20320" y="59690"/>
                  </a:lnTo>
                  <a:lnTo>
                    <a:pt x="20320" y="162560"/>
                  </a:lnTo>
                  <a:cubicBezTo>
                    <a:pt x="20320" y="167640"/>
                    <a:pt x="25400" y="172720"/>
                    <a:pt x="30480" y="172720"/>
                  </a:cubicBezTo>
                  <a:lnTo>
                    <a:pt x="121920" y="172720"/>
                  </a:lnTo>
                  <a:close/>
                  <a:moveTo>
                    <a:pt x="21590" y="34290"/>
                  </a:moveTo>
                  <a:lnTo>
                    <a:pt x="123190" y="99060"/>
                  </a:lnTo>
                  <a:lnTo>
                    <a:pt x="224790" y="34290"/>
                  </a:lnTo>
                  <a:lnTo>
                    <a:pt x="224790" y="29210"/>
                  </a:lnTo>
                  <a:cubicBezTo>
                    <a:pt x="224790" y="24130"/>
                    <a:pt x="219710" y="19050"/>
                    <a:pt x="214630" y="19050"/>
                  </a:cubicBezTo>
                  <a:lnTo>
                    <a:pt x="31750" y="19050"/>
                  </a:lnTo>
                  <a:cubicBezTo>
                    <a:pt x="26670" y="19050"/>
                    <a:pt x="21590" y="24130"/>
                    <a:pt x="21590" y="29210"/>
                  </a:cubicBezTo>
                  <a:lnTo>
                    <a:pt x="21590" y="342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03" name="Полилиния: фигура 636">
              <a:extLst>
                <a:ext uri="{FF2B5EF4-FFF2-40B4-BE49-F238E27FC236}">
                  <a16:creationId xmlns:a16="http://schemas.microsoft.com/office/drawing/2014/main" id="{585B7D46-EE7C-5503-63F5-901465FB226B}"/>
                </a:ext>
              </a:extLst>
            </p:cNvPr>
            <p:cNvSpPr/>
            <p:nvPr/>
          </p:nvSpPr>
          <p:spPr>
            <a:xfrm>
              <a:off x="4193222" y="3240864"/>
              <a:ext cx="99694" cy="58595"/>
            </a:xfrm>
            <a:custGeom>
              <a:avLst/>
              <a:gdLst>
                <a:gd name="connsiteX0" fmla="*/ 76518 w 99694"/>
                <a:gd name="connsiteY0" fmla="*/ 3986 h 58595"/>
                <a:gd name="connsiteX1" fmla="*/ 19368 w 99694"/>
                <a:gd name="connsiteY1" fmla="*/ 3986 h 58595"/>
                <a:gd name="connsiteX2" fmla="*/ 5398 w 99694"/>
                <a:gd name="connsiteY2" fmla="*/ 2716 h 58595"/>
                <a:gd name="connsiteX3" fmla="*/ 4127 w 99694"/>
                <a:gd name="connsiteY3" fmla="*/ 16686 h 58595"/>
                <a:gd name="connsiteX4" fmla="*/ 9207 w 99694"/>
                <a:gd name="connsiteY4" fmla="*/ 21766 h 58595"/>
                <a:gd name="connsiteX5" fmla="*/ 2857 w 99694"/>
                <a:gd name="connsiteY5" fmla="*/ 28116 h 58595"/>
                <a:gd name="connsiteX6" fmla="*/ 2857 w 99694"/>
                <a:gd name="connsiteY6" fmla="*/ 42086 h 58595"/>
                <a:gd name="connsiteX7" fmla="*/ 16827 w 99694"/>
                <a:gd name="connsiteY7" fmla="*/ 42086 h 58595"/>
                <a:gd name="connsiteX8" fmla="*/ 26987 w 99694"/>
                <a:gd name="connsiteY8" fmla="*/ 31926 h 58595"/>
                <a:gd name="connsiteX9" fmla="*/ 39687 w 99694"/>
                <a:gd name="connsiteY9" fmla="*/ 35736 h 58595"/>
                <a:gd name="connsiteX10" fmla="*/ 39687 w 99694"/>
                <a:gd name="connsiteY10" fmla="*/ 48436 h 58595"/>
                <a:gd name="connsiteX11" fmla="*/ 49848 w 99694"/>
                <a:gd name="connsiteY11" fmla="*/ 58596 h 58595"/>
                <a:gd name="connsiteX12" fmla="*/ 60007 w 99694"/>
                <a:gd name="connsiteY12" fmla="*/ 48436 h 58595"/>
                <a:gd name="connsiteX13" fmla="*/ 60007 w 99694"/>
                <a:gd name="connsiteY13" fmla="*/ 35736 h 58595"/>
                <a:gd name="connsiteX14" fmla="*/ 72707 w 99694"/>
                <a:gd name="connsiteY14" fmla="*/ 31926 h 58595"/>
                <a:gd name="connsiteX15" fmla="*/ 82868 w 99694"/>
                <a:gd name="connsiteY15" fmla="*/ 42086 h 58595"/>
                <a:gd name="connsiteX16" fmla="*/ 96837 w 99694"/>
                <a:gd name="connsiteY16" fmla="*/ 42086 h 58595"/>
                <a:gd name="connsiteX17" fmla="*/ 96837 w 99694"/>
                <a:gd name="connsiteY17" fmla="*/ 28116 h 58595"/>
                <a:gd name="connsiteX18" fmla="*/ 90487 w 99694"/>
                <a:gd name="connsiteY18" fmla="*/ 21766 h 58595"/>
                <a:gd name="connsiteX19" fmla="*/ 95568 w 99694"/>
                <a:gd name="connsiteY19" fmla="*/ 16686 h 58595"/>
                <a:gd name="connsiteX20" fmla="*/ 94298 w 99694"/>
                <a:gd name="connsiteY20" fmla="*/ 2716 h 58595"/>
                <a:gd name="connsiteX21" fmla="*/ 76518 w 99694"/>
                <a:gd name="connsiteY21" fmla="*/ 3986 h 585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99694" h="58595">
                  <a:moveTo>
                    <a:pt x="76518" y="3986"/>
                  </a:moveTo>
                  <a:cubicBezTo>
                    <a:pt x="60007" y="23036"/>
                    <a:pt x="34607" y="23036"/>
                    <a:pt x="19368" y="3986"/>
                  </a:cubicBezTo>
                  <a:cubicBezTo>
                    <a:pt x="15557" y="176"/>
                    <a:pt x="9207" y="-1094"/>
                    <a:pt x="5398" y="2716"/>
                  </a:cubicBezTo>
                  <a:cubicBezTo>
                    <a:pt x="1587" y="6526"/>
                    <a:pt x="318" y="12876"/>
                    <a:pt x="4127" y="16686"/>
                  </a:cubicBezTo>
                  <a:cubicBezTo>
                    <a:pt x="5398" y="17956"/>
                    <a:pt x="6668" y="20496"/>
                    <a:pt x="9207" y="21766"/>
                  </a:cubicBezTo>
                  <a:lnTo>
                    <a:pt x="2857" y="28116"/>
                  </a:lnTo>
                  <a:cubicBezTo>
                    <a:pt x="-952" y="31926"/>
                    <a:pt x="-952" y="38276"/>
                    <a:pt x="2857" y="42086"/>
                  </a:cubicBezTo>
                  <a:cubicBezTo>
                    <a:pt x="6668" y="45896"/>
                    <a:pt x="13018" y="45896"/>
                    <a:pt x="16827" y="42086"/>
                  </a:cubicBezTo>
                  <a:lnTo>
                    <a:pt x="26987" y="31926"/>
                  </a:lnTo>
                  <a:cubicBezTo>
                    <a:pt x="30798" y="33196"/>
                    <a:pt x="34607" y="34466"/>
                    <a:pt x="39687" y="35736"/>
                  </a:cubicBezTo>
                  <a:lnTo>
                    <a:pt x="39687" y="48436"/>
                  </a:lnTo>
                  <a:cubicBezTo>
                    <a:pt x="39687" y="53516"/>
                    <a:pt x="44768" y="58596"/>
                    <a:pt x="49848" y="58596"/>
                  </a:cubicBezTo>
                  <a:cubicBezTo>
                    <a:pt x="54927" y="58596"/>
                    <a:pt x="60007" y="53516"/>
                    <a:pt x="60007" y="48436"/>
                  </a:cubicBezTo>
                  <a:lnTo>
                    <a:pt x="60007" y="35736"/>
                  </a:lnTo>
                  <a:cubicBezTo>
                    <a:pt x="63818" y="34466"/>
                    <a:pt x="67627" y="33196"/>
                    <a:pt x="72707" y="31926"/>
                  </a:cubicBezTo>
                  <a:lnTo>
                    <a:pt x="82868" y="42086"/>
                  </a:lnTo>
                  <a:cubicBezTo>
                    <a:pt x="86677" y="45896"/>
                    <a:pt x="93027" y="45896"/>
                    <a:pt x="96837" y="42086"/>
                  </a:cubicBezTo>
                  <a:cubicBezTo>
                    <a:pt x="100648" y="38276"/>
                    <a:pt x="100648" y="31926"/>
                    <a:pt x="96837" y="28116"/>
                  </a:cubicBezTo>
                  <a:lnTo>
                    <a:pt x="90487" y="21766"/>
                  </a:lnTo>
                  <a:cubicBezTo>
                    <a:pt x="91757" y="20496"/>
                    <a:pt x="93027" y="19226"/>
                    <a:pt x="95568" y="16686"/>
                  </a:cubicBezTo>
                  <a:cubicBezTo>
                    <a:pt x="99377" y="12876"/>
                    <a:pt x="98107" y="6526"/>
                    <a:pt x="94298" y="2716"/>
                  </a:cubicBezTo>
                  <a:cubicBezTo>
                    <a:pt x="86677" y="-1094"/>
                    <a:pt x="80327" y="-1094"/>
                    <a:pt x="76518" y="3986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04" name="Рисунок 2">
            <a:extLst>
              <a:ext uri="{FF2B5EF4-FFF2-40B4-BE49-F238E27FC236}">
                <a16:creationId xmlns:a16="http://schemas.microsoft.com/office/drawing/2014/main" id="{91FC7541-0BF5-673D-6F03-26A1927F49FC}"/>
              </a:ext>
            </a:extLst>
          </p:cNvPr>
          <p:cNvGrpSpPr/>
          <p:nvPr/>
        </p:nvGrpSpPr>
        <p:grpSpPr>
          <a:xfrm>
            <a:off x="4510094" y="3621440"/>
            <a:ext cx="248672" cy="201682"/>
            <a:chOff x="4598670" y="3098800"/>
            <a:chExt cx="248672" cy="201682"/>
          </a:xfrm>
          <a:solidFill>
            <a:schemeClr val="tx1"/>
          </a:solidFill>
        </p:grpSpPr>
        <p:sp>
          <p:nvSpPr>
            <p:cNvPr id="1005" name="Полилиния: фигура 640">
              <a:extLst>
                <a:ext uri="{FF2B5EF4-FFF2-40B4-BE49-F238E27FC236}">
                  <a16:creationId xmlns:a16="http://schemas.microsoft.com/office/drawing/2014/main" id="{237A615B-0B00-1B0E-4635-0CF90249E09A}"/>
                </a:ext>
              </a:extLst>
            </p:cNvPr>
            <p:cNvSpPr/>
            <p:nvPr/>
          </p:nvSpPr>
          <p:spPr>
            <a:xfrm>
              <a:off x="4598670" y="3098800"/>
              <a:ext cx="243839" cy="182879"/>
            </a:xfrm>
            <a:custGeom>
              <a:avLst/>
              <a:gdLst>
                <a:gd name="connsiteX0" fmla="*/ 101600 w 243839"/>
                <a:gd name="connsiteY0" fmla="*/ 162560 h 182879"/>
                <a:gd name="connsiteX1" fmla="*/ 111760 w 243839"/>
                <a:gd name="connsiteY1" fmla="*/ 172720 h 182879"/>
                <a:gd name="connsiteX2" fmla="*/ 101600 w 243839"/>
                <a:gd name="connsiteY2" fmla="*/ 182880 h 182879"/>
                <a:gd name="connsiteX3" fmla="*/ 30480 w 243839"/>
                <a:gd name="connsiteY3" fmla="*/ 182880 h 182879"/>
                <a:gd name="connsiteX4" fmla="*/ 0 w 243839"/>
                <a:gd name="connsiteY4" fmla="*/ 152400 h 182879"/>
                <a:gd name="connsiteX5" fmla="*/ 0 w 243839"/>
                <a:gd name="connsiteY5" fmla="*/ 30480 h 182879"/>
                <a:gd name="connsiteX6" fmla="*/ 30480 w 243839"/>
                <a:gd name="connsiteY6" fmla="*/ 0 h 182879"/>
                <a:gd name="connsiteX7" fmla="*/ 213360 w 243839"/>
                <a:gd name="connsiteY7" fmla="*/ 0 h 182879"/>
                <a:gd name="connsiteX8" fmla="*/ 243840 w 243839"/>
                <a:gd name="connsiteY8" fmla="*/ 30480 h 182879"/>
                <a:gd name="connsiteX9" fmla="*/ 243840 w 243839"/>
                <a:gd name="connsiteY9" fmla="*/ 101600 h 182879"/>
                <a:gd name="connsiteX10" fmla="*/ 233680 w 243839"/>
                <a:gd name="connsiteY10" fmla="*/ 111760 h 182879"/>
                <a:gd name="connsiteX11" fmla="*/ 223520 w 243839"/>
                <a:gd name="connsiteY11" fmla="*/ 101600 h 182879"/>
                <a:gd name="connsiteX12" fmla="*/ 223520 w 243839"/>
                <a:gd name="connsiteY12" fmla="*/ 59690 h 182879"/>
                <a:gd name="connsiteX13" fmla="*/ 124460 w 243839"/>
                <a:gd name="connsiteY13" fmla="*/ 121920 h 182879"/>
                <a:gd name="connsiteX14" fmla="*/ 119380 w 243839"/>
                <a:gd name="connsiteY14" fmla="*/ 121920 h 182879"/>
                <a:gd name="connsiteX15" fmla="*/ 20320 w 243839"/>
                <a:gd name="connsiteY15" fmla="*/ 59690 h 182879"/>
                <a:gd name="connsiteX16" fmla="*/ 20320 w 243839"/>
                <a:gd name="connsiteY16" fmla="*/ 152400 h 182879"/>
                <a:gd name="connsiteX17" fmla="*/ 30480 w 243839"/>
                <a:gd name="connsiteY17" fmla="*/ 162560 h 182879"/>
                <a:gd name="connsiteX18" fmla="*/ 101600 w 243839"/>
                <a:gd name="connsiteY18" fmla="*/ 162560 h 182879"/>
                <a:gd name="connsiteX19" fmla="*/ 20320 w 243839"/>
                <a:gd name="connsiteY19" fmla="*/ 34290 h 182879"/>
                <a:gd name="connsiteX20" fmla="*/ 121920 w 243839"/>
                <a:gd name="connsiteY20" fmla="*/ 99060 h 182879"/>
                <a:gd name="connsiteX21" fmla="*/ 223520 w 243839"/>
                <a:gd name="connsiteY21" fmla="*/ 34290 h 182879"/>
                <a:gd name="connsiteX22" fmla="*/ 223520 w 243839"/>
                <a:gd name="connsiteY22" fmla="*/ 29210 h 182879"/>
                <a:gd name="connsiteX23" fmla="*/ 213360 w 243839"/>
                <a:gd name="connsiteY23" fmla="*/ 19050 h 182879"/>
                <a:gd name="connsiteX24" fmla="*/ 30480 w 243839"/>
                <a:gd name="connsiteY24" fmla="*/ 19050 h 182879"/>
                <a:gd name="connsiteX25" fmla="*/ 20320 w 243839"/>
                <a:gd name="connsiteY25" fmla="*/ 29210 h 182879"/>
                <a:gd name="connsiteX26" fmla="*/ 20320 w 243839"/>
                <a:gd name="connsiteY26" fmla="*/ 34290 h 1828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43839" h="182879">
                  <a:moveTo>
                    <a:pt x="101600" y="162560"/>
                  </a:moveTo>
                  <a:cubicBezTo>
                    <a:pt x="106680" y="162560"/>
                    <a:pt x="111760" y="167640"/>
                    <a:pt x="111760" y="172720"/>
                  </a:cubicBezTo>
                  <a:cubicBezTo>
                    <a:pt x="111760" y="177800"/>
                    <a:pt x="106680" y="182880"/>
                    <a:pt x="101600" y="182880"/>
                  </a:cubicBezTo>
                  <a:lnTo>
                    <a:pt x="30480" y="182880"/>
                  </a:lnTo>
                  <a:cubicBezTo>
                    <a:pt x="13970" y="182880"/>
                    <a:pt x="0" y="168910"/>
                    <a:pt x="0" y="152400"/>
                  </a:cubicBezTo>
                  <a:lnTo>
                    <a:pt x="0" y="30480"/>
                  </a:lnTo>
                  <a:cubicBezTo>
                    <a:pt x="0" y="13970"/>
                    <a:pt x="13970" y="0"/>
                    <a:pt x="30480" y="0"/>
                  </a:cubicBezTo>
                  <a:lnTo>
                    <a:pt x="213360" y="0"/>
                  </a:lnTo>
                  <a:cubicBezTo>
                    <a:pt x="229870" y="0"/>
                    <a:pt x="243840" y="13970"/>
                    <a:pt x="243840" y="30480"/>
                  </a:cubicBezTo>
                  <a:lnTo>
                    <a:pt x="243840" y="101600"/>
                  </a:lnTo>
                  <a:cubicBezTo>
                    <a:pt x="243840" y="106680"/>
                    <a:pt x="238760" y="111760"/>
                    <a:pt x="233680" y="111760"/>
                  </a:cubicBezTo>
                  <a:cubicBezTo>
                    <a:pt x="228600" y="111760"/>
                    <a:pt x="223520" y="106680"/>
                    <a:pt x="223520" y="101600"/>
                  </a:cubicBezTo>
                  <a:lnTo>
                    <a:pt x="223520" y="59690"/>
                  </a:lnTo>
                  <a:lnTo>
                    <a:pt x="124460" y="121920"/>
                  </a:lnTo>
                  <a:cubicBezTo>
                    <a:pt x="123190" y="123190"/>
                    <a:pt x="120650" y="123190"/>
                    <a:pt x="119380" y="121920"/>
                  </a:cubicBezTo>
                  <a:lnTo>
                    <a:pt x="20320" y="59690"/>
                  </a:lnTo>
                  <a:lnTo>
                    <a:pt x="20320" y="152400"/>
                  </a:lnTo>
                  <a:cubicBezTo>
                    <a:pt x="20320" y="157480"/>
                    <a:pt x="25400" y="162560"/>
                    <a:pt x="30480" y="162560"/>
                  </a:cubicBezTo>
                  <a:lnTo>
                    <a:pt x="101600" y="162560"/>
                  </a:lnTo>
                  <a:close/>
                  <a:moveTo>
                    <a:pt x="20320" y="34290"/>
                  </a:moveTo>
                  <a:lnTo>
                    <a:pt x="121920" y="99060"/>
                  </a:lnTo>
                  <a:lnTo>
                    <a:pt x="223520" y="34290"/>
                  </a:lnTo>
                  <a:lnTo>
                    <a:pt x="223520" y="29210"/>
                  </a:lnTo>
                  <a:cubicBezTo>
                    <a:pt x="223520" y="24130"/>
                    <a:pt x="218440" y="19050"/>
                    <a:pt x="213360" y="19050"/>
                  </a:cubicBezTo>
                  <a:lnTo>
                    <a:pt x="30480" y="19050"/>
                  </a:lnTo>
                  <a:cubicBezTo>
                    <a:pt x="25400" y="19050"/>
                    <a:pt x="20320" y="24130"/>
                    <a:pt x="20320" y="29210"/>
                  </a:cubicBezTo>
                  <a:lnTo>
                    <a:pt x="20320" y="342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06" name="Полилиния: фигура 641">
              <a:extLst>
                <a:ext uri="{FF2B5EF4-FFF2-40B4-BE49-F238E27FC236}">
                  <a16:creationId xmlns:a16="http://schemas.microsoft.com/office/drawing/2014/main" id="{84BFF980-001B-1AE5-951A-6121DC0AA25A}"/>
                </a:ext>
              </a:extLst>
            </p:cNvPr>
            <p:cNvSpPr/>
            <p:nvPr/>
          </p:nvSpPr>
          <p:spPr>
            <a:xfrm>
              <a:off x="4732267" y="3229857"/>
              <a:ext cx="115074" cy="29984"/>
            </a:xfrm>
            <a:custGeom>
              <a:avLst/>
              <a:gdLst>
                <a:gd name="connsiteX0" fmla="*/ 12452 w 115074"/>
                <a:gd name="connsiteY0" fmla="*/ 28963 h 29984"/>
                <a:gd name="connsiteX1" fmla="*/ 30232 w 115074"/>
                <a:gd name="connsiteY1" fmla="*/ 20072 h 29984"/>
                <a:gd name="connsiteX2" fmla="*/ 51823 w 115074"/>
                <a:gd name="connsiteY2" fmla="*/ 21342 h 29984"/>
                <a:gd name="connsiteX3" fmla="*/ 53092 w 115074"/>
                <a:gd name="connsiteY3" fmla="*/ 22613 h 29984"/>
                <a:gd name="connsiteX4" fmla="*/ 92462 w 115074"/>
                <a:gd name="connsiteY4" fmla="*/ 25152 h 29984"/>
                <a:gd name="connsiteX5" fmla="*/ 110242 w 115074"/>
                <a:gd name="connsiteY5" fmla="*/ 16263 h 29984"/>
                <a:gd name="connsiteX6" fmla="*/ 114052 w 115074"/>
                <a:gd name="connsiteY6" fmla="*/ 4832 h 29984"/>
                <a:gd name="connsiteX7" fmla="*/ 102623 w 115074"/>
                <a:gd name="connsiteY7" fmla="*/ 1022 h 29984"/>
                <a:gd name="connsiteX8" fmla="*/ 84842 w 115074"/>
                <a:gd name="connsiteY8" fmla="*/ 9913 h 29984"/>
                <a:gd name="connsiteX9" fmla="*/ 63252 w 115074"/>
                <a:gd name="connsiteY9" fmla="*/ 8642 h 29984"/>
                <a:gd name="connsiteX10" fmla="*/ 61982 w 115074"/>
                <a:gd name="connsiteY10" fmla="*/ 7372 h 29984"/>
                <a:gd name="connsiteX11" fmla="*/ 22612 w 115074"/>
                <a:gd name="connsiteY11" fmla="*/ 4832 h 29984"/>
                <a:gd name="connsiteX12" fmla="*/ 4832 w 115074"/>
                <a:gd name="connsiteY12" fmla="*/ 13722 h 29984"/>
                <a:gd name="connsiteX13" fmla="*/ 1022 w 115074"/>
                <a:gd name="connsiteY13" fmla="*/ 25152 h 29984"/>
                <a:gd name="connsiteX14" fmla="*/ 12452 w 115074"/>
                <a:gd name="connsiteY14" fmla="*/ 28963 h 2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5074" h="29984">
                  <a:moveTo>
                    <a:pt x="12452" y="28963"/>
                  </a:moveTo>
                  <a:lnTo>
                    <a:pt x="30232" y="20072"/>
                  </a:lnTo>
                  <a:cubicBezTo>
                    <a:pt x="36582" y="16263"/>
                    <a:pt x="45473" y="17532"/>
                    <a:pt x="51823" y="21342"/>
                  </a:cubicBezTo>
                  <a:lnTo>
                    <a:pt x="53092" y="22613"/>
                  </a:lnTo>
                  <a:cubicBezTo>
                    <a:pt x="64523" y="30233"/>
                    <a:pt x="79762" y="31502"/>
                    <a:pt x="92462" y="25152"/>
                  </a:cubicBezTo>
                  <a:lnTo>
                    <a:pt x="110242" y="16263"/>
                  </a:lnTo>
                  <a:cubicBezTo>
                    <a:pt x="114052" y="13722"/>
                    <a:pt x="116592" y="8642"/>
                    <a:pt x="114052" y="4832"/>
                  </a:cubicBezTo>
                  <a:cubicBezTo>
                    <a:pt x="111512" y="1022"/>
                    <a:pt x="106432" y="-1518"/>
                    <a:pt x="102623" y="1022"/>
                  </a:cubicBezTo>
                  <a:lnTo>
                    <a:pt x="84842" y="9913"/>
                  </a:lnTo>
                  <a:cubicBezTo>
                    <a:pt x="77223" y="13722"/>
                    <a:pt x="69602" y="12453"/>
                    <a:pt x="63252" y="8642"/>
                  </a:cubicBezTo>
                  <a:lnTo>
                    <a:pt x="61982" y="7372"/>
                  </a:lnTo>
                  <a:cubicBezTo>
                    <a:pt x="50552" y="-247"/>
                    <a:pt x="35312" y="-1518"/>
                    <a:pt x="22612" y="4832"/>
                  </a:cubicBezTo>
                  <a:lnTo>
                    <a:pt x="4832" y="13722"/>
                  </a:lnTo>
                  <a:cubicBezTo>
                    <a:pt x="1022" y="16263"/>
                    <a:pt x="-1518" y="21342"/>
                    <a:pt x="1022" y="25152"/>
                  </a:cubicBezTo>
                  <a:cubicBezTo>
                    <a:pt x="2292" y="28963"/>
                    <a:pt x="7372" y="31502"/>
                    <a:pt x="12452" y="28963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07" name="Полилиния: фигура 642">
              <a:extLst>
                <a:ext uri="{FF2B5EF4-FFF2-40B4-BE49-F238E27FC236}">
                  <a16:creationId xmlns:a16="http://schemas.microsoft.com/office/drawing/2014/main" id="{50DFB58B-345E-2F46-4DBF-10C31A3B35E3}"/>
                </a:ext>
              </a:extLst>
            </p:cNvPr>
            <p:cNvSpPr/>
            <p:nvPr/>
          </p:nvSpPr>
          <p:spPr>
            <a:xfrm>
              <a:off x="4732267" y="3270497"/>
              <a:ext cx="115074" cy="29984"/>
            </a:xfrm>
            <a:custGeom>
              <a:avLst/>
              <a:gdLst>
                <a:gd name="connsiteX0" fmla="*/ 30232 w 115074"/>
                <a:gd name="connsiteY0" fmla="*/ 20072 h 29984"/>
                <a:gd name="connsiteX1" fmla="*/ 12452 w 115074"/>
                <a:gd name="connsiteY1" fmla="*/ 28962 h 29984"/>
                <a:gd name="connsiteX2" fmla="*/ 1022 w 115074"/>
                <a:gd name="connsiteY2" fmla="*/ 25152 h 29984"/>
                <a:gd name="connsiteX3" fmla="*/ 4832 w 115074"/>
                <a:gd name="connsiteY3" fmla="*/ 13722 h 29984"/>
                <a:gd name="connsiteX4" fmla="*/ 22612 w 115074"/>
                <a:gd name="connsiteY4" fmla="*/ 4832 h 29984"/>
                <a:gd name="connsiteX5" fmla="*/ 61982 w 115074"/>
                <a:gd name="connsiteY5" fmla="*/ 7372 h 29984"/>
                <a:gd name="connsiteX6" fmla="*/ 63252 w 115074"/>
                <a:gd name="connsiteY6" fmla="*/ 8643 h 29984"/>
                <a:gd name="connsiteX7" fmla="*/ 84842 w 115074"/>
                <a:gd name="connsiteY7" fmla="*/ 9912 h 29984"/>
                <a:gd name="connsiteX8" fmla="*/ 102623 w 115074"/>
                <a:gd name="connsiteY8" fmla="*/ 1022 h 29984"/>
                <a:gd name="connsiteX9" fmla="*/ 114052 w 115074"/>
                <a:gd name="connsiteY9" fmla="*/ 4832 h 29984"/>
                <a:gd name="connsiteX10" fmla="*/ 110242 w 115074"/>
                <a:gd name="connsiteY10" fmla="*/ 16262 h 29984"/>
                <a:gd name="connsiteX11" fmla="*/ 92462 w 115074"/>
                <a:gd name="connsiteY11" fmla="*/ 25152 h 29984"/>
                <a:gd name="connsiteX12" fmla="*/ 53092 w 115074"/>
                <a:gd name="connsiteY12" fmla="*/ 22612 h 29984"/>
                <a:gd name="connsiteX13" fmla="*/ 51823 w 115074"/>
                <a:gd name="connsiteY13" fmla="*/ 21343 h 29984"/>
                <a:gd name="connsiteX14" fmla="*/ 30232 w 115074"/>
                <a:gd name="connsiteY14" fmla="*/ 20072 h 299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5074" h="29984">
                  <a:moveTo>
                    <a:pt x="30232" y="20072"/>
                  </a:moveTo>
                  <a:lnTo>
                    <a:pt x="12452" y="28962"/>
                  </a:lnTo>
                  <a:cubicBezTo>
                    <a:pt x="7372" y="31502"/>
                    <a:pt x="2292" y="28962"/>
                    <a:pt x="1022" y="25152"/>
                  </a:cubicBezTo>
                  <a:cubicBezTo>
                    <a:pt x="-1518" y="21343"/>
                    <a:pt x="1022" y="14993"/>
                    <a:pt x="4832" y="13722"/>
                  </a:cubicBezTo>
                  <a:lnTo>
                    <a:pt x="22612" y="4832"/>
                  </a:lnTo>
                  <a:cubicBezTo>
                    <a:pt x="35312" y="-1518"/>
                    <a:pt x="50552" y="-248"/>
                    <a:pt x="61982" y="7372"/>
                  </a:cubicBezTo>
                  <a:lnTo>
                    <a:pt x="63252" y="8643"/>
                  </a:lnTo>
                  <a:cubicBezTo>
                    <a:pt x="69602" y="12452"/>
                    <a:pt x="78492" y="13722"/>
                    <a:pt x="84842" y="9912"/>
                  </a:cubicBezTo>
                  <a:lnTo>
                    <a:pt x="102623" y="1022"/>
                  </a:lnTo>
                  <a:cubicBezTo>
                    <a:pt x="107702" y="-1518"/>
                    <a:pt x="112782" y="1022"/>
                    <a:pt x="114052" y="4832"/>
                  </a:cubicBezTo>
                  <a:cubicBezTo>
                    <a:pt x="116592" y="8643"/>
                    <a:pt x="114052" y="14993"/>
                    <a:pt x="110242" y="16262"/>
                  </a:cubicBezTo>
                  <a:lnTo>
                    <a:pt x="92462" y="25152"/>
                  </a:lnTo>
                  <a:cubicBezTo>
                    <a:pt x="79762" y="31502"/>
                    <a:pt x="64523" y="30232"/>
                    <a:pt x="53092" y="22612"/>
                  </a:cubicBezTo>
                  <a:lnTo>
                    <a:pt x="51823" y="21343"/>
                  </a:lnTo>
                  <a:cubicBezTo>
                    <a:pt x="45473" y="17532"/>
                    <a:pt x="36582" y="16262"/>
                    <a:pt x="30232" y="2007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008" name="Полилиния: фигура 645">
            <a:extLst>
              <a:ext uri="{FF2B5EF4-FFF2-40B4-BE49-F238E27FC236}">
                <a16:creationId xmlns:a16="http://schemas.microsoft.com/office/drawing/2014/main" id="{40A216EC-AADE-E4FE-1C0B-67A7CBF27DF2}"/>
              </a:ext>
            </a:extLst>
          </p:cNvPr>
          <p:cNvSpPr/>
          <p:nvPr/>
        </p:nvSpPr>
        <p:spPr>
          <a:xfrm>
            <a:off x="5071433" y="3610010"/>
            <a:ext cx="243840" cy="223520"/>
          </a:xfrm>
          <a:custGeom>
            <a:avLst/>
            <a:gdLst>
              <a:gd name="connsiteX0" fmla="*/ 182880 w 243840"/>
              <a:gd name="connsiteY0" fmla="*/ 0 h 223520"/>
              <a:gd name="connsiteX1" fmla="*/ 193040 w 243840"/>
              <a:gd name="connsiteY1" fmla="*/ 8890 h 223520"/>
              <a:gd name="connsiteX2" fmla="*/ 193040 w 243840"/>
              <a:gd name="connsiteY2" fmla="*/ 10160 h 223520"/>
              <a:gd name="connsiteX3" fmla="*/ 193040 w 243840"/>
              <a:gd name="connsiteY3" fmla="*/ 20320 h 223520"/>
              <a:gd name="connsiteX4" fmla="*/ 223520 w 243840"/>
              <a:gd name="connsiteY4" fmla="*/ 20320 h 223520"/>
              <a:gd name="connsiteX5" fmla="*/ 243840 w 243840"/>
              <a:gd name="connsiteY5" fmla="*/ 40640 h 223520"/>
              <a:gd name="connsiteX6" fmla="*/ 243840 w 243840"/>
              <a:gd name="connsiteY6" fmla="*/ 203200 h 223520"/>
              <a:gd name="connsiteX7" fmla="*/ 223520 w 243840"/>
              <a:gd name="connsiteY7" fmla="*/ 223520 h 223520"/>
              <a:gd name="connsiteX8" fmla="*/ 20320 w 243840"/>
              <a:gd name="connsiteY8" fmla="*/ 223520 h 223520"/>
              <a:gd name="connsiteX9" fmla="*/ 0 w 243840"/>
              <a:gd name="connsiteY9" fmla="*/ 203200 h 223520"/>
              <a:gd name="connsiteX10" fmla="*/ 0 w 243840"/>
              <a:gd name="connsiteY10" fmla="*/ 40640 h 223520"/>
              <a:gd name="connsiteX11" fmla="*/ 20320 w 243840"/>
              <a:gd name="connsiteY11" fmla="*/ 20320 h 223520"/>
              <a:gd name="connsiteX12" fmla="*/ 50800 w 243840"/>
              <a:gd name="connsiteY12" fmla="*/ 20320 h 223520"/>
              <a:gd name="connsiteX13" fmla="*/ 50800 w 243840"/>
              <a:gd name="connsiteY13" fmla="*/ 10160 h 223520"/>
              <a:gd name="connsiteX14" fmla="*/ 60960 w 243840"/>
              <a:gd name="connsiteY14" fmla="*/ 0 h 223520"/>
              <a:gd name="connsiteX15" fmla="*/ 71120 w 243840"/>
              <a:gd name="connsiteY15" fmla="*/ 8890 h 223520"/>
              <a:gd name="connsiteX16" fmla="*/ 71120 w 243840"/>
              <a:gd name="connsiteY16" fmla="*/ 10160 h 223520"/>
              <a:gd name="connsiteX17" fmla="*/ 71120 w 243840"/>
              <a:gd name="connsiteY17" fmla="*/ 20320 h 223520"/>
              <a:gd name="connsiteX18" fmla="*/ 172720 w 243840"/>
              <a:gd name="connsiteY18" fmla="*/ 20320 h 223520"/>
              <a:gd name="connsiteX19" fmla="*/ 172720 w 243840"/>
              <a:gd name="connsiteY19" fmla="*/ 10160 h 223520"/>
              <a:gd name="connsiteX20" fmla="*/ 182880 w 243840"/>
              <a:gd name="connsiteY20" fmla="*/ 0 h 223520"/>
              <a:gd name="connsiteX21" fmla="*/ 50800 w 243840"/>
              <a:gd name="connsiteY21" fmla="*/ 40640 h 223520"/>
              <a:gd name="connsiteX22" fmla="*/ 50800 w 243840"/>
              <a:gd name="connsiteY22" fmla="*/ 50800 h 223520"/>
              <a:gd name="connsiteX23" fmla="*/ 50800 w 243840"/>
              <a:gd name="connsiteY23" fmla="*/ 52070 h 223520"/>
              <a:gd name="connsiteX24" fmla="*/ 60960 w 243840"/>
              <a:gd name="connsiteY24" fmla="*/ 60960 h 223520"/>
              <a:gd name="connsiteX25" fmla="*/ 71120 w 243840"/>
              <a:gd name="connsiteY25" fmla="*/ 50800 h 223520"/>
              <a:gd name="connsiteX26" fmla="*/ 71120 w 243840"/>
              <a:gd name="connsiteY26" fmla="*/ 40640 h 223520"/>
              <a:gd name="connsiteX27" fmla="*/ 172720 w 243840"/>
              <a:gd name="connsiteY27" fmla="*/ 40640 h 223520"/>
              <a:gd name="connsiteX28" fmla="*/ 172720 w 243840"/>
              <a:gd name="connsiteY28" fmla="*/ 50800 h 223520"/>
              <a:gd name="connsiteX29" fmla="*/ 172720 w 243840"/>
              <a:gd name="connsiteY29" fmla="*/ 52070 h 223520"/>
              <a:gd name="connsiteX30" fmla="*/ 182880 w 243840"/>
              <a:gd name="connsiteY30" fmla="*/ 60960 h 223520"/>
              <a:gd name="connsiteX31" fmla="*/ 193040 w 243840"/>
              <a:gd name="connsiteY31" fmla="*/ 50800 h 223520"/>
              <a:gd name="connsiteX32" fmla="*/ 193040 w 243840"/>
              <a:gd name="connsiteY32" fmla="*/ 40640 h 223520"/>
              <a:gd name="connsiteX33" fmla="*/ 223520 w 243840"/>
              <a:gd name="connsiteY33" fmla="*/ 40640 h 223520"/>
              <a:gd name="connsiteX34" fmla="*/ 223520 w 243840"/>
              <a:gd name="connsiteY34" fmla="*/ 82550 h 223520"/>
              <a:gd name="connsiteX35" fmla="*/ 20320 w 243840"/>
              <a:gd name="connsiteY35" fmla="*/ 82550 h 223520"/>
              <a:gd name="connsiteX36" fmla="*/ 20320 w 243840"/>
              <a:gd name="connsiteY36" fmla="*/ 40640 h 223520"/>
              <a:gd name="connsiteX37" fmla="*/ 50800 w 243840"/>
              <a:gd name="connsiteY37" fmla="*/ 40640 h 223520"/>
              <a:gd name="connsiteX38" fmla="*/ 20320 w 243840"/>
              <a:gd name="connsiteY38" fmla="*/ 102870 h 223520"/>
              <a:gd name="connsiteX39" fmla="*/ 223520 w 243840"/>
              <a:gd name="connsiteY39" fmla="*/ 102870 h 223520"/>
              <a:gd name="connsiteX40" fmla="*/ 223520 w 243840"/>
              <a:gd name="connsiteY40" fmla="*/ 203200 h 223520"/>
              <a:gd name="connsiteX41" fmla="*/ 20320 w 243840"/>
              <a:gd name="connsiteY41" fmla="*/ 203200 h 223520"/>
              <a:gd name="connsiteX42" fmla="*/ 20320 w 243840"/>
              <a:gd name="connsiteY42" fmla="*/ 102870 h 223520"/>
              <a:gd name="connsiteX43" fmla="*/ 180340 w 243840"/>
              <a:gd name="connsiteY43" fmla="*/ 121920 h 223520"/>
              <a:gd name="connsiteX44" fmla="*/ 166370 w 243840"/>
              <a:gd name="connsiteY44" fmla="*/ 121920 h 223520"/>
              <a:gd name="connsiteX45" fmla="*/ 128270 w 243840"/>
              <a:gd name="connsiteY45" fmla="*/ 158750 h 223520"/>
              <a:gd name="connsiteX46" fmla="*/ 106680 w 243840"/>
              <a:gd name="connsiteY46" fmla="*/ 139700 h 223520"/>
              <a:gd name="connsiteX47" fmla="*/ 105410 w 243840"/>
              <a:gd name="connsiteY47" fmla="*/ 138430 h 223520"/>
              <a:gd name="connsiteX48" fmla="*/ 92710 w 243840"/>
              <a:gd name="connsiteY48" fmla="*/ 139700 h 223520"/>
              <a:gd name="connsiteX49" fmla="*/ 64770 w 243840"/>
              <a:gd name="connsiteY49" fmla="*/ 165100 h 223520"/>
              <a:gd name="connsiteX50" fmla="*/ 63500 w 243840"/>
              <a:gd name="connsiteY50" fmla="*/ 166370 h 223520"/>
              <a:gd name="connsiteX51" fmla="*/ 63500 w 243840"/>
              <a:gd name="connsiteY51" fmla="*/ 180340 h 223520"/>
              <a:gd name="connsiteX52" fmla="*/ 64770 w 243840"/>
              <a:gd name="connsiteY52" fmla="*/ 181610 h 223520"/>
              <a:gd name="connsiteX53" fmla="*/ 78740 w 243840"/>
              <a:gd name="connsiteY53" fmla="*/ 181610 h 223520"/>
              <a:gd name="connsiteX54" fmla="*/ 100330 w 243840"/>
              <a:gd name="connsiteY54" fmla="*/ 162560 h 223520"/>
              <a:gd name="connsiteX55" fmla="*/ 121920 w 243840"/>
              <a:gd name="connsiteY55" fmla="*/ 181610 h 223520"/>
              <a:gd name="connsiteX56" fmla="*/ 123190 w 243840"/>
              <a:gd name="connsiteY56" fmla="*/ 182880 h 223520"/>
              <a:gd name="connsiteX57" fmla="*/ 135890 w 243840"/>
              <a:gd name="connsiteY57" fmla="*/ 181610 h 223520"/>
              <a:gd name="connsiteX58" fmla="*/ 181610 w 243840"/>
              <a:gd name="connsiteY58" fmla="*/ 138430 h 223520"/>
              <a:gd name="connsiteX59" fmla="*/ 182880 w 243840"/>
              <a:gd name="connsiteY59" fmla="*/ 137160 h 223520"/>
              <a:gd name="connsiteX60" fmla="*/ 180340 w 243840"/>
              <a:gd name="connsiteY60" fmla="*/ 12192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43840" h="223520">
                <a:moveTo>
                  <a:pt x="182880" y="0"/>
                </a:moveTo>
                <a:cubicBezTo>
                  <a:pt x="187960" y="0"/>
                  <a:pt x="193040" y="3810"/>
                  <a:pt x="193040" y="8890"/>
                </a:cubicBezTo>
                <a:lnTo>
                  <a:pt x="193040" y="10160"/>
                </a:lnTo>
                <a:lnTo>
                  <a:pt x="193040" y="20320"/>
                </a:lnTo>
                <a:lnTo>
                  <a:pt x="223520" y="20320"/>
                </a:lnTo>
                <a:cubicBezTo>
                  <a:pt x="234950" y="20320"/>
                  <a:pt x="243840" y="29210"/>
                  <a:pt x="243840" y="40640"/>
                </a:cubicBezTo>
                <a:lnTo>
                  <a:pt x="243840" y="203200"/>
                </a:lnTo>
                <a:cubicBezTo>
                  <a:pt x="243840" y="214630"/>
                  <a:pt x="234950" y="223520"/>
                  <a:pt x="223520" y="223520"/>
                </a:cubicBezTo>
                <a:lnTo>
                  <a:pt x="20320" y="223520"/>
                </a:lnTo>
                <a:cubicBezTo>
                  <a:pt x="8890" y="223520"/>
                  <a:pt x="0" y="214630"/>
                  <a:pt x="0" y="203200"/>
                </a:cubicBezTo>
                <a:lnTo>
                  <a:pt x="0" y="40640"/>
                </a:lnTo>
                <a:cubicBezTo>
                  <a:pt x="0" y="29210"/>
                  <a:pt x="8890" y="20320"/>
                  <a:pt x="20320" y="20320"/>
                </a:cubicBezTo>
                <a:lnTo>
                  <a:pt x="50800" y="20320"/>
                </a:lnTo>
                <a:lnTo>
                  <a:pt x="50800" y="10160"/>
                </a:lnTo>
                <a:cubicBezTo>
                  <a:pt x="50800" y="5080"/>
                  <a:pt x="55880" y="0"/>
                  <a:pt x="60960" y="0"/>
                </a:cubicBezTo>
                <a:cubicBezTo>
                  <a:pt x="66040" y="0"/>
                  <a:pt x="71120" y="3810"/>
                  <a:pt x="71120" y="8890"/>
                </a:cubicBezTo>
                <a:lnTo>
                  <a:pt x="71120" y="10160"/>
                </a:lnTo>
                <a:lnTo>
                  <a:pt x="71120" y="20320"/>
                </a:lnTo>
                <a:lnTo>
                  <a:pt x="172720" y="20320"/>
                </a:lnTo>
                <a:lnTo>
                  <a:pt x="172720" y="10160"/>
                </a:lnTo>
                <a:cubicBezTo>
                  <a:pt x="172720" y="5080"/>
                  <a:pt x="177800" y="0"/>
                  <a:pt x="182880" y="0"/>
                </a:cubicBezTo>
                <a:close/>
                <a:moveTo>
                  <a:pt x="50800" y="40640"/>
                </a:moveTo>
                <a:lnTo>
                  <a:pt x="50800" y="50800"/>
                </a:lnTo>
                <a:lnTo>
                  <a:pt x="50800" y="52070"/>
                </a:lnTo>
                <a:cubicBezTo>
                  <a:pt x="50800" y="57150"/>
                  <a:pt x="55880" y="60960"/>
                  <a:pt x="60960" y="60960"/>
                </a:cubicBezTo>
                <a:cubicBezTo>
                  <a:pt x="66040" y="60960"/>
                  <a:pt x="71120" y="55880"/>
                  <a:pt x="71120" y="50800"/>
                </a:cubicBezTo>
                <a:lnTo>
                  <a:pt x="71120" y="40640"/>
                </a:lnTo>
                <a:lnTo>
                  <a:pt x="172720" y="40640"/>
                </a:lnTo>
                <a:lnTo>
                  <a:pt x="172720" y="50800"/>
                </a:lnTo>
                <a:lnTo>
                  <a:pt x="172720" y="52070"/>
                </a:lnTo>
                <a:cubicBezTo>
                  <a:pt x="172720" y="57150"/>
                  <a:pt x="177800" y="60960"/>
                  <a:pt x="182880" y="60960"/>
                </a:cubicBezTo>
                <a:cubicBezTo>
                  <a:pt x="187960" y="60960"/>
                  <a:pt x="193040" y="55880"/>
                  <a:pt x="193040" y="50800"/>
                </a:cubicBezTo>
                <a:lnTo>
                  <a:pt x="193040" y="40640"/>
                </a:lnTo>
                <a:lnTo>
                  <a:pt x="223520" y="40640"/>
                </a:lnTo>
                <a:lnTo>
                  <a:pt x="223520" y="82550"/>
                </a:lnTo>
                <a:lnTo>
                  <a:pt x="20320" y="82550"/>
                </a:lnTo>
                <a:lnTo>
                  <a:pt x="20320" y="40640"/>
                </a:lnTo>
                <a:lnTo>
                  <a:pt x="50800" y="40640"/>
                </a:lnTo>
                <a:close/>
                <a:moveTo>
                  <a:pt x="20320" y="102870"/>
                </a:moveTo>
                <a:lnTo>
                  <a:pt x="223520" y="102870"/>
                </a:lnTo>
                <a:lnTo>
                  <a:pt x="223520" y="203200"/>
                </a:lnTo>
                <a:lnTo>
                  <a:pt x="20320" y="203200"/>
                </a:lnTo>
                <a:lnTo>
                  <a:pt x="20320" y="102870"/>
                </a:lnTo>
                <a:close/>
                <a:moveTo>
                  <a:pt x="180340" y="121920"/>
                </a:moveTo>
                <a:cubicBezTo>
                  <a:pt x="176530" y="118110"/>
                  <a:pt x="170180" y="118110"/>
                  <a:pt x="166370" y="121920"/>
                </a:cubicBezTo>
                <a:lnTo>
                  <a:pt x="128270" y="158750"/>
                </a:lnTo>
                <a:lnTo>
                  <a:pt x="106680" y="139700"/>
                </a:lnTo>
                <a:lnTo>
                  <a:pt x="105410" y="138430"/>
                </a:lnTo>
                <a:cubicBezTo>
                  <a:pt x="101600" y="135890"/>
                  <a:pt x="96520" y="135890"/>
                  <a:pt x="92710" y="139700"/>
                </a:cubicBezTo>
                <a:lnTo>
                  <a:pt x="64770" y="165100"/>
                </a:lnTo>
                <a:lnTo>
                  <a:pt x="63500" y="166370"/>
                </a:lnTo>
                <a:cubicBezTo>
                  <a:pt x="59690" y="170180"/>
                  <a:pt x="59690" y="176530"/>
                  <a:pt x="63500" y="180340"/>
                </a:cubicBezTo>
                <a:lnTo>
                  <a:pt x="64770" y="181610"/>
                </a:lnTo>
                <a:cubicBezTo>
                  <a:pt x="68580" y="185420"/>
                  <a:pt x="74930" y="185420"/>
                  <a:pt x="78740" y="181610"/>
                </a:cubicBezTo>
                <a:lnTo>
                  <a:pt x="100330" y="162560"/>
                </a:lnTo>
                <a:lnTo>
                  <a:pt x="121920" y="181610"/>
                </a:lnTo>
                <a:lnTo>
                  <a:pt x="123190" y="182880"/>
                </a:lnTo>
                <a:cubicBezTo>
                  <a:pt x="127000" y="185420"/>
                  <a:pt x="132080" y="185420"/>
                  <a:pt x="135890" y="181610"/>
                </a:cubicBezTo>
                <a:lnTo>
                  <a:pt x="181610" y="138430"/>
                </a:lnTo>
                <a:lnTo>
                  <a:pt x="182880" y="137160"/>
                </a:lnTo>
                <a:cubicBezTo>
                  <a:pt x="182880" y="132080"/>
                  <a:pt x="182880" y="125730"/>
                  <a:pt x="180340" y="12192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009" name="Рисунок 2">
            <a:extLst>
              <a:ext uri="{FF2B5EF4-FFF2-40B4-BE49-F238E27FC236}">
                <a16:creationId xmlns:a16="http://schemas.microsoft.com/office/drawing/2014/main" id="{DC8FD154-12DC-AF75-95A9-D7B13D8F6816}"/>
              </a:ext>
            </a:extLst>
          </p:cNvPr>
          <p:cNvGrpSpPr/>
          <p:nvPr/>
        </p:nvGrpSpPr>
        <p:grpSpPr>
          <a:xfrm>
            <a:off x="5646420" y="3617312"/>
            <a:ext cx="213078" cy="212407"/>
            <a:chOff x="5734996" y="3094672"/>
            <a:chExt cx="213078" cy="212407"/>
          </a:xfrm>
          <a:solidFill>
            <a:schemeClr val="tx1"/>
          </a:solidFill>
        </p:grpSpPr>
        <p:sp>
          <p:nvSpPr>
            <p:cNvPr id="1010" name="Полилиния: фигура 649">
              <a:extLst>
                <a:ext uri="{FF2B5EF4-FFF2-40B4-BE49-F238E27FC236}">
                  <a16:creationId xmlns:a16="http://schemas.microsoft.com/office/drawing/2014/main" id="{CD2D53CF-EC14-F6E5-A2E1-0B3AEDEE3516}"/>
                </a:ext>
              </a:extLst>
            </p:cNvPr>
            <p:cNvSpPr/>
            <p:nvPr/>
          </p:nvSpPr>
          <p:spPr>
            <a:xfrm>
              <a:off x="5734996" y="3094823"/>
              <a:ext cx="213078" cy="212256"/>
            </a:xfrm>
            <a:custGeom>
              <a:avLst/>
              <a:gdLst>
                <a:gd name="connsiteX0" fmla="*/ 127324 w 213078"/>
                <a:gd name="connsiteY0" fmla="*/ 133517 h 212256"/>
                <a:gd name="connsiteX1" fmla="*/ 129863 w 213078"/>
                <a:gd name="connsiteY1" fmla="*/ 134787 h 212256"/>
                <a:gd name="connsiteX2" fmla="*/ 131134 w 213078"/>
                <a:gd name="connsiteY2" fmla="*/ 133517 h 212256"/>
                <a:gd name="connsiteX3" fmla="*/ 142563 w 213078"/>
                <a:gd name="connsiteY3" fmla="*/ 122087 h 212256"/>
                <a:gd name="connsiteX4" fmla="*/ 178124 w 213078"/>
                <a:gd name="connsiteY4" fmla="*/ 120817 h 212256"/>
                <a:gd name="connsiteX5" fmla="*/ 179394 w 213078"/>
                <a:gd name="connsiteY5" fmla="*/ 122087 h 212256"/>
                <a:gd name="connsiteX6" fmla="*/ 198444 w 213078"/>
                <a:gd name="connsiteY6" fmla="*/ 141137 h 212256"/>
                <a:gd name="connsiteX7" fmla="*/ 204794 w 213078"/>
                <a:gd name="connsiteY7" fmla="*/ 147487 h 212256"/>
                <a:gd name="connsiteX8" fmla="*/ 206063 w 213078"/>
                <a:gd name="connsiteY8" fmla="*/ 183047 h 212256"/>
                <a:gd name="connsiteX9" fmla="*/ 204794 w 213078"/>
                <a:gd name="connsiteY9" fmla="*/ 184317 h 212256"/>
                <a:gd name="connsiteX10" fmla="*/ 195904 w 213078"/>
                <a:gd name="connsiteY10" fmla="*/ 193207 h 212256"/>
                <a:gd name="connsiteX11" fmla="*/ 193363 w 213078"/>
                <a:gd name="connsiteY11" fmla="*/ 195747 h 212256"/>
                <a:gd name="connsiteX12" fmla="*/ 192094 w 213078"/>
                <a:gd name="connsiteY12" fmla="*/ 197017 h 212256"/>
                <a:gd name="connsiteX13" fmla="*/ 190824 w 213078"/>
                <a:gd name="connsiteY13" fmla="*/ 199557 h 212256"/>
                <a:gd name="connsiteX14" fmla="*/ 159074 w 213078"/>
                <a:gd name="connsiteY14" fmla="*/ 212257 h 212256"/>
                <a:gd name="connsiteX15" fmla="*/ 115894 w 213078"/>
                <a:gd name="connsiteY15" fmla="*/ 199557 h 212256"/>
                <a:gd name="connsiteX16" fmla="*/ 42234 w 213078"/>
                <a:gd name="connsiteY16" fmla="*/ 142407 h 212256"/>
                <a:gd name="connsiteX17" fmla="*/ 6674 w 213078"/>
                <a:gd name="connsiteY17" fmla="*/ 82717 h 212256"/>
                <a:gd name="connsiteX18" fmla="*/ 324 w 213078"/>
                <a:gd name="connsiteY18" fmla="*/ 47157 h 212256"/>
                <a:gd name="connsiteX19" fmla="*/ 11754 w 213078"/>
                <a:gd name="connsiteY19" fmla="*/ 23027 h 212256"/>
                <a:gd name="connsiteX20" fmla="*/ 13024 w 213078"/>
                <a:gd name="connsiteY20" fmla="*/ 21757 h 212256"/>
                <a:gd name="connsiteX21" fmla="*/ 25724 w 213078"/>
                <a:gd name="connsiteY21" fmla="*/ 9057 h 212256"/>
                <a:gd name="connsiteX22" fmla="*/ 28263 w 213078"/>
                <a:gd name="connsiteY22" fmla="*/ 6517 h 212256"/>
                <a:gd name="connsiteX23" fmla="*/ 63824 w 213078"/>
                <a:gd name="connsiteY23" fmla="*/ 7787 h 212256"/>
                <a:gd name="connsiteX24" fmla="*/ 76524 w 213078"/>
                <a:gd name="connsiteY24" fmla="*/ 20487 h 212256"/>
                <a:gd name="connsiteX25" fmla="*/ 86684 w 213078"/>
                <a:gd name="connsiteY25" fmla="*/ 30647 h 212256"/>
                <a:gd name="connsiteX26" fmla="*/ 90494 w 213078"/>
                <a:gd name="connsiteY26" fmla="*/ 34457 h 212256"/>
                <a:gd name="connsiteX27" fmla="*/ 90494 w 213078"/>
                <a:gd name="connsiteY27" fmla="*/ 68747 h 212256"/>
                <a:gd name="connsiteX28" fmla="*/ 87954 w 213078"/>
                <a:gd name="connsiteY28" fmla="*/ 71287 h 212256"/>
                <a:gd name="connsiteX29" fmla="*/ 82874 w 213078"/>
                <a:gd name="connsiteY29" fmla="*/ 76367 h 212256"/>
                <a:gd name="connsiteX30" fmla="*/ 76524 w 213078"/>
                <a:gd name="connsiteY30" fmla="*/ 82717 h 212256"/>
                <a:gd name="connsiteX31" fmla="*/ 87954 w 213078"/>
                <a:gd name="connsiteY31" fmla="*/ 99227 h 212256"/>
                <a:gd name="connsiteX32" fmla="*/ 124784 w 213078"/>
                <a:gd name="connsiteY32" fmla="*/ 133517 h 212256"/>
                <a:gd name="connsiteX33" fmla="*/ 127324 w 213078"/>
                <a:gd name="connsiteY33" fmla="*/ 133517 h 212256"/>
                <a:gd name="connsiteX34" fmla="*/ 127324 w 213078"/>
                <a:gd name="connsiteY34" fmla="*/ 133517 h 212256"/>
                <a:gd name="connsiteX35" fmla="*/ 49854 w 213078"/>
                <a:gd name="connsiteY35" fmla="*/ 20487 h 212256"/>
                <a:gd name="connsiteX36" fmla="*/ 40963 w 213078"/>
                <a:gd name="connsiteY36" fmla="*/ 20487 h 212256"/>
                <a:gd name="connsiteX37" fmla="*/ 38424 w 213078"/>
                <a:gd name="connsiteY37" fmla="*/ 23027 h 212256"/>
                <a:gd name="connsiteX38" fmla="*/ 28263 w 213078"/>
                <a:gd name="connsiteY38" fmla="*/ 33187 h 212256"/>
                <a:gd name="connsiteX39" fmla="*/ 24454 w 213078"/>
                <a:gd name="connsiteY39" fmla="*/ 36997 h 212256"/>
                <a:gd name="connsiteX40" fmla="*/ 19374 w 213078"/>
                <a:gd name="connsiteY40" fmla="*/ 47157 h 212256"/>
                <a:gd name="connsiteX41" fmla="*/ 24454 w 213078"/>
                <a:gd name="connsiteY41" fmla="*/ 75097 h 212256"/>
                <a:gd name="connsiteX42" fmla="*/ 57474 w 213078"/>
                <a:gd name="connsiteY42" fmla="*/ 128437 h 212256"/>
                <a:gd name="connsiteX43" fmla="*/ 124784 w 213078"/>
                <a:gd name="connsiteY43" fmla="*/ 180507 h 212256"/>
                <a:gd name="connsiteX44" fmla="*/ 159074 w 213078"/>
                <a:gd name="connsiteY44" fmla="*/ 190667 h 212256"/>
                <a:gd name="connsiteX45" fmla="*/ 175584 w 213078"/>
                <a:gd name="connsiteY45" fmla="*/ 184317 h 212256"/>
                <a:gd name="connsiteX46" fmla="*/ 181934 w 213078"/>
                <a:gd name="connsiteY46" fmla="*/ 176697 h 212256"/>
                <a:gd name="connsiteX47" fmla="*/ 189554 w 213078"/>
                <a:gd name="connsiteY47" fmla="*/ 169077 h 212256"/>
                <a:gd name="connsiteX48" fmla="*/ 189554 w 213078"/>
                <a:gd name="connsiteY48" fmla="*/ 160187 h 212256"/>
                <a:gd name="connsiteX49" fmla="*/ 184474 w 213078"/>
                <a:gd name="connsiteY49" fmla="*/ 155107 h 212256"/>
                <a:gd name="connsiteX50" fmla="*/ 164154 w 213078"/>
                <a:gd name="connsiteY50" fmla="*/ 134787 h 212256"/>
                <a:gd name="connsiteX51" fmla="*/ 156534 w 213078"/>
                <a:gd name="connsiteY51" fmla="*/ 134787 h 212256"/>
                <a:gd name="connsiteX52" fmla="*/ 146374 w 213078"/>
                <a:gd name="connsiteY52" fmla="*/ 144947 h 212256"/>
                <a:gd name="connsiteX53" fmla="*/ 140024 w 213078"/>
                <a:gd name="connsiteY53" fmla="*/ 151297 h 212256"/>
                <a:gd name="connsiteX54" fmla="*/ 123513 w 213078"/>
                <a:gd name="connsiteY54" fmla="*/ 153837 h 212256"/>
                <a:gd name="connsiteX55" fmla="*/ 117163 w 213078"/>
                <a:gd name="connsiteY55" fmla="*/ 151297 h 212256"/>
                <a:gd name="connsiteX56" fmla="*/ 114624 w 213078"/>
                <a:gd name="connsiteY56" fmla="*/ 150027 h 212256"/>
                <a:gd name="connsiteX57" fmla="*/ 112084 w 213078"/>
                <a:gd name="connsiteY57" fmla="*/ 148757 h 212256"/>
                <a:gd name="connsiteX58" fmla="*/ 70174 w 213078"/>
                <a:gd name="connsiteY58" fmla="*/ 110657 h 212256"/>
                <a:gd name="connsiteX59" fmla="*/ 54934 w 213078"/>
                <a:gd name="connsiteY59" fmla="*/ 85257 h 212256"/>
                <a:gd name="connsiteX60" fmla="*/ 58744 w 213078"/>
                <a:gd name="connsiteY60" fmla="*/ 70017 h 212256"/>
                <a:gd name="connsiteX61" fmla="*/ 66363 w 213078"/>
                <a:gd name="connsiteY61" fmla="*/ 62397 h 212256"/>
                <a:gd name="connsiteX62" fmla="*/ 71444 w 213078"/>
                <a:gd name="connsiteY62" fmla="*/ 57317 h 212256"/>
                <a:gd name="connsiteX63" fmla="*/ 72713 w 213078"/>
                <a:gd name="connsiteY63" fmla="*/ 56047 h 212256"/>
                <a:gd name="connsiteX64" fmla="*/ 75254 w 213078"/>
                <a:gd name="connsiteY64" fmla="*/ 53507 h 212256"/>
                <a:gd name="connsiteX65" fmla="*/ 75254 w 213078"/>
                <a:gd name="connsiteY65" fmla="*/ 45887 h 212256"/>
                <a:gd name="connsiteX66" fmla="*/ 72713 w 213078"/>
                <a:gd name="connsiteY66" fmla="*/ 43347 h 212256"/>
                <a:gd name="connsiteX67" fmla="*/ 49854 w 213078"/>
                <a:gd name="connsiteY67" fmla="*/ 20487 h 2122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</a:cxnLst>
              <a:rect l="l" t="t" r="r" b="b"/>
              <a:pathLst>
                <a:path w="213078" h="212256">
                  <a:moveTo>
                    <a:pt x="127324" y="133517"/>
                  </a:moveTo>
                  <a:lnTo>
                    <a:pt x="129863" y="134787"/>
                  </a:lnTo>
                  <a:lnTo>
                    <a:pt x="131134" y="133517"/>
                  </a:lnTo>
                  <a:lnTo>
                    <a:pt x="142563" y="122087"/>
                  </a:lnTo>
                  <a:cubicBezTo>
                    <a:pt x="152724" y="111927"/>
                    <a:pt x="166694" y="111927"/>
                    <a:pt x="178124" y="120817"/>
                  </a:cubicBezTo>
                  <a:lnTo>
                    <a:pt x="179394" y="122087"/>
                  </a:lnTo>
                  <a:lnTo>
                    <a:pt x="198444" y="141137"/>
                  </a:lnTo>
                  <a:lnTo>
                    <a:pt x="204794" y="147487"/>
                  </a:lnTo>
                  <a:cubicBezTo>
                    <a:pt x="214954" y="157647"/>
                    <a:pt x="216224" y="172887"/>
                    <a:pt x="206063" y="183047"/>
                  </a:cubicBezTo>
                  <a:lnTo>
                    <a:pt x="204794" y="184317"/>
                  </a:lnTo>
                  <a:lnTo>
                    <a:pt x="195904" y="193207"/>
                  </a:lnTo>
                  <a:lnTo>
                    <a:pt x="193363" y="195747"/>
                  </a:lnTo>
                  <a:cubicBezTo>
                    <a:pt x="193363" y="195747"/>
                    <a:pt x="193363" y="197017"/>
                    <a:pt x="192094" y="197017"/>
                  </a:cubicBezTo>
                  <a:lnTo>
                    <a:pt x="190824" y="199557"/>
                  </a:lnTo>
                  <a:cubicBezTo>
                    <a:pt x="181934" y="208447"/>
                    <a:pt x="171774" y="212257"/>
                    <a:pt x="159074" y="212257"/>
                  </a:cubicBezTo>
                  <a:cubicBezTo>
                    <a:pt x="145104" y="210987"/>
                    <a:pt x="131134" y="207177"/>
                    <a:pt x="115894" y="199557"/>
                  </a:cubicBezTo>
                  <a:cubicBezTo>
                    <a:pt x="87954" y="185587"/>
                    <a:pt x="62554" y="166537"/>
                    <a:pt x="42234" y="142407"/>
                  </a:cubicBezTo>
                  <a:cubicBezTo>
                    <a:pt x="25724" y="123357"/>
                    <a:pt x="14294" y="104307"/>
                    <a:pt x="6674" y="82717"/>
                  </a:cubicBezTo>
                  <a:cubicBezTo>
                    <a:pt x="1594" y="70017"/>
                    <a:pt x="-946" y="58587"/>
                    <a:pt x="324" y="47157"/>
                  </a:cubicBezTo>
                  <a:cubicBezTo>
                    <a:pt x="324" y="38267"/>
                    <a:pt x="4134" y="29377"/>
                    <a:pt x="11754" y="23027"/>
                  </a:cubicBezTo>
                  <a:lnTo>
                    <a:pt x="13024" y="21757"/>
                  </a:lnTo>
                  <a:lnTo>
                    <a:pt x="25724" y="9057"/>
                  </a:lnTo>
                  <a:lnTo>
                    <a:pt x="28263" y="6517"/>
                  </a:lnTo>
                  <a:cubicBezTo>
                    <a:pt x="38424" y="-2373"/>
                    <a:pt x="53663" y="-2373"/>
                    <a:pt x="63824" y="7787"/>
                  </a:cubicBezTo>
                  <a:lnTo>
                    <a:pt x="76524" y="20487"/>
                  </a:lnTo>
                  <a:lnTo>
                    <a:pt x="86684" y="30647"/>
                  </a:lnTo>
                  <a:lnTo>
                    <a:pt x="90494" y="34457"/>
                  </a:lnTo>
                  <a:cubicBezTo>
                    <a:pt x="99384" y="44617"/>
                    <a:pt x="99384" y="58587"/>
                    <a:pt x="90494" y="68747"/>
                  </a:cubicBezTo>
                  <a:lnTo>
                    <a:pt x="87954" y="71287"/>
                  </a:lnTo>
                  <a:lnTo>
                    <a:pt x="82874" y="76367"/>
                  </a:lnTo>
                  <a:lnTo>
                    <a:pt x="76524" y="82717"/>
                  </a:lnTo>
                  <a:cubicBezTo>
                    <a:pt x="79063" y="87797"/>
                    <a:pt x="82874" y="92877"/>
                    <a:pt x="87954" y="99227"/>
                  </a:cubicBezTo>
                  <a:cubicBezTo>
                    <a:pt x="99384" y="113197"/>
                    <a:pt x="110813" y="124627"/>
                    <a:pt x="124784" y="133517"/>
                  </a:cubicBezTo>
                  <a:lnTo>
                    <a:pt x="127324" y="133517"/>
                  </a:lnTo>
                  <a:cubicBezTo>
                    <a:pt x="126054" y="132247"/>
                    <a:pt x="126054" y="132247"/>
                    <a:pt x="127324" y="133517"/>
                  </a:cubicBezTo>
                  <a:close/>
                  <a:moveTo>
                    <a:pt x="49854" y="20487"/>
                  </a:moveTo>
                  <a:cubicBezTo>
                    <a:pt x="47313" y="17947"/>
                    <a:pt x="44774" y="17947"/>
                    <a:pt x="40963" y="20487"/>
                  </a:cubicBezTo>
                  <a:lnTo>
                    <a:pt x="38424" y="23027"/>
                  </a:lnTo>
                  <a:lnTo>
                    <a:pt x="28263" y="33187"/>
                  </a:lnTo>
                  <a:lnTo>
                    <a:pt x="24454" y="36997"/>
                  </a:lnTo>
                  <a:cubicBezTo>
                    <a:pt x="20644" y="39537"/>
                    <a:pt x="19374" y="43347"/>
                    <a:pt x="19374" y="47157"/>
                  </a:cubicBezTo>
                  <a:cubicBezTo>
                    <a:pt x="19374" y="56047"/>
                    <a:pt x="20644" y="63667"/>
                    <a:pt x="24454" y="75097"/>
                  </a:cubicBezTo>
                  <a:cubicBezTo>
                    <a:pt x="32074" y="94147"/>
                    <a:pt x="42234" y="111927"/>
                    <a:pt x="57474" y="128437"/>
                  </a:cubicBezTo>
                  <a:cubicBezTo>
                    <a:pt x="76524" y="150027"/>
                    <a:pt x="98113" y="167807"/>
                    <a:pt x="124784" y="180507"/>
                  </a:cubicBezTo>
                  <a:cubicBezTo>
                    <a:pt x="137484" y="186857"/>
                    <a:pt x="148913" y="190667"/>
                    <a:pt x="159074" y="190667"/>
                  </a:cubicBezTo>
                  <a:cubicBezTo>
                    <a:pt x="166694" y="190667"/>
                    <a:pt x="171774" y="189397"/>
                    <a:pt x="175584" y="184317"/>
                  </a:cubicBezTo>
                  <a:cubicBezTo>
                    <a:pt x="178124" y="181777"/>
                    <a:pt x="179394" y="180507"/>
                    <a:pt x="181934" y="176697"/>
                  </a:cubicBezTo>
                  <a:lnTo>
                    <a:pt x="189554" y="169077"/>
                  </a:lnTo>
                  <a:cubicBezTo>
                    <a:pt x="192094" y="166537"/>
                    <a:pt x="192094" y="163997"/>
                    <a:pt x="189554" y="160187"/>
                  </a:cubicBezTo>
                  <a:lnTo>
                    <a:pt x="184474" y="155107"/>
                  </a:lnTo>
                  <a:lnTo>
                    <a:pt x="164154" y="134787"/>
                  </a:lnTo>
                  <a:cubicBezTo>
                    <a:pt x="161613" y="132247"/>
                    <a:pt x="159074" y="132247"/>
                    <a:pt x="156534" y="134787"/>
                  </a:cubicBezTo>
                  <a:lnTo>
                    <a:pt x="146374" y="144947"/>
                  </a:lnTo>
                  <a:lnTo>
                    <a:pt x="140024" y="151297"/>
                  </a:lnTo>
                  <a:cubicBezTo>
                    <a:pt x="134944" y="156377"/>
                    <a:pt x="129863" y="156377"/>
                    <a:pt x="123513" y="153837"/>
                  </a:cubicBezTo>
                  <a:lnTo>
                    <a:pt x="117163" y="151297"/>
                  </a:lnTo>
                  <a:lnTo>
                    <a:pt x="114624" y="150027"/>
                  </a:lnTo>
                  <a:lnTo>
                    <a:pt x="112084" y="148757"/>
                  </a:lnTo>
                  <a:cubicBezTo>
                    <a:pt x="96844" y="138597"/>
                    <a:pt x="82874" y="125897"/>
                    <a:pt x="70174" y="110657"/>
                  </a:cubicBezTo>
                  <a:cubicBezTo>
                    <a:pt x="63824" y="101767"/>
                    <a:pt x="58744" y="94147"/>
                    <a:pt x="54934" y="85257"/>
                  </a:cubicBezTo>
                  <a:cubicBezTo>
                    <a:pt x="52394" y="80177"/>
                    <a:pt x="53663" y="73827"/>
                    <a:pt x="58744" y="70017"/>
                  </a:cubicBezTo>
                  <a:lnTo>
                    <a:pt x="66363" y="62397"/>
                  </a:lnTo>
                  <a:lnTo>
                    <a:pt x="71444" y="57317"/>
                  </a:lnTo>
                  <a:cubicBezTo>
                    <a:pt x="71444" y="57317"/>
                    <a:pt x="72713" y="56047"/>
                    <a:pt x="72713" y="56047"/>
                  </a:cubicBezTo>
                  <a:lnTo>
                    <a:pt x="75254" y="53507"/>
                  </a:lnTo>
                  <a:cubicBezTo>
                    <a:pt x="77794" y="50967"/>
                    <a:pt x="77794" y="48427"/>
                    <a:pt x="75254" y="45887"/>
                  </a:cubicBezTo>
                  <a:lnTo>
                    <a:pt x="72713" y="43347"/>
                  </a:lnTo>
                  <a:lnTo>
                    <a:pt x="49854" y="2048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11" name="Полилиния: фигура 650">
              <a:extLst>
                <a:ext uri="{FF2B5EF4-FFF2-40B4-BE49-F238E27FC236}">
                  <a16:creationId xmlns:a16="http://schemas.microsoft.com/office/drawing/2014/main" id="{FEDBFDC0-370F-A9AB-C4D1-342B266733F6}"/>
                </a:ext>
              </a:extLst>
            </p:cNvPr>
            <p:cNvSpPr/>
            <p:nvPr/>
          </p:nvSpPr>
          <p:spPr>
            <a:xfrm>
              <a:off x="5867082" y="3094672"/>
              <a:ext cx="79374" cy="79374"/>
            </a:xfrm>
            <a:custGeom>
              <a:avLst/>
              <a:gdLst>
                <a:gd name="connsiteX0" fmla="*/ 39688 w 79374"/>
                <a:gd name="connsiteY0" fmla="*/ 53657 h 79374"/>
                <a:gd name="connsiteX1" fmla="*/ 16827 w 79374"/>
                <a:gd name="connsiteY1" fmla="*/ 76517 h 79374"/>
                <a:gd name="connsiteX2" fmla="*/ 2858 w 79374"/>
                <a:gd name="connsiteY2" fmla="*/ 76517 h 79374"/>
                <a:gd name="connsiteX3" fmla="*/ 2858 w 79374"/>
                <a:gd name="connsiteY3" fmla="*/ 62548 h 79374"/>
                <a:gd name="connsiteX4" fmla="*/ 25718 w 79374"/>
                <a:gd name="connsiteY4" fmla="*/ 39688 h 79374"/>
                <a:gd name="connsiteX5" fmla="*/ 2858 w 79374"/>
                <a:gd name="connsiteY5" fmla="*/ 16827 h 79374"/>
                <a:gd name="connsiteX6" fmla="*/ 2858 w 79374"/>
                <a:gd name="connsiteY6" fmla="*/ 2857 h 79374"/>
                <a:gd name="connsiteX7" fmla="*/ 16827 w 79374"/>
                <a:gd name="connsiteY7" fmla="*/ 2857 h 79374"/>
                <a:gd name="connsiteX8" fmla="*/ 39688 w 79374"/>
                <a:gd name="connsiteY8" fmla="*/ 25717 h 79374"/>
                <a:gd name="connsiteX9" fmla="*/ 62547 w 79374"/>
                <a:gd name="connsiteY9" fmla="*/ 2857 h 79374"/>
                <a:gd name="connsiteX10" fmla="*/ 76518 w 79374"/>
                <a:gd name="connsiteY10" fmla="*/ 2857 h 79374"/>
                <a:gd name="connsiteX11" fmla="*/ 76518 w 79374"/>
                <a:gd name="connsiteY11" fmla="*/ 16827 h 79374"/>
                <a:gd name="connsiteX12" fmla="*/ 53658 w 79374"/>
                <a:gd name="connsiteY12" fmla="*/ 39688 h 79374"/>
                <a:gd name="connsiteX13" fmla="*/ 76518 w 79374"/>
                <a:gd name="connsiteY13" fmla="*/ 62548 h 79374"/>
                <a:gd name="connsiteX14" fmla="*/ 76518 w 79374"/>
                <a:gd name="connsiteY14" fmla="*/ 76517 h 79374"/>
                <a:gd name="connsiteX15" fmla="*/ 62547 w 79374"/>
                <a:gd name="connsiteY15" fmla="*/ 76517 h 79374"/>
                <a:gd name="connsiteX16" fmla="*/ 39688 w 79374"/>
                <a:gd name="connsiteY16" fmla="*/ 53657 h 793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79374" h="79374">
                  <a:moveTo>
                    <a:pt x="39688" y="53657"/>
                  </a:moveTo>
                  <a:lnTo>
                    <a:pt x="16827" y="76517"/>
                  </a:lnTo>
                  <a:cubicBezTo>
                    <a:pt x="13018" y="80327"/>
                    <a:pt x="6668" y="80327"/>
                    <a:pt x="2858" y="76517"/>
                  </a:cubicBezTo>
                  <a:cubicBezTo>
                    <a:pt x="-953" y="72707"/>
                    <a:pt x="-953" y="66357"/>
                    <a:pt x="2858" y="62548"/>
                  </a:cubicBezTo>
                  <a:lnTo>
                    <a:pt x="25718" y="39688"/>
                  </a:lnTo>
                  <a:lnTo>
                    <a:pt x="2858" y="16827"/>
                  </a:lnTo>
                  <a:cubicBezTo>
                    <a:pt x="-953" y="13017"/>
                    <a:pt x="-953" y="6667"/>
                    <a:pt x="2858" y="2857"/>
                  </a:cubicBezTo>
                  <a:cubicBezTo>
                    <a:pt x="6668" y="-952"/>
                    <a:pt x="13018" y="-952"/>
                    <a:pt x="16827" y="2857"/>
                  </a:cubicBezTo>
                  <a:lnTo>
                    <a:pt x="39688" y="25717"/>
                  </a:lnTo>
                  <a:lnTo>
                    <a:pt x="62547" y="2857"/>
                  </a:lnTo>
                  <a:cubicBezTo>
                    <a:pt x="66358" y="-952"/>
                    <a:pt x="72708" y="-952"/>
                    <a:pt x="76518" y="2857"/>
                  </a:cubicBezTo>
                  <a:cubicBezTo>
                    <a:pt x="80327" y="6667"/>
                    <a:pt x="80327" y="13017"/>
                    <a:pt x="76518" y="16827"/>
                  </a:cubicBezTo>
                  <a:lnTo>
                    <a:pt x="53658" y="39688"/>
                  </a:lnTo>
                  <a:lnTo>
                    <a:pt x="76518" y="62548"/>
                  </a:lnTo>
                  <a:cubicBezTo>
                    <a:pt x="80327" y="66357"/>
                    <a:pt x="80327" y="72707"/>
                    <a:pt x="76518" y="76517"/>
                  </a:cubicBezTo>
                  <a:cubicBezTo>
                    <a:pt x="72708" y="80327"/>
                    <a:pt x="66358" y="80327"/>
                    <a:pt x="62547" y="76517"/>
                  </a:cubicBezTo>
                  <a:lnTo>
                    <a:pt x="39688" y="5365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012" name="Полилиния: фигура 652">
            <a:extLst>
              <a:ext uri="{FF2B5EF4-FFF2-40B4-BE49-F238E27FC236}">
                <a16:creationId xmlns:a16="http://schemas.microsoft.com/office/drawing/2014/main" id="{08E6F9F7-16AC-A0D6-1653-437CC95FED07}"/>
              </a:ext>
            </a:extLst>
          </p:cNvPr>
          <p:cNvSpPr/>
          <p:nvPr/>
        </p:nvSpPr>
        <p:spPr>
          <a:xfrm>
            <a:off x="11230933" y="2632889"/>
            <a:ext cx="223520" cy="223519"/>
          </a:xfrm>
          <a:custGeom>
            <a:avLst/>
            <a:gdLst>
              <a:gd name="connsiteX0" fmla="*/ 35560 w 223520"/>
              <a:gd name="connsiteY0" fmla="*/ 20320 h 223519"/>
              <a:gd name="connsiteX1" fmla="*/ 35560 w 223520"/>
              <a:gd name="connsiteY1" fmla="*/ 60960 h 223519"/>
              <a:gd name="connsiteX2" fmla="*/ 55880 w 223520"/>
              <a:gd name="connsiteY2" fmla="*/ 60960 h 223519"/>
              <a:gd name="connsiteX3" fmla="*/ 76200 w 223520"/>
              <a:gd name="connsiteY3" fmla="*/ 40640 h 223519"/>
              <a:gd name="connsiteX4" fmla="*/ 55880 w 223520"/>
              <a:gd name="connsiteY4" fmla="*/ 20320 h 223519"/>
              <a:gd name="connsiteX5" fmla="*/ 35560 w 223520"/>
              <a:gd name="connsiteY5" fmla="*/ 20320 h 223519"/>
              <a:gd name="connsiteX6" fmla="*/ 96520 w 223520"/>
              <a:gd name="connsiteY6" fmla="*/ 40640 h 223519"/>
              <a:gd name="connsiteX7" fmla="*/ 55880 w 223520"/>
              <a:gd name="connsiteY7" fmla="*/ 81280 h 223519"/>
              <a:gd name="connsiteX8" fmla="*/ 35560 w 223520"/>
              <a:gd name="connsiteY8" fmla="*/ 81280 h 223519"/>
              <a:gd name="connsiteX9" fmla="*/ 35560 w 223520"/>
              <a:gd name="connsiteY9" fmla="*/ 91440 h 223519"/>
              <a:gd name="connsiteX10" fmla="*/ 50800 w 223520"/>
              <a:gd name="connsiteY10" fmla="*/ 91440 h 223519"/>
              <a:gd name="connsiteX11" fmla="*/ 60960 w 223520"/>
              <a:gd name="connsiteY11" fmla="*/ 101600 h 223519"/>
              <a:gd name="connsiteX12" fmla="*/ 50800 w 223520"/>
              <a:gd name="connsiteY12" fmla="*/ 111760 h 223519"/>
              <a:gd name="connsiteX13" fmla="*/ 35560 w 223520"/>
              <a:gd name="connsiteY13" fmla="*/ 111760 h 223519"/>
              <a:gd name="connsiteX14" fmla="*/ 35560 w 223520"/>
              <a:gd name="connsiteY14" fmla="*/ 116840 h 223519"/>
              <a:gd name="connsiteX15" fmla="*/ 25400 w 223520"/>
              <a:gd name="connsiteY15" fmla="*/ 127000 h 223519"/>
              <a:gd name="connsiteX16" fmla="*/ 15240 w 223520"/>
              <a:gd name="connsiteY16" fmla="*/ 116840 h 223519"/>
              <a:gd name="connsiteX17" fmla="*/ 15240 w 223520"/>
              <a:gd name="connsiteY17" fmla="*/ 111760 h 223519"/>
              <a:gd name="connsiteX18" fmla="*/ 10160 w 223520"/>
              <a:gd name="connsiteY18" fmla="*/ 111760 h 223519"/>
              <a:gd name="connsiteX19" fmla="*/ 0 w 223520"/>
              <a:gd name="connsiteY19" fmla="*/ 101600 h 223519"/>
              <a:gd name="connsiteX20" fmla="*/ 10160 w 223520"/>
              <a:gd name="connsiteY20" fmla="*/ 91440 h 223519"/>
              <a:gd name="connsiteX21" fmla="*/ 15240 w 223520"/>
              <a:gd name="connsiteY21" fmla="*/ 91440 h 223519"/>
              <a:gd name="connsiteX22" fmla="*/ 15240 w 223520"/>
              <a:gd name="connsiteY22" fmla="*/ 81280 h 223519"/>
              <a:gd name="connsiteX23" fmla="*/ 10160 w 223520"/>
              <a:gd name="connsiteY23" fmla="*/ 81280 h 223519"/>
              <a:gd name="connsiteX24" fmla="*/ 0 w 223520"/>
              <a:gd name="connsiteY24" fmla="*/ 71120 h 223519"/>
              <a:gd name="connsiteX25" fmla="*/ 10160 w 223520"/>
              <a:gd name="connsiteY25" fmla="*/ 60960 h 223519"/>
              <a:gd name="connsiteX26" fmla="*/ 15240 w 223520"/>
              <a:gd name="connsiteY26" fmla="*/ 60960 h 223519"/>
              <a:gd name="connsiteX27" fmla="*/ 15240 w 223520"/>
              <a:gd name="connsiteY27" fmla="*/ 11430 h 223519"/>
              <a:gd name="connsiteX28" fmla="*/ 26670 w 223520"/>
              <a:gd name="connsiteY28" fmla="*/ 0 h 223519"/>
              <a:gd name="connsiteX29" fmla="*/ 55880 w 223520"/>
              <a:gd name="connsiteY29" fmla="*/ 0 h 223519"/>
              <a:gd name="connsiteX30" fmla="*/ 96520 w 223520"/>
              <a:gd name="connsiteY30" fmla="*/ 40640 h 223519"/>
              <a:gd name="connsiteX31" fmla="*/ 171450 w 223520"/>
              <a:gd name="connsiteY31" fmla="*/ 52070 h 223519"/>
              <a:gd name="connsiteX32" fmla="*/ 168910 w 223520"/>
              <a:gd name="connsiteY32" fmla="*/ 38100 h 223519"/>
              <a:gd name="connsiteX33" fmla="*/ 154940 w 223520"/>
              <a:gd name="connsiteY33" fmla="*/ 40640 h 223519"/>
              <a:gd name="connsiteX34" fmla="*/ 43180 w 223520"/>
              <a:gd name="connsiteY34" fmla="*/ 193040 h 223519"/>
              <a:gd name="connsiteX35" fmla="*/ 45720 w 223520"/>
              <a:gd name="connsiteY35" fmla="*/ 207010 h 223519"/>
              <a:gd name="connsiteX36" fmla="*/ 59690 w 223520"/>
              <a:gd name="connsiteY36" fmla="*/ 204470 h 223519"/>
              <a:gd name="connsiteX37" fmla="*/ 171450 w 223520"/>
              <a:gd name="connsiteY37" fmla="*/ 52070 h 223519"/>
              <a:gd name="connsiteX38" fmla="*/ 193040 w 223520"/>
              <a:gd name="connsiteY38" fmla="*/ 111760 h 223519"/>
              <a:gd name="connsiteX39" fmla="*/ 182880 w 223520"/>
              <a:gd name="connsiteY39" fmla="*/ 101600 h 223519"/>
              <a:gd name="connsiteX40" fmla="*/ 172720 w 223520"/>
              <a:gd name="connsiteY40" fmla="*/ 111760 h 223519"/>
              <a:gd name="connsiteX41" fmla="*/ 172720 w 223520"/>
              <a:gd name="connsiteY41" fmla="*/ 116840 h 223519"/>
              <a:gd name="connsiteX42" fmla="*/ 170180 w 223520"/>
              <a:gd name="connsiteY42" fmla="*/ 116840 h 223519"/>
              <a:gd name="connsiteX43" fmla="*/ 142240 w 223520"/>
              <a:gd name="connsiteY43" fmla="*/ 144780 h 223519"/>
              <a:gd name="connsiteX44" fmla="*/ 170180 w 223520"/>
              <a:gd name="connsiteY44" fmla="*/ 172720 h 223519"/>
              <a:gd name="connsiteX45" fmla="*/ 195580 w 223520"/>
              <a:gd name="connsiteY45" fmla="*/ 172720 h 223519"/>
              <a:gd name="connsiteX46" fmla="*/ 203200 w 223520"/>
              <a:gd name="connsiteY46" fmla="*/ 180340 h 223519"/>
              <a:gd name="connsiteX47" fmla="*/ 195580 w 223520"/>
              <a:gd name="connsiteY47" fmla="*/ 187960 h 223519"/>
              <a:gd name="connsiteX48" fmla="*/ 152400 w 223520"/>
              <a:gd name="connsiteY48" fmla="*/ 187960 h 223519"/>
              <a:gd name="connsiteX49" fmla="*/ 142240 w 223520"/>
              <a:gd name="connsiteY49" fmla="*/ 198120 h 223519"/>
              <a:gd name="connsiteX50" fmla="*/ 152400 w 223520"/>
              <a:gd name="connsiteY50" fmla="*/ 208280 h 223519"/>
              <a:gd name="connsiteX51" fmla="*/ 172720 w 223520"/>
              <a:gd name="connsiteY51" fmla="*/ 208280 h 223519"/>
              <a:gd name="connsiteX52" fmla="*/ 172720 w 223520"/>
              <a:gd name="connsiteY52" fmla="*/ 213360 h 223519"/>
              <a:gd name="connsiteX53" fmla="*/ 182880 w 223520"/>
              <a:gd name="connsiteY53" fmla="*/ 223520 h 223519"/>
              <a:gd name="connsiteX54" fmla="*/ 193040 w 223520"/>
              <a:gd name="connsiteY54" fmla="*/ 213360 h 223519"/>
              <a:gd name="connsiteX55" fmla="*/ 193040 w 223520"/>
              <a:gd name="connsiteY55" fmla="*/ 208280 h 223519"/>
              <a:gd name="connsiteX56" fmla="*/ 195580 w 223520"/>
              <a:gd name="connsiteY56" fmla="*/ 208280 h 223519"/>
              <a:gd name="connsiteX57" fmla="*/ 223520 w 223520"/>
              <a:gd name="connsiteY57" fmla="*/ 180340 h 223519"/>
              <a:gd name="connsiteX58" fmla="*/ 195580 w 223520"/>
              <a:gd name="connsiteY58" fmla="*/ 152400 h 223519"/>
              <a:gd name="connsiteX59" fmla="*/ 170180 w 223520"/>
              <a:gd name="connsiteY59" fmla="*/ 152400 h 223519"/>
              <a:gd name="connsiteX60" fmla="*/ 162560 w 223520"/>
              <a:gd name="connsiteY60" fmla="*/ 144780 h 223519"/>
              <a:gd name="connsiteX61" fmla="*/ 170180 w 223520"/>
              <a:gd name="connsiteY61" fmla="*/ 137160 h 223519"/>
              <a:gd name="connsiteX62" fmla="*/ 213360 w 223520"/>
              <a:gd name="connsiteY62" fmla="*/ 137160 h 223519"/>
              <a:gd name="connsiteX63" fmla="*/ 223520 w 223520"/>
              <a:gd name="connsiteY63" fmla="*/ 127000 h 223519"/>
              <a:gd name="connsiteX64" fmla="*/ 213360 w 223520"/>
              <a:gd name="connsiteY64" fmla="*/ 116840 h 223519"/>
              <a:gd name="connsiteX65" fmla="*/ 193040 w 223520"/>
              <a:gd name="connsiteY65" fmla="*/ 116840 h 223519"/>
              <a:gd name="connsiteX66" fmla="*/ 193040 w 223520"/>
              <a:gd name="connsiteY66" fmla="*/ 111760 h 2235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</a:cxnLst>
            <a:rect l="l" t="t" r="r" b="b"/>
            <a:pathLst>
              <a:path w="223520" h="223519">
                <a:moveTo>
                  <a:pt x="35560" y="20320"/>
                </a:moveTo>
                <a:lnTo>
                  <a:pt x="35560" y="60960"/>
                </a:lnTo>
                <a:lnTo>
                  <a:pt x="55880" y="60960"/>
                </a:lnTo>
                <a:cubicBezTo>
                  <a:pt x="67310" y="60960"/>
                  <a:pt x="76200" y="52070"/>
                  <a:pt x="76200" y="40640"/>
                </a:cubicBezTo>
                <a:cubicBezTo>
                  <a:pt x="76200" y="29210"/>
                  <a:pt x="67310" y="20320"/>
                  <a:pt x="55880" y="20320"/>
                </a:cubicBezTo>
                <a:lnTo>
                  <a:pt x="35560" y="20320"/>
                </a:lnTo>
                <a:close/>
                <a:moveTo>
                  <a:pt x="96520" y="40640"/>
                </a:moveTo>
                <a:cubicBezTo>
                  <a:pt x="96520" y="63500"/>
                  <a:pt x="78740" y="81280"/>
                  <a:pt x="55880" y="81280"/>
                </a:cubicBezTo>
                <a:lnTo>
                  <a:pt x="35560" y="81280"/>
                </a:lnTo>
                <a:lnTo>
                  <a:pt x="35560" y="91440"/>
                </a:lnTo>
                <a:lnTo>
                  <a:pt x="50800" y="91440"/>
                </a:lnTo>
                <a:cubicBezTo>
                  <a:pt x="55880" y="91440"/>
                  <a:pt x="60960" y="96520"/>
                  <a:pt x="60960" y="101600"/>
                </a:cubicBezTo>
                <a:cubicBezTo>
                  <a:pt x="60960" y="106680"/>
                  <a:pt x="55880" y="111760"/>
                  <a:pt x="50800" y="111760"/>
                </a:cubicBezTo>
                <a:lnTo>
                  <a:pt x="35560" y="111760"/>
                </a:lnTo>
                <a:lnTo>
                  <a:pt x="35560" y="116840"/>
                </a:lnTo>
                <a:cubicBezTo>
                  <a:pt x="35560" y="121920"/>
                  <a:pt x="30480" y="127000"/>
                  <a:pt x="25400" y="127000"/>
                </a:cubicBezTo>
                <a:cubicBezTo>
                  <a:pt x="20320" y="127000"/>
                  <a:pt x="15240" y="121920"/>
                  <a:pt x="15240" y="116840"/>
                </a:cubicBezTo>
                <a:lnTo>
                  <a:pt x="15240" y="111760"/>
                </a:lnTo>
                <a:lnTo>
                  <a:pt x="10160" y="111760"/>
                </a:lnTo>
                <a:cubicBezTo>
                  <a:pt x="5080" y="111760"/>
                  <a:pt x="0" y="106680"/>
                  <a:pt x="0" y="101600"/>
                </a:cubicBezTo>
                <a:cubicBezTo>
                  <a:pt x="0" y="96520"/>
                  <a:pt x="5080" y="91440"/>
                  <a:pt x="10160" y="91440"/>
                </a:cubicBezTo>
                <a:lnTo>
                  <a:pt x="15240" y="91440"/>
                </a:lnTo>
                <a:lnTo>
                  <a:pt x="15240" y="81280"/>
                </a:lnTo>
                <a:lnTo>
                  <a:pt x="10160" y="81280"/>
                </a:lnTo>
                <a:cubicBezTo>
                  <a:pt x="5080" y="81280"/>
                  <a:pt x="0" y="76200"/>
                  <a:pt x="0" y="71120"/>
                </a:cubicBezTo>
                <a:cubicBezTo>
                  <a:pt x="0" y="66040"/>
                  <a:pt x="5080" y="60960"/>
                  <a:pt x="10160" y="60960"/>
                </a:cubicBezTo>
                <a:lnTo>
                  <a:pt x="15240" y="60960"/>
                </a:lnTo>
                <a:lnTo>
                  <a:pt x="15240" y="11430"/>
                </a:lnTo>
                <a:cubicBezTo>
                  <a:pt x="15240" y="5080"/>
                  <a:pt x="20320" y="0"/>
                  <a:pt x="26670" y="0"/>
                </a:cubicBezTo>
                <a:lnTo>
                  <a:pt x="55880" y="0"/>
                </a:lnTo>
                <a:cubicBezTo>
                  <a:pt x="78740" y="0"/>
                  <a:pt x="96520" y="19050"/>
                  <a:pt x="96520" y="40640"/>
                </a:cubicBezTo>
                <a:close/>
                <a:moveTo>
                  <a:pt x="171450" y="52070"/>
                </a:moveTo>
                <a:cubicBezTo>
                  <a:pt x="175260" y="46990"/>
                  <a:pt x="173990" y="40640"/>
                  <a:pt x="168910" y="38100"/>
                </a:cubicBezTo>
                <a:cubicBezTo>
                  <a:pt x="163830" y="34290"/>
                  <a:pt x="157480" y="35560"/>
                  <a:pt x="154940" y="40640"/>
                </a:cubicBezTo>
                <a:lnTo>
                  <a:pt x="43180" y="193040"/>
                </a:lnTo>
                <a:cubicBezTo>
                  <a:pt x="39370" y="198120"/>
                  <a:pt x="40640" y="204470"/>
                  <a:pt x="45720" y="207010"/>
                </a:cubicBezTo>
                <a:cubicBezTo>
                  <a:pt x="50800" y="210820"/>
                  <a:pt x="57150" y="209550"/>
                  <a:pt x="59690" y="204470"/>
                </a:cubicBezTo>
                <a:lnTo>
                  <a:pt x="171450" y="52070"/>
                </a:lnTo>
                <a:close/>
                <a:moveTo>
                  <a:pt x="193040" y="111760"/>
                </a:moveTo>
                <a:cubicBezTo>
                  <a:pt x="193040" y="106680"/>
                  <a:pt x="187960" y="101600"/>
                  <a:pt x="182880" y="101600"/>
                </a:cubicBezTo>
                <a:cubicBezTo>
                  <a:pt x="177800" y="101600"/>
                  <a:pt x="172720" y="106680"/>
                  <a:pt x="172720" y="111760"/>
                </a:cubicBezTo>
                <a:lnTo>
                  <a:pt x="172720" y="116840"/>
                </a:lnTo>
                <a:lnTo>
                  <a:pt x="170180" y="116840"/>
                </a:lnTo>
                <a:cubicBezTo>
                  <a:pt x="154940" y="116840"/>
                  <a:pt x="142240" y="129540"/>
                  <a:pt x="142240" y="144780"/>
                </a:cubicBezTo>
                <a:cubicBezTo>
                  <a:pt x="142240" y="160020"/>
                  <a:pt x="154940" y="172720"/>
                  <a:pt x="170180" y="172720"/>
                </a:cubicBezTo>
                <a:lnTo>
                  <a:pt x="195580" y="172720"/>
                </a:lnTo>
                <a:cubicBezTo>
                  <a:pt x="199390" y="172720"/>
                  <a:pt x="203200" y="176530"/>
                  <a:pt x="203200" y="180340"/>
                </a:cubicBezTo>
                <a:cubicBezTo>
                  <a:pt x="203200" y="184150"/>
                  <a:pt x="199390" y="187960"/>
                  <a:pt x="195580" y="187960"/>
                </a:cubicBezTo>
                <a:lnTo>
                  <a:pt x="152400" y="187960"/>
                </a:lnTo>
                <a:cubicBezTo>
                  <a:pt x="147320" y="187960"/>
                  <a:pt x="142240" y="193040"/>
                  <a:pt x="142240" y="198120"/>
                </a:cubicBezTo>
                <a:cubicBezTo>
                  <a:pt x="142240" y="203200"/>
                  <a:pt x="147320" y="208280"/>
                  <a:pt x="152400" y="208280"/>
                </a:cubicBezTo>
                <a:lnTo>
                  <a:pt x="172720" y="208280"/>
                </a:lnTo>
                <a:lnTo>
                  <a:pt x="172720" y="213360"/>
                </a:lnTo>
                <a:cubicBezTo>
                  <a:pt x="172720" y="218440"/>
                  <a:pt x="177800" y="223520"/>
                  <a:pt x="182880" y="223520"/>
                </a:cubicBezTo>
                <a:cubicBezTo>
                  <a:pt x="187960" y="223520"/>
                  <a:pt x="193040" y="218440"/>
                  <a:pt x="193040" y="213360"/>
                </a:cubicBezTo>
                <a:lnTo>
                  <a:pt x="193040" y="208280"/>
                </a:lnTo>
                <a:lnTo>
                  <a:pt x="195580" y="208280"/>
                </a:lnTo>
                <a:cubicBezTo>
                  <a:pt x="210820" y="208280"/>
                  <a:pt x="223520" y="195580"/>
                  <a:pt x="223520" y="180340"/>
                </a:cubicBezTo>
                <a:cubicBezTo>
                  <a:pt x="223520" y="165100"/>
                  <a:pt x="210820" y="152400"/>
                  <a:pt x="195580" y="152400"/>
                </a:cubicBezTo>
                <a:lnTo>
                  <a:pt x="170180" y="152400"/>
                </a:lnTo>
                <a:cubicBezTo>
                  <a:pt x="166370" y="152400"/>
                  <a:pt x="162560" y="148590"/>
                  <a:pt x="162560" y="144780"/>
                </a:cubicBezTo>
                <a:cubicBezTo>
                  <a:pt x="162560" y="140970"/>
                  <a:pt x="166370" y="137160"/>
                  <a:pt x="170180" y="137160"/>
                </a:cubicBezTo>
                <a:lnTo>
                  <a:pt x="213360" y="137160"/>
                </a:lnTo>
                <a:cubicBezTo>
                  <a:pt x="218440" y="137160"/>
                  <a:pt x="223520" y="132080"/>
                  <a:pt x="223520" y="127000"/>
                </a:cubicBezTo>
                <a:cubicBezTo>
                  <a:pt x="223520" y="121920"/>
                  <a:pt x="218440" y="116840"/>
                  <a:pt x="213360" y="116840"/>
                </a:cubicBezTo>
                <a:lnTo>
                  <a:pt x="193040" y="116840"/>
                </a:lnTo>
                <a:lnTo>
                  <a:pt x="193040" y="1117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13" name="Полилиния: фигура 656">
            <a:extLst>
              <a:ext uri="{FF2B5EF4-FFF2-40B4-BE49-F238E27FC236}">
                <a16:creationId xmlns:a16="http://schemas.microsoft.com/office/drawing/2014/main" id="{773614DD-88F6-F161-4BDD-A17352649E95}"/>
              </a:ext>
            </a:extLst>
          </p:cNvPr>
          <p:cNvSpPr/>
          <p:nvPr/>
        </p:nvSpPr>
        <p:spPr>
          <a:xfrm>
            <a:off x="609924" y="3612550"/>
            <a:ext cx="223519" cy="218439"/>
          </a:xfrm>
          <a:custGeom>
            <a:avLst/>
            <a:gdLst>
              <a:gd name="connsiteX0" fmla="*/ 35560 w 223519"/>
              <a:gd name="connsiteY0" fmla="*/ 20320 h 218439"/>
              <a:gd name="connsiteX1" fmla="*/ 35560 w 223519"/>
              <a:gd name="connsiteY1" fmla="*/ 60960 h 218439"/>
              <a:gd name="connsiteX2" fmla="*/ 55880 w 223519"/>
              <a:gd name="connsiteY2" fmla="*/ 60960 h 218439"/>
              <a:gd name="connsiteX3" fmla="*/ 76200 w 223519"/>
              <a:gd name="connsiteY3" fmla="*/ 40640 h 218439"/>
              <a:gd name="connsiteX4" fmla="*/ 55880 w 223519"/>
              <a:gd name="connsiteY4" fmla="*/ 20320 h 218439"/>
              <a:gd name="connsiteX5" fmla="*/ 35560 w 223519"/>
              <a:gd name="connsiteY5" fmla="*/ 20320 h 218439"/>
              <a:gd name="connsiteX6" fmla="*/ 96520 w 223519"/>
              <a:gd name="connsiteY6" fmla="*/ 40640 h 218439"/>
              <a:gd name="connsiteX7" fmla="*/ 55880 w 223519"/>
              <a:gd name="connsiteY7" fmla="*/ 81280 h 218439"/>
              <a:gd name="connsiteX8" fmla="*/ 35560 w 223519"/>
              <a:gd name="connsiteY8" fmla="*/ 81280 h 218439"/>
              <a:gd name="connsiteX9" fmla="*/ 35560 w 223519"/>
              <a:gd name="connsiteY9" fmla="*/ 91440 h 218439"/>
              <a:gd name="connsiteX10" fmla="*/ 50800 w 223519"/>
              <a:gd name="connsiteY10" fmla="*/ 91440 h 218439"/>
              <a:gd name="connsiteX11" fmla="*/ 60960 w 223519"/>
              <a:gd name="connsiteY11" fmla="*/ 101600 h 218439"/>
              <a:gd name="connsiteX12" fmla="*/ 50800 w 223519"/>
              <a:gd name="connsiteY12" fmla="*/ 111760 h 218439"/>
              <a:gd name="connsiteX13" fmla="*/ 35560 w 223519"/>
              <a:gd name="connsiteY13" fmla="*/ 111760 h 218439"/>
              <a:gd name="connsiteX14" fmla="*/ 35560 w 223519"/>
              <a:gd name="connsiteY14" fmla="*/ 116840 h 218439"/>
              <a:gd name="connsiteX15" fmla="*/ 25400 w 223519"/>
              <a:gd name="connsiteY15" fmla="*/ 127000 h 218439"/>
              <a:gd name="connsiteX16" fmla="*/ 15240 w 223519"/>
              <a:gd name="connsiteY16" fmla="*/ 116840 h 218439"/>
              <a:gd name="connsiteX17" fmla="*/ 15240 w 223519"/>
              <a:gd name="connsiteY17" fmla="*/ 111760 h 218439"/>
              <a:gd name="connsiteX18" fmla="*/ 10160 w 223519"/>
              <a:gd name="connsiteY18" fmla="*/ 111760 h 218439"/>
              <a:gd name="connsiteX19" fmla="*/ 0 w 223519"/>
              <a:gd name="connsiteY19" fmla="*/ 101600 h 218439"/>
              <a:gd name="connsiteX20" fmla="*/ 10160 w 223519"/>
              <a:gd name="connsiteY20" fmla="*/ 91440 h 218439"/>
              <a:gd name="connsiteX21" fmla="*/ 15240 w 223519"/>
              <a:gd name="connsiteY21" fmla="*/ 91440 h 218439"/>
              <a:gd name="connsiteX22" fmla="*/ 15240 w 223519"/>
              <a:gd name="connsiteY22" fmla="*/ 81280 h 218439"/>
              <a:gd name="connsiteX23" fmla="*/ 10160 w 223519"/>
              <a:gd name="connsiteY23" fmla="*/ 81280 h 218439"/>
              <a:gd name="connsiteX24" fmla="*/ 0 w 223519"/>
              <a:gd name="connsiteY24" fmla="*/ 71120 h 218439"/>
              <a:gd name="connsiteX25" fmla="*/ 10160 w 223519"/>
              <a:gd name="connsiteY25" fmla="*/ 60960 h 218439"/>
              <a:gd name="connsiteX26" fmla="*/ 15240 w 223519"/>
              <a:gd name="connsiteY26" fmla="*/ 60960 h 218439"/>
              <a:gd name="connsiteX27" fmla="*/ 15240 w 223519"/>
              <a:gd name="connsiteY27" fmla="*/ 11430 h 218439"/>
              <a:gd name="connsiteX28" fmla="*/ 26670 w 223519"/>
              <a:gd name="connsiteY28" fmla="*/ 0 h 218439"/>
              <a:gd name="connsiteX29" fmla="*/ 55880 w 223519"/>
              <a:gd name="connsiteY29" fmla="*/ 0 h 218439"/>
              <a:gd name="connsiteX30" fmla="*/ 96520 w 223519"/>
              <a:gd name="connsiteY30" fmla="*/ 40640 h 218439"/>
              <a:gd name="connsiteX31" fmla="*/ 170180 w 223519"/>
              <a:gd name="connsiteY31" fmla="*/ 52070 h 218439"/>
              <a:gd name="connsiteX32" fmla="*/ 167640 w 223519"/>
              <a:gd name="connsiteY32" fmla="*/ 38100 h 218439"/>
              <a:gd name="connsiteX33" fmla="*/ 153670 w 223519"/>
              <a:gd name="connsiteY33" fmla="*/ 40640 h 218439"/>
              <a:gd name="connsiteX34" fmla="*/ 41910 w 223519"/>
              <a:gd name="connsiteY34" fmla="*/ 193040 h 218439"/>
              <a:gd name="connsiteX35" fmla="*/ 44450 w 223519"/>
              <a:gd name="connsiteY35" fmla="*/ 207010 h 218439"/>
              <a:gd name="connsiteX36" fmla="*/ 58420 w 223519"/>
              <a:gd name="connsiteY36" fmla="*/ 204470 h 218439"/>
              <a:gd name="connsiteX37" fmla="*/ 170180 w 223519"/>
              <a:gd name="connsiteY37" fmla="*/ 52070 h 218439"/>
              <a:gd name="connsiteX38" fmla="*/ 193040 w 223519"/>
              <a:gd name="connsiteY38" fmla="*/ 147320 h 218439"/>
              <a:gd name="connsiteX39" fmla="*/ 182880 w 223519"/>
              <a:gd name="connsiteY39" fmla="*/ 137160 h 218439"/>
              <a:gd name="connsiteX40" fmla="*/ 172720 w 223519"/>
              <a:gd name="connsiteY40" fmla="*/ 147320 h 218439"/>
              <a:gd name="connsiteX41" fmla="*/ 172720 w 223519"/>
              <a:gd name="connsiteY41" fmla="*/ 167640 h 218439"/>
              <a:gd name="connsiteX42" fmla="*/ 152400 w 223519"/>
              <a:gd name="connsiteY42" fmla="*/ 167640 h 218439"/>
              <a:gd name="connsiteX43" fmla="*/ 142240 w 223519"/>
              <a:gd name="connsiteY43" fmla="*/ 177800 h 218439"/>
              <a:gd name="connsiteX44" fmla="*/ 152400 w 223519"/>
              <a:gd name="connsiteY44" fmla="*/ 187960 h 218439"/>
              <a:gd name="connsiteX45" fmla="*/ 172720 w 223519"/>
              <a:gd name="connsiteY45" fmla="*/ 187960 h 218439"/>
              <a:gd name="connsiteX46" fmla="*/ 172720 w 223519"/>
              <a:gd name="connsiteY46" fmla="*/ 208280 h 218439"/>
              <a:gd name="connsiteX47" fmla="*/ 182880 w 223519"/>
              <a:gd name="connsiteY47" fmla="*/ 218440 h 218439"/>
              <a:gd name="connsiteX48" fmla="*/ 193040 w 223519"/>
              <a:gd name="connsiteY48" fmla="*/ 208280 h 218439"/>
              <a:gd name="connsiteX49" fmla="*/ 193040 w 223519"/>
              <a:gd name="connsiteY49" fmla="*/ 187960 h 218439"/>
              <a:gd name="connsiteX50" fmla="*/ 213360 w 223519"/>
              <a:gd name="connsiteY50" fmla="*/ 187960 h 218439"/>
              <a:gd name="connsiteX51" fmla="*/ 223520 w 223519"/>
              <a:gd name="connsiteY51" fmla="*/ 177800 h 218439"/>
              <a:gd name="connsiteX52" fmla="*/ 213360 w 223519"/>
              <a:gd name="connsiteY52" fmla="*/ 167640 h 218439"/>
              <a:gd name="connsiteX53" fmla="*/ 193040 w 223519"/>
              <a:gd name="connsiteY53" fmla="*/ 167640 h 218439"/>
              <a:gd name="connsiteX54" fmla="*/ 193040 w 223519"/>
              <a:gd name="connsiteY54" fmla="*/ 147320 h 2184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</a:cxnLst>
            <a:rect l="l" t="t" r="r" b="b"/>
            <a:pathLst>
              <a:path w="223519" h="218439">
                <a:moveTo>
                  <a:pt x="35560" y="20320"/>
                </a:moveTo>
                <a:lnTo>
                  <a:pt x="35560" y="60960"/>
                </a:lnTo>
                <a:lnTo>
                  <a:pt x="55880" y="60960"/>
                </a:lnTo>
                <a:cubicBezTo>
                  <a:pt x="67310" y="60960"/>
                  <a:pt x="76200" y="52070"/>
                  <a:pt x="76200" y="40640"/>
                </a:cubicBezTo>
                <a:cubicBezTo>
                  <a:pt x="76200" y="29210"/>
                  <a:pt x="67310" y="20320"/>
                  <a:pt x="55880" y="20320"/>
                </a:cubicBezTo>
                <a:lnTo>
                  <a:pt x="35560" y="20320"/>
                </a:lnTo>
                <a:close/>
                <a:moveTo>
                  <a:pt x="96520" y="40640"/>
                </a:moveTo>
                <a:cubicBezTo>
                  <a:pt x="96520" y="63500"/>
                  <a:pt x="78740" y="81280"/>
                  <a:pt x="55880" y="81280"/>
                </a:cubicBezTo>
                <a:lnTo>
                  <a:pt x="35560" y="81280"/>
                </a:lnTo>
                <a:lnTo>
                  <a:pt x="35560" y="91440"/>
                </a:lnTo>
                <a:lnTo>
                  <a:pt x="50800" y="91440"/>
                </a:lnTo>
                <a:cubicBezTo>
                  <a:pt x="55880" y="91440"/>
                  <a:pt x="60960" y="96520"/>
                  <a:pt x="60960" y="101600"/>
                </a:cubicBezTo>
                <a:cubicBezTo>
                  <a:pt x="60960" y="106680"/>
                  <a:pt x="55880" y="111760"/>
                  <a:pt x="50800" y="111760"/>
                </a:cubicBezTo>
                <a:lnTo>
                  <a:pt x="35560" y="111760"/>
                </a:lnTo>
                <a:lnTo>
                  <a:pt x="35560" y="116840"/>
                </a:lnTo>
                <a:cubicBezTo>
                  <a:pt x="35560" y="121920"/>
                  <a:pt x="30480" y="127000"/>
                  <a:pt x="25400" y="127000"/>
                </a:cubicBezTo>
                <a:cubicBezTo>
                  <a:pt x="20320" y="127000"/>
                  <a:pt x="15240" y="121920"/>
                  <a:pt x="15240" y="116840"/>
                </a:cubicBezTo>
                <a:lnTo>
                  <a:pt x="15240" y="111760"/>
                </a:lnTo>
                <a:lnTo>
                  <a:pt x="10160" y="111760"/>
                </a:lnTo>
                <a:cubicBezTo>
                  <a:pt x="5080" y="111760"/>
                  <a:pt x="0" y="106680"/>
                  <a:pt x="0" y="101600"/>
                </a:cubicBezTo>
                <a:cubicBezTo>
                  <a:pt x="0" y="96520"/>
                  <a:pt x="5080" y="91440"/>
                  <a:pt x="10160" y="91440"/>
                </a:cubicBezTo>
                <a:lnTo>
                  <a:pt x="15240" y="91440"/>
                </a:lnTo>
                <a:lnTo>
                  <a:pt x="15240" y="81280"/>
                </a:lnTo>
                <a:lnTo>
                  <a:pt x="10160" y="81280"/>
                </a:lnTo>
                <a:cubicBezTo>
                  <a:pt x="5080" y="81280"/>
                  <a:pt x="0" y="76200"/>
                  <a:pt x="0" y="71120"/>
                </a:cubicBezTo>
                <a:cubicBezTo>
                  <a:pt x="0" y="66040"/>
                  <a:pt x="5080" y="60960"/>
                  <a:pt x="10160" y="60960"/>
                </a:cubicBezTo>
                <a:lnTo>
                  <a:pt x="15240" y="60960"/>
                </a:lnTo>
                <a:lnTo>
                  <a:pt x="15240" y="11430"/>
                </a:lnTo>
                <a:cubicBezTo>
                  <a:pt x="15240" y="5080"/>
                  <a:pt x="20320" y="0"/>
                  <a:pt x="26670" y="0"/>
                </a:cubicBezTo>
                <a:lnTo>
                  <a:pt x="55880" y="0"/>
                </a:lnTo>
                <a:cubicBezTo>
                  <a:pt x="78740" y="0"/>
                  <a:pt x="96520" y="19050"/>
                  <a:pt x="96520" y="40640"/>
                </a:cubicBezTo>
                <a:close/>
                <a:moveTo>
                  <a:pt x="170180" y="52070"/>
                </a:moveTo>
                <a:cubicBezTo>
                  <a:pt x="173990" y="46990"/>
                  <a:pt x="172720" y="40640"/>
                  <a:pt x="167640" y="38100"/>
                </a:cubicBezTo>
                <a:cubicBezTo>
                  <a:pt x="162560" y="34290"/>
                  <a:pt x="156210" y="35560"/>
                  <a:pt x="153670" y="40640"/>
                </a:cubicBezTo>
                <a:lnTo>
                  <a:pt x="41910" y="193040"/>
                </a:lnTo>
                <a:cubicBezTo>
                  <a:pt x="38100" y="198120"/>
                  <a:pt x="39370" y="204470"/>
                  <a:pt x="44450" y="207010"/>
                </a:cubicBezTo>
                <a:cubicBezTo>
                  <a:pt x="49530" y="210820"/>
                  <a:pt x="55880" y="209550"/>
                  <a:pt x="58420" y="204470"/>
                </a:cubicBezTo>
                <a:lnTo>
                  <a:pt x="170180" y="52070"/>
                </a:lnTo>
                <a:close/>
                <a:moveTo>
                  <a:pt x="193040" y="147320"/>
                </a:moveTo>
                <a:cubicBezTo>
                  <a:pt x="193040" y="142240"/>
                  <a:pt x="187960" y="137160"/>
                  <a:pt x="182880" y="137160"/>
                </a:cubicBezTo>
                <a:cubicBezTo>
                  <a:pt x="177800" y="137160"/>
                  <a:pt x="172720" y="142240"/>
                  <a:pt x="172720" y="147320"/>
                </a:cubicBezTo>
                <a:lnTo>
                  <a:pt x="172720" y="167640"/>
                </a:lnTo>
                <a:lnTo>
                  <a:pt x="152400" y="167640"/>
                </a:lnTo>
                <a:cubicBezTo>
                  <a:pt x="147320" y="167640"/>
                  <a:pt x="142240" y="172720"/>
                  <a:pt x="142240" y="177800"/>
                </a:cubicBezTo>
                <a:cubicBezTo>
                  <a:pt x="142240" y="182880"/>
                  <a:pt x="147320" y="187960"/>
                  <a:pt x="152400" y="187960"/>
                </a:cubicBezTo>
                <a:lnTo>
                  <a:pt x="172720" y="187960"/>
                </a:lnTo>
                <a:lnTo>
                  <a:pt x="172720" y="208280"/>
                </a:lnTo>
                <a:cubicBezTo>
                  <a:pt x="172720" y="213360"/>
                  <a:pt x="177800" y="218440"/>
                  <a:pt x="182880" y="218440"/>
                </a:cubicBezTo>
                <a:cubicBezTo>
                  <a:pt x="187960" y="218440"/>
                  <a:pt x="193040" y="213360"/>
                  <a:pt x="193040" y="208280"/>
                </a:cubicBezTo>
                <a:lnTo>
                  <a:pt x="193040" y="187960"/>
                </a:lnTo>
                <a:lnTo>
                  <a:pt x="213360" y="187960"/>
                </a:lnTo>
                <a:cubicBezTo>
                  <a:pt x="218440" y="187960"/>
                  <a:pt x="223520" y="182880"/>
                  <a:pt x="223520" y="177800"/>
                </a:cubicBezTo>
                <a:cubicBezTo>
                  <a:pt x="223520" y="172720"/>
                  <a:pt x="218440" y="167640"/>
                  <a:pt x="213360" y="167640"/>
                </a:cubicBezTo>
                <a:lnTo>
                  <a:pt x="193040" y="167640"/>
                </a:lnTo>
                <a:lnTo>
                  <a:pt x="193040" y="1473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014" name="Рисунок 2">
            <a:extLst>
              <a:ext uri="{FF2B5EF4-FFF2-40B4-BE49-F238E27FC236}">
                <a16:creationId xmlns:a16="http://schemas.microsoft.com/office/drawing/2014/main" id="{89C3C327-A698-0CB9-25C2-3100CA479AD2}"/>
              </a:ext>
            </a:extLst>
          </p:cNvPr>
          <p:cNvGrpSpPr/>
          <p:nvPr/>
        </p:nvGrpSpPr>
        <p:grpSpPr>
          <a:xfrm>
            <a:off x="7297743" y="3602390"/>
            <a:ext cx="262890" cy="237490"/>
            <a:chOff x="7386319" y="3079750"/>
            <a:chExt cx="262890" cy="237490"/>
          </a:xfrm>
          <a:solidFill>
            <a:schemeClr val="tx1"/>
          </a:solidFill>
        </p:grpSpPr>
        <p:sp>
          <p:nvSpPr>
            <p:cNvPr id="1015" name="Полилиния: фигура 661">
              <a:extLst>
                <a:ext uri="{FF2B5EF4-FFF2-40B4-BE49-F238E27FC236}">
                  <a16:creationId xmlns:a16="http://schemas.microsoft.com/office/drawing/2014/main" id="{7FC7CB21-009B-9BE8-01A2-71B67F95A3FF}"/>
                </a:ext>
              </a:extLst>
            </p:cNvPr>
            <p:cNvSpPr/>
            <p:nvPr/>
          </p:nvSpPr>
          <p:spPr>
            <a:xfrm>
              <a:off x="7386319" y="3079750"/>
              <a:ext cx="262890" cy="237490"/>
            </a:xfrm>
            <a:custGeom>
              <a:avLst/>
              <a:gdLst>
                <a:gd name="connsiteX0" fmla="*/ 10161 w 262890"/>
                <a:gd name="connsiteY0" fmla="*/ 0 h 237490"/>
                <a:gd name="connsiteX1" fmla="*/ 0 w 262890"/>
                <a:gd name="connsiteY1" fmla="*/ 10160 h 237490"/>
                <a:gd name="connsiteX2" fmla="*/ 10161 w 262890"/>
                <a:gd name="connsiteY2" fmla="*/ 20320 h 237490"/>
                <a:gd name="connsiteX3" fmla="*/ 54611 w 262890"/>
                <a:gd name="connsiteY3" fmla="*/ 20320 h 237490"/>
                <a:gd name="connsiteX4" fmla="*/ 68580 w 262890"/>
                <a:gd name="connsiteY4" fmla="*/ 25400 h 237490"/>
                <a:gd name="connsiteX5" fmla="*/ 93980 w 262890"/>
                <a:gd name="connsiteY5" fmla="*/ 49530 h 237490"/>
                <a:gd name="connsiteX6" fmla="*/ 85090 w 262890"/>
                <a:gd name="connsiteY6" fmla="*/ 58420 h 237490"/>
                <a:gd name="connsiteX7" fmla="*/ 82550 w 262890"/>
                <a:gd name="connsiteY7" fmla="*/ 82550 h 237490"/>
                <a:gd name="connsiteX8" fmla="*/ 124461 w 262890"/>
                <a:gd name="connsiteY8" fmla="*/ 154940 h 237490"/>
                <a:gd name="connsiteX9" fmla="*/ 205740 w 262890"/>
                <a:gd name="connsiteY9" fmla="*/ 177800 h 237490"/>
                <a:gd name="connsiteX10" fmla="*/ 223520 w 262890"/>
                <a:gd name="connsiteY10" fmla="*/ 167640 h 237490"/>
                <a:gd name="connsiteX11" fmla="*/ 233680 w 262890"/>
                <a:gd name="connsiteY11" fmla="*/ 186690 h 237490"/>
                <a:gd name="connsiteX12" fmla="*/ 242570 w 262890"/>
                <a:gd name="connsiteY12" fmla="*/ 212090 h 237490"/>
                <a:gd name="connsiteX13" fmla="*/ 242570 w 262890"/>
                <a:gd name="connsiteY13" fmla="*/ 227330 h 237490"/>
                <a:gd name="connsiteX14" fmla="*/ 252730 w 262890"/>
                <a:gd name="connsiteY14" fmla="*/ 237490 h 237490"/>
                <a:gd name="connsiteX15" fmla="*/ 262890 w 262890"/>
                <a:gd name="connsiteY15" fmla="*/ 227330 h 237490"/>
                <a:gd name="connsiteX16" fmla="*/ 262890 w 262890"/>
                <a:gd name="connsiteY16" fmla="*/ 212090 h 237490"/>
                <a:gd name="connsiteX17" fmla="*/ 250190 w 262890"/>
                <a:gd name="connsiteY17" fmla="*/ 176530 h 237490"/>
                <a:gd name="connsiteX18" fmla="*/ 240030 w 262890"/>
                <a:gd name="connsiteY18" fmla="*/ 158750 h 237490"/>
                <a:gd name="connsiteX19" fmla="*/ 246380 w 262890"/>
                <a:gd name="connsiteY19" fmla="*/ 132080 h 237490"/>
                <a:gd name="connsiteX20" fmla="*/ 187961 w 262890"/>
                <a:gd name="connsiteY20" fmla="*/ 29210 h 237490"/>
                <a:gd name="connsiteX21" fmla="*/ 170180 w 262890"/>
                <a:gd name="connsiteY21" fmla="*/ 19050 h 237490"/>
                <a:gd name="connsiteX22" fmla="*/ 129540 w 262890"/>
                <a:gd name="connsiteY22" fmla="*/ 19050 h 237490"/>
                <a:gd name="connsiteX23" fmla="*/ 115570 w 262890"/>
                <a:gd name="connsiteY23" fmla="*/ 25400 h 237490"/>
                <a:gd name="connsiteX24" fmla="*/ 106680 w 262890"/>
                <a:gd name="connsiteY24" fmla="*/ 34290 h 237490"/>
                <a:gd name="connsiteX25" fmla="*/ 80011 w 262890"/>
                <a:gd name="connsiteY25" fmla="*/ 10160 h 237490"/>
                <a:gd name="connsiteX26" fmla="*/ 52070 w 262890"/>
                <a:gd name="connsiteY26" fmla="*/ 0 h 237490"/>
                <a:gd name="connsiteX27" fmla="*/ 10161 w 262890"/>
                <a:gd name="connsiteY27" fmla="*/ 0 h 237490"/>
                <a:gd name="connsiteX28" fmla="*/ 130811 w 262890"/>
                <a:gd name="connsiteY28" fmla="*/ 40640 h 237490"/>
                <a:gd name="connsiteX29" fmla="*/ 171450 w 262890"/>
                <a:gd name="connsiteY29" fmla="*/ 40640 h 237490"/>
                <a:gd name="connsiteX30" fmla="*/ 229870 w 262890"/>
                <a:gd name="connsiteY30" fmla="*/ 143510 h 237490"/>
                <a:gd name="connsiteX31" fmla="*/ 213361 w 262890"/>
                <a:gd name="connsiteY31" fmla="*/ 152400 h 237490"/>
                <a:gd name="connsiteX32" fmla="*/ 189230 w 262890"/>
                <a:gd name="connsiteY32" fmla="*/ 110490 h 237490"/>
                <a:gd name="connsiteX33" fmla="*/ 107950 w 262890"/>
                <a:gd name="connsiteY33" fmla="*/ 87630 h 237490"/>
                <a:gd name="connsiteX34" fmla="*/ 99061 w 262890"/>
                <a:gd name="connsiteY34" fmla="*/ 73660 h 237490"/>
                <a:gd name="connsiteX35" fmla="*/ 130811 w 262890"/>
                <a:gd name="connsiteY35" fmla="*/ 40640 h 237490"/>
                <a:gd name="connsiteX36" fmla="*/ 171450 w 262890"/>
                <a:gd name="connsiteY36" fmla="*/ 119380 h 237490"/>
                <a:gd name="connsiteX37" fmla="*/ 195580 w 262890"/>
                <a:gd name="connsiteY37" fmla="*/ 161290 h 237490"/>
                <a:gd name="connsiteX38" fmla="*/ 142240 w 262890"/>
                <a:gd name="connsiteY38" fmla="*/ 146050 h 237490"/>
                <a:gd name="connsiteX39" fmla="*/ 118111 w 262890"/>
                <a:gd name="connsiteY39" fmla="*/ 105410 h 237490"/>
                <a:gd name="connsiteX40" fmla="*/ 171450 w 262890"/>
                <a:gd name="connsiteY40" fmla="*/ 119380 h 2374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62890" h="237490">
                  <a:moveTo>
                    <a:pt x="10161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lnTo>
                    <a:pt x="54611" y="20320"/>
                  </a:lnTo>
                  <a:cubicBezTo>
                    <a:pt x="59690" y="20320"/>
                    <a:pt x="64770" y="22860"/>
                    <a:pt x="68580" y="25400"/>
                  </a:cubicBezTo>
                  <a:lnTo>
                    <a:pt x="93980" y="49530"/>
                  </a:lnTo>
                  <a:lnTo>
                    <a:pt x="85090" y="58420"/>
                  </a:lnTo>
                  <a:cubicBezTo>
                    <a:pt x="78740" y="64770"/>
                    <a:pt x="77470" y="74930"/>
                    <a:pt x="82550" y="82550"/>
                  </a:cubicBezTo>
                  <a:lnTo>
                    <a:pt x="124461" y="154940"/>
                  </a:lnTo>
                  <a:cubicBezTo>
                    <a:pt x="140970" y="182880"/>
                    <a:pt x="176530" y="193040"/>
                    <a:pt x="205740" y="177800"/>
                  </a:cubicBezTo>
                  <a:lnTo>
                    <a:pt x="223520" y="167640"/>
                  </a:lnTo>
                  <a:cubicBezTo>
                    <a:pt x="227330" y="173990"/>
                    <a:pt x="229870" y="179070"/>
                    <a:pt x="233680" y="186690"/>
                  </a:cubicBezTo>
                  <a:cubicBezTo>
                    <a:pt x="241300" y="199390"/>
                    <a:pt x="242570" y="204470"/>
                    <a:pt x="242570" y="212090"/>
                  </a:cubicBezTo>
                  <a:lnTo>
                    <a:pt x="242570" y="227330"/>
                  </a:lnTo>
                  <a:cubicBezTo>
                    <a:pt x="242570" y="232410"/>
                    <a:pt x="247650" y="237490"/>
                    <a:pt x="252730" y="237490"/>
                  </a:cubicBezTo>
                  <a:cubicBezTo>
                    <a:pt x="257811" y="237490"/>
                    <a:pt x="262890" y="232410"/>
                    <a:pt x="262890" y="227330"/>
                  </a:cubicBezTo>
                  <a:lnTo>
                    <a:pt x="262890" y="212090"/>
                  </a:lnTo>
                  <a:cubicBezTo>
                    <a:pt x="262890" y="199390"/>
                    <a:pt x="257811" y="189230"/>
                    <a:pt x="250190" y="176530"/>
                  </a:cubicBezTo>
                  <a:cubicBezTo>
                    <a:pt x="246380" y="170180"/>
                    <a:pt x="242570" y="163830"/>
                    <a:pt x="240030" y="158750"/>
                  </a:cubicBezTo>
                  <a:cubicBezTo>
                    <a:pt x="248920" y="152400"/>
                    <a:pt x="251461" y="140970"/>
                    <a:pt x="246380" y="132080"/>
                  </a:cubicBezTo>
                  <a:lnTo>
                    <a:pt x="187961" y="29210"/>
                  </a:lnTo>
                  <a:cubicBezTo>
                    <a:pt x="184150" y="22860"/>
                    <a:pt x="177800" y="19050"/>
                    <a:pt x="170180" y="19050"/>
                  </a:cubicBezTo>
                  <a:lnTo>
                    <a:pt x="129540" y="19050"/>
                  </a:lnTo>
                  <a:cubicBezTo>
                    <a:pt x="124461" y="19050"/>
                    <a:pt x="119380" y="21590"/>
                    <a:pt x="115570" y="25400"/>
                  </a:cubicBezTo>
                  <a:lnTo>
                    <a:pt x="106680" y="34290"/>
                  </a:lnTo>
                  <a:lnTo>
                    <a:pt x="80011" y="10160"/>
                  </a:lnTo>
                  <a:cubicBezTo>
                    <a:pt x="72390" y="3810"/>
                    <a:pt x="62230" y="0"/>
                    <a:pt x="52070" y="0"/>
                  </a:cubicBezTo>
                  <a:lnTo>
                    <a:pt x="10161" y="0"/>
                  </a:lnTo>
                  <a:close/>
                  <a:moveTo>
                    <a:pt x="130811" y="40640"/>
                  </a:moveTo>
                  <a:lnTo>
                    <a:pt x="171450" y="40640"/>
                  </a:lnTo>
                  <a:lnTo>
                    <a:pt x="229870" y="143510"/>
                  </a:lnTo>
                  <a:lnTo>
                    <a:pt x="213361" y="152400"/>
                  </a:lnTo>
                  <a:lnTo>
                    <a:pt x="189230" y="110490"/>
                  </a:lnTo>
                  <a:cubicBezTo>
                    <a:pt x="172720" y="81280"/>
                    <a:pt x="135890" y="72390"/>
                    <a:pt x="107950" y="87630"/>
                  </a:cubicBezTo>
                  <a:lnTo>
                    <a:pt x="99061" y="73660"/>
                  </a:lnTo>
                  <a:lnTo>
                    <a:pt x="130811" y="40640"/>
                  </a:lnTo>
                  <a:close/>
                  <a:moveTo>
                    <a:pt x="171450" y="119380"/>
                  </a:moveTo>
                  <a:lnTo>
                    <a:pt x="195580" y="161290"/>
                  </a:lnTo>
                  <a:cubicBezTo>
                    <a:pt x="176530" y="171450"/>
                    <a:pt x="153670" y="163830"/>
                    <a:pt x="142240" y="146050"/>
                  </a:cubicBezTo>
                  <a:lnTo>
                    <a:pt x="118111" y="105410"/>
                  </a:lnTo>
                  <a:cubicBezTo>
                    <a:pt x="135890" y="93980"/>
                    <a:pt x="160020" y="100330"/>
                    <a:pt x="171450" y="1193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16" name="Полилиния: фигура 662">
              <a:extLst>
                <a:ext uri="{FF2B5EF4-FFF2-40B4-BE49-F238E27FC236}">
                  <a16:creationId xmlns:a16="http://schemas.microsoft.com/office/drawing/2014/main" id="{2FCA5FDC-49C1-EAFE-7FD7-53236762FCE8}"/>
                </a:ext>
              </a:extLst>
            </p:cNvPr>
            <p:cNvSpPr/>
            <p:nvPr/>
          </p:nvSpPr>
          <p:spPr>
            <a:xfrm>
              <a:off x="7387063" y="3120072"/>
              <a:ext cx="41166" cy="57467"/>
            </a:xfrm>
            <a:custGeom>
              <a:avLst/>
              <a:gdLst>
                <a:gd name="connsiteX0" fmla="*/ 1796 w 41166"/>
                <a:gd name="connsiteY0" fmla="*/ 26988 h 57467"/>
                <a:gd name="connsiteX1" fmla="*/ 1796 w 41166"/>
                <a:gd name="connsiteY1" fmla="*/ 26988 h 57467"/>
                <a:gd name="connsiteX2" fmla="*/ 1796 w 41166"/>
                <a:gd name="connsiteY2" fmla="*/ 26988 h 57467"/>
                <a:gd name="connsiteX3" fmla="*/ 15766 w 41166"/>
                <a:gd name="connsiteY3" fmla="*/ 2857 h 57467"/>
                <a:gd name="connsiteX4" fmla="*/ 24656 w 41166"/>
                <a:gd name="connsiteY4" fmla="*/ 2857 h 57467"/>
                <a:gd name="connsiteX5" fmla="*/ 38626 w 41166"/>
                <a:gd name="connsiteY5" fmla="*/ 26988 h 57467"/>
                <a:gd name="connsiteX6" fmla="*/ 38626 w 41166"/>
                <a:gd name="connsiteY6" fmla="*/ 26988 h 57467"/>
                <a:gd name="connsiteX7" fmla="*/ 38626 w 41166"/>
                <a:gd name="connsiteY7" fmla="*/ 26988 h 57467"/>
                <a:gd name="connsiteX8" fmla="*/ 41166 w 41166"/>
                <a:gd name="connsiteY8" fmla="*/ 37148 h 57467"/>
                <a:gd name="connsiteX9" fmla="*/ 20846 w 41166"/>
                <a:gd name="connsiteY9" fmla="*/ 57467 h 57467"/>
                <a:gd name="connsiteX10" fmla="*/ 526 w 41166"/>
                <a:gd name="connsiteY10" fmla="*/ 37148 h 57467"/>
                <a:gd name="connsiteX11" fmla="*/ 1796 w 41166"/>
                <a:gd name="connsiteY11" fmla="*/ 26988 h 574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41166" h="57467">
                  <a:moveTo>
                    <a:pt x="1796" y="26988"/>
                  </a:moveTo>
                  <a:lnTo>
                    <a:pt x="1796" y="26988"/>
                  </a:lnTo>
                  <a:lnTo>
                    <a:pt x="1796" y="26988"/>
                  </a:lnTo>
                  <a:lnTo>
                    <a:pt x="15766" y="2857"/>
                  </a:lnTo>
                  <a:cubicBezTo>
                    <a:pt x="18306" y="-952"/>
                    <a:pt x="22116" y="-952"/>
                    <a:pt x="24656" y="2857"/>
                  </a:cubicBezTo>
                  <a:lnTo>
                    <a:pt x="38626" y="26988"/>
                  </a:lnTo>
                  <a:lnTo>
                    <a:pt x="38626" y="26988"/>
                  </a:lnTo>
                  <a:lnTo>
                    <a:pt x="38626" y="26988"/>
                  </a:lnTo>
                  <a:cubicBezTo>
                    <a:pt x="39896" y="29527"/>
                    <a:pt x="41166" y="33338"/>
                    <a:pt x="41166" y="37148"/>
                  </a:cubicBezTo>
                  <a:cubicBezTo>
                    <a:pt x="41166" y="48577"/>
                    <a:pt x="32276" y="57467"/>
                    <a:pt x="20846" y="57467"/>
                  </a:cubicBezTo>
                  <a:cubicBezTo>
                    <a:pt x="9416" y="57467"/>
                    <a:pt x="526" y="48577"/>
                    <a:pt x="526" y="37148"/>
                  </a:cubicBezTo>
                  <a:cubicBezTo>
                    <a:pt x="-744" y="33338"/>
                    <a:pt x="526" y="30798"/>
                    <a:pt x="1796" y="2698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17" name="Рисунок 2">
            <a:extLst>
              <a:ext uri="{FF2B5EF4-FFF2-40B4-BE49-F238E27FC236}">
                <a16:creationId xmlns:a16="http://schemas.microsoft.com/office/drawing/2014/main" id="{F6B49DD3-DBBD-EB2F-5619-0BFA22D83091}"/>
              </a:ext>
            </a:extLst>
          </p:cNvPr>
          <p:cNvGrpSpPr/>
          <p:nvPr/>
        </p:nvGrpSpPr>
        <p:grpSpPr>
          <a:xfrm>
            <a:off x="8956364" y="3640438"/>
            <a:ext cx="300990" cy="162662"/>
            <a:chOff x="9044940" y="3117798"/>
            <a:chExt cx="300990" cy="162662"/>
          </a:xfrm>
          <a:solidFill>
            <a:schemeClr val="tx1"/>
          </a:solidFill>
        </p:grpSpPr>
        <p:sp>
          <p:nvSpPr>
            <p:cNvPr id="1018" name="Полилиния: фигура 668">
              <a:extLst>
                <a:ext uri="{FF2B5EF4-FFF2-40B4-BE49-F238E27FC236}">
                  <a16:creationId xmlns:a16="http://schemas.microsoft.com/office/drawing/2014/main" id="{4ACCC6FA-4682-B26F-D105-ECAB8C014C16}"/>
                </a:ext>
              </a:extLst>
            </p:cNvPr>
            <p:cNvSpPr/>
            <p:nvPr/>
          </p:nvSpPr>
          <p:spPr>
            <a:xfrm>
              <a:off x="9044940" y="3119444"/>
              <a:ext cx="40315" cy="161016"/>
            </a:xfrm>
            <a:custGeom>
              <a:avLst/>
              <a:gdLst>
                <a:gd name="connsiteX0" fmla="*/ 19050 w 40315"/>
                <a:gd name="connsiteY0" fmla="*/ 79685 h 161016"/>
                <a:gd name="connsiteX1" fmla="*/ 38100 w 40315"/>
                <a:gd name="connsiteY1" fmla="*/ 145725 h 161016"/>
                <a:gd name="connsiteX2" fmla="*/ 35560 w 40315"/>
                <a:gd name="connsiteY2" fmla="*/ 159695 h 161016"/>
                <a:gd name="connsiteX3" fmla="*/ 21590 w 40315"/>
                <a:gd name="connsiteY3" fmla="*/ 157155 h 161016"/>
                <a:gd name="connsiteX4" fmla="*/ 0 w 40315"/>
                <a:gd name="connsiteY4" fmla="*/ 80955 h 161016"/>
                <a:gd name="connsiteX5" fmla="*/ 21590 w 40315"/>
                <a:gd name="connsiteY5" fmla="*/ 4755 h 161016"/>
                <a:gd name="connsiteX6" fmla="*/ 35560 w 40315"/>
                <a:gd name="connsiteY6" fmla="*/ 2215 h 161016"/>
                <a:gd name="connsiteX7" fmla="*/ 38100 w 40315"/>
                <a:gd name="connsiteY7" fmla="*/ 16185 h 161016"/>
                <a:gd name="connsiteX8" fmla="*/ 19050 w 40315"/>
                <a:gd name="connsiteY8" fmla="*/ 79685 h 16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315" h="161016">
                  <a:moveTo>
                    <a:pt x="19050" y="79685"/>
                  </a:moveTo>
                  <a:cubicBezTo>
                    <a:pt x="19050" y="103815"/>
                    <a:pt x="25400" y="126675"/>
                    <a:pt x="38100" y="145725"/>
                  </a:cubicBezTo>
                  <a:cubicBezTo>
                    <a:pt x="40640" y="150805"/>
                    <a:pt x="39370" y="157155"/>
                    <a:pt x="35560" y="159695"/>
                  </a:cubicBezTo>
                  <a:cubicBezTo>
                    <a:pt x="30480" y="162235"/>
                    <a:pt x="24130" y="160965"/>
                    <a:pt x="21590" y="157155"/>
                  </a:cubicBezTo>
                  <a:cubicBezTo>
                    <a:pt x="7620" y="135565"/>
                    <a:pt x="0" y="108895"/>
                    <a:pt x="0" y="80955"/>
                  </a:cubicBezTo>
                  <a:cubicBezTo>
                    <a:pt x="0" y="53015"/>
                    <a:pt x="7620" y="26345"/>
                    <a:pt x="21590" y="4755"/>
                  </a:cubicBezTo>
                  <a:cubicBezTo>
                    <a:pt x="24130" y="-325"/>
                    <a:pt x="30480" y="-1595"/>
                    <a:pt x="35560" y="2215"/>
                  </a:cubicBezTo>
                  <a:cubicBezTo>
                    <a:pt x="40640" y="4755"/>
                    <a:pt x="41910" y="11105"/>
                    <a:pt x="38100" y="16185"/>
                  </a:cubicBezTo>
                  <a:cubicBezTo>
                    <a:pt x="25400" y="32695"/>
                    <a:pt x="19050" y="55555"/>
                    <a:pt x="19050" y="7968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19" name="Полилиния: фигура 669">
              <a:extLst>
                <a:ext uri="{FF2B5EF4-FFF2-40B4-BE49-F238E27FC236}">
                  <a16:creationId xmlns:a16="http://schemas.microsoft.com/office/drawing/2014/main" id="{B53F095E-9D7B-9521-7914-6107BA477955}"/>
                </a:ext>
              </a:extLst>
            </p:cNvPr>
            <p:cNvSpPr/>
            <p:nvPr/>
          </p:nvSpPr>
          <p:spPr>
            <a:xfrm>
              <a:off x="9084309" y="3153409"/>
              <a:ext cx="30480" cy="91440"/>
            </a:xfrm>
            <a:custGeom>
              <a:avLst/>
              <a:gdLst>
                <a:gd name="connsiteX0" fmla="*/ 20320 w 30480"/>
                <a:gd name="connsiteY0" fmla="*/ 45720 h 91440"/>
                <a:gd name="connsiteX1" fmla="*/ 29210 w 30480"/>
                <a:gd name="connsiteY1" fmla="*/ 76200 h 91440"/>
                <a:gd name="connsiteX2" fmla="*/ 25400 w 30480"/>
                <a:gd name="connsiteY2" fmla="*/ 90170 h 91440"/>
                <a:gd name="connsiteX3" fmla="*/ 11430 w 30480"/>
                <a:gd name="connsiteY3" fmla="*/ 86360 h 91440"/>
                <a:gd name="connsiteX4" fmla="*/ 0 w 30480"/>
                <a:gd name="connsiteY4" fmla="*/ 45720 h 91440"/>
                <a:gd name="connsiteX5" fmla="*/ 11430 w 30480"/>
                <a:gd name="connsiteY5" fmla="*/ 5080 h 91440"/>
                <a:gd name="connsiteX6" fmla="*/ 25400 w 30480"/>
                <a:gd name="connsiteY6" fmla="*/ 1270 h 91440"/>
                <a:gd name="connsiteX7" fmla="*/ 29210 w 30480"/>
                <a:gd name="connsiteY7" fmla="*/ 15240 h 91440"/>
                <a:gd name="connsiteX8" fmla="*/ 20320 w 30480"/>
                <a:gd name="connsiteY8" fmla="*/ 45720 h 91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91440">
                  <a:moveTo>
                    <a:pt x="20320" y="45720"/>
                  </a:moveTo>
                  <a:cubicBezTo>
                    <a:pt x="20320" y="57150"/>
                    <a:pt x="22860" y="67310"/>
                    <a:pt x="29210" y="76200"/>
                  </a:cubicBezTo>
                  <a:cubicBezTo>
                    <a:pt x="31750" y="81280"/>
                    <a:pt x="30480" y="87630"/>
                    <a:pt x="25400" y="90170"/>
                  </a:cubicBezTo>
                  <a:cubicBezTo>
                    <a:pt x="20320" y="92710"/>
                    <a:pt x="13970" y="91440"/>
                    <a:pt x="11430" y="86360"/>
                  </a:cubicBezTo>
                  <a:cubicBezTo>
                    <a:pt x="3810" y="74930"/>
                    <a:pt x="0" y="60960"/>
                    <a:pt x="0" y="45720"/>
                  </a:cubicBezTo>
                  <a:cubicBezTo>
                    <a:pt x="0" y="30480"/>
                    <a:pt x="3810" y="16510"/>
                    <a:pt x="11430" y="5080"/>
                  </a:cubicBezTo>
                  <a:cubicBezTo>
                    <a:pt x="13970" y="0"/>
                    <a:pt x="20320" y="-1270"/>
                    <a:pt x="25400" y="1270"/>
                  </a:cubicBezTo>
                  <a:cubicBezTo>
                    <a:pt x="30480" y="3810"/>
                    <a:pt x="31750" y="10160"/>
                    <a:pt x="29210" y="15240"/>
                  </a:cubicBezTo>
                  <a:cubicBezTo>
                    <a:pt x="22860" y="24130"/>
                    <a:pt x="20320" y="35560"/>
                    <a:pt x="20320" y="457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20" name="Полилиния: фигура 670">
              <a:extLst>
                <a:ext uri="{FF2B5EF4-FFF2-40B4-BE49-F238E27FC236}">
                  <a16:creationId xmlns:a16="http://schemas.microsoft.com/office/drawing/2014/main" id="{DB53AAE1-4D2B-2718-C34E-510EAD99FF98}"/>
                </a:ext>
              </a:extLst>
            </p:cNvPr>
            <p:cNvSpPr/>
            <p:nvPr/>
          </p:nvSpPr>
          <p:spPr>
            <a:xfrm>
              <a:off x="9305614" y="3117798"/>
              <a:ext cx="40315" cy="161016"/>
            </a:xfrm>
            <a:custGeom>
              <a:avLst/>
              <a:gdLst>
                <a:gd name="connsiteX0" fmla="*/ 21266 w 40315"/>
                <a:gd name="connsiteY0" fmla="*/ 81331 h 161016"/>
                <a:gd name="connsiteX1" fmla="*/ 2216 w 40315"/>
                <a:gd name="connsiteY1" fmla="*/ 15291 h 161016"/>
                <a:gd name="connsiteX2" fmla="*/ 4755 w 40315"/>
                <a:gd name="connsiteY2" fmla="*/ 1322 h 161016"/>
                <a:gd name="connsiteX3" fmla="*/ 18726 w 40315"/>
                <a:gd name="connsiteY3" fmla="*/ 3862 h 161016"/>
                <a:gd name="connsiteX4" fmla="*/ 40316 w 40315"/>
                <a:gd name="connsiteY4" fmla="*/ 80062 h 161016"/>
                <a:gd name="connsiteX5" fmla="*/ 18726 w 40315"/>
                <a:gd name="connsiteY5" fmla="*/ 156261 h 161016"/>
                <a:gd name="connsiteX6" fmla="*/ 4755 w 40315"/>
                <a:gd name="connsiteY6" fmla="*/ 158801 h 161016"/>
                <a:gd name="connsiteX7" fmla="*/ 2216 w 40315"/>
                <a:gd name="connsiteY7" fmla="*/ 144831 h 161016"/>
                <a:gd name="connsiteX8" fmla="*/ 21266 w 40315"/>
                <a:gd name="connsiteY8" fmla="*/ 81331 h 1610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315" h="161016">
                  <a:moveTo>
                    <a:pt x="21266" y="81331"/>
                  </a:moveTo>
                  <a:cubicBezTo>
                    <a:pt x="21266" y="57201"/>
                    <a:pt x="14916" y="34341"/>
                    <a:pt x="2216" y="15291"/>
                  </a:cubicBezTo>
                  <a:cubicBezTo>
                    <a:pt x="-325" y="10212"/>
                    <a:pt x="945" y="3862"/>
                    <a:pt x="4755" y="1322"/>
                  </a:cubicBezTo>
                  <a:cubicBezTo>
                    <a:pt x="9835" y="-1219"/>
                    <a:pt x="16185" y="51"/>
                    <a:pt x="18726" y="3862"/>
                  </a:cubicBezTo>
                  <a:cubicBezTo>
                    <a:pt x="32695" y="25451"/>
                    <a:pt x="40316" y="52122"/>
                    <a:pt x="40316" y="80062"/>
                  </a:cubicBezTo>
                  <a:cubicBezTo>
                    <a:pt x="40316" y="108001"/>
                    <a:pt x="32695" y="134672"/>
                    <a:pt x="18726" y="156261"/>
                  </a:cubicBezTo>
                  <a:cubicBezTo>
                    <a:pt x="16185" y="161342"/>
                    <a:pt x="9835" y="162611"/>
                    <a:pt x="4755" y="158801"/>
                  </a:cubicBezTo>
                  <a:cubicBezTo>
                    <a:pt x="-325" y="156261"/>
                    <a:pt x="-1595" y="149911"/>
                    <a:pt x="2216" y="144831"/>
                  </a:cubicBezTo>
                  <a:cubicBezTo>
                    <a:pt x="14916" y="128322"/>
                    <a:pt x="21266" y="105462"/>
                    <a:pt x="21266" y="81331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21" name="Полилиния: фигура 671">
              <a:extLst>
                <a:ext uri="{FF2B5EF4-FFF2-40B4-BE49-F238E27FC236}">
                  <a16:creationId xmlns:a16="http://schemas.microsoft.com/office/drawing/2014/main" id="{9CF91AF6-E20A-560B-1447-4891CB32E9C9}"/>
                </a:ext>
              </a:extLst>
            </p:cNvPr>
            <p:cNvSpPr/>
            <p:nvPr/>
          </p:nvSpPr>
          <p:spPr>
            <a:xfrm>
              <a:off x="9277350" y="3153409"/>
              <a:ext cx="30480" cy="91440"/>
            </a:xfrm>
            <a:custGeom>
              <a:avLst/>
              <a:gdLst>
                <a:gd name="connsiteX0" fmla="*/ 10160 w 30480"/>
                <a:gd name="connsiteY0" fmla="*/ 45720 h 91440"/>
                <a:gd name="connsiteX1" fmla="*/ 1270 w 30480"/>
                <a:gd name="connsiteY1" fmla="*/ 15240 h 91440"/>
                <a:gd name="connsiteX2" fmla="*/ 5080 w 30480"/>
                <a:gd name="connsiteY2" fmla="*/ 1270 h 91440"/>
                <a:gd name="connsiteX3" fmla="*/ 19050 w 30480"/>
                <a:gd name="connsiteY3" fmla="*/ 5080 h 91440"/>
                <a:gd name="connsiteX4" fmla="*/ 30480 w 30480"/>
                <a:gd name="connsiteY4" fmla="*/ 45720 h 91440"/>
                <a:gd name="connsiteX5" fmla="*/ 19050 w 30480"/>
                <a:gd name="connsiteY5" fmla="*/ 86360 h 91440"/>
                <a:gd name="connsiteX6" fmla="*/ 5080 w 30480"/>
                <a:gd name="connsiteY6" fmla="*/ 90170 h 91440"/>
                <a:gd name="connsiteX7" fmla="*/ 1270 w 30480"/>
                <a:gd name="connsiteY7" fmla="*/ 76200 h 91440"/>
                <a:gd name="connsiteX8" fmla="*/ 10160 w 30480"/>
                <a:gd name="connsiteY8" fmla="*/ 45720 h 914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80" h="91440">
                  <a:moveTo>
                    <a:pt x="10160" y="45720"/>
                  </a:moveTo>
                  <a:cubicBezTo>
                    <a:pt x="10160" y="34290"/>
                    <a:pt x="7620" y="24130"/>
                    <a:pt x="1270" y="15240"/>
                  </a:cubicBezTo>
                  <a:cubicBezTo>
                    <a:pt x="-1270" y="10160"/>
                    <a:pt x="0" y="3810"/>
                    <a:pt x="5080" y="1270"/>
                  </a:cubicBezTo>
                  <a:cubicBezTo>
                    <a:pt x="10160" y="-1270"/>
                    <a:pt x="16510" y="0"/>
                    <a:pt x="19050" y="5080"/>
                  </a:cubicBezTo>
                  <a:cubicBezTo>
                    <a:pt x="26670" y="16510"/>
                    <a:pt x="30480" y="30480"/>
                    <a:pt x="30480" y="45720"/>
                  </a:cubicBezTo>
                  <a:cubicBezTo>
                    <a:pt x="30480" y="60960"/>
                    <a:pt x="26670" y="74930"/>
                    <a:pt x="19050" y="86360"/>
                  </a:cubicBezTo>
                  <a:cubicBezTo>
                    <a:pt x="16510" y="91440"/>
                    <a:pt x="10160" y="92710"/>
                    <a:pt x="5080" y="90170"/>
                  </a:cubicBezTo>
                  <a:cubicBezTo>
                    <a:pt x="0" y="87630"/>
                    <a:pt x="-1270" y="81280"/>
                    <a:pt x="1270" y="76200"/>
                  </a:cubicBezTo>
                  <a:cubicBezTo>
                    <a:pt x="6350" y="67310"/>
                    <a:pt x="10160" y="57150"/>
                    <a:pt x="10160" y="457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22" name="Полилиния: фигура 672">
              <a:extLst>
                <a:ext uri="{FF2B5EF4-FFF2-40B4-BE49-F238E27FC236}">
                  <a16:creationId xmlns:a16="http://schemas.microsoft.com/office/drawing/2014/main" id="{80EA5DF8-8179-C49D-E565-DB64F0C6A136}"/>
                </a:ext>
              </a:extLst>
            </p:cNvPr>
            <p:cNvSpPr/>
            <p:nvPr/>
          </p:nvSpPr>
          <p:spPr>
            <a:xfrm>
              <a:off x="9124950" y="3128010"/>
              <a:ext cx="142240" cy="142239"/>
            </a:xfrm>
            <a:custGeom>
              <a:avLst/>
              <a:gdLst>
                <a:gd name="connsiteX0" fmla="*/ 142240 w 142240"/>
                <a:gd name="connsiteY0" fmla="*/ 71120 h 142239"/>
                <a:gd name="connsiteX1" fmla="*/ 71120 w 142240"/>
                <a:gd name="connsiteY1" fmla="*/ 0 h 142239"/>
                <a:gd name="connsiteX2" fmla="*/ 0 w 142240"/>
                <a:gd name="connsiteY2" fmla="*/ 71120 h 142239"/>
                <a:gd name="connsiteX3" fmla="*/ 71120 w 142240"/>
                <a:gd name="connsiteY3" fmla="*/ 142240 h 142239"/>
                <a:gd name="connsiteX4" fmla="*/ 142240 w 142240"/>
                <a:gd name="connsiteY4" fmla="*/ 71120 h 142239"/>
                <a:gd name="connsiteX5" fmla="*/ 53340 w 142240"/>
                <a:gd name="connsiteY5" fmla="*/ 106680 h 142239"/>
                <a:gd name="connsiteX6" fmla="*/ 104140 w 142240"/>
                <a:gd name="connsiteY6" fmla="*/ 74930 h 142239"/>
                <a:gd name="connsiteX7" fmla="*/ 104140 w 142240"/>
                <a:gd name="connsiteY7" fmla="*/ 66040 h 142239"/>
                <a:gd name="connsiteX8" fmla="*/ 53340 w 142240"/>
                <a:gd name="connsiteY8" fmla="*/ 34290 h 142239"/>
                <a:gd name="connsiteX9" fmla="*/ 45720 w 142240"/>
                <a:gd name="connsiteY9" fmla="*/ 38100 h 142239"/>
                <a:gd name="connsiteX10" fmla="*/ 45720 w 142240"/>
                <a:gd name="connsiteY10" fmla="*/ 101600 h 142239"/>
                <a:gd name="connsiteX11" fmla="*/ 53340 w 142240"/>
                <a:gd name="connsiteY11" fmla="*/ 106680 h 14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42240" h="142239">
                  <a:moveTo>
                    <a:pt x="142240" y="71120"/>
                  </a:moveTo>
                  <a:cubicBezTo>
                    <a:pt x="142240" y="31750"/>
                    <a:pt x="110490" y="0"/>
                    <a:pt x="71120" y="0"/>
                  </a:cubicBezTo>
                  <a:cubicBezTo>
                    <a:pt x="31750" y="0"/>
                    <a:pt x="0" y="31750"/>
                    <a:pt x="0" y="71120"/>
                  </a:cubicBezTo>
                  <a:cubicBezTo>
                    <a:pt x="0" y="110490"/>
                    <a:pt x="31750" y="142240"/>
                    <a:pt x="71120" y="142240"/>
                  </a:cubicBezTo>
                  <a:cubicBezTo>
                    <a:pt x="110490" y="142240"/>
                    <a:pt x="142240" y="110490"/>
                    <a:pt x="142240" y="71120"/>
                  </a:cubicBezTo>
                  <a:close/>
                  <a:moveTo>
                    <a:pt x="53340" y="106680"/>
                  </a:moveTo>
                  <a:lnTo>
                    <a:pt x="104140" y="74930"/>
                  </a:lnTo>
                  <a:cubicBezTo>
                    <a:pt x="107950" y="72390"/>
                    <a:pt x="107950" y="68580"/>
                    <a:pt x="104140" y="66040"/>
                  </a:cubicBezTo>
                  <a:lnTo>
                    <a:pt x="53340" y="34290"/>
                  </a:lnTo>
                  <a:cubicBezTo>
                    <a:pt x="49530" y="31750"/>
                    <a:pt x="45720" y="34290"/>
                    <a:pt x="45720" y="38100"/>
                  </a:cubicBezTo>
                  <a:lnTo>
                    <a:pt x="45720" y="101600"/>
                  </a:lnTo>
                  <a:cubicBezTo>
                    <a:pt x="45720" y="106680"/>
                    <a:pt x="49530" y="109220"/>
                    <a:pt x="53340" y="1066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23" name="Рисунок 2">
            <a:extLst>
              <a:ext uri="{FF2B5EF4-FFF2-40B4-BE49-F238E27FC236}">
                <a16:creationId xmlns:a16="http://schemas.microsoft.com/office/drawing/2014/main" id="{71D3C53A-565A-2E34-BF6E-447A8B341D07}"/>
              </a:ext>
            </a:extLst>
          </p:cNvPr>
          <p:cNvGrpSpPr/>
          <p:nvPr/>
        </p:nvGrpSpPr>
        <p:grpSpPr>
          <a:xfrm>
            <a:off x="8379783" y="3564290"/>
            <a:ext cx="335280" cy="314959"/>
            <a:chOff x="8468359" y="3041650"/>
            <a:chExt cx="335280" cy="314959"/>
          </a:xfrm>
          <a:solidFill>
            <a:schemeClr val="tx1"/>
          </a:solidFill>
        </p:grpSpPr>
        <p:sp>
          <p:nvSpPr>
            <p:cNvPr id="1024" name="Полилиния: фигура 681">
              <a:extLst>
                <a:ext uri="{FF2B5EF4-FFF2-40B4-BE49-F238E27FC236}">
                  <a16:creationId xmlns:a16="http://schemas.microsoft.com/office/drawing/2014/main" id="{48EBA609-B8CA-B886-5465-7326685DD201}"/>
                </a:ext>
              </a:extLst>
            </p:cNvPr>
            <p:cNvSpPr/>
            <p:nvPr/>
          </p:nvSpPr>
          <p:spPr>
            <a:xfrm>
              <a:off x="8468359" y="3041650"/>
              <a:ext cx="335280" cy="243840"/>
            </a:xfrm>
            <a:custGeom>
              <a:avLst/>
              <a:gdLst>
                <a:gd name="connsiteX0" fmla="*/ 187960 w 335280"/>
                <a:gd name="connsiteY0" fmla="*/ 20320 h 243840"/>
                <a:gd name="connsiteX1" fmla="*/ 289560 w 335280"/>
                <a:gd name="connsiteY1" fmla="*/ 116840 h 243840"/>
                <a:gd name="connsiteX2" fmla="*/ 274320 w 335280"/>
                <a:gd name="connsiteY2" fmla="*/ 116840 h 243840"/>
                <a:gd name="connsiteX3" fmla="*/ 264160 w 335280"/>
                <a:gd name="connsiteY3" fmla="*/ 127000 h 243840"/>
                <a:gd name="connsiteX4" fmla="*/ 264160 w 335280"/>
                <a:gd name="connsiteY4" fmla="*/ 232410 h 243840"/>
                <a:gd name="connsiteX5" fmla="*/ 266700 w 335280"/>
                <a:gd name="connsiteY5" fmla="*/ 240030 h 243840"/>
                <a:gd name="connsiteX6" fmla="*/ 274320 w 335280"/>
                <a:gd name="connsiteY6" fmla="*/ 242570 h 243840"/>
                <a:gd name="connsiteX7" fmla="*/ 294640 w 335280"/>
                <a:gd name="connsiteY7" fmla="*/ 242570 h 243840"/>
                <a:gd name="connsiteX8" fmla="*/ 335280 w 335280"/>
                <a:gd name="connsiteY8" fmla="*/ 201930 h 243840"/>
                <a:gd name="connsiteX9" fmla="*/ 335280 w 335280"/>
                <a:gd name="connsiteY9" fmla="*/ 158750 h 243840"/>
                <a:gd name="connsiteX10" fmla="*/ 309880 w 335280"/>
                <a:gd name="connsiteY10" fmla="*/ 120650 h 243840"/>
                <a:gd name="connsiteX11" fmla="*/ 187960 w 335280"/>
                <a:gd name="connsiteY11" fmla="*/ 0 h 243840"/>
                <a:gd name="connsiteX12" fmla="*/ 147320 w 335280"/>
                <a:gd name="connsiteY12" fmla="*/ 0 h 243840"/>
                <a:gd name="connsiteX13" fmla="*/ 25400 w 335280"/>
                <a:gd name="connsiteY13" fmla="*/ 120650 h 243840"/>
                <a:gd name="connsiteX14" fmla="*/ 0 w 335280"/>
                <a:gd name="connsiteY14" fmla="*/ 158750 h 243840"/>
                <a:gd name="connsiteX15" fmla="*/ 0 w 335280"/>
                <a:gd name="connsiteY15" fmla="*/ 203200 h 243840"/>
                <a:gd name="connsiteX16" fmla="*/ 40640 w 335280"/>
                <a:gd name="connsiteY16" fmla="*/ 243840 h 243840"/>
                <a:gd name="connsiteX17" fmla="*/ 60960 w 335280"/>
                <a:gd name="connsiteY17" fmla="*/ 243840 h 243840"/>
                <a:gd name="connsiteX18" fmla="*/ 71120 w 335280"/>
                <a:gd name="connsiteY18" fmla="*/ 233680 h 243840"/>
                <a:gd name="connsiteX19" fmla="*/ 71120 w 335280"/>
                <a:gd name="connsiteY19" fmla="*/ 128270 h 243840"/>
                <a:gd name="connsiteX20" fmla="*/ 60960 w 335280"/>
                <a:gd name="connsiteY20" fmla="*/ 118110 h 243840"/>
                <a:gd name="connsiteX21" fmla="*/ 45720 w 335280"/>
                <a:gd name="connsiteY21" fmla="*/ 118110 h 243840"/>
                <a:gd name="connsiteX22" fmla="*/ 147320 w 335280"/>
                <a:gd name="connsiteY22" fmla="*/ 21590 h 243840"/>
                <a:gd name="connsiteX23" fmla="*/ 187960 w 335280"/>
                <a:gd name="connsiteY23" fmla="*/ 21590 h 243840"/>
                <a:gd name="connsiteX24" fmla="*/ 294640 w 335280"/>
                <a:gd name="connsiteY24" fmla="*/ 138430 h 243840"/>
                <a:gd name="connsiteX25" fmla="*/ 314960 w 335280"/>
                <a:gd name="connsiteY25" fmla="*/ 158750 h 243840"/>
                <a:gd name="connsiteX26" fmla="*/ 314960 w 335280"/>
                <a:gd name="connsiteY26" fmla="*/ 203200 h 243840"/>
                <a:gd name="connsiteX27" fmla="*/ 294640 w 335280"/>
                <a:gd name="connsiteY27" fmla="*/ 223520 h 243840"/>
                <a:gd name="connsiteX28" fmla="*/ 284480 w 335280"/>
                <a:gd name="connsiteY28" fmla="*/ 223520 h 243840"/>
                <a:gd name="connsiteX29" fmla="*/ 284480 w 335280"/>
                <a:gd name="connsiteY29" fmla="*/ 138430 h 243840"/>
                <a:gd name="connsiteX30" fmla="*/ 294640 w 335280"/>
                <a:gd name="connsiteY30" fmla="*/ 138430 h 243840"/>
                <a:gd name="connsiteX31" fmla="*/ 41910 w 335280"/>
                <a:gd name="connsiteY31" fmla="*/ 223520 h 243840"/>
                <a:gd name="connsiteX32" fmla="*/ 21590 w 335280"/>
                <a:gd name="connsiteY32" fmla="*/ 203200 h 243840"/>
                <a:gd name="connsiteX33" fmla="*/ 21590 w 335280"/>
                <a:gd name="connsiteY33" fmla="*/ 158750 h 243840"/>
                <a:gd name="connsiteX34" fmla="*/ 41910 w 335280"/>
                <a:gd name="connsiteY34" fmla="*/ 138430 h 243840"/>
                <a:gd name="connsiteX35" fmla="*/ 52070 w 335280"/>
                <a:gd name="connsiteY35" fmla="*/ 138430 h 243840"/>
                <a:gd name="connsiteX36" fmla="*/ 52070 w 335280"/>
                <a:gd name="connsiteY36" fmla="*/ 223520 h 243840"/>
                <a:gd name="connsiteX37" fmla="*/ 41910 w 335280"/>
                <a:gd name="connsiteY37" fmla="*/ 223520 h 2438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</a:cxnLst>
              <a:rect l="l" t="t" r="r" b="b"/>
              <a:pathLst>
                <a:path w="335280" h="243840">
                  <a:moveTo>
                    <a:pt x="187960" y="20320"/>
                  </a:moveTo>
                  <a:cubicBezTo>
                    <a:pt x="242570" y="20320"/>
                    <a:pt x="287020" y="63500"/>
                    <a:pt x="289560" y="116840"/>
                  </a:cubicBezTo>
                  <a:lnTo>
                    <a:pt x="274320" y="116840"/>
                  </a:lnTo>
                  <a:cubicBezTo>
                    <a:pt x="269240" y="116840"/>
                    <a:pt x="264160" y="121920"/>
                    <a:pt x="264160" y="127000"/>
                  </a:cubicBezTo>
                  <a:lnTo>
                    <a:pt x="264160" y="232410"/>
                  </a:lnTo>
                  <a:cubicBezTo>
                    <a:pt x="264160" y="234950"/>
                    <a:pt x="265430" y="237490"/>
                    <a:pt x="266700" y="240030"/>
                  </a:cubicBezTo>
                  <a:cubicBezTo>
                    <a:pt x="267970" y="242570"/>
                    <a:pt x="271780" y="242570"/>
                    <a:pt x="274320" y="242570"/>
                  </a:cubicBezTo>
                  <a:lnTo>
                    <a:pt x="294640" y="242570"/>
                  </a:lnTo>
                  <a:cubicBezTo>
                    <a:pt x="317500" y="242570"/>
                    <a:pt x="335280" y="224790"/>
                    <a:pt x="335280" y="201930"/>
                  </a:cubicBezTo>
                  <a:lnTo>
                    <a:pt x="335280" y="158750"/>
                  </a:lnTo>
                  <a:cubicBezTo>
                    <a:pt x="335280" y="142240"/>
                    <a:pt x="325120" y="127000"/>
                    <a:pt x="309880" y="120650"/>
                  </a:cubicBezTo>
                  <a:cubicBezTo>
                    <a:pt x="308610" y="54610"/>
                    <a:pt x="255270" y="0"/>
                    <a:pt x="187960" y="0"/>
                  </a:cubicBezTo>
                  <a:lnTo>
                    <a:pt x="147320" y="0"/>
                  </a:lnTo>
                  <a:cubicBezTo>
                    <a:pt x="80010" y="0"/>
                    <a:pt x="26670" y="53340"/>
                    <a:pt x="25400" y="120650"/>
                  </a:cubicBezTo>
                  <a:cubicBezTo>
                    <a:pt x="10160" y="127000"/>
                    <a:pt x="0" y="140970"/>
                    <a:pt x="0" y="158750"/>
                  </a:cubicBezTo>
                  <a:lnTo>
                    <a:pt x="0" y="203200"/>
                  </a:lnTo>
                  <a:cubicBezTo>
                    <a:pt x="0" y="226060"/>
                    <a:pt x="17780" y="243840"/>
                    <a:pt x="40640" y="243840"/>
                  </a:cubicBezTo>
                  <a:lnTo>
                    <a:pt x="60960" y="243840"/>
                  </a:lnTo>
                  <a:cubicBezTo>
                    <a:pt x="66040" y="243840"/>
                    <a:pt x="71120" y="238760"/>
                    <a:pt x="71120" y="233680"/>
                  </a:cubicBezTo>
                  <a:lnTo>
                    <a:pt x="71120" y="128270"/>
                  </a:lnTo>
                  <a:cubicBezTo>
                    <a:pt x="71120" y="123190"/>
                    <a:pt x="66040" y="118110"/>
                    <a:pt x="60960" y="118110"/>
                  </a:cubicBezTo>
                  <a:lnTo>
                    <a:pt x="45720" y="118110"/>
                  </a:lnTo>
                  <a:cubicBezTo>
                    <a:pt x="48260" y="64770"/>
                    <a:pt x="92710" y="21590"/>
                    <a:pt x="147320" y="21590"/>
                  </a:cubicBezTo>
                  <a:lnTo>
                    <a:pt x="187960" y="21590"/>
                  </a:lnTo>
                  <a:close/>
                  <a:moveTo>
                    <a:pt x="294640" y="138430"/>
                  </a:moveTo>
                  <a:cubicBezTo>
                    <a:pt x="306070" y="138430"/>
                    <a:pt x="314960" y="147320"/>
                    <a:pt x="314960" y="158750"/>
                  </a:cubicBezTo>
                  <a:lnTo>
                    <a:pt x="314960" y="203200"/>
                  </a:lnTo>
                  <a:cubicBezTo>
                    <a:pt x="314960" y="214630"/>
                    <a:pt x="306070" y="223520"/>
                    <a:pt x="294640" y="223520"/>
                  </a:cubicBezTo>
                  <a:lnTo>
                    <a:pt x="284480" y="223520"/>
                  </a:lnTo>
                  <a:lnTo>
                    <a:pt x="284480" y="138430"/>
                  </a:lnTo>
                  <a:lnTo>
                    <a:pt x="294640" y="138430"/>
                  </a:lnTo>
                  <a:close/>
                  <a:moveTo>
                    <a:pt x="41910" y="223520"/>
                  </a:moveTo>
                  <a:cubicBezTo>
                    <a:pt x="30480" y="223520"/>
                    <a:pt x="21590" y="214630"/>
                    <a:pt x="21590" y="203200"/>
                  </a:cubicBezTo>
                  <a:lnTo>
                    <a:pt x="21590" y="158750"/>
                  </a:lnTo>
                  <a:cubicBezTo>
                    <a:pt x="21590" y="147320"/>
                    <a:pt x="30480" y="138430"/>
                    <a:pt x="41910" y="138430"/>
                  </a:cubicBezTo>
                  <a:lnTo>
                    <a:pt x="52070" y="138430"/>
                  </a:lnTo>
                  <a:lnTo>
                    <a:pt x="52070" y="223520"/>
                  </a:lnTo>
                  <a:lnTo>
                    <a:pt x="41910" y="2235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25" name="Полилиния: фигура 682">
              <a:extLst>
                <a:ext uri="{FF2B5EF4-FFF2-40B4-BE49-F238E27FC236}">
                  <a16:creationId xmlns:a16="http://schemas.microsoft.com/office/drawing/2014/main" id="{E5A56891-FE49-206D-8549-E41504B5CDAF}"/>
                </a:ext>
              </a:extLst>
            </p:cNvPr>
            <p:cNvSpPr/>
            <p:nvPr/>
          </p:nvSpPr>
          <p:spPr>
            <a:xfrm>
              <a:off x="8590280" y="3112770"/>
              <a:ext cx="91439" cy="157479"/>
            </a:xfrm>
            <a:custGeom>
              <a:avLst/>
              <a:gdLst>
                <a:gd name="connsiteX0" fmla="*/ 45720 w 91439"/>
                <a:gd name="connsiteY0" fmla="*/ 0 h 157479"/>
                <a:gd name="connsiteX1" fmla="*/ 15239 w 91439"/>
                <a:gd name="connsiteY1" fmla="*/ 7620 h 157479"/>
                <a:gd name="connsiteX2" fmla="*/ 0 w 91439"/>
                <a:gd name="connsiteY2" fmla="*/ 31750 h 157479"/>
                <a:gd name="connsiteX3" fmla="*/ 0 w 91439"/>
                <a:gd name="connsiteY3" fmla="*/ 85090 h 157479"/>
                <a:gd name="connsiteX4" fmla="*/ 0 w 91439"/>
                <a:gd name="connsiteY4" fmla="*/ 85090 h 157479"/>
                <a:gd name="connsiteX5" fmla="*/ 0 w 91439"/>
                <a:gd name="connsiteY5" fmla="*/ 85090 h 157479"/>
                <a:gd name="connsiteX6" fmla="*/ 0 w 91439"/>
                <a:gd name="connsiteY6" fmla="*/ 111760 h 157479"/>
                <a:gd name="connsiteX7" fmla="*/ 45720 w 91439"/>
                <a:gd name="connsiteY7" fmla="*/ 157480 h 157479"/>
                <a:gd name="connsiteX8" fmla="*/ 91439 w 91439"/>
                <a:gd name="connsiteY8" fmla="*/ 111760 h 157479"/>
                <a:gd name="connsiteX9" fmla="*/ 91439 w 91439"/>
                <a:gd name="connsiteY9" fmla="*/ 85090 h 157479"/>
                <a:gd name="connsiteX10" fmla="*/ 91439 w 91439"/>
                <a:gd name="connsiteY10" fmla="*/ 85090 h 157479"/>
                <a:gd name="connsiteX11" fmla="*/ 91439 w 91439"/>
                <a:gd name="connsiteY11" fmla="*/ 85090 h 157479"/>
                <a:gd name="connsiteX12" fmla="*/ 91439 w 91439"/>
                <a:gd name="connsiteY12" fmla="*/ 31750 h 157479"/>
                <a:gd name="connsiteX13" fmla="*/ 76200 w 91439"/>
                <a:gd name="connsiteY13" fmla="*/ 7620 h 157479"/>
                <a:gd name="connsiteX14" fmla="*/ 45720 w 91439"/>
                <a:gd name="connsiteY14" fmla="*/ 0 h 157479"/>
                <a:gd name="connsiteX15" fmla="*/ 21589 w 91439"/>
                <a:gd name="connsiteY15" fmla="*/ 31750 h 157479"/>
                <a:gd name="connsiteX16" fmla="*/ 26670 w 91439"/>
                <a:gd name="connsiteY16" fmla="*/ 25400 h 157479"/>
                <a:gd name="connsiteX17" fmla="*/ 45720 w 91439"/>
                <a:gd name="connsiteY17" fmla="*/ 20320 h 157479"/>
                <a:gd name="connsiteX18" fmla="*/ 64770 w 91439"/>
                <a:gd name="connsiteY18" fmla="*/ 25400 h 157479"/>
                <a:gd name="connsiteX19" fmla="*/ 69850 w 91439"/>
                <a:gd name="connsiteY19" fmla="*/ 31750 h 157479"/>
                <a:gd name="connsiteX20" fmla="*/ 69850 w 91439"/>
                <a:gd name="connsiteY20" fmla="*/ 81280 h 157479"/>
                <a:gd name="connsiteX21" fmla="*/ 20320 w 91439"/>
                <a:gd name="connsiteY21" fmla="*/ 81280 h 157479"/>
                <a:gd name="connsiteX22" fmla="*/ 20320 w 91439"/>
                <a:gd name="connsiteY22" fmla="*/ 31750 h 157479"/>
                <a:gd name="connsiteX23" fmla="*/ 21589 w 91439"/>
                <a:gd name="connsiteY23" fmla="*/ 101600 h 157479"/>
                <a:gd name="connsiteX24" fmla="*/ 21589 w 91439"/>
                <a:gd name="connsiteY24" fmla="*/ 113030 h 157479"/>
                <a:gd name="connsiteX25" fmla="*/ 46989 w 91439"/>
                <a:gd name="connsiteY25" fmla="*/ 138430 h 157479"/>
                <a:gd name="connsiteX26" fmla="*/ 72389 w 91439"/>
                <a:gd name="connsiteY26" fmla="*/ 113030 h 157479"/>
                <a:gd name="connsiteX27" fmla="*/ 72389 w 91439"/>
                <a:gd name="connsiteY27" fmla="*/ 101600 h 157479"/>
                <a:gd name="connsiteX28" fmla="*/ 21589 w 91439"/>
                <a:gd name="connsiteY28" fmla="*/ 101600 h 157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91439" h="157479">
                  <a:moveTo>
                    <a:pt x="45720" y="0"/>
                  </a:moveTo>
                  <a:cubicBezTo>
                    <a:pt x="34289" y="0"/>
                    <a:pt x="24130" y="2540"/>
                    <a:pt x="15239" y="7620"/>
                  </a:cubicBezTo>
                  <a:cubicBezTo>
                    <a:pt x="7620" y="12700"/>
                    <a:pt x="0" y="20320"/>
                    <a:pt x="0" y="31750"/>
                  </a:cubicBezTo>
                  <a:lnTo>
                    <a:pt x="0" y="85090"/>
                  </a:lnTo>
                  <a:lnTo>
                    <a:pt x="0" y="85090"/>
                  </a:lnTo>
                  <a:lnTo>
                    <a:pt x="0" y="85090"/>
                  </a:lnTo>
                  <a:lnTo>
                    <a:pt x="0" y="111760"/>
                  </a:lnTo>
                  <a:cubicBezTo>
                    <a:pt x="0" y="137160"/>
                    <a:pt x="20320" y="157480"/>
                    <a:pt x="45720" y="157480"/>
                  </a:cubicBezTo>
                  <a:cubicBezTo>
                    <a:pt x="71120" y="157480"/>
                    <a:pt x="91439" y="137160"/>
                    <a:pt x="91439" y="111760"/>
                  </a:cubicBezTo>
                  <a:lnTo>
                    <a:pt x="91439" y="85090"/>
                  </a:lnTo>
                  <a:lnTo>
                    <a:pt x="91439" y="85090"/>
                  </a:lnTo>
                  <a:lnTo>
                    <a:pt x="91439" y="85090"/>
                  </a:lnTo>
                  <a:lnTo>
                    <a:pt x="91439" y="31750"/>
                  </a:lnTo>
                  <a:cubicBezTo>
                    <a:pt x="91439" y="20320"/>
                    <a:pt x="83820" y="12700"/>
                    <a:pt x="76200" y="7620"/>
                  </a:cubicBezTo>
                  <a:cubicBezTo>
                    <a:pt x="68580" y="3810"/>
                    <a:pt x="57150" y="0"/>
                    <a:pt x="45720" y="0"/>
                  </a:cubicBezTo>
                  <a:close/>
                  <a:moveTo>
                    <a:pt x="21589" y="31750"/>
                  </a:moveTo>
                  <a:cubicBezTo>
                    <a:pt x="21589" y="30480"/>
                    <a:pt x="22860" y="27940"/>
                    <a:pt x="26670" y="25400"/>
                  </a:cubicBezTo>
                  <a:cubicBezTo>
                    <a:pt x="31750" y="22860"/>
                    <a:pt x="38100" y="20320"/>
                    <a:pt x="45720" y="20320"/>
                  </a:cubicBezTo>
                  <a:cubicBezTo>
                    <a:pt x="53339" y="20320"/>
                    <a:pt x="60960" y="22860"/>
                    <a:pt x="64770" y="25400"/>
                  </a:cubicBezTo>
                  <a:cubicBezTo>
                    <a:pt x="69850" y="27940"/>
                    <a:pt x="69850" y="30480"/>
                    <a:pt x="69850" y="31750"/>
                  </a:cubicBezTo>
                  <a:lnTo>
                    <a:pt x="69850" y="81280"/>
                  </a:lnTo>
                  <a:lnTo>
                    <a:pt x="20320" y="81280"/>
                  </a:lnTo>
                  <a:lnTo>
                    <a:pt x="20320" y="31750"/>
                  </a:lnTo>
                  <a:close/>
                  <a:moveTo>
                    <a:pt x="21589" y="101600"/>
                  </a:moveTo>
                  <a:lnTo>
                    <a:pt x="21589" y="113030"/>
                  </a:lnTo>
                  <a:cubicBezTo>
                    <a:pt x="21589" y="127000"/>
                    <a:pt x="33020" y="138430"/>
                    <a:pt x="46989" y="138430"/>
                  </a:cubicBezTo>
                  <a:cubicBezTo>
                    <a:pt x="60960" y="138430"/>
                    <a:pt x="72389" y="127000"/>
                    <a:pt x="72389" y="113030"/>
                  </a:cubicBezTo>
                  <a:lnTo>
                    <a:pt x="72389" y="101600"/>
                  </a:lnTo>
                  <a:lnTo>
                    <a:pt x="21589" y="1016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26" name="Полилиния: фигура 683">
              <a:extLst>
                <a:ext uri="{FF2B5EF4-FFF2-40B4-BE49-F238E27FC236}">
                  <a16:creationId xmlns:a16="http://schemas.microsoft.com/office/drawing/2014/main" id="{5E380699-9449-CBC2-66A2-EB191C94B0CF}"/>
                </a:ext>
              </a:extLst>
            </p:cNvPr>
            <p:cNvSpPr/>
            <p:nvPr/>
          </p:nvSpPr>
          <p:spPr>
            <a:xfrm>
              <a:off x="8555990" y="3195320"/>
              <a:ext cx="162559" cy="161289"/>
            </a:xfrm>
            <a:custGeom>
              <a:avLst/>
              <a:gdLst>
                <a:gd name="connsiteX0" fmla="*/ 40640 w 162559"/>
                <a:gd name="connsiteY0" fmla="*/ 161290 h 161289"/>
                <a:gd name="connsiteX1" fmla="*/ 121920 w 162559"/>
                <a:gd name="connsiteY1" fmla="*/ 161290 h 161289"/>
                <a:gd name="connsiteX2" fmla="*/ 132080 w 162559"/>
                <a:gd name="connsiteY2" fmla="*/ 151130 h 161289"/>
                <a:gd name="connsiteX3" fmla="*/ 121920 w 162559"/>
                <a:gd name="connsiteY3" fmla="*/ 140970 h 161289"/>
                <a:gd name="connsiteX4" fmla="*/ 91440 w 162559"/>
                <a:gd name="connsiteY4" fmla="*/ 140970 h 161289"/>
                <a:gd name="connsiteX5" fmla="*/ 91440 w 162559"/>
                <a:gd name="connsiteY5" fmla="*/ 115570 h 161289"/>
                <a:gd name="connsiteX6" fmla="*/ 162560 w 162559"/>
                <a:gd name="connsiteY6" fmla="*/ 35560 h 161289"/>
                <a:gd name="connsiteX7" fmla="*/ 162560 w 162559"/>
                <a:gd name="connsiteY7" fmla="*/ 10160 h 161289"/>
                <a:gd name="connsiteX8" fmla="*/ 152400 w 162559"/>
                <a:gd name="connsiteY8" fmla="*/ 0 h 161289"/>
                <a:gd name="connsiteX9" fmla="*/ 142240 w 162559"/>
                <a:gd name="connsiteY9" fmla="*/ 10160 h 161289"/>
                <a:gd name="connsiteX10" fmla="*/ 142240 w 162559"/>
                <a:gd name="connsiteY10" fmla="*/ 35560 h 161289"/>
                <a:gd name="connsiteX11" fmla="*/ 81280 w 162559"/>
                <a:gd name="connsiteY11" fmla="*/ 96520 h 161289"/>
                <a:gd name="connsiteX12" fmla="*/ 20320 w 162559"/>
                <a:gd name="connsiteY12" fmla="*/ 35560 h 161289"/>
                <a:gd name="connsiteX13" fmla="*/ 20320 w 162559"/>
                <a:gd name="connsiteY13" fmla="*/ 10160 h 161289"/>
                <a:gd name="connsiteX14" fmla="*/ 10160 w 162559"/>
                <a:gd name="connsiteY14" fmla="*/ 0 h 161289"/>
                <a:gd name="connsiteX15" fmla="*/ 0 w 162559"/>
                <a:gd name="connsiteY15" fmla="*/ 10160 h 161289"/>
                <a:gd name="connsiteX16" fmla="*/ 0 w 162559"/>
                <a:gd name="connsiteY16" fmla="*/ 35560 h 161289"/>
                <a:gd name="connsiteX17" fmla="*/ 71120 w 162559"/>
                <a:gd name="connsiteY17" fmla="*/ 115570 h 161289"/>
                <a:gd name="connsiteX18" fmla="*/ 71120 w 162559"/>
                <a:gd name="connsiteY18" fmla="*/ 140970 h 161289"/>
                <a:gd name="connsiteX19" fmla="*/ 40640 w 162559"/>
                <a:gd name="connsiteY19" fmla="*/ 140970 h 161289"/>
                <a:gd name="connsiteX20" fmla="*/ 30480 w 162559"/>
                <a:gd name="connsiteY20" fmla="*/ 151130 h 161289"/>
                <a:gd name="connsiteX21" fmla="*/ 40640 w 162559"/>
                <a:gd name="connsiteY21" fmla="*/ 161290 h 1612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162559" h="161289">
                  <a:moveTo>
                    <a:pt x="40640" y="161290"/>
                  </a:moveTo>
                  <a:lnTo>
                    <a:pt x="121920" y="161290"/>
                  </a:lnTo>
                  <a:cubicBezTo>
                    <a:pt x="127000" y="161290"/>
                    <a:pt x="132080" y="156210"/>
                    <a:pt x="132080" y="151130"/>
                  </a:cubicBezTo>
                  <a:cubicBezTo>
                    <a:pt x="132080" y="146050"/>
                    <a:pt x="127000" y="140970"/>
                    <a:pt x="121920" y="140970"/>
                  </a:cubicBezTo>
                  <a:lnTo>
                    <a:pt x="91440" y="140970"/>
                  </a:lnTo>
                  <a:lnTo>
                    <a:pt x="91440" y="115570"/>
                  </a:lnTo>
                  <a:cubicBezTo>
                    <a:pt x="132080" y="110490"/>
                    <a:pt x="162560" y="76200"/>
                    <a:pt x="162560" y="35560"/>
                  </a:cubicBezTo>
                  <a:lnTo>
                    <a:pt x="162560" y="10160"/>
                  </a:lnTo>
                  <a:cubicBezTo>
                    <a:pt x="162560" y="5080"/>
                    <a:pt x="157480" y="0"/>
                    <a:pt x="152400" y="0"/>
                  </a:cubicBezTo>
                  <a:cubicBezTo>
                    <a:pt x="147320" y="0"/>
                    <a:pt x="142240" y="5080"/>
                    <a:pt x="142240" y="10160"/>
                  </a:cubicBezTo>
                  <a:lnTo>
                    <a:pt x="142240" y="35560"/>
                  </a:lnTo>
                  <a:cubicBezTo>
                    <a:pt x="142240" y="68580"/>
                    <a:pt x="115570" y="96520"/>
                    <a:pt x="81280" y="96520"/>
                  </a:cubicBezTo>
                  <a:cubicBezTo>
                    <a:pt x="48260" y="96520"/>
                    <a:pt x="20320" y="69850"/>
                    <a:pt x="20320" y="35560"/>
                  </a:cubicBezTo>
                  <a:lnTo>
                    <a:pt x="20320" y="10160"/>
                  </a:ln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lnTo>
                    <a:pt x="0" y="35560"/>
                  </a:lnTo>
                  <a:cubicBezTo>
                    <a:pt x="0" y="77470"/>
                    <a:pt x="30480" y="110490"/>
                    <a:pt x="71120" y="115570"/>
                  </a:cubicBezTo>
                  <a:lnTo>
                    <a:pt x="71120" y="140970"/>
                  </a:lnTo>
                  <a:lnTo>
                    <a:pt x="40640" y="140970"/>
                  </a:lnTo>
                  <a:cubicBezTo>
                    <a:pt x="35560" y="140970"/>
                    <a:pt x="30480" y="146050"/>
                    <a:pt x="30480" y="151130"/>
                  </a:cubicBezTo>
                  <a:cubicBezTo>
                    <a:pt x="30480" y="156210"/>
                    <a:pt x="34290" y="161290"/>
                    <a:pt x="40640" y="16129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27" name="Рисунок 2">
            <a:extLst>
              <a:ext uri="{FF2B5EF4-FFF2-40B4-BE49-F238E27FC236}">
                <a16:creationId xmlns:a16="http://schemas.microsoft.com/office/drawing/2014/main" id="{E4F762FC-DE1A-0E53-066B-7298EF97326A}"/>
              </a:ext>
            </a:extLst>
          </p:cNvPr>
          <p:cNvGrpSpPr/>
          <p:nvPr/>
        </p:nvGrpSpPr>
        <p:grpSpPr>
          <a:xfrm>
            <a:off x="10094429" y="3592806"/>
            <a:ext cx="261023" cy="261329"/>
            <a:chOff x="10183005" y="3070166"/>
            <a:chExt cx="261023" cy="261329"/>
          </a:xfrm>
          <a:solidFill>
            <a:schemeClr val="tx1"/>
          </a:solidFill>
        </p:grpSpPr>
        <p:sp>
          <p:nvSpPr>
            <p:cNvPr id="1028" name="Полилиния: фигура 698">
              <a:extLst>
                <a:ext uri="{FF2B5EF4-FFF2-40B4-BE49-F238E27FC236}">
                  <a16:creationId xmlns:a16="http://schemas.microsoft.com/office/drawing/2014/main" id="{45496D0D-C63C-9692-9401-F278D529484F}"/>
                </a:ext>
              </a:extLst>
            </p:cNvPr>
            <p:cNvSpPr/>
            <p:nvPr/>
          </p:nvSpPr>
          <p:spPr>
            <a:xfrm>
              <a:off x="10318114" y="3203089"/>
              <a:ext cx="40639" cy="41125"/>
            </a:xfrm>
            <a:custGeom>
              <a:avLst/>
              <a:gdLst>
                <a:gd name="connsiteX0" fmla="*/ 34925 w 40639"/>
                <a:gd name="connsiteY0" fmla="*/ 6200 h 41125"/>
                <a:gd name="connsiteX1" fmla="*/ 34925 w 40639"/>
                <a:gd name="connsiteY1" fmla="*/ 35410 h 41125"/>
                <a:gd name="connsiteX2" fmla="*/ 5715 w 40639"/>
                <a:gd name="connsiteY2" fmla="*/ 35410 h 41125"/>
                <a:gd name="connsiteX3" fmla="*/ 5715 w 40639"/>
                <a:gd name="connsiteY3" fmla="*/ 6200 h 41125"/>
                <a:gd name="connsiteX4" fmla="*/ 34925 w 40639"/>
                <a:gd name="connsiteY4" fmla="*/ 6200 h 411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0639" h="41125">
                  <a:moveTo>
                    <a:pt x="34925" y="6200"/>
                  </a:moveTo>
                  <a:cubicBezTo>
                    <a:pt x="42545" y="13820"/>
                    <a:pt x="42545" y="26520"/>
                    <a:pt x="34925" y="35410"/>
                  </a:cubicBezTo>
                  <a:cubicBezTo>
                    <a:pt x="27305" y="43030"/>
                    <a:pt x="14605" y="43030"/>
                    <a:pt x="5715" y="35410"/>
                  </a:cubicBezTo>
                  <a:cubicBezTo>
                    <a:pt x="-1905" y="27790"/>
                    <a:pt x="-1905" y="15090"/>
                    <a:pt x="5715" y="6200"/>
                  </a:cubicBezTo>
                  <a:cubicBezTo>
                    <a:pt x="13335" y="-2690"/>
                    <a:pt x="27305" y="-1420"/>
                    <a:pt x="34925" y="62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29" name="Полилиния: фигура 699">
              <a:extLst>
                <a:ext uri="{FF2B5EF4-FFF2-40B4-BE49-F238E27FC236}">
                  <a16:creationId xmlns:a16="http://schemas.microsoft.com/office/drawing/2014/main" id="{8009A732-749B-B52D-FD87-2BA109E22A69}"/>
                </a:ext>
              </a:extLst>
            </p:cNvPr>
            <p:cNvSpPr/>
            <p:nvPr/>
          </p:nvSpPr>
          <p:spPr>
            <a:xfrm>
              <a:off x="10350182" y="3235642"/>
              <a:ext cx="48894" cy="48895"/>
            </a:xfrm>
            <a:custGeom>
              <a:avLst/>
              <a:gdLst>
                <a:gd name="connsiteX0" fmla="*/ 2857 w 48894"/>
                <a:gd name="connsiteY0" fmla="*/ 46037 h 48895"/>
                <a:gd name="connsiteX1" fmla="*/ 2857 w 48894"/>
                <a:gd name="connsiteY1" fmla="*/ 32067 h 48895"/>
                <a:gd name="connsiteX2" fmla="*/ 32067 w 48894"/>
                <a:gd name="connsiteY2" fmla="*/ 2858 h 48895"/>
                <a:gd name="connsiteX3" fmla="*/ 46037 w 48894"/>
                <a:gd name="connsiteY3" fmla="*/ 2858 h 48895"/>
                <a:gd name="connsiteX4" fmla="*/ 46037 w 48894"/>
                <a:gd name="connsiteY4" fmla="*/ 16828 h 48895"/>
                <a:gd name="connsiteX5" fmla="*/ 16827 w 48894"/>
                <a:gd name="connsiteY5" fmla="*/ 46037 h 48895"/>
                <a:gd name="connsiteX6" fmla="*/ 2857 w 48894"/>
                <a:gd name="connsiteY6" fmla="*/ 46037 h 488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894" h="48895">
                  <a:moveTo>
                    <a:pt x="2857" y="46037"/>
                  </a:moveTo>
                  <a:cubicBezTo>
                    <a:pt x="-952" y="42228"/>
                    <a:pt x="-952" y="35878"/>
                    <a:pt x="2857" y="32067"/>
                  </a:cubicBezTo>
                  <a:lnTo>
                    <a:pt x="32067" y="2858"/>
                  </a:lnTo>
                  <a:cubicBezTo>
                    <a:pt x="35877" y="-953"/>
                    <a:pt x="42227" y="-953"/>
                    <a:pt x="46037" y="2858"/>
                  </a:cubicBezTo>
                  <a:cubicBezTo>
                    <a:pt x="49848" y="6668"/>
                    <a:pt x="49848" y="13018"/>
                    <a:pt x="46037" y="16828"/>
                  </a:cubicBezTo>
                  <a:lnTo>
                    <a:pt x="16827" y="46037"/>
                  </a:lnTo>
                  <a:cubicBezTo>
                    <a:pt x="13017" y="49848"/>
                    <a:pt x="6667" y="49848"/>
                    <a:pt x="2857" y="46037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30" name="Полилиния: фигура 700">
              <a:extLst>
                <a:ext uri="{FF2B5EF4-FFF2-40B4-BE49-F238E27FC236}">
                  <a16:creationId xmlns:a16="http://schemas.microsoft.com/office/drawing/2014/main" id="{3D45267B-5F27-8CC1-CDE0-84947BA387D5}"/>
                </a:ext>
              </a:extLst>
            </p:cNvPr>
            <p:cNvSpPr/>
            <p:nvPr/>
          </p:nvSpPr>
          <p:spPr>
            <a:xfrm>
              <a:off x="10183005" y="3070166"/>
              <a:ext cx="261023" cy="261329"/>
            </a:xfrm>
            <a:custGeom>
              <a:avLst/>
              <a:gdLst>
                <a:gd name="connsiteX0" fmla="*/ 88754 w 261023"/>
                <a:gd name="connsiteY0" fmla="*/ 130234 h 261329"/>
                <a:gd name="connsiteX1" fmla="*/ 53194 w 261023"/>
                <a:gd name="connsiteY1" fmla="*/ 94674 h 261329"/>
                <a:gd name="connsiteX2" fmla="*/ 32875 w 261023"/>
                <a:gd name="connsiteY2" fmla="*/ 88324 h 261329"/>
                <a:gd name="connsiteX3" fmla="*/ 3664 w 261023"/>
                <a:gd name="connsiteY3" fmla="*/ 54034 h 261329"/>
                <a:gd name="connsiteX4" fmla="*/ 4935 w 261023"/>
                <a:gd name="connsiteY4" fmla="*/ 33714 h 261329"/>
                <a:gd name="connsiteX5" fmla="*/ 34144 w 261023"/>
                <a:gd name="connsiteY5" fmla="*/ 4504 h 261329"/>
                <a:gd name="connsiteX6" fmla="*/ 54464 w 261023"/>
                <a:gd name="connsiteY6" fmla="*/ 3234 h 261329"/>
                <a:gd name="connsiteX7" fmla="*/ 88754 w 261023"/>
                <a:gd name="connsiteY7" fmla="*/ 32444 h 261329"/>
                <a:gd name="connsiteX8" fmla="*/ 95104 w 261023"/>
                <a:gd name="connsiteY8" fmla="*/ 52764 h 261329"/>
                <a:gd name="connsiteX9" fmla="*/ 130664 w 261023"/>
                <a:gd name="connsiteY9" fmla="*/ 88324 h 261329"/>
                <a:gd name="connsiteX10" fmla="*/ 185275 w 261023"/>
                <a:gd name="connsiteY10" fmla="*/ 99754 h 261329"/>
                <a:gd name="connsiteX11" fmla="*/ 194164 w 261023"/>
                <a:gd name="connsiteY11" fmla="*/ 112454 h 261329"/>
                <a:gd name="connsiteX12" fmla="*/ 243694 w 261023"/>
                <a:gd name="connsiteY12" fmla="*/ 128964 h 261329"/>
                <a:gd name="connsiteX13" fmla="*/ 233535 w 261023"/>
                <a:gd name="connsiteY13" fmla="*/ 234374 h 261329"/>
                <a:gd name="connsiteX14" fmla="*/ 128125 w 261023"/>
                <a:gd name="connsiteY14" fmla="*/ 244534 h 261329"/>
                <a:gd name="connsiteX15" fmla="*/ 111614 w 261023"/>
                <a:gd name="connsiteY15" fmla="*/ 195004 h 261329"/>
                <a:gd name="connsiteX16" fmla="*/ 98914 w 261023"/>
                <a:gd name="connsiteY16" fmla="*/ 186114 h 261329"/>
                <a:gd name="connsiteX17" fmla="*/ 88754 w 261023"/>
                <a:gd name="connsiteY17" fmla="*/ 130234 h 261329"/>
                <a:gd name="connsiteX18" fmla="*/ 98914 w 261023"/>
                <a:gd name="connsiteY18" fmla="*/ 111184 h 261329"/>
                <a:gd name="connsiteX19" fmla="*/ 62085 w 261023"/>
                <a:gd name="connsiteY19" fmla="*/ 74354 h 261329"/>
                <a:gd name="connsiteX20" fmla="*/ 48114 w 261023"/>
                <a:gd name="connsiteY20" fmla="*/ 74354 h 261329"/>
                <a:gd name="connsiteX21" fmla="*/ 21444 w 261023"/>
                <a:gd name="connsiteY21" fmla="*/ 43874 h 261329"/>
                <a:gd name="connsiteX22" fmla="*/ 44304 w 261023"/>
                <a:gd name="connsiteY22" fmla="*/ 21014 h 261329"/>
                <a:gd name="connsiteX23" fmla="*/ 74785 w 261023"/>
                <a:gd name="connsiteY23" fmla="*/ 47684 h 261329"/>
                <a:gd name="connsiteX24" fmla="*/ 74785 w 261023"/>
                <a:gd name="connsiteY24" fmla="*/ 61654 h 261329"/>
                <a:gd name="connsiteX25" fmla="*/ 111614 w 261023"/>
                <a:gd name="connsiteY25" fmla="*/ 98484 h 261329"/>
                <a:gd name="connsiteX26" fmla="*/ 103994 w 261023"/>
                <a:gd name="connsiteY26" fmla="*/ 104834 h 261329"/>
                <a:gd name="connsiteX27" fmla="*/ 98914 w 261023"/>
                <a:gd name="connsiteY27" fmla="*/ 111184 h 261329"/>
                <a:gd name="connsiteX28" fmla="*/ 119235 w 261023"/>
                <a:gd name="connsiteY28" fmla="*/ 117534 h 261329"/>
                <a:gd name="connsiteX29" fmla="*/ 114154 w 261023"/>
                <a:gd name="connsiteY29" fmla="*/ 169604 h 261329"/>
                <a:gd name="connsiteX30" fmla="*/ 121775 w 261023"/>
                <a:gd name="connsiteY30" fmla="*/ 174684 h 261329"/>
                <a:gd name="connsiteX31" fmla="*/ 131935 w 261023"/>
                <a:gd name="connsiteY31" fmla="*/ 193734 h 261329"/>
                <a:gd name="connsiteX32" fmla="*/ 143364 w 261023"/>
                <a:gd name="connsiteY32" fmla="*/ 228024 h 261329"/>
                <a:gd name="connsiteX33" fmla="*/ 219564 w 261023"/>
                <a:gd name="connsiteY33" fmla="*/ 217864 h 261329"/>
                <a:gd name="connsiteX34" fmla="*/ 229725 w 261023"/>
                <a:gd name="connsiteY34" fmla="*/ 141664 h 261329"/>
                <a:gd name="connsiteX35" fmla="*/ 195435 w 261023"/>
                <a:gd name="connsiteY35" fmla="*/ 130234 h 261329"/>
                <a:gd name="connsiteX36" fmla="*/ 176385 w 261023"/>
                <a:gd name="connsiteY36" fmla="*/ 120074 h 261329"/>
                <a:gd name="connsiteX37" fmla="*/ 171304 w 261023"/>
                <a:gd name="connsiteY37" fmla="*/ 112454 h 261329"/>
                <a:gd name="connsiteX38" fmla="*/ 119235 w 261023"/>
                <a:gd name="connsiteY38" fmla="*/ 117534 h 261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61023" h="261329">
                  <a:moveTo>
                    <a:pt x="88754" y="130234"/>
                  </a:moveTo>
                  <a:lnTo>
                    <a:pt x="53194" y="94674"/>
                  </a:lnTo>
                  <a:cubicBezTo>
                    <a:pt x="45575" y="95944"/>
                    <a:pt x="37954" y="93404"/>
                    <a:pt x="32875" y="88324"/>
                  </a:cubicBezTo>
                  <a:lnTo>
                    <a:pt x="3664" y="54034"/>
                  </a:lnTo>
                  <a:cubicBezTo>
                    <a:pt x="-1415" y="47684"/>
                    <a:pt x="-1415" y="38794"/>
                    <a:pt x="4935" y="33714"/>
                  </a:cubicBezTo>
                  <a:lnTo>
                    <a:pt x="34144" y="4504"/>
                  </a:lnTo>
                  <a:cubicBezTo>
                    <a:pt x="39225" y="-576"/>
                    <a:pt x="48114" y="-1846"/>
                    <a:pt x="54464" y="3234"/>
                  </a:cubicBezTo>
                  <a:lnTo>
                    <a:pt x="88754" y="32444"/>
                  </a:lnTo>
                  <a:cubicBezTo>
                    <a:pt x="95104" y="37524"/>
                    <a:pt x="96375" y="45144"/>
                    <a:pt x="95104" y="52764"/>
                  </a:cubicBezTo>
                  <a:lnTo>
                    <a:pt x="130664" y="88324"/>
                  </a:lnTo>
                  <a:cubicBezTo>
                    <a:pt x="149714" y="81974"/>
                    <a:pt x="170035" y="84514"/>
                    <a:pt x="185275" y="99754"/>
                  </a:cubicBezTo>
                  <a:cubicBezTo>
                    <a:pt x="189085" y="103564"/>
                    <a:pt x="191625" y="107374"/>
                    <a:pt x="194164" y="112454"/>
                  </a:cubicBezTo>
                  <a:cubicBezTo>
                    <a:pt x="211944" y="111184"/>
                    <a:pt x="229725" y="116264"/>
                    <a:pt x="243694" y="128964"/>
                  </a:cubicBezTo>
                  <a:cubicBezTo>
                    <a:pt x="271635" y="156904"/>
                    <a:pt x="264014" y="203894"/>
                    <a:pt x="233535" y="234374"/>
                  </a:cubicBezTo>
                  <a:cubicBezTo>
                    <a:pt x="203054" y="264854"/>
                    <a:pt x="156064" y="271204"/>
                    <a:pt x="128125" y="244534"/>
                  </a:cubicBezTo>
                  <a:cubicBezTo>
                    <a:pt x="115425" y="231834"/>
                    <a:pt x="109075" y="212784"/>
                    <a:pt x="111614" y="195004"/>
                  </a:cubicBezTo>
                  <a:cubicBezTo>
                    <a:pt x="106535" y="192464"/>
                    <a:pt x="102725" y="189924"/>
                    <a:pt x="98914" y="186114"/>
                  </a:cubicBezTo>
                  <a:cubicBezTo>
                    <a:pt x="84944" y="169604"/>
                    <a:pt x="82404" y="149284"/>
                    <a:pt x="88754" y="130234"/>
                  </a:cubicBezTo>
                  <a:close/>
                  <a:moveTo>
                    <a:pt x="98914" y="111184"/>
                  </a:moveTo>
                  <a:lnTo>
                    <a:pt x="62085" y="74354"/>
                  </a:lnTo>
                  <a:cubicBezTo>
                    <a:pt x="58275" y="70544"/>
                    <a:pt x="51925" y="70544"/>
                    <a:pt x="48114" y="74354"/>
                  </a:cubicBezTo>
                  <a:lnTo>
                    <a:pt x="21444" y="43874"/>
                  </a:lnTo>
                  <a:lnTo>
                    <a:pt x="44304" y="21014"/>
                  </a:lnTo>
                  <a:lnTo>
                    <a:pt x="74785" y="47684"/>
                  </a:lnTo>
                  <a:cubicBezTo>
                    <a:pt x="70975" y="51494"/>
                    <a:pt x="72244" y="57844"/>
                    <a:pt x="74785" y="61654"/>
                  </a:cubicBezTo>
                  <a:lnTo>
                    <a:pt x="111614" y="98484"/>
                  </a:lnTo>
                  <a:cubicBezTo>
                    <a:pt x="109075" y="101024"/>
                    <a:pt x="106535" y="102294"/>
                    <a:pt x="103994" y="104834"/>
                  </a:cubicBezTo>
                  <a:cubicBezTo>
                    <a:pt x="102725" y="106104"/>
                    <a:pt x="100185" y="108644"/>
                    <a:pt x="98914" y="111184"/>
                  </a:cubicBezTo>
                  <a:close/>
                  <a:moveTo>
                    <a:pt x="119235" y="117534"/>
                  </a:moveTo>
                  <a:cubicBezTo>
                    <a:pt x="102725" y="134044"/>
                    <a:pt x="101454" y="158174"/>
                    <a:pt x="114154" y="169604"/>
                  </a:cubicBezTo>
                  <a:cubicBezTo>
                    <a:pt x="116694" y="172144"/>
                    <a:pt x="119235" y="173414"/>
                    <a:pt x="121775" y="174684"/>
                  </a:cubicBezTo>
                  <a:cubicBezTo>
                    <a:pt x="128125" y="178494"/>
                    <a:pt x="133204" y="184844"/>
                    <a:pt x="131935" y="193734"/>
                  </a:cubicBezTo>
                  <a:cubicBezTo>
                    <a:pt x="130664" y="207704"/>
                    <a:pt x="134475" y="219134"/>
                    <a:pt x="143364" y="228024"/>
                  </a:cubicBezTo>
                  <a:cubicBezTo>
                    <a:pt x="159875" y="244534"/>
                    <a:pt x="194164" y="243264"/>
                    <a:pt x="219564" y="217864"/>
                  </a:cubicBezTo>
                  <a:cubicBezTo>
                    <a:pt x="244964" y="192464"/>
                    <a:pt x="246235" y="158174"/>
                    <a:pt x="229725" y="141664"/>
                  </a:cubicBezTo>
                  <a:cubicBezTo>
                    <a:pt x="220835" y="132774"/>
                    <a:pt x="209404" y="128964"/>
                    <a:pt x="195435" y="130234"/>
                  </a:cubicBezTo>
                  <a:cubicBezTo>
                    <a:pt x="187814" y="131504"/>
                    <a:pt x="180194" y="126424"/>
                    <a:pt x="176385" y="120074"/>
                  </a:cubicBezTo>
                  <a:cubicBezTo>
                    <a:pt x="175114" y="117534"/>
                    <a:pt x="173844" y="114994"/>
                    <a:pt x="171304" y="112454"/>
                  </a:cubicBezTo>
                  <a:cubicBezTo>
                    <a:pt x="159875" y="101024"/>
                    <a:pt x="137014" y="101024"/>
                    <a:pt x="119235" y="117534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31" name="Рисунок 2">
            <a:extLst>
              <a:ext uri="{FF2B5EF4-FFF2-40B4-BE49-F238E27FC236}">
                <a16:creationId xmlns:a16="http://schemas.microsoft.com/office/drawing/2014/main" id="{37098FD5-A9FD-B4B3-BBF1-B900E3C4F79F}"/>
              </a:ext>
            </a:extLst>
          </p:cNvPr>
          <p:cNvGrpSpPr/>
          <p:nvPr/>
        </p:nvGrpSpPr>
        <p:grpSpPr>
          <a:xfrm>
            <a:off x="9543320" y="3612867"/>
            <a:ext cx="245947" cy="218122"/>
            <a:chOff x="9631896" y="3090227"/>
            <a:chExt cx="245947" cy="218122"/>
          </a:xfrm>
          <a:solidFill>
            <a:schemeClr val="tx1"/>
          </a:solidFill>
        </p:grpSpPr>
        <p:sp>
          <p:nvSpPr>
            <p:cNvPr id="1032" name="Полилиния: фигура 702">
              <a:extLst>
                <a:ext uri="{FF2B5EF4-FFF2-40B4-BE49-F238E27FC236}">
                  <a16:creationId xmlns:a16="http://schemas.microsoft.com/office/drawing/2014/main" id="{E8B7EAA2-EDA6-7DE6-B03B-15C909F11F17}"/>
                </a:ext>
              </a:extLst>
            </p:cNvPr>
            <p:cNvSpPr/>
            <p:nvPr/>
          </p:nvSpPr>
          <p:spPr>
            <a:xfrm>
              <a:off x="9714230" y="3190239"/>
              <a:ext cx="80009" cy="87630"/>
            </a:xfrm>
            <a:custGeom>
              <a:avLst/>
              <a:gdLst>
                <a:gd name="connsiteX0" fmla="*/ 29210 w 80009"/>
                <a:gd name="connsiteY0" fmla="*/ 87630 h 87630"/>
                <a:gd name="connsiteX1" fmla="*/ 17780 w 80009"/>
                <a:gd name="connsiteY1" fmla="*/ 85090 h 87630"/>
                <a:gd name="connsiteX2" fmla="*/ 17780 w 80009"/>
                <a:gd name="connsiteY2" fmla="*/ 66040 h 87630"/>
                <a:gd name="connsiteX3" fmla="*/ 25400 w 80009"/>
                <a:gd name="connsiteY3" fmla="*/ 68580 h 87630"/>
                <a:gd name="connsiteX4" fmla="*/ 33020 w 80009"/>
                <a:gd name="connsiteY4" fmla="*/ 63500 h 87630"/>
                <a:gd name="connsiteX5" fmla="*/ 0 w 80009"/>
                <a:gd name="connsiteY5" fmla="*/ 0 h 87630"/>
                <a:gd name="connsiteX6" fmla="*/ 22860 w 80009"/>
                <a:gd name="connsiteY6" fmla="*/ 0 h 87630"/>
                <a:gd name="connsiteX7" fmla="*/ 43180 w 80009"/>
                <a:gd name="connsiteY7" fmla="*/ 43180 h 87630"/>
                <a:gd name="connsiteX8" fmla="*/ 59689 w 80009"/>
                <a:gd name="connsiteY8" fmla="*/ 0 h 87630"/>
                <a:gd name="connsiteX9" fmla="*/ 80010 w 80009"/>
                <a:gd name="connsiteY9" fmla="*/ 0 h 87630"/>
                <a:gd name="connsiteX10" fmla="*/ 52070 w 80009"/>
                <a:gd name="connsiteY10" fmla="*/ 66040 h 87630"/>
                <a:gd name="connsiteX11" fmla="*/ 29210 w 80009"/>
                <a:gd name="connsiteY11" fmla="*/ 87630 h 876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80009" h="87630">
                  <a:moveTo>
                    <a:pt x="29210" y="87630"/>
                  </a:moveTo>
                  <a:cubicBezTo>
                    <a:pt x="25400" y="87630"/>
                    <a:pt x="20320" y="86360"/>
                    <a:pt x="17780" y="85090"/>
                  </a:cubicBezTo>
                  <a:lnTo>
                    <a:pt x="17780" y="66040"/>
                  </a:lnTo>
                  <a:cubicBezTo>
                    <a:pt x="19050" y="67310"/>
                    <a:pt x="22860" y="68580"/>
                    <a:pt x="25400" y="68580"/>
                  </a:cubicBezTo>
                  <a:cubicBezTo>
                    <a:pt x="27939" y="68580"/>
                    <a:pt x="31750" y="68580"/>
                    <a:pt x="33020" y="63500"/>
                  </a:cubicBezTo>
                  <a:lnTo>
                    <a:pt x="0" y="0"/>
                  </a:lnTo>
                  <a:lnTo>
                    <a:pt x="22860" y="0"/>
                  </a:lnTo>
                  <a:lnTo>
                    <a:pt x="43180" y="43180"/>
                  </a:lnTo>
                  <a:lnTo>
                    <a:pt x="59689" y="0"/>
                  </a:lnTo>
                  <a:lnTo>
                    <a:pt x="80010" y="0"/>
                  </a:lnTo>
                  <a:lnTo>
                    <a:pt x="52070" y="66040"/>
                  </a:lnTo>
                  <a:cubicBezTo>
                    <a:pt x="46989" y="82550"/>
                    <a:pt x="40639" y="87630"/>
                    <a:pt x="29210" y="8763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33" name="Полилиния: фигура 703">
              <a:extLst>
                <a:ext uri="{FF2B5EF4-FFF2-40B4-BE49-F238E27FC236}">
                  <a16:creationId xmlns:a16="http://schemas.microsoft.com/office/drawing/2014/main" id="{F8E31466-D348-61AD-08EC-7F8C8861D5AE}"/>
                </a:ext>
              </a:extLst>
            </p:cNvPr>
            <p:cNvSpPr/>
            <p:nvPr/>
          </p:nvSpPr>
          <p:spPr>
            <a:xfrm>
              <a:off x="9631896" y="3090227"/>
              <a:ext cx="245947" cy="218122"/>
            </a:xfrm>
            <a:custGeom>
              <a:avLst/>
              <a:gdLst>
                <a:gd name="connsiteX0" fmla="*/ 242354 w 245947"/>
                <a:gd name="connsiteY0" fmla="*/ 180022 h 218122"/>
                <a:gd name="connsiteX1" fmla="*/ 144564 w 245947"/>
                <a:gd name="connsiteY1" fmla="*/ 12383 h 218122"/>
                <a:gd name="connsiteX2" fmla="*/ 101384 w 245947"/>
                <a:gd name="connsiteY2" fmla="*/ 12383 h 218122"/>
                <a:gd name="connsiteX3" fmla="*/ 3594 w 245947"/>
                <a:gd name="connsiteY3" fmla="*/ 180022 h 218122"/>
                <a:gd name="connsiteX4" fmla="*/ 25184 w 245947"/>
                <a:gd name="connsiteY4" fmla="*/ 218122 h 218122"/>
                <a:gd name="connsiteX5" fmla="*/ 220764 w 245947"/>
                <a:gd name="connsiteY5" fmla="*/ 218122 h 218122"/>
                <a:gd name="connsiteX6" fmla="*/ 242354 w 245947"/>
                <a:gd name="connsiteY6" fmla="*/ 180022 h 218122"/>
                <a:gd name="connsiteX7" fmla="*/ 25184 w 245947"/>
                <a:gd name="connsiteY7" fmla="*/ 197802 h 218122"/>
                <a:gd name="connsiteX8" fmla="*/ 21373 w 245947"/>
                <a:gd name="connsiteY8" fmla="*/ 190182 h 218122"/>
                <a:gd name="connsiteX9" fmla="*/ 119164 w 245947"/>
                <a:gd name="connsiteY9" fmla="*/ 22543 h 218122"/>
                <a:gd name="connsiteX10" fmla="*/ 128054 w 245947"/>
                <a:gd name="connsiteY10" fmla="*/ 22543 h 218122"/>
                <a:gd name="connsiteX11" fmla="*/ 225844 w 245947"/>
                <a:gd name="connsiteY11" fmla="*/ 190182 h 218122"/>
                <a:gd name="connsiteX12" fmla="*/ 222034 w 245947"/>
                <a:gd name="connsiteY12" fmla="*/ 197802 h 218122"/>
                <a:gd name="connsiteX13" fmla="*/ 25184 w 245947"/>
                <a:gd name="connsiteY13" fmla="*/ 197802 h 2181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947" h="218122">
                  <a:moveTo>
                    <a:pt x="242354" y="180022"/>
                  </a:moveTo>
                  <a:lnTo>
                    <a:pt x="144564" y="12383"/>
                  </a:lnTo>
                  <a:cubicBezTo>
                    <a:pt x="134404" y="-4128"/>
                    <a:pt x="110273" y="-4128"/>
                    <a:pt x="101384" y="12383"/>
                  </a:cubicBezTo>
                  <a:lnTo>
                    <a:pt x="3594" y="180022"/>
                  </a:lnTo>
                  <a:cubicBezTo>
                    <a:pt x="-6566" y="196532"/>
                    <a:pt x="6134" y="218122"/>
                    <a:pt x="25184" y="218122"/>
                  </a:cubicBezTo>
                  <a:lnTo>
                    <a:pt x="220764" y="218122"/>
                  </a:lnTo>
                  <a:cubicBezTo>
                    <a:pt x="239814" y="218122"/>
                    <a:pt x="252514" y="196532"/>
                    <a:pt x="242354" y="180022"/>
                  </a:cubicBezTo>
                  <a:close/>
                  <a:moveTo>
                    <a:pt x="25184" y="197802"/>
                  </a:moveTo>
                  <a:cubicBezTo>
                    <a:pt x="21373" y="197802"/>
                    <a:pt x="18834" y="193993"/>
                    <a:pt x="21373" y="190182"/>
                  </a:cubicBezTo>
                  <a:lnTo>
                    <a:pt x="119164" y="22543"/>
                  </a:lnTo>
                  <a:cubicBezTo>
                    <a:pt x="121704" y="18733"/>
                    <a:pt x="125514" y="18733"/>
                    <a:pt x="128054" y="22543"/>
                  </a:cubicBezTo>
                  <a:lnTo>
                    <a:pt x="225844" y="190182"/>
                  </a:lnTo>
                  <a:cubicBezTo>
                    <a:pt x="228384" y="193993"/>
                    <a:pt x="225844" y="197802"/>
                    <a:pt x="222034" y="197802"/>
                  </a:cubicBezTo>
                  <a:lnTo>
                    <a:pt x="25184" y="197802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34" name="Рисунок 2">
            <a:extLst>
              <a:ext uri="{FF2B5EF4-FFF2-40B4-BE49-F238E27FC236}">
                <a16:creationId xmlns:a16="http://schemas.microsoft.com/office/drawing/2014/main" id="{2C2C9E37-FD8A-2033-DE54-DB53F5471776}"/>
              </a:ext>
            </a:extLst>
          </p:cNvPr>
          <p:cNvGrpSpPr/>
          <p:nvPr/>
        </p:nvGrpSpPr>
        <p:grpSpPr>
          <a:xfrm>
            <a:off x="6166174" y="3574450"/>
            <a:ext cx="293369" cy="294639"/>
            <a:chOff x="6254750" y="3051810"/>
            <a:chExt cx="293369" cy="294639"/>
          </a:xfrm>
          <a:solidFill>
            <a:schemeClr val="tx1"/>
          </a:solidFill>
        </p:grpSpPr>
        <p:sp>
          <p:nvSpPr>
            <p:cNvPr id="1035" name="Полилиния: фигура 710">
              <a:extLst>
                <a:ext uri="{FF2B5EF4-FFF2-40B4-BE49-F238E27FC236}">
                  <a16:creationId xmlns:a16="http://schemas.microsoft.com/office/drawing/2014/main" id="{6091F7E3-B358-E16B-A8BF-82E7E414A586}"/>
                </a:ext>
              </a:extLst>
            </p:cNvPr>
            <p:cNvSpPr/>
            <p:nvPr/>
          </p:nvSpPr>
          <p:spPr>
            <a:xfrm>
              <a:off x="6355079" y="3153410"/>
              <a:ext cx="20320" cy="20319"/>
            </a:xfrm>
            <a:custGeom>
              <a:avLst/>
              <a:gdLst>
                <a:gd name="connsiteX0" fmla="*/ 0 w 20320"/>
                <a:gd name="connsiteY0" fmla="*/ 0 h 20319"/>
                <a:gd name="connsiteX1" fmla="*/ 20320 w 20320"/>
                <a:gd name="connsiteY1" fmla="*/ 0 h 20319"/>
                <a:gd name="connsiteX2" fmla="*/ 20320 w 20320"/>
                <a:gd name="connsiteY2" fmla="*/ 20320 h 20319"/>
                <a:gd name="connsiteX3" fmla="*/ 0 w 20320"/>
                <a:gd name="connsiteY3" fmla="*/ 20320 h 20319"/>
                <a:gd name="connsiteX4" fmla="*/ 0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0"/>
                  </a:moveTo>
                  <a:lnTo>
                    <a:pt x="20320" y="0"/>
                  </a:lnTo>
                  <a:lnTo>
                    <a:pt x="20320" y="20320"/>
                  </a:lnTo>
                  <a:lnTo>
                    <a:pt x="0" y="2032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36" name="Полилиния: фигура 711">
              <a:extLst>
                <a:ext uri="{FF2B5EF4-FFF2-40B4-BE49-F238E27FC236}">
                  <a16:creationId xmlns:a16="http://schemas.microsoft.com/office/drawing/2014/main" id="{57A62F74-FAE9-36C0-0513-75CB1529C586}"/>
                </a:ext>
              </a:extLst>
            </p:cNvPr>
            <p:cNvSpPr/>
            <p:nvPr/>
          </p:nvSpPr>
          <p:spPr>
            <a:xfrm>
              <a:off x="6304279" y="3051810"/>
              <a:ext cx="121920" cy="162560"/>
            </a:xfrm>
            <a:custGeom>
              <a:avLst/>
              <a:gdLst>
                <a:gd name="connsiteX0" fmla="*/ 55880 w 121920"/>
                <a:gd name="connsiteY0" fmla="*/ 0 h 162560"/>
                <a:gd name="connsiteX1" fmla="*/ 0 w 121920"/>
                <a:gd name="connsiteY1" fmla="*/ 55880 h 162560"/>
                <a:gd name="connsiteX2" fmla="*/ 0 w 121920"/>
                <a:gd name="connsiteY2" fmla="*/ 101600 h 162560"/>
                <a:gd name="connsiteX3" fmla="*/ 60960 w 121920"/>
                <a:gd name="connsiteY3" fmla="*/ 162560 h 162560"/>
                <a:gd name="connsiteX4" fmla="*/ 121920 w 121920"/>
                <a:gd name="connsiteY4" fmla="*/ 101600 h 162560"/>
                <a:gd name="connsiteX5" fmla="*/ 121920 w 121920"/>
                <a:gd name="connsiteY5" fmla="*/ 55880 h 162560"/>
                <a:gd name="connsiteX6" fmla="*/ 66040 w 121920"/>
                <a:gd name="connsiteY6" fmla="*/ 0 h 162560"/>
                <a:gd name="connsiteX7" fmla="*/ 55880 w 121920"/>
                <a:gd name="connsiteY7" fmla="*/ 0 h 162560"/>
                <a:gd name="connsiteX8" fmla="*/ 20320 w 121920"/>
                <a:gd name="connsiteY8" fmla="*/ 55880 h 162560"/>
                <a:gd name="connsiteX9" fmla="*/ 55880 w 121920"/>
                <a:gd name="connsiteY9" fmla="*/ 20320 h 162560"/>
                <a:gd name="connsiteX10" fmla="*/ 66040 w 121920"/>
                <a:gd name="connsiteY10" fmla="*/ 20320 h 162560"/>
                <a:gd name="connsiteX11" fmla="*/ 101600 w 121920"/>
                <a:gd name="connsiteY11" fmla="*/ 55880 h 162560"/>
                <a:gd name="connsiteX12" fmla="*/ 101600 w 121920"/>
                <a:gd name="connsiteY12" fmla="*/ 71120 h 162560"/>
                <a:gd name="connsiteX13" fmla="*/ 20320 w 121920"/>
                <a:gd name="connsiteY13" fmla="*/ 71120 h 162560"/>
                <a:gd name="connsiteX14" fmla="*/ 20320 w 121920"/>
                <a:gd name="connsiteY14" fmla="*/ 55880 h 162560"/>
                <a:gd name="connsiteX15" fmla="*/ 20320 w 121920"/>
                <a:gd name="connsiteY15" fmla="*/ 101600 h 162560"/>
                <a:gd name="connsiteX16" fmla="*/ 60960 w 121920"/>
                <a:gd name="connsiteY16" fmla="*/ 142240 h 162560"/>
                <a:gd name="connsiteX17" fmla="*/ 101600 w 121920"/>
                <a:gd name="connsiteY17" fmla="*/ 101600 h 162560"/>
                <a:gd name="connsiteX18" fmla="*/ 71120 w 121920"/>
                <a:gd name="connsiteY18" fmla="*/ 101600 h 162560"/>
                <a:gd name="connsiteX19" fmla="*/ 71120 w 121920"/>
                <a:gd name="connsiteY19" fmla="*/ 91440 h 162560"/>
                <a:gd name="connsiteX20" fmla="*/ 50800 w 121920"/>
                <a:gd name="connsiteY20" fmla="*/ 91440 h 162560"/>
                <a:gd name="connsiteX21" fmla="*/ 50800 w 121920"/>
                <a:gd name="connsiteY21" fmla="*/ 101600 h 162560"/>
                <a:gd name="connsiteX22" fmla="*/ 20320 w 121920"/>
                <a:gd name="connsiteY22" fmla="*/ 101600 h 1625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21920" h="162560">
                  <a:moveTo>
                    <a:pt x="55880" y="0"/>
                  </a:moveTo>
                  <a:cubicBezTo>
                    <a:pt x="25400" y="0"/>
                    <a:pt x="0" y="25400"/>
                    <a:pt x="0" y="55880"/>
                  </a:cubicBezTo>
                  <a:lnTo>
                    <a:pt x="0" y="101600"/>
                  </a:lnTo>
                  <a:cubicBezTo>
                    <a:pt x="0" y="134620"/>
                    <a:pt x="26670" y="162560"/>
                    <a:pt x="60960" y="162560"/>
                  </a:cubicBezTo>
                  <a:cubicBezTo>
                    <a:pt x="95250" y="162560"/>
                    <a:pt x="121920" y="135890"/>
                    <a:pt x="121920" y="101600"/>
                  </a:cubicBezTo>
                  <a:lnTo>
                    <a:pt x="121920" y="55880"/>
                  </a:lnTo>
                  <a:cubicBezTo>
                    <a:pt x="121920" y="25400"/>
                    <a:pt x="96520" y="0"/>
                    <a:pt x="66040" y="0"/>
                  </a:cubicBezTo>
                  <a:lnTo>
                    <a:pt x="55880" y="0"/>
                  </a:lnTo>
                  <a:close/>
                  <a:moveTo>
                    <a:pt x="20320" y="55880"/>
                  </a:moveTo>
                  <a:cubicBezTo>
                    <a:pt x="20320" y="36830"/>
                    <a:pt x="36830" y="20320"/>
                    <a:pt x="55880" y="20320"/>
                  </a:cubicBezTo>
                  <a:lnTo>
                    <a:pt x="66040" y="20320"/>
                  </a:lnTo>
                  <a:cubicBezTo>
                    <a:pt x="85090" y="20320"/>
                    <a:pt x="101600" y="36830"/>
                    <a:pt x="101600" y="55880"/>
                  </a:cubicBezTo>
                  <a:lnTo>
                    <a:pt x="101600" y="71120"/>
                  </a:lnTo>
                  <a:cubicBezTo>
                    <a:pt x="76200" y="59690"/>
                    <a:pt x="45720" y="59690"/>
                    <a:pt x="20320" y="71120"/>
                  </a:cubicBezTo>
                  <a:lnTo>
                    <a:pt x="20320" y="55880"/>
                  </a:lnTo>
                  <a:close/>
                  <a:moveTo>
                    <a:pt x="20320" y="101600"/>
                  </a:moveTo>
                  <a:cubicBezTo>
                    <a:pt x="20320" y="124460"/>
                    <a:pt x="38100" y="142240"/>
                    <a:pt x="60960" y="142240"/>
                  </a:cubicBezTo>
                  <a:cubicBezTo>
                    <a:pt x="83820" y="142240"/>
                    <a:pt x="101600" y="124460"/>
                    <a:pt x="101600" y="101600"/>
                  </a:cubicBezTo>
                  <a:lnTo>
                    <a:pt x="71120" y="101600"/>
                  </a:lnTo>
                  <a:lnTo>
                    <a:pt x="71120" y="91440"/>
                  </a:lnTo>
                  <a:lnTo>
                    <a:pt x="50800" y="91440"/>
                  </a:lnTo>
                  <a:lnTo>
                    <a:pt x="50800" y="101600"/>
                  </a:lnTo>
                  <a:lnTo>
                    <a:pt x="20320" y="1016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37" name="Полилиния: фигура 712">
              <a:extLst>
                <a:ext uri="{FF2B5EF4-FFF2-40B4-BE49-F238E27FC236}">
                  <a16:creationId xmlns:a16="http://schemas.microsoft.com/office/drawing/2014/main" id="{7D0BE8E8-C6FC-90CC-7AE8-B4BF04DFA1F2}"/>
                </a:ext>
              </a:extLst>
            </p:cNvPr>
            <p:cNvSpPr/>
            <p:nvPr/>
          </p:nvSpPr>
          <p:spPr>
            <a:xfrm>
              <a:off x="6254750" y="3214370"/>
              <a:ext cx="172720" cy="121920"/>
            </a:xfrm>
            <a:custGeom>
              <a:avLst/>
              <a:gdLst>
                <a:gd name="connsiteX0" fmla="*/ 19050 w 172720"/>
                <a:gd name="connsiteY0" fmla="*/ 60960 h 121920"/>
                <a:gd name="connsiteX1" fmla="*/ 58420 w 172720"/>
                <a:gd name="connsiteY1" fmla="*/ 20320 h 121920"/>
                <a:gd name="connsiteX2" fmla="*/ 110490 w 172720"/>
                <a:gd name="connsiteY2" fmla="*/ 50800 h 121920"/>
                <a:gd name="connsiteX3" fmla="*/ 138430 w 172720"/>
                <a:gd name="connsiteY3" fmla="*/ 44450 h 121920"/>
                <a:gd name="connsiteX4" fmla="*/ 142240 w 172720"/>
                <a:gd name="connsiteY4" fmla="*/ 41910 h 121920"/>
                <a:gd name="connsiteX5" fmla="*/ 144780 w 172720"/>
                <a:gd name="connsiteY5" fmla="*/ 39370 h 121920"/>
                <a:gd name="connsiteX6" fmla="*/ 147320 w 172720"/>
                <a:gd name="connsiteY6" fmla="*/ 38100 h 121920"/>
                <a:gd name="connsiteX7" fmla="*/ 148590 w 172720"/>
                <a:gd name="connsiteY7" fmla="*/ 22860 h 121920"/>
                <a:gd name="connsiteX8" fmla="*/ 134620 w 172720"/>
                <a:gd name="connsiteY8" fmla="*/ 22860 h 121920"/>
                <a:gd name="connsiteX9" fmla="*/ 133350 w 172720"/>
                <a:gd name="connsiteY9" fmla="*/ 24130 h 121920"/>
                <a:gd name="connsiteX10" fmla="*/ 129540 w 172720"/>
                <a:gd name="connsiteY10" fmla="*/ 26670 h 121920"/>
                <a:gd name="connsiteX11" fmla="*/ 111760 w 172720"/>
                <a:gd name="connsiteY11" fmla="*/ 30480 h 121920"/>
                <a:gd name="connsiteX12" fmla="*/ 74930 w 172720"/>
                <a:gd name="connsiteY12" fmla="*/ 5080 h 121920"/>
                <a:gd name="connsiteX13" fmla="*/ 66040 w 172720"/>
                <a:gd name="connsiteY13" fmla="*/ 0 h 121920"/>
                <a:gd name="connsiteX14" fmla="*/ 60960 w 172720"/>
                <a:gd name="connsiteY14" fmla="*/ 0 h 121920"/>
                <a:gd name="connsiteX15" fmla="*/ 0 w 172720"/>
                <a:gd name="connsiteY15" fmla="*/ 60960 h 121920"/>
                <a:gd name="connsiteX16" fmla="*/ 0 w 172720"/>
                <a:gd name="connsiteY16" fmla="*/ 96520 h 121920"/>
                <a:gd name="connsiteX17" fmla="*/ 25400 w 172720"/>
                <a:gd name="connsiteY17" fmla="*/ 121920 h 121920"/>
                <a:gd name="connsiteX18" fmla="*/ 162560 w 172720"/>
                <a:gd name="connsiteY18" fmla="*/ 121920 h 121920"/>
                <a:gd name="connsiteX19" fmla="*/ 172720 w 172720"/>
                <a:gd name="connsiteY19" fmla="*/ 111760 h 121920"/>
                <a:gd name="connsiteX20" fmla="*/ 162560 w 172720"/>
                <a:gd name="connsiteY20" fmla="*/ 101600 h 121920"/>
                <a:gd name="connsiteX21" fmla="*/ 81280 w 172720"/>
                <a:gd name="connsiteY21" fmla="*/ 101600 h 121920"/>
                <a:gd name="connsiteX22" fmla="*/ 81280 w 172720"/>
                <a:gd name="connsiteY22" fmla="*/ 81280 h 121920"/>
                <a:gd name="connsiteX23" fmla="*/ 81280 w 172720"/>
                <a:gd name="connsiteY23" fmla="*/ 81280 h 121920"/>
                <a:gd name="connsiteX24" fmla="*/ 80010 w 172720"/>
                <a:gd name="connsiteY24" fmla="*/ 77470 h 121920"/>
                <a:gd name="connsiteX25" fmla="*/ 64770 w 172720"/>
                <a:gd name="connsiteY25" fmla="*/ 46990 h 121920"/>
                <a:gd name="connsiteX26" fmla="*/ 50800 w 172720"/>
                <a:gd name="connsiteY26" fmla="*/ 41910 h 121920"/>
                <a:gd name="connsiteX27" fmla="*/ 45720 w 172720"/>
                <a:gd name="connsiteY27" fmla="*/ 55880 h 121920"/>
                <a:gd name="connsiteX28" fmla="*/ 59690 w 172720"/>
                <a:gd name="connsiteY28" fmla="*/ 83820 h 121920"/>
                <a:gd name="connsiteX29" fmla="*/ 59690 w 172720"/>
                <a:gd name="connsiteY29" fmla="*/ 101600 h 121920"/>
                <a:gd name="connsiteX30" fmla="*/ 24130 w 172720"/>
                <a:gd name="connsiteY30" fmla="*/ 101600 h 121920"/>
                <a:gd name="connsiteX31" fmla="*/ 19050 w 172720"/>
                <a:gd name="connsiteY31" fmla="*/ 96520 h 121920"/>
                <a:gd name="connsiteX32" fmla="*/ 19050 w 172720"/>
                <a:gd name="connsiteY32" fmla="*/ 6096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72720" h="121920">
                  <a:moveTo>
                    <a:pt x="19050" y="60960"/>
                  </a:moveTo>
                  <a:cubicBezTo>
                    <a:pt x="19050" y="39370"/>
                    <a:pt x="36830" y="20320"/>
                    <a:pt x="58420" y="20320"/>
                  </a:cubicBezTo>
                  <a:cubicBezTo>
                    <a:pt x="66040" y="33020"/>
                    <a:pt x="83820" y="50800"/>
                    <a:pt x="110490" y="50800"/>
                  </a:cubicBezTo>
                  <a:cubicBezTo>
                    <a:pt x="121920" y="50800"/>
                    <a:pt x="132080" y="48260"/>
                    <a:pt x="138430" y="44450"/>
                  </a:cubicBezTo>
                  <a:cubicBezTo>
                    <a:pt x="139700" y="43180"/>
                    <a:pt x="140970" y="43180"/>
                    <a:pt x="142240" y="41910"/>
                  </a:cubicBezTo>
                  <a:cubicBezTo>
                    <a:pt x="143510" y="40640"/>
                    <a:pt x="144780" y="40640"/>
                    <a:pt x="144780" y="39370"/>
                  </a:cubicBezTo>
                  <a:cubicBezTo>
                    <a:pt x="146050" y="38100"/>
                    <a:pt x="146050" y="38100"/>
                    <a:pt x="147320" y="38100"/>
                  </a:cubicBezTo>
                  <a:cubicBezTo>
                    <a:pt x="151130" y="34290"/>
                    <a:pt x="152400" y="26670"/>
                    <a:pt x="148590" y="22860"/>
                  </a:cubicBezTo>
                  <a:cubicBezTo>
                    <a:pt x="144780" y="19050"/>
                    <a:pt x="138430" y="19050"/>
                    <a:pt x="134620" y="22860"/>
                  </a:cubicBezTo>
                  <a:cubicBezTo>
                    <a:pt x="134620" y="22860"/>
                    <a:pt x="134620" y="22860"/>
                    <a:pt x="133350" y="24130"/>
                  </a:cubicBezTo>
                  <a:cubicBezTo>
                    <a:pt x="132080" y="24130"/>
                    <a:pt x="130810" y="25400"/>
                    <a:pt x="129540" y="26670"/>
                  </a:cubicBezTo>
                  <a:cubicBezTo>
                    <a:pt x="125730" y="29210"/>
                    <a:pt x="119380" y="30480"/>
                    <a:pt x="111760" y="30480"/>
                  </a:cubicBezTo>
                  <a:cubicBezTo>
                    <a:pt x="92710" y="30480"/>
                    <a:pt x="80010" y="13970"/>
                    <a:pt x="74930" y="5080"/>
                  </a:cubicBezTo>
                  <a:cubicBezTo>
                    <a:pt x="73660" y="1270"/>
                    <a:pt x="69850" y="0"/>
                    <a:pt x="66040" y="0"/>
                  </a:cubicBezTo>
                  <a:lnTo>
                    <a:pt x="60960" y="0"/>
                  </a:lnTo>
                  <a:cubicBezTo>
                    <a:pt x="27940" y="0"/>
                    <a:pt x="0" y="26670"/>
                    <a:pt x="0" y="60960"/>
                  </a:cubicBezTo>
                  <a:lnTo>
                    <a:pt x="0" y="96520"/>
                  </a:lnTo>
                  <a:cubicBezTo>
                    <a:pt x="0" y="110490"/>
                    <a:pt x="11430" y="121920"/>
                    <a:pt x="25400" y="121920"/>
                  </a:cubicBezTo>
                  <a:lnTo>
                    <a:pt x="162560" y="121920"/>
                  </a:lnTo>
                  <a:cubicBezTo>
                    <a:pt x="167640" y="121920"/>
                    <a:pt x="172720" y="116840"/>
                    <a:pt x="172720" y="111760"/>
                  </a:cubicBezTo>
                  <a:cubicBezTo>
                    <a:pt x="172720" y="106680"/>
                    <a:pt x="167640" y="101600"/>
                    <a:pt x="162560" y="101600"/>
                  </a:cubicBezTo>
                  <a:lnTo>
                    <a:pt x="81280" y="101600"/>
                  </a:lnTo>
                  <a:lnTo>
                    <a:pt x="81280" y="81280"/>
                  </a:lnTo>
                  <a:cubicBezTo>
                    <a:pt x="81280" y="81280"/>
                    <a:pt x="81280" y="81280"/>
                    <a:pt x="81280" y="81280"/>
                  </a:cubicBezTo>
                  <a:cubicBezTo>
                    <a:pt x="81280" y="80010"/>
                    <a:pt x="81280" y="78740"/>
                    <a:pt x="80010" y="77470"/>
                  </a:cubicBezTo>
                  <a:lnTo>
                    <a:pt x="64770" y="46990"/>
                  </a:lnTo>
                  <a:cubicBezTo>
                    <a:pt x="62230" y="41910"/>
                    <a:pt x="55880" y="39370"/>
                    <a:pt x="50800" y="41910"/>
                  </a:cubicBezTo>
                  <a:cubicBezTo>
                    <a:pt x="45720" y="44450"/>
                    <a:pt x="43180" y="50800"/>
                    <a:pt x="45720" y="55880"/>
                  </a:cubicBezTo>
                  <a:lnTo>
                    <a:pt x="59690" y="83820"/>
                  </a:lnTo>
                  <a:lnTo>
                    <a:pt x="59690" y="101600"/>
                  </a:lnTo>
                  <a:lnTo>
                    <a:pt x="24130" y="101600"/>
                  </a:lnTo>
                  <a:cubicBezTo>
                    <a:pt x="21590" y="101600"/>
                    <a:pt x="19050" y="99060"/>
                    <a:pt x="19050" y="96520"/>
                  </a:cubicBezTo>
                  <a:lnTo>
                    <a:pt x="19050" y="609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38" name="Полилиния: фигура 713">
              <a:extLst>
                <a:ext uri="{FF2B5EF4-FFF2-40B4-BE49-F238E27FC236}">
                  <a16:creationId xmlns:a16="http://schemas.microsoft.com/office/drawing/2014/main" id="{26DD17A7-6A5D-8022-7258-5CDD83B46BD1}"/>
                </a:ext>
              </a:extLst>
            </p:cNvPr>
            <p:cNvSpPr/>
            <p:nvPr/>
          </p:nvSpPr>
          <p:spPr>
            <a:xfrm>
              <a:off x="6416040" y="3179635"/>
              <a:ext cx="132079" cy="166814"/>
            </a:xfrm>
            <a:custGeom>
              <a:avLst/>
              <a:gdLst>
                <a:gd name="connsiteX0" fmla="*/ 40640 w 132079"/>
                <a:gd name="connsiteY0" fmla="*/ 52515 h 166814"/>
                <a:gd name="connsiteX1" fmla="*/ 50800 w 132079"/>
                <a:gd name="connsiteY1" fmla="*/ 60135 h 166814"/>
                <a:gd name="connsiteX2" fmla="*/ 81280 w 132079"/>
                <a:gd name="connsiteY2" fmla="*/ 60135 h 166814"/>
                <a:gd name="connsiteX3" fmla="*/ 91440 w 132079"/>
                <a:gd name="connsiteY3" fmla="*/ 52515 h 166814"/>
                <a:gd name="connsiteX4" fmla="*/ 91440 w 132079"/>
                <a:gd name="connsiteY4" fmla="*/ 49975 h 166814"/>
                <a:gd name="connsiteX5" fmla="*/ 91440 w 132079"/>
                <a:gd name="connsiteY5" fmla="*/ 24575 h 166814"/>
                <a:gd name="connsiteX6" fmla="*/ 99060 w 132079"/>
                <a:gd name="connsiteY6" fmla="*/ 22035 h 166814"/>
                <a:gd name="connsiteX7" fmla="*/ 101600 w 132079"/>
                <a:gd name="connsiteY7" fmla="*/ 24575 h 166814"/>
                <a:gd name="connsiteX8" fmla="*/ 107950 w 132079"/>
                <a:gd name="connsiteY8" fmla="*/ 36004 h 166814"/>
                <a:gd name="connsiteX9" fmla="*/ 111760 w 132079"/>
                <a:gd name="connsiteY9" fmla="*/ 49975 h 166814"/>
                <a:gd name="connsiteX10" fmla="*/ 111760 w 132079"/>
                <a:gd name="connsiteY10" fmla="*/ 52515 h 166814"/>
                <a:gd name="connsiteX11" fmla="*/ 111760 w 132079"/>
                <a:gd name="connsiteY11" fmla="*/ 55054 h 166814"/>
                <a:gd name="connsiteX12" fmla="*/ 88900 w 132079"/>
                <a:gd name="connsiteY12" fmla="*/ 94424 h 166814"/>
                <a:gd name="connsiteX13" fmla="*/ 86360 w 132079"/>
                <a:gd name="connsiteY13" fmla="*/ 99505 h 166814"/>
                <a:gd name="connsiteX14" fmla="*/ 86360 w 132079"/>
                <a:gd name="connsiteY14" fmla="*/ 156655 h 166814"/>
                <a:gd name="connsiteX15" fmla="*/ 96520 w 132079"/>
                <a:gd name="connsiteY15" fmla="*/ 166815 h 166814"/>
                <a:gd name="connsiteX16" fmla="*/ 106680 w 132079"/>
                <a:gd name="connsiteY16" fmla="*/ 156655 h 166814"/>
                <a:gd name="connsiteX17" fmla="*/ 106680 w 132079"/>
                <a:gd name="connsiteY17" fmla="*/ 107124 h 166814"/>
                <a:gd name="connsiteX18" fmla="*/ 132080 w 132079"/>
                <a:gd name="connsiteY18" fmla="*/ 55054 h 166814"/>
                <a:gd name="connsiteX19" fmla="*/ 114300 w 132079"/>
                <a:gd name="connsiteY19" fmla="*/ 9335 h 166814"/>
                <a:gd name="connsiteX20" fmla="*/ 86360 w 132079"/>
                <a:gd name="connsiteY20" fmla="*/ 1715 h 166814"/>
                <a:gd name="connsiteX21" fmla="*/ 71120 w 132079"/>
                <a:gd name="connsiteY21" fmla="*/ 24575 h 166814"/>
                <a:gd name="connsiteX22" fmla="*/ 71120 w 132079"/>
                <a:gd name="connsiteY22" fmla="*/ 39815 h 166814"/>
                <a:gd name="connsiteX23" fmla="*/ 60960 w 132079"/>
                <a:gd name="connsiteY23" fmla="*/ 39815 h 166814"/>
                <a:gd name="connsiteX24" fmla="*/ 60960 w 132079"/>
                <a:gd name="connsiteY24" fmla="*/ 24575 h 166814"/>
                <a:gd name="connsiteX25" fmla="*/ 45720 w 132079"/>
                <a:gd name="connsiteY25" fmla="*/ 1715 h 166814"/>
                <a:gd name="connsiteX26" fmla="*/ 17780 w 132079"/>
                <a:gd name="connsiteY26" fmla="*/ 9335 h 166814"/>
                <a:gd name="connsiteX27" fmla="*/ 0 w 132079"/>
                <a:gd name="connsiteY27" fmla="*/ 55054 h 166814"/>
                <a:gd name="connsiteX28" fmla="*/ 25400 w 132079"/>
                <a:gd name="connsiteY28" fmla="*/ 107124 h 166814"/>
                <a:gd name="connsiteX29" fmla="*/ 25400 w 132079"/>
                <a:gd name="connsiteY29" fmla="*/ 156655 h 166814"/>
                <a:gd name="connsiteX30" fmla="*/ 35560 w 132079"/>
                <a:gd name="connsiteY30" fmla="*/ 166815 h 166814"/>
                <a:gd name="connsiteX31" fmla="*/ 45720 w 132079"/>
                <a:gd name="connsiteY31" fmla="*/ 156655 h 166814"/>
                <a:gd name="connsiteX32" fmla="*/ 45720 w 132079"/>
                <a:gd name="connsiteY32" fmla="*/ 99505 h 166814"/>
                <a:gd name="connsiteX33" fmla="*/ 43180 w 132079"/>
                <a:gd name="connsiteY33" fmla="*/ 94424 h 166814"/>
                <a:gd name="connsiteX34" fmla="*/ 20320 w 132079"/>
                <a:gd name="connsiteY34" fmla="*/ 55054 h 166814"/>
                <a:gd name="connsiteX35" fmla="*/ 20320 w 132079"/>
                <a:gd name="connsiteY35" fmla="*/ 52515 h 166814"/>
                <a:gd name="connsiteX36" fmla="*/ 20320 w 132079"/>
                <a:gd name="connsiteY36" fmla="*/ 49975 h 166814"/>
                <a:gd name="connsiteX37" fmla="*/ 24130 w 132079"/>
                <a:gd name="connsiteY37" fmla="*/ 36004 h 166814"/>
                <a:gd name="connsiteX38" fmla="*/ 30480 w 132079"/>
                <a:gd name="connsiteY38" fmla="*/ 24575 h 166814"/>
                <a:gd name="connsiteX39" fmla="*/ 33020 w 132079"/>
                <a:gd name="connsiteY39" fmla="*/ 22035 h 166814"/>
                <a:gd name="connsiteX40" fmla="*/ 40640 w 132079"/>
                <a:gd name="connsiteY40" fmla="*/ 24575 h 166814"/>
                <a:gd name="connsiteX41" fmla="*/ 40640 w 132079"/>
                <a:gd name="connsiteY41" fmla="*/ 49975 h 166814"/>
                <a:gd name="connsiteX42" fmla="*/ 40640 w 132079"/>
                <a:gd name="connsiteY42" fmla="*/ 52515 h 1668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32079" h="166814">
                  <a:moveTo>
                    <a:pt x="40640" y="52515"/>
                  </a:moveTo>
                  <a:cubicBezTo>
                    <a:pt x="41910" y="57594"/>
                    <a:pt x="45720" y="60135"/>
                    <a:pt x="50800" y="60135"/>
                  </a:cubicBezTo>
                  <a:lnTo>
                    <a:pt x="81280" y="60135"/>
                  </a:lnTo>
                  <a:cubicBezTo>
                    <a:pt x="86360" y="60135"/>
                    <a:pt x="90170" y="56325"/>
                    <a:pt x="91440" y="52515"/>
                  </a:cubicBezTo>
                  <a:cubicBezTo>
                    <a:pt x="91440" y="51244"/>
                    <a:pt x="91440" y="51244"/>
                    <a:pt x="91440" y="49975"/>
                  </a:cubicBezTo>
                  <a:lnTo>
                    <a:pt x="91440" y="24575"/>
                  </a:lnTo>
                  <a:cubicBezTo>
                    <a:pt x="91440" y="20765"/>
                    <a:pt x="96520" y="18225"/>
                    <a:pt x="99060" y="22035"/>
                  </a:cubicBezTo>
                  <a:cubicBezTo>
                    <a:pt x="100330" y="23304"/>
                    <a:pt x="100330" y="24575"/>
                    <a:pt x="101600" y="24575"/>
                  </a:cubicBezTo>
                  <a:cubicBezTo>
                    <a:pt x="104140" y="28385"/>
                    <a:pt x="105410" y="32194"/>
                    <a:pt x="107950" y="36004"/>
                  </a:cubicBezTo>
                  <a:cubicBezTo>
                    <a:pt x="110490" y="41085"/>
                    <a:pt x="111760" y="44894"/>
                    <a:pt x="111760" y="49975"/>
                  </a:cubicBezTo>
                  <a:cubicBezTo>
                    <a:pt x="111760" y="51244"/>
                    <a:pt x="111760" y="51244"/>
                    <a:pt x="111760" y="52515"/>
                  </a:cubicBezTo>
                  <a:cubicBezTo>
                    <a:pt x="111760" y="53785"/>
                    <a:pt x="111760" y="53785"/>
                    <a:pt x="111760" y="55054"/>
                  </a:cubicBezTo>
                  <a:cubicBezTo>
                    <a:pt x="111760" y="72835"/>
                    <a:pt x="102870" y="86805"/>
                    <a:pt x="88900" y="94424"/>
                  </a:cubicBezTo>
                  <a:cubicBezTo>
                    <a:pt x="87630" y="95694"/>
                    <a:pt x="86360" y="96965"/>
                    <a:pt x="86360" y="99505"/>
                  </a:cubicBezTo>
                  <a:lnTo>
                    <a:pt x="86360" y="156655"/>
                  </a:lnTo>
                  <a:cubicBezTo>
                    <a:pt x="86360" y="161735"/>
                    <a:pt x="91440" y="166815"/>
                    <a:pt x="96520" y="166815"/>
                  </a:cubicBezTo>
                  <a:cubicBezTo>
                    <a:pt x="101600" y="166815"/>
                    <a:pt x="106680" y="161735"/>
                    <a:pt x="106680" y="156655"/>
                  </a:cubicBezTo>
                  <a:lnTo>
                    <a:pt x="106680" y="107124"/>
                  </a:lnTo>
                  <a:cubicBezTo>
                    <a:pt x="121920" y="95694"/>
                    <a:pt x="132080" y="76644"/>
                    <a:pt x="132080" y="55054"/>
                  </a:cubicBezTo>
                  <a:cubicBezTo>
                    <a:pt x="132080" y="38544"/>
                    <a:pt x="124460" y="20765"/>
                    <a:pt x="114300" y="9335"/>
                  </a:cubicBezTo>
                  <a:cubicBezTo>
                    <a:pt x="106680" y="444"/>
                    <a:pt x="95250" y="-2096"/>
                    <a:pt x="86360" y="1715"/>
                  </a:cubicBezTo>
                  <a:cubicBezTo>
                    <a:pt x="77470" y="5525"/>
                    <a:pt x="71120" y="14415"/>
                    <a:pt x="71120" y="24575"/>
                  </a:cubicBezTo>
                  <a:lnTo>
                    <a:pt x="71120" y="39815"/>
                  </a:lnTo>
                  <a:lnTo>
                    <a:pt x="60960" y="39815"/>
                  </a:lnTo>
                  <a:lnTo>
                    <a:pt x="60960" y="24575"/>
                  </a:lnTo>
                  <a:cubicBezTo>
                    <a:pt x="60960" y="14415"/>
                    <a:pt x="54610" y="5525"/>
                    <a:pt x="45720" y="1715"/>
                  </a:cubicBezTo>
                  <a:cubicBezTo>
                    <a:pt x="35560" y="-2096"/>
                    <a:pt x="24130" y="444"/>
                    <a:pt x="17780" y="9335"/>
                  </a:cubicBezTo>
                  <a:cubicBezTo>
                    <a:pt x="8890" y="20765"/>
                    <a:pt x="0" y="38544"/>
                    <a:pt x="0" y="55054"/>
                  </a:cubicBezTo>
                  <a:cubicBezTo>
                    <a:pt x="0" y="76644"/>
                    <a:pt x="10160" y="94424"/>
                    <a:pt x="25400" y="107124"/>
                  </a:cubicBezTo>
                  <a:lnTo>
                    <a:pt x="25400" y="156655"/>
                  </a:lnTo>
                  <a:cubicBezTo>
                    <a:pt x="25400" y="161735"/>
                    <a:pt x="30480" y="166815"/>
                    <a:pt x="35560" y="166815"/>
                  </a:cubicBezTo>
                  <a:cubicBezTo>
                    <a:pt x="40640" y="166815"/>
                    <a:pt x="45720" y="161735"/>
                    <a:pt x="45720" y="156655"/>
                  </a:cubicBezTo>
                  <a:lnTo>
                    <a:pt x="45720" y="99505"/>
                  </a:lnTo>
                  <a:cubicBezTo>
                    <a:pt x="45720" y="96965"/>
                    <a:pt x="44450" y="95694"/>
                    <a:pt x="43180" y="94424"/>
                  </a:cubicBezTo>
                  <a:cubicBezTo>
                    <a:pt x="29210" y="86805"/>
                    <a:pt x="20320" y="72835"/>
                    <a:pt x="20320" y="55054"/>
                  </a:cubicBezTo>
                  <a:cubicBezTo>
                    <a:pt x="20320" y="53785"/>
                    <a:pt x="20320" y="53785"/>
                    <a:pt x="20320" y="52515"/>
                  </a:cubicBezTo>
                  <a:cubicBezTo>
                    <a:pt x="20320" y="51244"/>
                    <a:pt x="20320" y="51244"/>
                    <a:pt x="20320" y="49975"/>
                  </a:cubicBezTo>
                  <a:cubicBezTo>
                    <a:pt x="21590" y="44894"/>
                    <a:pt x="22860" y="41085"/>
                    <a:pt x="24130" y="36004"/>
                  </a:cubicBezTo>
                  <a:cubicBezTo>
                    <a:pt x="25400" y="32194"/>
                    <a:pt x="27940" y="28385"/>
                    <a:pt x="30480" y="24575"/>
                  </a:cubicBezTo>
                  <a:cubicBezTo>
                    <a:pt x="31750" y="23304"/>
                    <a:pt x="31750" y="22035"/>
                    <a:pt x="33020" y="22035"/>
                  </a:cubicBezTo>
                  <a:cubicBezTo>
                    <a:pt x="35560" y="18225"/>
                    <a:pt x="40640" y="20765"/>
                    <a:pt x="40640" y="24575"/>
                  </a:cubicBezTo>
                  <a:lnTo>
                    <a:pt x="40640" y="49975"/>
                  </a:lnTo>
                  <a:cubicBezTo>
                    <a:pt x="40640" y="51244"/>
                    <a:pt x="40640" y="51244"/>
                    <a:pt x="40640" y="5251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39" name="Рисунок 2">
            <a:extLst>
              <a:ext uri="{FF2B5EF4-FFF2-40B4-BE49-F238E27FC236}">
                <a16:creationId xmlns:a16="http://schemas.microsoft.com/office/drawing/2014/main" id="{6D69DF5D-1025-26D0-E408-A2CA64268B7F}"/>
              </a:ext>
            </a:extLst>
          </p:cNvPr>
          <p:cNvGrpSpPr/>
          <p:nvPr/>
        </p:nvGrpSpPr>
        <p:grpSpPr>
          <a:xfrm>
            <a:off x="6733864" y="3583009"/>
            <a:ext cx="273507" cy="274650"/>
            <a:chOff x="6822440" y="3060369"/>
            <a:chExt cx="273507" cy="274650"/>
          </a:xfrm>
          <a:solidFill>
            <a:schemeClr val="tx1"/>
          </a:solidFill>
        </p:grpSpPr>
        <p:sp>
          <p:nvSpPr>
            <p:cNvPr id="1040" name="Полилиния: фигура 719">
              <a:extLst>
                <a:ext uri="{FF2B5EF4-FFF2-40B4-BE49-F238E27FC236}">
                  <a16:creationId xmlns:a16="http://schemas.microsoft.com/office/drawing/2014/main" id="{43F974C1-F91F-9510-F427-AB7A0DD21C0C}"/>
                </a:ext>
              </a:extLst>
            </p:cNvPr>
            <p:cNvSpPr/>
            <p:nvPr/>
          </p:nvSpPr>
          <p:spPr>
            <a:xfrm>
              <a:off x="6822440" y="3060369"/>
              <a:ext cx="273507" cy="274650"/>
            </a:xfrm>
            <a:custGeom>
              <a:avLst/>
              <a:gdLst>
                <a:gd name="connsiteX0" fmla="*/ 6350 w 273507"/>
                <a:gd name="connsiteY0" fmla="*/ 43510 h 274650"/>
                <a:gd name="connsiteX1" fmla="*/ 0 w 273507"/>
                <a:gd name="connsiteY1" fmla="*/ 57480 h 274650"/>
                <a:gd name="connsiteX2" fmla="*/ 16510 w 273507"/>
                <a:gd name="connsiteY2" fmla="*/ 96850 h 274650"/>
                <a:gd name="connsiteX3" fmla="*/ 59690 w 273507"/>
                <a:gd name="connsiteY3" fmla="*/ 112090 h 274650"/>
                <a:gd name="connsiteX4" fmla="*/ 162560 w 273507"/>
                <a:gd name="connsiteY4" fmla="*/ 214960 h 274650"/>
                <a:gd name="connsiteX5" fmla="*/ 177800 w 273507"/>
                <a:gd name="connsiteY5" fmla="*/ 258140 h 274650"/>
                <a:gd name="connsiteX6" fmla="*/ 217170 w 273507"/>
                <a:gd name="connsiteY6" fmla="*/ 274650 h 274650"/>
                <a:gd name="connsiteX7" fmla="*/ 231140 w 273507"/>
                <a:gd name="connsiteY7" fmla="*/ 268300 h 274650"/>
                <a:gd name="connsiteX8" fmla="*/ 259080 w 273507"/>
                <a:gd name="connsiteY8" fmla="*/ 240360 h 274650"/>
                <a:gd name="connsiteX9" fmla="*/ 267970 w 273507"/>
                <a:gd name="connsiteY9" fmla="*/ 231471 h 274650"/>
                <a:gd name="connsiteX10" fmla="*/ 273050 w 273507"/>
                <a:gd name="connsiteY10" fmla="*/ 212421 h 274650"/>
                <a:gd name="connsiteX11" fmla="*/ 273050 w 273507"/>
                <a:gd name="connsiteY11" fmla="*/ 209880 h 274650"/>
                <a:gd name="connsiteX12" fmla="*/ 270510 w 273507"/>
                <a:gd name="connsiteY12" fmla="*/ 200990 h 274650"/>
                <a:gd name="connsiteX13" fmla="*/ 257810 w 273507"/>
                <a:gd name="connsiteY13" fmla="*/ 178130 h 274650"/>
                <a:gd name="connsiteX14" fmla="*/ 214630 w 273507"/>
                <a:gd name="connsiteY14" fmla="*/ 162890 h 274650"/>
                <a:gd name="connsiteX15" fmla="*/ 173990 w 273507"/>
                <a:gd name="connsiteY15" fmla="*/ 122250 h 274650"/>
                <a:gd name="connsiteX16" fmla="*/ 223520 w 273507"/>
                <a:gd name="connsiteY16" fmla="*/ 72720 h 274650"/>
                <a:gd name="connsiteX17" fmla="*/ 232410 w 273507"/>
                <a:gd name="connsiteY17" fmla="*/ 73990 h 274650"/>
                <a:gd name="connsiteX18" fmla="*/ 247650 w 273507"/>
                <a:gd name="connsiteY18" fmla="*/ 67640 h 274650"/>
                <a:gd name="connsiteX19" fmla="*/ 271780 w 273507"/>
                <a:gd name="connsiteY19" fmla="*/ 35890 h 274650"/>
                <a:gd name="connsiteX20" fmla="*/ 245110 w 273507"/>
                <a:gd name="connsiteY20" fmla="*/ 9220 h 274650"/>
                <a:gd name="connsiteX21" fmla="*/ 213360 w 273507"/>
                <a:gd name="connsiteY21" fmla="*/ 33350 h 274650"/>
                <a:gd name="connsiteX22" fmla="*/ 207010 w 273507"/>
                <a:gd name="connsiteY22" fmla="*/ 48590 h 274650"/>
                <a:gd name="connsiteX23" fmla="*/ 208280 w 273507"/>
                <a:gd name="connsiteY23" fmla="*/ 57480 h 274650"/>
                <a:gd name="connsiteX24" fmla="*/ 158750 w 273507"/>
                <a:gd name="connsiteY24" fmla="*/ 107010 h 274650"/>
                <a:gd name="connsiteX25" fmla="*/ 111760 w 273507"/>
                <a:gd name="connsiteY25" fmla="*/ 60020 h 274650"/>
                <a:gd name="connsiteX26" fmla="*/ 96520 w 273507"/>
                <a:gd name="connsiteY26" fmla="*/ 16840 h 274650"/>
                <a:gd name="connsiteX27" fmla="*/ 73660 w 273507"/>
                <a:gd name="connsiteY27" fmla="*/ 4140 h 274650"/>
                <a:gd name="connsiteX28" fmla="*/ 64770 w 273507"/>
                <a:gd name="connsiteY28" fmla="*/ 1600 h 274650"/>
                <a:gd name="connsiteX29" fmla="*/ 60960 w 273507"/>
                <a:gd name="connsiteY29" fmla="*/ 330 h 274650"/>
                <a:gd name="connsiteX30" fmla="*/ 43180 w 273507"/>
                <a:gd name="connsiteY30" fmla="*/ 5410 h 274650"/>
                <a:gd name="connsiteX31" fmla="*/ 34290 w 273507"/>
                <a:gd name="connsiteY31" fmla="*/ 14300 h 274650"/>
                <a:gd name="connsiteX32" fmla="*/ 6350 w 273507"/>
                <a:gd name="connsiteY32" fmla="*/ 43510 h 274650"/>
                <a:gd name="connsiteX33" fmla="*/ 71120 w 273507"/>
                <a:gd name="connsiteY33" fmla="*/ 51130 h 274650"/>
                <a:gd name="connsiteX34" fmla="*/ 49530 w 273507"/>
                <a:gd name="connsiteY34" fmla="*/ 29540 h 274650"/>
                <a:gd name="connsiteX35" fmla="*/ 57150 w 273507"/>
                <a:gd name="connsiteY35" fmla="*/ 21920 h 274650"/>
                <a:gd name="connsiteX36" fmla="*/ 74930 w 273507"/>
                <a:gd name="connsiteY36" fmla="*/ 28270 h 274650"/>
                <a:gd name="connsiteX37" fmla="*/ 82550 w 273507"/>
                <a:gd name="connsiteY37" fmla="*/ 33350 h 274650"/>
                <a:gd name="connsiteX38" fmla="*/ 90170 w 273507"/>
                <a:gd name="connsiteY38" fmla="*/ 68910 h 274650"/>
                <a:gd name="connsiteX39" fmla="*/ 208280 w 273507"/>
                <a:gd name="connsiteY39" fmla="*/ 187020 h 274650"/>
                <a:gd name="connsiteX40" fmla="*/ 243840 w 273507"/>
                <a:gd name="connsiteY40" fmla="*/ 194640 h 274650"/>
                <a:gd name="connsiteX41" fmla="*/ 248920 w 273507"/>
                <a:gd name="connsiteY41" fmla="*/ 202260 h 274650"/>
                <a:gd name="connsiteX42" fmla="*/ 255270 w 273507"/>
                <a:gd name="connsiteY42" fmla="*/ 220040 h 274650"/>
                <a:gd name="connsiteX43" fmla="*/ 247650 w 273507"/>
                <a:gd name="connsiteY43" fmla="*/ 227660 h 274650"/>
                <a:gd name="connsiteX44" fmla="*/ 226060 w 273507"/>
                <a:gd name="connsiteY44" fmla="*/ 206071 h 274650"/>
                <a:gd name="connsiteX45" fmla="*/ 204470 w 273507"/>
                <a:gd name="connsiteY45" fmla="*/ 227660 h 274650"/>
                <a:gd name="connsiteX46" fmla="*/ 226060 w 273507"/>
                <a:gd name="connsiteY46" fmla="*/ 249250 h 274650"/>
                <a:gd name="connsiteX47" fmla="*/ 218440 w 273507"/>
                <a:gd name="connsiteY47" fmla="*/ 256871 h 274650"/>
                <a:gd name="connsiteX48" fmla="*/ 208280 w 273507"/>
                <a:gd name="connsiteY48" fmla="*/ 255600 h 274650"/>
                <a:gd name="connsiteX49" fmla="*/ 193040 w 273507"/>
                <a:gd name="connsiteY49" fmla="*/ 246710 h 274650"/>
                <a:gd name="connsiteX50" fmla="*/ 185420 w 273507"/>
                <a:gd name="connsiteY50" fmla="*/ 211150 h 274650"/>
                <a:gd name="connsiteX51" fmla="*/ 67310 w 273507"/>
                <a:gd name="connsiteY51" fmla="*/ 93040 h 274650"/>
                <a:gd name="connsiteX52" fmla="*/ 31750 w 273507"/>
                <a:gd name="connsiteY52" fmla="*/ 85420 h 274650"/>
                <a:gd name="connsiteX53" fmla="*/ 22860 w 273507"/>
                <a:gd name="connsiteY53" fmla="*/ 70180 h 274650"/>
                <a:gd name="connsiteX54" fmla="*/ 21590 w 273507"/>
                <a:gd name="connsiteY54" fmla="*/ 63830 h 274650"/>
                <a:gd name="connsiteX55" fmla="*/ 21590 w 273507"/>
                <a:gd name="connsiteY55" fmla="*/ 60020 h 274650"/>
                <a:gd name="connsiteX56" fmla="*/ 29210 w 273507"/>
                <a:gd name="connsiteY56" fmla="*/ 52400 h 274650"/>
                <a:gd name="connsiteX57" fmla="*/ 50800 w 273507"/>
                <a:gd name="connsiteY57" fmla="*/ 73990 h 274650"/>
                <a:gd name="connsiteX58" fmla="*/ 71120 w 273507"/>
                <a:gd name="connsiteY58" fmla="*/ 51130 h 274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273507" h="274650">
                  <a:moveTo>
                    <a:pt x="6350" y="43510"/>
                  </a:moveTo>
                  <a:cubicBezTo>
                    <a:pt x="2540" y="47320"/>
                    <a:pt x="0" y="52400"/>
                    <a:pt x="0" y="57480"/>
                  </a:cubicBezTo>
                  <a:cubicBezTo>
                    <a:pt x="0" y="68910"/>
                    <a:pt x="5080" y="85420"/>
                    <a:pt x="16510" y="96850"/>
                  </a:cubicBezTo>
                  <a:cubicBezTo>
                    <a:pt x="27940" y="108280"/>
                    <a:pt x="44450" y="113360"/>
                    <a:pt x="59690" y="112090"/>
                  </a:cubicBezTo>
                  <a:lnTo>
                    <a:pt x="162560" y="214960"/>
                  </a:lnTo>
                  <a:cubicBezTo>
                    <a:pt x="161290" y="230200"/>
                    <a:pt x="165100" y="246710"/>
                    <a:pt x="177800" y="258140"/>
                  </a:cubicBezTo>
                  <a:cubicBezTo>
                    <a:pt x="189230" y="269571"/>
                    <a:pt x="205740" y="274650"/>
                    <a:pt x="217170" y="274650"/>
                  </a:cubicBezTo>
                  <a:cubicBezTo>
                    <a:pt x="222250" y="274650"/>
                    <a:pt x="227330" y="272110"/>
                    <a:pt x="231140" y="268300"/>
                  </a:cubicBezTo>
                  <a:cubicBezTo>
                    <a:pt x="240030" y="259410"/>
                    <a:pt x="248920" y="250521"/>
                    <a:pt x="259080" y="240360"/>
                  </a:cubicBezTo>
                  <a:lnTo>
                    <a:pt x="267970" y="231471"/>
                  </a:lnTo>
                  <a:cubicBezTo>
                    <a:pt x="273050" y="226390"/>
                    <a:pt x="274320" y="218771"/>
                    <a:pt x="273050" y="212421"/>
                  </a:cubicBezTo>
                  <a:cubicBezTo>
                    <a:pt x="273050" y="211150"/>
                    <a:pt x="273050" y="211150"/>
                    <a:pt x="273050" y="209880"/>
                  </a:cubicBezTo>
                  <a:cubicBezTo>
                    <a:pt x="273050" y="207340"/>
                    <a:pt x="271780" y="204800"/>
                    <a:pt x="270510" y="200990"/>
                  </a:cubicBezTo>
                  <a:cubicBezTo>
                    <a:pt x="269240" y="194640"/>
                    <a:pt x="264160" y="184480"/>
                    <a:pt x="257810" y="178130"/>
                  </a:cubicBezTo>
                  <a:cubicBezTo>
                    <a:pt x="245110" y="165430"/>
                    <a:pt x="229870" y="161620"/>
                    <a:pt x="214630" y="162890"/>
                  </a:cubicBezTo>
                  <a:lnTo>
                    <a:pt x="173990" y="122250"/>
                  </a:lnTo>
                  <a:lnTo>
                    <a:pt x="223520" y="72720"/>
                  </a:lnTo>
                  <a:lnTo>
                    <a:pt x="232410" y="73990"/>
                  </a:lnTo>
                  <a:cubicBezTo>
                    <a:pt x="238760" y="75260"/>
                    <a:pt x="243840" y="72720"/>
                    <a:pt x="247650" y="67640"/>
                  </a:cubicBezTo>
                  <a:lnTo>
                    <a:pt x="271780" y="35890"/>
                  </a:lnTo>
                  <a:lnTo>
                    <a:pt x="245110" y="9220"/>
                  </a:lnTo>
                  <a:lnTo>
                    <a:pt x="213360" y="33350"/>
                  </a:lnTo>
                  <a:cubicBezTo>
                    <a:pt x="208280" y="37160"/>
                    <a:pt x="205740" y="42240"/>
                    <a:pt x="207010" y="48590"/>
                  </a:cubicBezTo>
                  <a:lnTo>
                    <a:pt x="208280" y="57480"/>
                  </a:lnTo>
                  <a:lnTo>
                    <a:pt x="158750" y="107010"/>
                  </a:lnTo>
                  <a:lnTo>
                    <a:pt x="111760" y="60020"/>
                  </a:lnTo>
                  <a:cubicBezTo>
                    <a:pt x="113030" y="44780"/>
                    <a:pt x="109220" y="28270"/>
                    <a:pt x="96520" y="16840"/>
                  </a:cubicBezTo>
                  <a:cubicBezTo>
                    <a:pt x="88900" y="9220"/>
                    <a:pt x="78740" y="5410"/>
                    <a:pt x="73660" y="4140"/>
                  </a:cubicBezTo>
                  <a:cubicBezTo>
                    <a:pt x="69850" y="2870"/>
                    <a:pt x="67310" y="2870"/>
                    <a:pt x="64770" y="1600"/>
                  </a:cubicBezTo>
                  <a:cubicBezTo>
                    <a:pt x="63500" y="1600"/>
                    <a:pt x="62230" y="1600"/>
                    <a:pt x="60960" y="330"/>
                  </a:cubicBezTo>
                  <a:cubicBezTo>
                    <a:pt x="54610" y="-940"/>
                    <a:pt x="46990" y="1600"/>
                    <a:pt x="43180" y="5410"/>
                  </a:cubicBezTo>
                  <a:lnTo>
                    <a:pt x="34290" y="14300"/>
                  </a:lnTo>
                  <a:cubicBezTo>
                    <a:pt x="24130" y="25730"/>
                    <a:pt x="15240" y="34620"/>
                    <a:pt x="6350" y="43510"/>
                  </a:cubicBezTo>
                  <a:close/>
                  <a:moveTo>
                    <a:pt x="71120" y="51130"/>
                  </a:moveTo>
                  <a:lnTo>
                    <a:pt x="49530" y="29540"/>
                  </a:lnTo>
                  <a:lnTo>
                    <a:pt x="57150" y="21920"/>
                  </a:lnTo>
                  <a:cubicBezTo>
                    <a:pt x="57150" y="21920"/>
                    <a:pt x="67310" y="23190"/>
                    <a:pt x="74930" y="28270"/>
                  </a:cubicBezTo>
                  <a:cubicBezTo>
                    <a:pt x="77470" y="29540"/>
                    <a:pt x="80010" y="30810"/>
                    <a:pt x="82550" y="33350"/>
                  </a:cubicBezTo>
                  <a:cubicBezTo>
                    <a:pt x="91440" y="42240"/>
                    <a:pt x="93980" y="56210"/>
                    <a:pt x="90170" y="68910"/>
                  </a:cubicBezTo>
                  <a:lnTo>
                    <a:pt x="208280" y="187020"/>
                  </a:lnTo>
                  <a:cubicBezTo>
                    <a:pt x="220980" y="181940"/>
                    <a:pt x="234950" y="184480"/>
                    <a:pt x="243840" y="194640"/>
                  </a:cubicBezTo>
                  <a:cubicBezTo>
                    <a:pt x="246380" y="197180"/>
                    <a:pt x="247650" y="199721"/>
                    <a:pt x="248920" y="202260"/>
                  </a:cubicBezTo>
                  <a:cubicBezTo>
                    <a:pt x="252730" y="209880"/>
                    <a:pt x="255270" y="220040"/>
                    <a:pt x="255270" y="220040"/>
                  </a:cubicBezTo>
                  <a:lnTo>
                    <a:pt x="247650" y="227660"/>
                  </a:lnTo>
                  <a:lnTo>
                    <a:pt x="226060" y="206071"/>
                  </a:lnTo>
                  <a:lnTo>
                    <a:pt x="204470" y="227660"/>
                  </a:lnTo>
                  <a:lnTo>
                    <a:pt x="226060" y="249250"/>
                  </a:lnTo>
                  <a:lnTo>
                    <a:pt x="218440" y="256871"/>
                  </a:lnTo>
                  <a:cubicBezTo>
                    <a:pt x="215900" y="256871"/>
                    <a:pt x="212090" y="256871"/>
                    <a:pt x="208280" y="255600"/>
                  </a:cubicBezTo>
                  <a:cubicBezTo>
                    <a:pt x="203200" y="254330"/>
                    <a:pt x="198120" y="250521"/>
                    <a:pt x="193040" y="246710"/>
                  </a:cubicBezTo>
                  <a:cubicBezTo>
                    <a:pt x="184150" y="237821"/>
                    <a:pt x="181610" y="223850"/>
                    <a:pt x="185420" y="211150"/>
                  </a:cubicBezTo>
                  <a:lnTo>
                    <a:pt x="67310" y="93040"/>
                  </a:lnTo>
                  <a:cubicBezTo>
                    <a:pt x="54610" y="98120"/>
                    <a:pt x="40640" y="95580"/>
                    <a:pt x="31750" y="85420"/>
                  </a:cubicBezTo>
                  <a:cubicBezTo>
                    <a:pt x="27940" y="81610"/>
                    <a:pt x="24130" y="75260"/>
                    <a:pt x="22860" y="70180"/>
                  </a:cubicBezTo>
                  <a:cubicBezTo>
                    <a:pt x="21590" y="67640"/>
                    <a:pt x="21590" y="66370"/>
                    <a:pt x="21590" y="63830"/>
                  </a:cubicBezTo>
                  <a:cubicBezTo>
                    <a:pt x="21590" y="62560"/>
                    <a:pt x="21590" y="61290"/>
                    <a:pt x="21590" y="60020"/>
                  </a:cubicBezTo>
                  <a:lnTo>
                    <a:pt x="29210" y="52400"/>
                  </a:lnTo>
                  <a:lnTo>
                    <a:pt x="50800" y="73990"/>
                  </a:lnTo>
                  <a:lnTo>
                    <a:pt x="71120" y="5113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41" name="Полилиния: фигура 720">
              <a:extLst>
                <a:ext uri="{FF2B5EF4-FFF2-40B4-BE49-F238E27FC236}">
                  <a16:creationId xmlns:a16="http://schemas.microsoft.com/office/drawing/2014/main" id="{4FA6F82F-49F6-76D8-5AD8-DD9D29A5C872}"/>
                </a:ext>
              </a:extLst>
            </p:cNvPr>
            <p:cNvSpPr/>
            <p:nvPr/>
          </p:nvSpPr>
          <p:spPr>
            <a:xfrm>
              <a:off x="6828472" y="3214370"/>
              <a:ext cx="118427" cy="118427"/>
            </a:xfrm>
            <a:custGeom>
              <a:avLst/>
              <a:gdLst>
                <a:gd name="connsiteX0" fmla="*/ 67627 w 118427"/>
                <a:gd name="connsiteY0" fmla="*/ 0 h 118427"/>
                <a:gd name="connsiteX1" fmla="*/ 10477 w 118427"/>
                <a:gd name="connsiteY1" fmla="*/ 57150 h 118427"/>
                <a:gd name="connsiteX2" fmla="*/ 10477 w 118427"/>
                <a:gd name="connsiteY2" fmla="*/ 107950 h 118427"/>
                <a:gd name="connsiteX3" fmla="*/ 61277 w 118427"/>
                <a:gd name="connsiteY3" fmla="*/ 107950 h 118427"/>
                <a:gd name="connsiteX4" fmla="*/ 118427 w 118427"/>
                <a:gd name="connsiteY4" fmla="*/ 50800 h 118427"/>
                <a:gd name="connsiteX5" fmla="*/ 104458 w 118427"/>
                <a:gd name="connsiteY5" fmla="*/ 36830 h 118427"/>
                <a:gd name="connsiteX6" fmla="*/ 47308 w 118427"/>
                <a:gd name="connsiteY6" fmla="*/ 93980 h 118427"/>
                <a:gd name="connsiteX7" fmla="*/ 25717 w 118427"/>
                <a:gd name="connsiteY7" fmla="*/ 93980 h 118427"/>
                <a:gd name="connsiteX8" fmla="*/ 25717 w 118427"/>
                <a:gd name="connsiteY8" fmla="*/ 72390 h 118427"/>
                <a:gd name="connsiteX9" fmla="*/ 82867 w 118427"/>
                <a:gd name="connsiteY9" fmla="*/ 15240 h 118427"/>
                <a:gd name="connsiteX10" fmla="*/ 67627 w 118427"/>
                <a:gd name="connsiteY10" fmla="*/ 0 h 1184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427" h="118427">
                  <a:moveTo>
                    <a:pt x="67627" y="0"/>
                  </a:moveTo>
                  <a:lnTo>
                    <a:pt x="10477" y="57150"/>
                  </a:lnTo>
                  <a:cubicBezTo>
                    <a:pt x="-3492" y="71120"/>
                    <a:pt x="-3492" y="93980"/>
                    <a:pt x="10477" y="107950"/>
                  </a:cubicBezTo>
                  <a:cubicBezTo>
                    <a:pt x="24447" y="121920"/>
                    <a:pt x="47308" y="121920"/>
                    <a:pt x="61277" y="107950"/>
                  </a:cubicBezTo>
                  <a:lnTo>
                    <a:pt x="118427" y="50800"/>
                  </a:lnTo>
                  <a:lnTo>
                    <a:pt x="104458" y="36830"/>
                  </a:lnTo>
                  <a:lnTo>
                    <a:pt x="47308" y="93980"/>
                  </a:lnTo>
                  <a:cubicBezTo>
                    <a:pt x="40958" y="100330"/>
                    <a:pt x="32067" y="100330"/>
                    <a:pt x="25717" y="93980"/>
                  </a:cubicBezTo>
                  <a:cubicBezTo>
                    <a:pt x="19367" y="87630"/>
                    <a:pt x="19367" y="78740"/>
                    <a:pt x="25717" y="72390"/>
                  </a:cubicBezTo>
                  <a:lnTo>
                    <a:pt x="82867" y="15240"/>
                  </a:lnTo>
                  <a:lnTo>
                    <a:pt x="67627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42" name="Рисунок 2">
            <a:extLst>
              <a:ext uri="{FF2B5EF4-FFF2-40B4-BE49-F238E27FC236}">
                <a16:creationId xmlns:a16="http://schemas.microsoft.com/office/drawing/2014/main" id="{C28D5131-FE03-F846-06F5-4D76A0F3EF4A}"/>
              </a:ext>
            </a:extLst>
          </p:cNvPr>
          <p:cNvGrpSpPr/>
          <p:nvPr/>
        </p:nvGrpSpPr>
        <p:grpSpPr>
          <a:xfrm>
            <a:off x="10631493" y="3602320"/>
            <a:ext cx="306070" cy="238829"/>
            <a:chOff x="10720069" y="3079680"/>
            <a:chExt cx="306070" cy="238829"/>
          </a:xfrm>
          <a:solidFill>
            <a:schemeClr val="tx1"/>
          </a:solidFill>
        </p:grpSpPr>
        <p:sp>
          <p:nvSpPr>
            <p:cNvPr id="1043" name="Полилиния: фигура 738">
              <a:extLst>
                <a:ext uri="{FF2B5EF4-FFF2-40B4-BE49-F238E27FC236}">
                  <a16:creationId xmlns:a16="http://schemas.microsoft.com/office/drawing/2014/main" id="{0779BC4F-7D08-1EA5-5375-2314D71E08F0}"/>
                </a:ext>
              </a:extLst>
            </p:cNvPr>
            <p:cNvSpPr/>
            <p:nvPr/>
          </p:nvSpPr>
          <p:spPr>
            <a:xfrm>
              <a:off x="10764671" y="3079680"/>
              <a:ext cx="261468" cy="238829"/>
            </a:xfrm>
            <a:custGeom>
              <a:avLst/>
              <a:gdLst>
                <a:gd name="connsiteX0" fmla="*/ 219558 w 261468"/>
                <a:gd name="connsiteY0" fmla="*/ 238829 h 238829"/>
                <a:gd name="connsiteX1" fmla="*/ 173838 w 261468"/>
                <a:gd name="connsiteY1" fmla="*/ 238829 h 238829"/>
                <a:gd name="connsiteX2" fmla="*/ 116688 w 261468"/>
                <a:gd name="connsiteY2" fmla="*/ 214700 h 238829"/>
                <a:gd name="connsiteX3" fmla="*/ 8738 w 261468"/>
                <a:gd name="connsiteY3" fmla="*/ 106750 h 238829"/>
                <a:gd name="connsiteX4" fmla="*/ 7468 w 261468"/>
                <a:gd name="connsiteY4" fmla="*/ 66110 h 238829"/>
                <a:gd name="connsiteX5" fmla="*/ 51918 w 261468"/>
                <a:gd name="connsiteY5" fmla="*/ 12770 h 238829"/>
                <a:gd name="connsiteX6" fmla="*/ 112878 w 261468"/>
                <a:gd name="connsiteY6" fmla="*/ 34360 h 238829"/>
                <a:gd name="connsiteX7" fmla="*/ 112878 w 261468"/>
                <a:gd name="connsiteY7" fmla="*/ 35630 h 238829"/>
                <a:gd name="connsiteX8" fmla="*/ 123038 w 261468"/>
                <a:gd name="connsiteY8" fmla="*/ 35630 h 238829"/>
                <a:gd name="connsiteX9" fmla="*/ 138278 w 261468"/>
                <a:gd name="connsiteY9" fmla="*/ 22930 h 238829"/>
                <a:gd name="connsiteX10" fmla="*/ 158598 w 261468"/>
                <a:gd name="connsiteY10" fmla="*/ 15310 h 238829"/>
                <a:gd name="connsiteX11" fmla="*/ 175108 w 261468"/>
                <a:gd name="connsiteY11" fmla="*/ 15310 h 238829"/>
                <a:gd name="connsiteX12" fmla="*/ 205588 w 261468"/>
                <a:gd name="connsiteY12" fmla="*/ 45790 h 238829"/>
                <a:gd name="connsiteX13" fmla="*/ 205588 w 261468"/>
                <a:gd name="connsiteY13" fmla="*/ 123260 h 238829"/>
                <a:gd name="connsiteX14" fmla="*/ 250038 w 261468"/>
                <a:gd name="connsiteY14" fmla="*/ 167710 h 238829"/>
                <a:gd name="connsiteX15" fmla="*/ 261468 w 261468"/>
                <a:gd name="connsiteY15" fmla="*/ 196920 h 238829"/>
                <a:gd name="connsiteX16" fmla="*/ 261468 w 261468"/>
                <a:gd name="connsiteY16" fmla="*/ 198190 h 238829"/>
                <a:gd name="connsiteX17" fmla="*/ 219558 w 261468"/>
                <a:gd name="connsiteY17" fmla="*/ 238829 h 238829"/>
                <a:gd name="connsiteX18" fmla="*/ 98908 w 261468"/>
                <a:gd name="connsiteY18" fmla="*/ 50870 h 238829"/>
                <a:gd name="connsiteX19" fmla="*/ 92558 w 261468"/>
                <a:gd name="connsiteY19" fmla="*/ 38170 h 238829"/>
                <a:gd name="connsiteX20" fmla="*/ 92558 w 261468"/>
                <a:gd name="connsiteY20" fmla="*/ 34360 h 238829"/>
                <a:gd name="connsiteX21" fmla="*/ 67158 w 261468"/>
                <a:gd name="connsiteY21" fmla="*/ 25470 h 238829"/>
                <a:gd name="connsiteX22" fmla="*/ 22708 w 261468"/>
                <a:gd name="connsiteY22" fmla="*/ 78810 h 238829"/>
                <a:gd name="connsiteX23" fmla="*/ 22708 w 261468"/>
                <a:gd name="connsiteY23" fmla="*/ 92780 h 238829"/>
                <a:gd name="connsiteX24" fmla="*/ 130658 w 261468"/>
                <a:gd name="connsiteY24" fmla="*/ 200729 h 238829"/>
                <a:gd name="connsiteX25" fmla="*/ 173838 w 261468"/>
                <a:gd name="connsiteY25" fmla="*/ 218510 h 238829"/>
                <a:gd name="connsiteX26" fmla="*/ 219558 w 261468"/>
                <a:gd name="connsiteY26" fmla="*/ 218510 h 238829"/>
                <a:gd name="connsiteX27" fmla="*/ 239878 w 261468"/>
                <a:gd name="connsiteY27" fmla="*/ 198190 h 238829"/>
                <a:gd name="connsiteX28" fmla="*/ 180188 w 261468"/>
                <a:gd name="connsiteY28" fmla="*/ 198190 h 238829"/>
                <a:gd name="connsiteX29" fmla="*/ 145898 w 261468"/>
                <a:gd name="connsiteY29" fmla="*/ 184220 h 238829"/>
                <a:gd name="connsiteX30" fmla="*/ 51918 w 261468"/>
                <a:gd name="connsiteY30" fmla="*/ 88970 h 238829"/>
                <a:gd name="connsiteX31" fmla="*/ 51918 w 261468"/>
                <a:gd name="connsiteY31" fmla="*/ 78810 h 238829"/>
                <a:gd name="connsiteX32" fmla="*/ 62078 w 261468"/>
                <a:gd name="connsiteY32" fmla="*/ 78810 h 238829"/>
                <a:gd name="connsiteX33" fmla="*/ 157328 w 261468"/>
                <a:gd name="connsiteY33" fmla="*/ 172790 h 238829"/>
                <a:gd name="connsiteX34" fmla="*/ 180188 w 261468"/>
                <a:gd name="connsiteY34" fmla="*/ 182950 h 238829"/>
                <a:gd name="connsiteX35" fmla="*/ 234798 w 261468"/>
                <a:gd name="connsiteY35" fmla="*/ 182950 h 238829"/>
                <a:gd name="connsiteX36" fmla="*/ 233528 w 261468"/>
                <a:gd name="connsiteY36" fmla="*/ 181679 h 238829"/>
                <a:gd name="connsiteX37" fmla="*/ 189078 w 261468"/>
                <a:gd name="connsiteY37" fmla="*/ 137230 h 238829"/>
                <a:gd name="connsiteX38" fmla="*/ 183998 w 261468"/>
                <a:gd name="connsiteY38" fmla="*/ 125800 h 238829"/>
                <a:gd name="connsiteX39" fmla="*/ 158598 w 261468"/>
                <a:gd name="connsiteY39" fmla="*/ 125800 h 238829"/>
                <a:gd name="connsiteX40" fmla="*/ 148438 w 261468"/>
                <a:gd name="connsiteY40" fmla="*/ 115640 h 238829"/>
                <a:gd name="connsiteX41" fmla="*/ 158598 w 261468"/>
                <a:gd name="connsiteY41" fmla="*/ 105480 h 238829"/>
                <a:gd name="connsiteX42" fmla="*/ 183998 w 261468"/>
                <a:gd name="connsiteY42" fmla="*/ 105480 h 238829"/>
                <a:gd name="connsiteX43" fmla="*/ 183998 w 261468"/>
                <a:gd name="connsiteY43" fmla="*/ 85160 h 238829"/>
                <a:gd name="connsiteX44" fmla="*/ 158598 w 261468"/>
                <a:gd name="connsiteY44" fmla="*/ 85160 h 238829"/>
                <a:gd name="connsiteX45" fmla="*/ 148438 w 261468"/>
                <a:gd name="connsiteY45" fmla="*/ 75000 h 238829"/>
                <a:gd name="connsiteX46" fmla="*/ 158598 w 261468"/>
                <a:gd name="connsiteY46" fmla="*/ 64840 h 238829"/>
                <a:gd name="connsiteX47" fmla="*/ 183998 w 261468"/>
                <a:gd name="connsiteY47" fmla="*/ 64840 h 238829"/>
                <a:gd name="connsiteX48" fmla="*/ 183998 w 261468"/>
                <a:gd name="connsiteY48" fmla="*/ 44520 h 238829"/>
                <a:gd name="connsiteX49" fmla="*/ 173838 w 261468"/>
                <a:gd name="connsiteY49" fmla="*/ 34360 h 238829"/>
                <a:gd name="connsiteX50" fmla="*/ 157328 w 261468"/>
                <a:gd name="connsiteY50" fmla="*/ 34360 h 238829"/>
                <a:gd name="connsiteX51" fmla="*/ 150978 w 261468"/>
                <a:gd name="connsiteY51" fmla="*/ 36900 h 238829"/>
                <a:gd name="connsiteX52" fmla="*/ 135738 w 261468"/>
                <a:gd name="connsiteY52" fmla="*/ 49600 h 238829"/>
                <a:gd name="connsiteX53" fmla="*/ 98908 w 261468"/>
                <a:gd name="connsiteY53" fmla="*/ 50870 h 238829"/>
                <a:gd name="connsiteX54" fmla="*/ 98908 w 261468"/>
                <a:gd name="connsiteY54" fmla="*/ 50870 h 238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</a:cxnLst>
              <a:rect l="l" t="t" r="r" b="b"/>
              <a:pathLst>
                <a:path w="261468" h="238829">
                  <a:moveTo>
                    <a:pt x="219558" y="238829"/>
                  </a:moveTo>
                  <a:lnTo>
                    <a:pt x="173838" y="238829"/>
                  </a:lnTo>
                  <a:cubicBezTo>
                    <a:pt x="152248" y="238829"/>
                    <a:pt x="131928" y="229940"/>
                    <a:pt x="116688" y="214700"/>
                  </a:cubicBezTo>
                  <a:lnTo>
                    <a:pt x="8738" y="106750"/>
                  </a:lnTo>
                  <a:cubicBezTo>
                    <a:pt x="-2692" y="95320"/>
                    <a:pt x="-2692" y="77540"/>
                    <a:pt x="7468" y="66110"/>
                  </a:cubicBezTo>
                  <a:lnTo>
                    <a:pt x="51918" y="12770"/>
                  </a:lnTo>
                  <a:cubicBezTo>
                    <a:pt x="72238" y="-12630"/>
                    <a:pt x="112878" y="2610"/>
                    <a:pt x="112878" y="34360"/>
                  </a:cubicBezTo>
                  <a:lnTo>
                    <a:pt x="112878" y="35630"/>
                  </a:lnTo>
                  <a:cubicBezTo>
                    <a:pt x="115418" y="38170"/>
                    <a:pt x="119228" y="36900"/>
                    <a:pt x="123038" y="35630"/>
                  </a:cubicBezTo>
                  <a:lnTo>
                    <a:pt x="138278" y="22930"/>
                  </a:lnTo>
                  <a:cubicBezTo>
                    <a:pt x="143358" y="17850"/>
                    <a:pt x="150978" y="15310"/>
                    <a:pt x="158598" y="15310"/>
                  </a:cubicBezTo>
                  <a:lnTo>
                    <a:pt x="175108" y="15310"/>
                  </a:lnTo>
                  <a:cubicBezTo>
                    <a:pt x="191618" y="15310"/>
                    <a:pt x="205588" y="29280"/>
                    <a:pt x="205588" y="45790"/>
                  </a:cubicBezTo>
                  <a:lnTo>
                    <a:pt x="205588" y="123260"/>
                  </a:lnTo>
                  <a:lnTo>
                    <a:pt x="250038" y="167710"/>
                  </a:lnTo>
                  <a:cubicBezTo>
                    <a:pt x="257658" y="175329"/>
                    <a:pt x="261468" y="185490"/>
                    <a:pt x="261468" y="196920"/>
                  </a:cubicBezTo>
                  <a:lnTo>
                    <a:pt x="261468" y="198190"/>
                  </a:lnTo>
                  <a:cubicBezTo>
                    <a:pt x="260198" y="221050"/>
                    <a:pt x="242418" y="238829"/>
                    <a:pt x="219558" y="238829"/>
                  </a:cubicBezTo>
                  <a:close/>
                  <a:moveTo>
                    <a:pt x="98908" y="50870"/>
                  </a:moveTo>
                  <a:cubicBezTo>
                    <a:pt x="95098" y="48330"/>
                    <a:pt x="92558" y="43250"/>
                    <a:pt x="92558" y="38170"/>
                  </a:cubicBezTo>
                  <a:lnTo>
                    <a:pt x="92558" y="34360"/>
                  </a:lnTo>
                  <a:cubicBezTo>
                    <a:pt x="92558" y="20390"/>
                    <a:pt x="76048" y="15310"/>
                    <a:pt x="67158" y="25470"/>
                  </a:cubicBezTo>
                  <a:lnTo>
                    <a:pt x="22708" y="78810"/>
                  </a:lnTo>
                  <a:cubicBezTo>
                    <a:pt x="18898" y="82620"/>
                    <a:pt x="20168" y="88970"/>
                    <a:pt x="22708" y="92780"/>
                  </a:cubicBezTo>
                  <a:lnTo>
                    <a:pt x="130658" y="200729"/>
                  </a:lnTo>
                  <a:cubicBezTo>
                    <a:pt x="142088" y="212160"/>
                    <a:pt x="157328" y="218510"/>
                    <a:pt x="173838" y="218510"/>
                  </a:cubicBezTo>
                  <a:lnTo>
                    <a:pt x="219558" y="218510"/>
                  </a:lnTo>
                  <a:cubicBezTo>
                    <a:pt x="230988" y="218510"/>
                    <a:pt x="239878" y="209620"/>
                    <a:pt x="239878" y="198190"/>
                  </a:cubicBezTo>
                  <a:lnTo>
                    <a:pt x="180188" y="198190"/>
                  </a:lnTo>
                  <a:cubicBezTo>
                    <a:pt x="167488" y="198190"/>
                    <a:pt x="154788" y="193110"/>
                    <a:pt x="145898" y="184220"/>
                  </a:cubicBezTo>
                  <a:lnTo>
                    <a:pt x="51918" y="88970"/>
                  </a:lnTo>
                  <a:cubicBezTo>
                    <a:pt x="49378" y="86430"/>
                    <a:pt x="49378" y="81350"/>
                    <a:pt x="51918" y="78810"/>
                  </a:cubicBezTo>
                  <a:cubicBezTo>
                    <a:pt x="54458" y="76270"/>
                    <a:pt x="59538" y="76270"/>
                    <a:pt x="62078" y="78810"/>
                  </a:cubicBezTo>
                  <a:lnTo>
                    <a:pt x="157328" y="172790"/>
                  </a:lnTo>
                  <a:cubicBezTo>
                    <a:pt x="163678" y="179140"/>
                    <a:pt x="171298" y="182950"/>
                    <a:pt x="180188" y="182950"/>
                  </a:cubicBezTo>
                  <a:lnTo>
                    <a:pt x="234798" y="182950"/>
                  </a:lnTo>
                  <a:cubicBezTo>
                    <a:pt x="234798" y="182950"/>
                    <a:pt x="234798" y="182950"/>
                    <a:pt x="233528" y="181679"/>
                  </a:cubicBezTo>
                  <a:lnTo>
                    <a:pt x="189078" y="137230"/>
                  </a:lnTo>
                  <a:cubicBezTo>
                    <a:pt x="186538" y="134690"/>
                    <a:pt x="183998" y="130880"/>
                    <a:pt x="183998" y="125800"/>
                  </a:cubicBezTo>
                  <a:lnTo>
                    <a:pt x="158598" y="125800"/>
                  </a:lnTo>
                  <a:cubicBezTo>
                    <a:pt x="153518" y="125800"/>
                    <a:pt x="148438" y="120720"/>
                    <a:pt x="148438" y="115640"/>
                  </a:cubicBezTo>
                  <a:cubicBezTo>
                    <a:pt x="148438" y="110560"/>
                    <a:pt x="153518" y="105480"/>
                    <a:pt x="158598" y="105480"/>
                  </a:cubicBezTo>
                  <a:lnTo>
                    <a:pt x="183998" y="105480"/>
                  </a:lnTo>
                  <a:lnTo>
                    <a:pt x="183998" y="85160"/>
                  </a:lnTo>
                  <a:lnTo>
                    <a:pt x="158598" y="85160"/>
                  </a:lnTo>
                  <a:cubicBezTo>
                    <a:pt x="153518" y="85160"/>
                    <a:pt x="148438" y="80080"/>
                    <a:pt x="148438" y="75000"/>
                  </a:cubicBezTo>
                  <a:cubicBezTo>
                    <a:pt x="148438" y="69920"/>
                    <a:pt x="153518" y="64840"/>
                    <a:pt x="158598" y="64840"/>
                  </a:cubicBezTo>
                  <a:lnTo>
                    <a:pt x="183998" y="64840"/>
                  </a:lnTo>
                  <a:lnTo>
                    <a:pt x="183998" y="44520"/>
                  </a:lnTo>
                  <a:cubicBezTo>
                    <a:pt x="183998" y="39440"/>
                    <a:pt x="178918" y="34360"/>
                    <a:pt x="173838" y="34360"/>
                  </a:cubicBezTo>
                  <a:lnTo>
                    <a:pt x="157328" y="34360"/>
                  </a:lnTo>
                  <a:cubicBezTo>
                    <a:pt x="154788" y="34360"/>
                    <a:pt x="152248" y="35630"/>
                    <a:pt x="150978" y="36900"/>
                  </a:cubicBezTo>
                  <a:lnTo>
                    <a:pt x="135738" y="49600"/>
                  </a:lnTo>
                  <a:cubicBezTo>
                    <a:pt x="125578" y="59760"/>
                    <a:pt x="110338" y="59760"/>
                    <a:pt x="98908" y="50870"/>
                  </a:cubicBezTo>
                  <a:lnTo>
                    <a:pt x="98908" y="5087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44" name="Полилиния: фигура 739">
              <a:extLst>
                <a:ext uri="{FF2B5EF4-FFF2-40B4-BE49-F238E27FC236}">
                  <a16:creationId xmlns:a16="http://schemas.microsoft.com/office/drawing/2014/main" id="{76649128-F9D5-8178-CFAC-1EAE28DD10DB}"/>
                </a:ext>
              </a:extLst>
            </p:cNvPr>
            <p:cNvSpPr/>
            <p:nvPr/>
          </p:nvSpPr>
          <p:spPr>
            <a:xfrm>
              <a:off x="10720069" y="3216910"/>
              <a:ext cx="60960" cy="20319"/>
            </a:xfrm>
            <a:custGeom>
              <a:avLst/>
              <a:gdLst>
                <a:gd name="connsiteX0" fmla="*/ 10161 w 60960"/>
                <a:gd name="connsiteY0" fmla="*/ 0 h 20319"/>
                <a:gd name="connsiteX1" fmla="*/ 0 w 60960"/>
                <a:gd name="connsiteY1" fmla="*/ 10160 h 20319"/>
                <a:gd name="connsiteX2" fmla="*/ 10161 w 60960"/>
                <a:gd name="connsiteY2" fmla="*/ 20320 h 20319"/>
                <a:gd name="connsiteX3" fmla="*/ 50800 w 60960"/>
                <a:gd name="connsiteY3" fmla="*/ 20320 h 20319"/>
                <a:gd name="connsiteX4" fmla="*/ 60961 w 60960"/>
                <a:gd name="connsiteY4" fmla="*/ 10160 h 20319"/>
                <a:gd name="connsiteX5" fmla="*/ 50800 w 60960"/>
                <a:gd name="connsiteY5" fmla="*/ 0 h 20319"/>
                <a:gd name="connsiteX6" fmla="*/ 10161 w 60960"/>
                <a:gd name="connsiteY6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60960" h="20319">
                  <a:moveTo>
                    <a:pt x="10161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lnTo>
                    <a:pt x="50800" y="20320"/>
                  </a:lnTo>
                  <a:cubicBezTo>
                    <a:pt x="55880" y="20320"/>
                    <a:pt x="60961" y="15240"/>
                    <a:pt x="60961" y="10160"/>
                  </a:cubicBezTo>
                  <a:cubicBezTo>
                    <a:pt x="60961" y="5080"/>
                    <a:pt x="55880" y="0"/>
                    <a:pt x="50800" y="0"/>
                  </a:cubicBezTo>
                  <a:lnTo>
                    <a:pt x="10161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45" name="Полилиния: фигура 740">
              <a:extLst>
                <a:ext uri="{FF2B5EF4-FFF2-40B4-BE49-F238E27FC236}">
                  <a16:creationId xmlns:a16="http://schemas.microsoft.com/office/drawing/2014/main" id="{BE055750-7F18-846C-9B53-17B95F0088E8}"/>
                </a:ext>
              </a:extLst>
            </p:cNvPr>
            <p:cNvSpPr/>
            <p:nvPr/>
          </p:nvSpPr>
          <p:spPr>
            <a:xfrm>
              <a:off x="10720069" y="3257550"/>
              <a:ext cx="101600" cy="20320"/>
            </a:xfrm>
            <a:custGeom>
              <a:avLst/>
              <a:gdLst>
                <a:gd name="connsiteX0" fmla="*/ 0 w 101600"/>
                <a:gd name="connsiteY0" fmla="*/ 10160 h 20320"/>
                <a:gd name="connsiteX1" fmla="*/ 10161 w 101600"/>
                <a:gd name="connsiteY1" fmla="*/ 0 h 20320"/>
                <a:gd name="connsiteX2" fmla="*/ 91440 w 101600"/>
                <a:gd name="connsiteY2" fmla="*/ 0 h 20320"/>
                <a:gd name="connsiteX3" fmla="*/ 101600 w 101600"/>
                <a:gd name="connsiteY3" fmla="*/ 10160 h 20320"/>
                <a:gd name="connsiteX4" fmla="*/ 91440 w 101600"/>
                <a:gd name="connsiteY4" fmla="*/ 20320 h 20320"/>
                <a:gd name="connsiteX5" fmla="*/ 10161 w 101600"/>
                <a:gd name="connsiteY5" fmla="*/ 20320 h 20320"/>
                <a:gd name="connsiteX6" fmla="*/ 0 w 101600"/>
                <a:gd name="connsiteY6" fmla="*/ 1016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600" h="20320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lnTo>
                    <a:pt x="91440" y="0"/>
                  </a:lnTo>
                  <a:cubicBezTo>
                    <a:pt x="96520" y="0"/>
                    <a:pt x="101600" y="5080"/>
                    <a:pt x="101600" y="10160"/>
                  </a:cubicBezTo>
                  <a:cubicBezTo>
                    <a:pt x="101600" y="15240"/>
                    <a:pt x="96520" y="20320"/>
                    <a:pt x="91440" y="20320"/>
                  </a:cubicBezTo>
                  <a:lnTo>
                    <a:pt x="10161" y="20320"/>
                  </a:lnTo>
                  <a:cubicBezTo>
                    <a:pt x="5080" y="20320"/>
                    <a:pt x="0" y="1651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46" name="Полилиния: фигура 741">
              <a:extLst>
                <a:ext uri="{FF2B5EF4-FFF2-40B4-BE49-F238E27FC236}">
                  <a16:creationId xmlns:a16="http://schemas.microsoft.com/office/drawing/2014/main" id="{7D0E6A5B-14D4-3F27-2A8A-8396D8C26D94}"/>
                </a:ext>
              </a:extLst>
            </p:cNvPr>
            <p:cNvSpPr/>
            <p:nvPr/>
          </p:nvSpPr>
          <p:spPr>
            <a:xfrm>
              <a:off x="10720069" y="3298190"/>
              <a:ext cx="142240" cy="20319"/>
            </a:xfrm>
            <a:custGeom>
              <a:avLst/>
              <a:gdLst>
                <a:gd name="connsiteX0" fmla="*/ 0 w 142240"/>
                <a:gd name="connsiteY0" fmla="*/ 10160 h 20319"/>
                <a:gd name="connsiteX1" fmla="*/ 10161 w 142240"/>
                <a:gd name="connsiteY1" fmla="*/ 0 h 20319"/>
                <a:gd name="connsiteX2" fmla="*/ 132080 w 142240"/>
                <a:gd name="connsiteY2" fmla="*/ 0 h 20319"/>
                <a:gd name="connsiteX3" fmla="*/ 142240 w 142240"/>
                <a:gd name="connsiteY3" fmla="*/ 10160 h 20319"/>
                <a:gd name="connsiteX4" fmla="*/ 132080 w 142240"/>
                <a:gd name="connsiteY4" fmla="*/ 20320 h 20319"/>
                <a:gd name="connsiteX5" fmla="*/ 10161 w 142240"/>
                <a:gd name="connsiteY5" fmla="*/ 20320 h 20319"/>
                <a:gd name="connsiteX6" fmla="*/ 0 w 142240"/>
                <a:gd name="connsiteY6" fmla="*/ 1016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2240" h="20319">
                  <a:moveTo>
                    <a:pt x="0" y="10160"/>
                  </a:moveTo>
                  <a:cubicBezTo>
                    <a:pt x="0" y="5080"/>
                    <a:pt x="5080" y="0"/>
                    <a:pt x="10161" y="0"/>
                  </a:cubicBezTo>
                  <a:lnTo>
                    <a:pt x="132080" y="0"/>
                  </a:lnTo>
                  <a:cubicBezTo>
                    <a:pt x="137161" y="0"/>
                    <a:pt x="142240" y="5080"/>
                    <a:pt x="142240" y="10160"/>
                  </a:cubicBezTo>
                  <a:cubicBezTo>
                    <a:pt x="142240" y="15240"/>
                    <a:pt x="137161" y="20320"/>
                    <a:pt x="132080" y="20320"/>
                  </a:cubicBezTo>
                  <a:lnTo>
                    <a:pt x="10161" y="20320"/>
                  </a:lnTo>
                  <a:cubicBezTo>
                    <a:pt x="5080" y="20320"/>
                    <a:pt x="0" y="15240"/>
                    <a:pt x="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047" name="Полилиния: фигура 745">
            <a:extLst>
              <a:ext uri="{FF2B5EF4-FFF2-40B4-BE49-F238E27FC236}">
                <a16:creationId xmlns:a16="http://schemas.microsoft.com/office/drawing/2014/main" id="{9743984B-484D-7B47-D296-C6D49C931296}"/>
              </a:ext>
            </a:extLst>
          </p:cNvPr>
          <p:cNvSpPr/>
          <p:nvPr/>
        </p:nvSpPr>
        <p:spPr>
          <a:xfrm>
            <a:off x="11190293" y="3640490"/>
            <a:ext cx="304800" cy="162559"/>
          </a:xfrm>
          <a:custGeom>
            <a:avLst/>
            <a:gdLst>
              <a:gd name="connsiteX0" fmla="*/ 274320 w 304800"/>
              <a:gd name="connsiteY0" fmla="*/ 132080 h 162559"/>
              <a:gd name="connsiteX1" fmla="*/ 243840 w 304800"/>
              <a:gd name="connsiteY1" fmla="*/ 162560 h 162559"/>
              <a:gd name="connsiteX2" fmla="*/ 223520 w 304800"/>
              <a:gd name="connsiteY2" fmla="*/ 154940 h 162559"/>
              <a:gd name="connsiteX3" fmla="*/ 203200 w 304800"/>
              <a:gd name="connsiteY3" fmla="*/ 162560 h 162559"/>
              <a:gd name="connsiteX4" fmla="*/ 172720 w 304800"/>
              <a:gd name="connsiteY4" fmla="*/ 132080 h 162559"/>
              <a:gd name="connsiteX5" fmla="*/ 172720 w 304800"/>
              <a:gd name="connsiteY5" fmla="*/ 111760 h 162559"/>
              <a:gd name="connsiteX6" fmla="*/ 132080 w 304800"/>
              <a:gd name="connsiteY6" fmla="*/ 111760 h 162559"/>
              <a:gd name="connsiteX7" fmla="*/ 132080 w 304800"/>
              <a:gd name="connsiteY7" fmla="*/ 132080 h 162559"/>
              <a:gd name="connsiteX8" fmla="*/ 101600 w 304800"/>
              <a:gd name="connsiteY8" fmla="*/ 162560 h 162559"/>
              <a:gd name="connsiteX9" fmla="*/ 81280 w 304800"/>
              <a:gd name="connsiteY9" fmla="*/ 154940 h 162559"/>
              <a:gd name="connsiteX10" fmla="*/ 60961 w 304800"/>
              <a:gd name="connsiteY10" fmla="*/ 162560 h 162559"/>
              <a:gd name="connsiteX11" fmla="*/ 30480 w 304800"/>
              <a:gd name="connsiteY11" fmla="*/ 132080 h 162559"/>
              <a:gd name="connsiteX12" fmla="*/ 30480 w 304800"/>
              <a:gd name="connsiteY12" fmla="*/ 111760 h 162559"/>
              <a:gd name="connsiteX13" fmla="*/ 20320 w 304800"/>
              <a:gd name="connsiteY13" fmla="*/ 111760 h 162559"/>
              <a:gd name="connsiteX14" fmla="*/ 0 w 304800"/>
              <a:gd name="connsiteY14" fmla="*/ 91440 h 162559"/>
              <a:gd name="connsiteX15" fmla="*/ 0 w 304800"/>
              <a:gd name="connsiteY15" fmla="*/ 71120 h 162559"/>
              <a:gd name="connsiteX16" fmla="*/ 20320 w 304800"/>
              <a:gd name="connsiteY16" fmla="*/ 50800 h 162559"/>
              <a:gd name="connsiteX17" fmla="*/ 30480 w 304800"/>
              <a:gd name="connsiteY17" fmla="*/ 50800 h 162559"/>
              <a:gd name="connsiteX18" fmla="*/ 30480 w 304800"/>
              <a:gd name="connsiteY18" fmla="*/ 30480 h 162559"/>
              <a:gd name="connsiteX19" fmla="*/ 60961 w 304800"/>
              <a:gd name="connsiteY19" fmla="*/ 0 h 162559"/>
              <a:gd name="connsiteX20" fmla="*/ 81280 w 304800"/>
              <a:gd name="connsiteY20" fmla="*/ 7620 h 162559"/>
              <a:gd name="connsiteX21" fmla="*/ 101600 w 304800"/>
              <a:gd name="connsiteY21" fmla="*/ 0 h 162559"/>
              <a:gd name="connsiteX22" fmla="*/ 132080 w 304800"/>
              <a:gd name="connsiteY22" fmla="*/ 30480 h 162559"/>
              <a:gd name="connsiteX23" fmla="*/ 132080 w 304800"/>
              <a:gd name="connsiteY23" fmla="*/ 50800 h 162559"/>
              <a:gd name="connsiteX24" fmla="*/ 172720 w 304800"/>
              <a:gd name="connsiteY24" fmla="*/ 50800 h 162559"/>
              <a:gd name="connsiteX25" fmla="*/ 172720 w 304800"/>
              <a:gd name="connsiteY25" fmla="*/ 30480 h 162559"/>
              <a:gd name="connsiteX26" fmla="*/ 203200 w 304800"/>
              <a:gd name="connsiteY26" fmla="*/ 0 h 162559"/>
              <a:gd name="connsiteX27" fmla="*/ 223520 w 304800"/>
              <a:gd name="connsiteY27" fmla="*/ 7620 h 162559"/>
              <a:gd name="connsiteX28" fmla="*/ 243840 w 304800"/>
              <a:gd name="connsiteY28" fmla="*/ 0 h 162559"/>
              <a:gd name="connsiteX29" fmla="*/ 274320 w 304800"/>
              <a:gd name="connsiteY29" fmla="*/ 30480 h 162559"/>
              <a:gd name="connsiteX30" fmla="*/ 274320 w 304800"/>
              <a:gd name="connsiteY30" fmla="*/ 50800 h 162559"/>
              <a:gd name="connsiteX31" fmla="*/ 284480 w 304800"/>
              <a:gd name="connsiteY31" fmla="*/ 50800 h 162559"/>
              <a:gd name="connsiteX32" fmla="*/ 304800 w 304800"/>
              <a:gd name="connsiteY32" fmla="*/ 71120 h 162559"/>
              <a:gd name="connsiteX33" fmla="*/ 304800 w 304800"/>
              <a:gd name="connsiteY33" fmla="*/ 91440 h 162559"/>
              <a:gd name="connsiteX34" fmla="*/ 284480 w 304800"/>
              <a:gd name="connsiteY34" fmla="*/ 111760 h 162559"/>
              <a:gd name="connsiteX35" fmla="*/ 274320 w 304800"/>
              <a:gd name="connsiteY35" fmla="*/ 111760 h 162559"/>
              <a:gd name="connsiteX36" fmla="*/ 274320 w 304800"/>
              <a:gd name="connsiteY36" fmla="*/ 132080 h 162559"/>
              <a:gd name="connsiteX37" fmla="*/ 233680 w 304800"/>
              <a:gd name="connsiteY37" fmla="*/ 30480 h 162559"/>
              <a:gd name="connsiteX38" fmla="*/ 233680 w 304800"/>
              <a:gd name="connsiteY38" fmla="*/ 30480 h 162559"/>
              <a:gd name="connsiteX39" fmla="*/ 233680 w 304800"/>
              <a:gd name="connsiteY39" fmla="*/ 132080 h 162559"/>
              <a:gd name="connsiteX40" fmla="*/ 243840 w 304800"/>
              <a:gd name="connsiteY40" fmla="*/ 142240 h 162559"/>
              <a:gd name="connsiteX41" fmla="*/ 254000 w 304800"/>
              <a:gd name="connsiteY41" fmla="*/ 132080 h 162559"/>
              <a:gd name="connsiteX42" fmla="*/ 254000 w 304800"/>
              <a:gd name="connsiteY42" fmla="*/ 30480 h 162559"/>
              <a:gd name="connsiteX43" fmla="*/ 243840 w 304800"/>
              <a:gd name="connsiteY43" fmla="*/ 20320 h 162559"/>
              <a:gd name="connsiteX44" fmla="*/ 233680 w 304800"/>
              <a:gd name="connsiteY44" fmla="*/ 30480 h 162559"/>
              <a:gd name="connsiteX45" fmla="*/ 213361 w 304800"/>
              <a:gd name="connsiteY45" fmla="*/ 30480 h 162559"/>
              <a:gd name="connsiteX46" fmla="*/ 203200 w 304800"/>
              <a:gd name="connsiteY46" fmla="*/ 20320 h 162559"/>
              <a:gd name="connsiteX47" fmla="*/ 193040 w 304800"/>
              <a:gd name="connsiteY47" fmla="*/ 30480 h 162559"/>
              <a:gd name="connsiteX48" fmla="*/ 193040 w 304800"/>
              <a:gd name="connsiteY48" fmla="*/ 132080 h 162559"/>
              <a:gd name="connsiteX49" fmla="*/ 203200 w 304800"/>
              <a:gd name="connsiteY49" fmla="*/ 142240 h 162559"/>
              <a:gd name="connsiteX50" fmla="*/ 213361 w 304800"/>
              <a:gd name="connsiteY50" fmla="*/ 132080 h 162559"/>
              <a:gd name="connsiteX51" fmla="*/ 213361 w 304800"/>
              <a:gd name="connsiteY51" fmla="*/ 30480 h 162559"/>
              <a:gd name="connsiteX52" fmla="*/ 172720 w 304800"/>
              <a:gd name="connsiteY52" fmla="*/ 71120 h 162559"/>
              <a:gd name="connsiteX53" fmla="*/ 132080 w 304800"/>
              <a:gd name="connsiteY53" fmla="*/ 71120 h 162559"/>
              <a:gd name="connsiteX54" fmla="*/ 132080 w 304800"/>
              <a:gd name="connsiteY54" fmla="*/ 91440 h 162559"/>
              <a:gd name="connsiteX55" fmla="*/ 172720 w 304800"/>
              <a:gd name="connsiteY55" fmla="*/ 91440 h 162559"/>
              <a:gd name="connsiteX56" fmla="*/ 172720 w 304800"/>
              <a:gd name="connsiteY56" fmla="*/ 71120 h 162559"/>
              <a:gd name="connsiteX57" fmla="*/ 274320 w 304800"/>
              <a:gd name="connsiteY57" fmla="*/ 91440 h 162559"/>
              <a:gd name="connsiteX58" fmla="*/ 274320 w 304800"/>
              <a:gd name="connsiteY58" fmla="*/ 71120 h 162559"/>
              <a:gd name="connsiteX59" fmla="*/ 284480 w 304800"/>
              <a:gd name="connsiteY59" fmla="*/ 71120 h 162559"/>
              <a:gd name="connsiteX60" fmla="*/ 284480 w 304800"/>
              <a:gd name="connsiteY60" fmla="*/ 91440 h 162559"/>
              <a:gd name="connsiteX61" fmla="*/ 274320 w 304800"/>
              <a:gd name="connsiteY61" fmla="*/ 91440 h 162559"/>
              <a:gd name="connsiteX62" fmla="*/ 21590 w 304800"/>
              <a:gd name="connsiteY62" fmla="*/ 91440 h 162559"/>
              <a:gd name="connsiteX63" fmla="*/ 31750 w 304800"/>
              <a:gd name="connsiteY63" fmla="*/ 91440 h 162559"/>
              <a:gd name="connsiteX64" fmla="*/ 31750 w 304800"/>
              <a:gd name="connsiteY64" fmla="*/ 71120 h 162559"/>
              <a:gd name="connsiteX65" fmla="*/ 21590 w 304800"/>
              <a:gd name="connsiteY65" fmla="*/ 71120 h 162559"/>
              <a:gd name="connsiteX66" fmla="*/ 21590 w 304800"/>
              <a:gd name="connsiteY66" fmla="*/ 91440 h 162559"/>
              <a:gd name="connsiteX67" fmla="*/ 101600 w 304800"/>
              <a:gd name="connsiteY67" fmla="*/ 20320 h 162559"/>
              <a:gd name="connsiteX68" fmla="*/ 91440 w 304800"/>
              <a:gd name="connsiteY68" fmla="*/ 30480 h 162559"/>
              <a:gd name="connsiteX69" fmla="*/ 91440 w 304800"/>
              <a:gd name="connsiteY69" fmla="*/ 132080 h 162559"/>
              <a:gd name="connsiteX70" fmla="*/ 101600 w 304800"/>
              <a:gd name="connsiteY70" fmla="*/ 142240 h 162559"/>
              <a:gd name="connsiteX71" fmla="*/ 111761 w 304800"/>
              <a:gd name="connsiteY71" fmla="*/ 132080 h 162559"/>
              <a:gd name="connsiteX72" fmla="*/ 111761 w 304800"/>
              <a:gd name="connsiteY72" fmla="*/ 30480 h 162559"/>
              <a:gd name="connsiteX73" fmla="*/ 101600 w 304800"/>
              <a:gd name="connsiteY73" fmla="*/ 20320 h 162559"/>
              <a:gd name="connsiteX74" fmla="*/ 71120 w 304800"/>
              <a:gd name="connsiteY74" fmla="*/ 30480 h 162559"/>
              <a:gd name="connsiteX75" fmla="*/ 60961 w 304800"/>
              <a:gd name="connsiteY75" fmla="*/ 20320 h 162559"/>
              <a:gd name="connsiteX76" fmla="*/ 50800 w 304800"/>
              <a:gd name="connsiteY76" fmla="*/ 30480 h 162559"/>
              <a:gd name="connsiteX77" fmla="*/ 50800 w 304800"/>
              <a:gd name="connsiteY77" fmla="*/ 132080 h 162559"/>
              <a:gd name="connsiteX78" fmla="*/ 60961 w 304800"/>
              <a:gd name="connsiteY78" fmla="*/ 142240 h 162559"/>
              <a:gd name="connsiteX79" fmla="*/ 71120 w 304800"/>
              <a:gd name="connsiteY79" fmla="*/ 132080 h 162559"/>
              <a:gd name="connsiteX80" fmla="*/ 71120 w 304800"/>
              <a:gd name="connsiteY80" fmla="*/ 30480 h 16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</a:cxnLst>
            <a:rect l="l" t="t" r="r" b="b"/>
            <a:pathLst>
              <a:path w="304800" h="162559">
                <a:moveTo>
                  <a:pt x="274320" y="132080"/>
                </a:moveTo>
                <a:cubicBezTo>
                  <a:pt x="274320" y="148590"/>
                  <a:pt x="260350" y="162560"/>
                  <a:pt x="243840" y="162560"/>
                </a:cubicBezTo>
                <a:cubicBezTo>
                  <a:pt x="236220" y="162560"/>
                  <a:pt x="228600" y="160020"/>
                  <a:pt x="223520" y="154940"/>
                </a:cubicBezTo>
                <a:cubicBezTo>
                  <a:pt x="218440" y="160020"/>
                  <a:pt x="210820" y="162560"/>
                  <a:pt x="203200" y="162560"/>
                </a:cubicBezTo>
                <a:cubicBezTo>
                  <a:pt x="186690" y="162560"/>
                  <a:pt x="172720" y="148590"/>
                  <a:pt x="172720" y="132080"/>
                </a:cubicBezTo>
                <a:lnTo>
                  <a:pt x="172720" y="111760"/>
                </a:lnTo>
                <a:lnTo>
                  <a:pt x="132080" y="111760"/>
                </a:lnTo>
                <a:lnTo>
                  <a:pt x="132080" y="132080"/>
                </a:lnTo>
                <a:cubicBezTo>
                  <a:pt x="132080" y="148590"/>
                  <a:pt x="118111" y="162560"/>
                  <a:pt x="101600" y="162560"/>
                </a:cubicBezTo>
                <a:cubicBezTo>
                  <a:pt x="93980" y="162560"/>
                  <a:pt x="86361" y="160020"/>
                  <a:pt x="81280" y="154940"/>
                </a:cubicBezTo>
                <a:cubicBezTo>
                  <a:pt x="76200" y="160020"/>
                  <a:pt x="68580" y="162560"/>
                  <a:pt x="60961" y="162560"/>
                </a:cubicBezTo>
                <a:cubicBezTo>
                  <a:pt x="44450" y="162560"/>
                  <a:pt x="30480" y="148590"/>
                  <a:pt x="30480" y="132080"/>
                </a:cubicBezTo>
                <a:lnTo>
                  <a:pt x="30480" y="111760"/>
                </a:lnTo>
                <a:lnTo>
                  <a:pt x="20320" y="111760"/>
                </a:lnTo>
                <a:cubicBezTo>
                  <a:pt x="8890" y="111760"/>
                  <a:pt x="0" y="102870"/>
                  <a:pt x="0" y="91440"/>
                </a:cubicBezTo>
                <a:lnTo>
                  <a:pt x="0" y="71120"/>
                </a:lnTo>
                <a:cubicBezTo>
                  <a:pt x="0" y="59690"/>
                  <a:pt x="8890" y="50800"/>
                  <a:pt x="20320" y="50800"/>
                </a:cubicBezTo>
                <a:lnTo>
                  <a:pt x="30480" y="50800"/>
                </a:lnTo>
                <a:lnTo>
                  <a:pt x="30480" y="30480"/>
                </a:lnTo>
                <a:cubicBezTo>
                  <a:pt x="30480" y="13970"/>
                  <a:pt x="44450" y="0"/>
                  <a:pt x="60961" y="0"/>
                </a:cubicBezTo>
                <a:cubicBezTo>
                  <a:pt x="68580" y="0"/>
                  <a:pt x="76200" y="2540"/>
                  <a:pt x="81280" y="7620"/>
                </a:cubicBezTo>
                <a:cubicBezTo>
                  <a:pt x="86361" y="2540"/>
                  <a:pt x="93980" y="0"/>
                  <a:pt x="101600" y="0"/>
                </a:cubicBezTo>
                <a:cubicBezTo>
                  <a:pt x="118111" y="0"/>
                  <a:pt x="132080" y="13970"/>
                  <a:pt x="132080" y="30480"/>
                </a:cubicBezTo>
                <a:lnTo>
                  <a:pt x="132080" y="50800"/>
                </a:lnTo>
                <a:lnTo>
                  <a:pt x="172720" y="50800"/>
                </a:lnTo>
                <a:lnTo>
                  <a:pt x="172720" y="30480"/>
                </a:lnTo>
                <a:cubicBezTo>
                  <a:pt x="172720" y="13970"/>
                  <a:pt x="186690" y="0"/>
                  <a:pt x="203200" y="0"/>
                </a:cubicBezTo>
                <a:cubicBezTo>
                  <a:pt x="210820" y="0"/>
                  <a:pt x="218440" y="2540"/>
                  <a:pt x="223520" y="7620"/>
                </a:cubicBezTo>
                <a:cubicBezTo>
                  <a:pt x="228600" y="2540"/>
                  <a:pt x="236220" y="0"/>
                  <a:pt x="243840" y="0"/>
                </a:cubicBezTo>
                <a:cubicBezTo>
                  <a:pt x="260350" y="0"/>
                  <a:pt x="274320" y="13970"/>
                  <a:pt x="274320" y="30480"/>
                </a:cubicBezTo>
                <a:lnTo>
                  <a:pt x="274320" y="50800"/>
                </a:lnTo>
                <a:lnTo>
                  <a:pt x="284480" y="50800"/>
                </a:lnTo>
                <a:cubicBezTo>
                  <a:pt x="295911" y="50800"/>
                  <a:pt x="304800" y="59690"/>
                  <a:pt x="304800" y="71120"/>
                </a:cubicBezTo>
                <a:lnTo>
                  <a:pt x="304800" y="91440"/>
                </a:lnTo>
                <a:cubicBezTo>
                  <a:pt x="304800" y="102870"/>
                  <a:pt x="295911" y="111760"/>
                  <a:pt x="284480" y="111760"/>
                </a:cubicBezTo>
                <a:lnTo>
                  <a:pt x="274320" y="111760"/>
                </a:lnTo>
                <a:lnTo>
                  <a:pt x="274320" y="132080"/>
                </a:lnTo>
                <a:close/>
                <a:moveTo>
                  <a:pt x="233680" y="30480"/>
                </a:moveTo>
                <a:lnTo>
                  <a:pt x="233680" y="30480"/>
                </a:lnTo>
                <a:lnTo>
                  <a:pt x="233680" y="132080"/>
                </a:lnTo>
                <a:cubicBezTo>
                  <a:pt x="233680" y="137160"/>
                  <a:pt x="238761" y="142240"/>
                  <a:pt x="243840" y="142240"/>
                </a:cubicBezTo>
                <a:cubicBezTo>
                  <a:pt x="248920" y="142240"/>
                  <a:pt x="254000" y="137160"/>
                  <a:pt x="254000" y="132080"/>
                </a:cubicBezTo>
                <a:lnTo>
                  <a:pt x="254000" y="30480"/>
                </a:lnTo>
                <a:cubicBezTo>
                  <a:pt x="254000" y="25400"/>
                  <a:pt x="248920" y="20320"/>
                  <a:pt x="243840" y="20320"/>
                </a:cubicBezTo>
                <a:cubicBezTo>
                  <a:pt x="238761" y="20320"/>
                  <a:pt x="233680" y="25400"/>
                  <a:pt x="233680" y="30480"/>
                </a:cubicBezTo>
                <a:close/>
                <a:moveTo>
                  <a:pt x="213361" y="30480"/>
                </a:moveTo>
                <a:cubicBezTo>
                  <a:pt x="213361" y="25400"/>
                  <a:pt x="208280" y="20320"/>
                  <a:pt x="203200" y="20320"/>
                </a:cubicBezTo>
                <a:cubicBezTo>
                  <a:pt x="198120" y="20320"/>
                  <a:pt x="193040" y="25400"/>
                  <a:pt x="193040" y="30480"/>
                </a:cubicBezTo>
                <a:lnTo>
                  <a:pt x="193040" y="132080"/>
                </a:lnTo>
                <a:cubicBezTo>
                  <a:pt x="193040" y="137160"/>
                  <a:pt x="198120" y="142240"/>
                  <a:pt x="203200" y="142240"/>
                </a:cubicBezTo>
                <a:cubicBezTo>
                  <a:pt x="208280" y="142240"/>
                  <a:pt x="213361" y="137160"/>
                  <a:pt x="213361" y="132080"/>
                </a:cubicBezTo>
                <a:lnTo>
                  <a:pt x="213361" y="30480"/>
                </a:lnTo>
                <a:close/>
                <a:moveTo>
                  <a:pt x="172720" y="71120"/>
                </a:moveTo>
                <a:lnTo>
                  <a:pt x="132080" y="71120"/>
                </a:lnTo>
                <a:lnTo>
                  <a:pt x="132080" y="91440"/>
                </a:lnTo>
                <a:lnTo>
                  <a:pt x="172720" y="91440"/>
                </a:lnTo>
                <a:lnTo>
                  <a:pt x="172720" y="71120"/>
                </a:lnTo>
                <a:close/>
                <a:moveTo>
                  <a:pt x="274320" y="91440"/>
                </a:moveTo>
                <a:lnTo>
                  <a:pt x="274320" y="71120"/>
                </a:lnTo>
                <a:lnTo>
                  <a:pt x="284480" y="71120"/>
                </a:lnTo>
                <a:lnTo>
                  <a:pt x="284480" y="91440"/>
                </a:lnTo>
                <a:lnTo>
                  <a:pt x="274320" y="91440"/>
                </a:lnTo>
                <a:close/>
                <a:moveTo>
                  <a:pt x="21590" y="91440"/>
                </a:moveTo>
                <a:lnTo>
                  <a:pt x="31750" y="91440"/>
                </a:lnTo>
                <a:lnTo>
                  <a:pt x="31750" y="71120"/>
                </a:lnTo>
                <a:lnTo>
                  <a:pt x="21590" y="71120"/>
                </a:lnTo>
                <a:lnTo>
                  <a:pt x="21590" y="91440"/>
                </a:lnTo>
                <a:close/>
                <a:moveTo>
                  <a:pt x="101600" y="20320"/>
                </a:moveTo>
                <a:cubicBezTo>
                  <a:pt x="96520" y="20320"/>
                  <a:pt x="91440" y="25400"/>
                  <a:pt x="91440" y="30480"/>
                </a:cubicBezTo>
                <a:lnTo>
                  <a:pt x="91440" y="132080"/>
                </a:lnTo>
                <a:cubicBezTo>
                  <a:pt x="91440" y="137160"/>
                  <a:pt x="96520" y="142240"/>
                  <a:pt x="101600" y="142240"/>
                </a:cubicBezTo>
                <a:cubicBezTo>
                  <a:pt x="106680" y="142240"/>
                  <a:pt x="111761" y="137160"/>
                  <a:pt x="111761" y="132080"/>
                </a:cubicBezTo>
                <a:lnTo>
                  <a:pt x="111761" y="30480"/>
                </a:lnTo>
                <a:cubicBezTo>
                  <a:pt x="111761" y="25400"/>
                  <a:pt x="107950" y="20320"/>
                  <a:pt x="101600" y="20320"/>
                </a:cubicBezTo>
                <a:close/>
                <a:moveTo>
                  <a:pt x="71120" y="30480"/>
                </a:moveTo>
                <a:cubicBezTo>
                  <a:pt x="71120" y="25400"/>
                  <a:pt x="66040" y="20320"/>
                  <a:pt x="60961" y="20320"/>
                </a:cubicBezTo>
                <a:cubicBezTo>
                  <a:pt x="55880" y="20320"/>
                  <a:pt x="50800" y="25400"/>
                  <a:pt x="50800" y="30480"/>
                </a:cubicBezTo>
                <a:lnTo>
                  <a:pt x="50800" y="132080"/>
                </a:lnTo>
                <a:cubicBezTo>
                  <a:pt x="50800" y="137160"/>
                  <a:pt x="55880" y="142240"/>
                  <a:pt x="60961" y="142240"/>
                </a:cubicBezTo>
                <a:cubicBezTo>
                  <a:pt x="66040" y="142240"/>
                  <a:pt x="71120" y="137160"/>
                  <a:pt x="71120" y="132080"/>
                </a:cubicBezTo>
                <a:lnTo>
                  <a:pt x="71120" y="304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048" name="Полилиния: фигура 747">
            <a:extLst>
              <a:ext uri="{FF2B5EF4-FFF2-40B4-BE49-F238E27FC236}">
                <a16:creationId xmlns:a16="http://schemas.microsoft.com/office/drawing/2014/main" id="{BE797C33-EF0F-1C92-7B60-DF0F650BEA0D}"/>
              </a:ext>
            </a:extLst>
          </p:cNvPr>
          <p:cNvSpPr/>
          <p:nvPr/>
        </p:nvSpPr>
        <p:spPr>
          <a:xfrm>
            <a:off x="2251399" y="4481120"/>
            <a:ext cx="296305" cy="196850"/>
          </a:xfrm>
          <a:custGeom>
            <a:avLst/>
            <a:gdLst>
              <a:gd name="connsiteX0" fmla="*/ 203835 w 296305"/>
              <a:gd name="connsiteY0" fmla="*/ 67310 h 196850"/>
              <a:gd name="connsiteX1" fmla="*/ 206375 w 296305"/>
              <a:gd name="connsiteY1" fmla="*/ 66040 h 196850"/>
              <a:gd name="connsiteX2" fmla="*/ 226695 w 296305"/>
              <a:gd name="connsiteY2" fmla="*/ 48260 h 196850"/>
              <a:gd name="connsiteX3" fmla="*/ 239395 w 296305"/>
              <a:gd name="connsiteY3" fmla="*/ 26670 h 196850"/>
              <a:gd name="connsiteX4" fmla="*/ 233045 w 296305"/>
              <a:gd name="connsiteY4" fmla="*/ 13970 h 196850"/>
              <a:gd name="connsiteX5" fmla="*/ 220345 w 296305"/>
              <a:gd name="connsiteY5" fmla="*/ 20320 h 196850"/>
              <a:gd name="connsiteX6" fmla="*/ 211455 w 296305"/>
              <a:gd name="connsiteY6" fmla="*/ 36830 h 196850"/>
              <a:gd name="connsiteX7" fmla="*/ 197485 w 296305"/>
              <a:gd name="connsiteY7" fmla="*/ 49530 h 196850"/>
              <a:gd name="connsiteX8" fmla="*/ 177165 w 296305"/>
              <a:gd name="connsiteY8" fmla="*/ 54610 h 196850"/>
              <a:gd name="connsiteX9" fmla="*/ 155575 w 296305"/>
              <a:gd name="connsiteY9" fmla="*/ 54610 h 196850"/>
              <a:gd name="connsiteX10" fmla="*/ 154305 w 296305"/>
              <a:gd name="connsiteY10" fmla="*/ 54610 h 196850"/>
              <a:gd name="connsiteX11" fmla="*/ 154305 w 296305"/>
              <a:gd name="connsiteY11" fmla="*/ 54610 h 196850"/>
              <a:gd name="connsiteX12" fmla="*/ 153035 w 296305"/>
              <a:gd name="connsiteY12" fmla="*/ 54610 h 196850"/>
              <a:gd name="connsiteX13" fmla="*/ 156845 w 296305"/>
              <a:gd name="connsiteY13" fmla="*/ 52070 h 196850"/>
              <a:gd name="connsiteX14" fmla="*/ 174625 w 296305"/>
              <a:gd name="connsiteY14" fmla="*/ 10160 h 196850"/>
              <a:gd name="connsiteX15" fmla="*/ 165735 w 296305"/>
              <a:gd name="connsiteY15" fmla="*/ 0 h 196850"/>
              <a:gd name="connsiteX16" fmla="*/ 155575 w 296305"/>
              <a:gd name="connsiteY16" fmla="*/ 8890 h 196850"/>
              <a:gd name="connsiteX17" fmla="*/ 142875 w 296305"/>
              <a:gd name="connsiteY17" fmla="*/ 38100 h 196850"/>
              <a:gd name="connsiteX18" fmla="*/ 123825 w 296305"/>
              <a:gd name="connsiteY18" fmla="*/ 52070 h 196850"/>
              <a:gd name="connsiteX19" fmla="*/ 120015 w 296305"/>
              <a:gd name="connsiteY19" fmla="*/ 54610 h 196850"/>
              <a:gd name="connsiteX20" fmla="*/ 116205 w 296305"/>
              <a:gd name="connsiteY20" fmla="*/ 55880 h 196850"/>
              <a:gd name="connsiteX21" fmla="*/ 9525 w 296305"/>
              <a:gd name="connsiteY21" fmla="*/ 104140 h 196850"/>
              <a:gd name="connsiteX22" fmla="*/ 9525 w 296305"/>
              <a:gd name="connsiteY22" fmla="*/ 147320 h 196850"/>
              <a:gd name="connsiteX23" fmla="*/ 133985 w 296305"/>
              <a:gd name="connsiteY23" fmla="*/ 196850 h 196850"/>
              <a:gd name="connsiteX24" fmla="*/ 258445 w 296305"/>
              <a:gd name="connsiteY24" fmla="*/ 147320 h 196850"/>
              <a:gd name="connsiteX25" fmla="*/ 258445 w 296305"/>
              <a:gd name="connsiteY25" fmla="*/ 104140 h 196850"/>
              <a:gd name="connsiteX26" fmla="*/ 247015 w 296305"/>
              <a:gd name="connsiteY26" fmla="*/ 93980 h 196850"/>
              <a:gd name="connsiteX27" fmla="*/ 248285 w 296305"/>
              <a:gd name="connsiteY27" fmla="*/ 93980 h 196850"/>
              <a:gd name="connsiteX28" fmla="*/ 273685 w 296305"/>
              <a:gd name="connsiteY28" fmla="*/ 83820 h 196850"/>
              <a:gd name="connsiteX29" fmla="*/ 294005 w 296305"/>
              <a:gd name="connsiteY29" fmla="*/ 66040 h 196850"/>
              <a:gd name="connsiteX30" fmla="*/ 292735 w 296305"/>
              <a:gd name="connsiteY30" fmla="*/ 52070 h 196850"/>
              <a:gd name="connsiteX31" fmla="*/ 278765 w 296305"/>
              <a:gd name="connsiteY31" fmla="*/ 53340 h 196850"/>
              <a:gd name="connsiteX32" fmla="*/ 263525 w 296305"/>
              <a:gd name="connsiteY32" fmla="*/ 66040 h 196850"/>
              <a:gd name="connsiteX33" fmla="*/ 245745 w 296305"/>
              <a:gd name="connsiteY33" fmla="*/ 73660 h 196850"/>
              <a:gd name="connsiteX34" fmla="*/ 216535 w 296305"/>
              <a:gd name="connsiteY34" fmla="*/ 73660 h 196850"/>
              <a:gd name="connsiteX35" fmla="*/ 203835 w 296305"/>
              <a:gd name="connsiteY35" fmla="*/ 67310 h 196850"/>
              <a:gd name="connsiteX36" fmla="*/ 178435 w 296305"/>
              <a:gd name="connsiteY36" fmla="*/ 113030 h 196850"/>
              <a:gd name="connsiteX37" fmla="*/ 160655 w 296305"/>
              <a:gd name="connsiteY37" fmla="*/ 74930 h 196850"/>
              <a:gd name="connsiteX38" fmla="*/ 197485 w 296305"/>
              <a:gd name="connsiteY38" fmla="*/ 86360 h 196850"/>
              <a:gd name="connsiteX39" fmla="*/ 197485 w 296305"/>
              <a:gd name="connsiteY39" fmla="*/ 86360 h 196850"/>
              <a:gd name="connsiteX40" fmla="*/ 197485 w 296305"/>
              <a:gd name="connsiteY40" fmla="*/ 86360 h 196850"/>
              <a:gd name="connsiteX41" fmla="*/ 205105 w 296305"/>
              <a:gd name="connsiteY41" fmla="*/ 90170 h 196850"/>
              <a:gd name="connsiteX42" fmla="*/ 243205 w 296305"/>
              <a:gd name="connsiteY42" fmla="*/ 116840 h 196850"/>
              <a:gd name="connsiteX43" fmla="*/ 243205 w 296305"/>
              <a:gd name="connsiteY43" fmla="*/ 130810 h 196850"/>
              <a:gd name="connsiteX44" fmla="*/ 132715 w 296305"/>
              <a:gd name="connsiteY44" fmla="*/ 175260 h 196850"/>
              <a:gd name="connsiteX45" fmla="*/ 22225 w 296305"/>
              <a:gd name="connsiteY45" fmla="*/ 130810 h 196850"/>
              <a:gd name="connsiteX46" fmla="*/ 22225 w 296305"/>
              <a:gd name="connsiteY46" fmla="*/ 116840 h 196850"/>
              <a:gd name="connsiteX47" fmla="*/ 92075 w 296305"/>
              <a:gd name="connsiteY47" fmla="*/ 77470 h 196850"/>
              <a:gd name="connsiteX48" fmla="*/ 78105 w 296305"/>
              <a:gd name="connsiteY48" fmla="*/ 113030 h 196850"/>
              <a:gd name="connsiteX49" fmla="*/ 128905 w 296305"/>
              <a:gd name="connsiteY49" fmla="*/ 163830 h 196850"/>
              <a:gd name="connsiteX50" fmla="*/ 178435 w 296305"/>
              <a:gd name="connsiteY50" fmla="*/ 113030 h 196850"/>
              <a:gd name="connsiteX51" fmla="*/ 117475 w 296305"/>
              <a:gd name="connsiteY51" fmla="*/ 113030 h 196850"/>
              <a:gd name="connsiteX52" fmla="*/ 137795 w 296305"/>
              <a:gd name="connsiteY52" fmla="*/ 92710 h 196850"/>
              <a:gd name="connsiteX53" fmla="*/ 117475 w 296305"/>
              <a:gd name="connsiteY53" fmla="*/ 72390 h 196850"/>
              <a:gd name="connsiteX54" fmla="*/ 97155 w 296305"/>
              <a:gd name="connsiteY54" fmla="*/ 92710 h 196850"/>
              <a:gd name="connsiteX55" fmla="*/ 117475 w 296305"/>
              <a:gd name="connsiteY55" fmla="*/ 113030 h 1968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</a:cxnLst>
            <a:rect l="l" t="t" r="r" b="b"/>
            <a:pathLst>
              <a:path w="296305" h="196850">
                <a:moveTo>
                  <a:pt x="203835" y="67310"/>
                </a:moveTo>
                <a:cubicBezTo>
                  <a:pt x="205105" y="67310"/>
                  <a:pt x="205105" y="66040"/>
                  <a:pt x="206375" y="66040"/>
                </a:cubicBezTo>
                <a:cubicBezTo>
                  <a:pt x="213995" y="62230"/>
                  <a:pt x="221615" y="54610"/>
                  <a:pt x="226695" y="48260"/>
                </a:cubicBezTo>
                <a:cubicBezTo>
                  <a:pt x="231775" y="40640"/>
                  <a:pt x="236855" y="33020"/>
                  <a:pt x="239395" y="26670"/>
                </a:cubicBezTo>
                <a:cubicBezTo>
                  <a:pt x="241935" y="21590"/>
                  <a:pt x="238125" y="15240"/>
                  <a:pt x="233045" y="13970"/>
                </a:cubicBezTo>
                <a:cubicBezTo>
                  <a:pt x="227965" y="11430"/>
                  <a:pt x="221615" y="15240"/>
                  <a:pt x="220345" y="20320"/>
                </a:cubicBezTo>
                <a:cubicBezTo>
                  <a:pt x="219075" y="25400"/>
                  <a:pt x="215265" y="31750"/>
                  <a:pt x="211455" y="36830"/>
                </a:cubicBezTo>
                <a:cubicBezTo>
                  <a:pt x="207645" y="41910"/>
                  <a:pt x="202565" y="46990"/>
                  <a:pt x="197485" y="49530"/>
                </a:cubicBezTo>
                <a:cubicBezTo>
                  <a:pt x="192405" y="52070"/>
                  <a:pt x="186055" y="53340"/>
                  <a:pt x="177165" y="54610"/>
                </a:cubicBezTo>
                <a:cubicBezTo>
                  <a:pt x="169545" y="55880"/>
                  <a:pt x="160655" y="54610"/>
                  <a:pt x="155575" y="54610"/>
                </a:cubicBezTo>
                <a:cubicBezTo>
                  <a:pt x="155575" y="54610"/>
                  <a:pt x="155575" y="54610"/>
                  <a:pt x="154305" y="54610"/>
                </a:cubicBezTo>
                <a:cubicBezTo>
                  <a:pt x="154305" y="54610"/>
                  <a:pt x="154305" y="54610"/>
                  <a:pt x="154305" y="54610"/>
                </a:cubicBezTo>
                <a:cubicBezTo>
                  <a:pt x="154305" y="54610"/>
                  <a:pt x="153035" y="54610"/>
                  <a:pt x="153035" y="54610"/>
                </a:cubicBezTo>
                <a:cubicBezTo>
                  <a:pt x="154305" y="53340"/>
                  <a:pt x="155575" y="52070"/>
                  <a:pt x="156845" y="52070"/>
                </a:cubicBezTo>
                <a:cubicBezTo>
                  <a:pt x="168275" y="39370"/>
                  <a:pt x="174625" y="25400"/>
                  <a:pt x="174625" y="10160"/>
                </a:cubicBezTo>
                <a:cubicBezTo>
                  <a:pt x="174625" y="5080"/>
                  <a:pt x="170815" y="0"/>
                  <a:pt x="165735" y="0"/>
                </a:cubicBezTo>
                <a:cubicBezTo>
                  <a:pt x="160655" y="0"/>
                  <a:pt x="155575" y="3810"/>
                  <a:pt x="155575" y="8890"/>
                </a:cubicBezTo>
                <a:cubicBezTo>
                  <a:pt x="154305" y="20320"/>
                  <a:pt x="151765" y="29210"/>
                  <a:pt x="142875" y="38100"/>
                </a:cubicBezTo>
                <a:cubicBezTo>
                  <a:pt x="139065" y="41910"/>
                  <a:pt x="131445" y="48260"/>
                  <a:pt x="123825" y="52070"/>
                </a:cubicBezTo>
                <a:cubicBezTo>
                  <a:pt x="122555" y="53340"/>
                  <a:pt x="121285" y="53340"/>
                  <a:pt x="120015" y="54610"/>
                </a:cubicBezTo>
                <a:cubicBezTo>
                  <a:pt x="118745" y="55880"/>
                  <a:pt x="117475" y="55880"/>
                  <a:pt x="116205" y="55880"/>
                </a:cubicBezTo>
                <a:cubicBezTo>
                  <a:pt x="75565" y="59690"/>
                  <a:pt x="38735" y="77470"/>
                  <a:pt x="9525" y="104140"/>
                </a:cubicBezTo>
                <a:cubicBezTo>
                  <a:pt x="-3175" y="115570"/>
                  <a:pt x="-3175" y="134620"/>
                  <a:pt x="9525" y="147320"/>
                </a:cubicBezTo>
                <a:cubicBezTo>
                  <a:pt x="42545" y="179070"/>
                  <a:pt x="85725" y="196850"/>
                  <a:pt x="133985" y="196850"/>
                </a:cubicBezTo>
                <a:cubicBezTo>
                  <a:pt x="182245" y="196850"/>
                  <a:pt x="226695" y="179070"/>
                  <a:pt x="258445" y="147320"/>
                </a:cubicBezTo>
                <a:cubicBezTo>
                  <a:pt x="271145" y="135890"/>
                  <a:pt x="271145" y="116840"/>
                  <a:pt x="258445" y="104140"/>
                </a:cubicBezTo>
                <a:cubicBezTo>
                  <a:pt x="254635" y="100330"/>
                  <a:pt x="250825" y="96520"/>
                  <a:pt x="247015" y="93980"/>
                </a:cubicBezTo>
                <a:cubicBezTo>
                  <a:pt x="247015" y="93980"/>
                  <a:pt x="248285" y="93980"/>
                  <a:pt x="248285" y="93980"/>
                </a:cubicBezTo>
                <a:cubicBezTo>
                  <a:pt x="257175" y="92710"/>
                  <a:pt x="266065" y="87630"/>
                  <a:pt x="273685" y="83820"/>
                </a:cubicBezTo>
                <a:cubicBezTo>
                  <a:pt x="281305" y="78740"/>
                  <a:pt x="288925" y="72390"/>
                  <a:pt x="294005" y="66040"/>
                </a:cubicBezTo>
                <a:cubicBezTo>
                  <a:pt x="297815" y="62230"/>
                  <a:pt x="296545" y="55880"/>
                  <a:pt x="292735" y="52070"/>
                </a:cubicBezTo>
                <a:cubicBezTo>
                  <a:pt x="288925" y="48260"/>
                  <a:pt x="282575" y="49530"/>
                  <a:pt x="278765" y="53340"/>
                </a:cubicBezTo>
                <a:cubicBezTo>
                  <a:pt x="276225" y="57150"/>
                  <a:pt x="269875" y="62230"/>
                  <a:pt x="263525" y="66040"/>
                </a:cubicBezTo>
                <a:cubicBezTo>
                  <a:pt x="257175" y="69850"/>
                  <a:pt x="250825" y="72390"/>
                  <a:pt x="245745" y="73660"/>
                </a:cubicBezTo>
                <a:cubicBezTo>
                  <a:pt x="235585" y="76200"/>
                  <a:pt x="224155" y="76200"/>
                  <a:pt x="216535" y="73660"/>
                </a:cubicBezTo>
                <a:cubicBezTo>
                  <a:pt x="211455" y="69850"/>
                  <a:pt x="207645" y="68580"/>
                  <a:pt x="203835" y="67310"/>
                </a:cubicBezTo>
                <a:close/>
                <a:moveTo>
                  <a:pt x="178435" y="113030"/>
                </a:moveTo>
                <a:cubicBezTo>
                  <a:pt x="178435" y="97790"/>
                  <a:pt x="172085" y="83820"/>
                  <a:pt x="160655" y="74930"/>
                </a:cubicBezTo>
                <a:cubicBezTo>
                  <a:pt x="173355" y="77470"/>
                  <a:pt x="186055" y="81280"/>
                  <a:pt x="197485" y="86360"/>
                </a:cubicBezTo>
                <a:lnTo>
                  <a:pt x="197485" y="86360"/>
                </a:lnTo>
                <a:cubicBezTo>
                  <a:pt x="197485" y="86360"/>
                  <a:pt x="197485" y="86360"/>
                  <a:pt x="197485" y="86360"/>
                </a:cubicBezTo>
                <a:cubicBezTo>
                  <a:pt x="200025" y="87630"/>
                  <a:pt x="202565" y="88900"/>
                  <a:pt x="205105" y="90170"/>
                </a:cubicBezTo>
                <a:cubicBezTo>
                  <a:pt x="219075" y="97790"/>
                  <a:pt x="231775" y="106680"/>
                  <a:pt x="243205" y="116840"/>
                </a:cubicBezTo>
                <a:cubicBezTo>
                  <a:pt x="247015" y="120650"/>
                  <a:pt x="247015" y="127000"/>
                  <a:pt x="243205" y="130810"/>
                </a:cubicBezTo>
                <a:cubicBezTo>
                  <a:pt x="213995" y="158750"/>
                  <a:pt x="174625" y="175260"/>
                  <a:pt x="132715" y="175260"/>
                </a:cubicBezTo>
                <a:cubicBezTo>
                  <a:pt x="89535" y="175260"/>
                  <a:pt x="51435" y="158750"/>
                  <a:pt x="22225" y="130810"/>
                </a:cubicBezTo>
                <a:cubicBezTo>
                  <a:pt x="18415" y="127000"/>
                  <a:pt x="18415" y="120650"/>
                  <a:pt x="22225" y="116840"/>
                </a:cubicBezTo>
                <a:cubicBezTo>
                  <a:pt x="41275" y="97790"/>
                  <a:pt x="65405" y="85090"/>
                  <a:pt x="92075" y="77470"/>
                </a:cubicBezTo>
                <a:cubicBezTo>
                  <a:pt x="83185" y="86360"/>
                  <a:pt x="78105" y="99060"/>
                  <a:pt x="78105" y="113030"/>
                </a:cubicBezTo>
                <a:cubicBezTo>
                  <a:pt x="78105" y="140970"/>
                  <a:pt x="100965" y="163830"/>
                  <a:pt x="128905" y="163830"/>
                </a:cubicBezTo>
                <a:cubicBezTo>
                  <a:pt x="155575" y="163830"/>
                  <a:pt x="178435" y="140970"/>
                  <a:pt x="178435" y="113030"/>
                </a:cubicBezTo>
                <a:close/>
                <a:moveTo>
                  <a:pt x="117475" y="113030"/>
                </a:moveTo>
                <a:cubicBezTo>
                  <a:pt x="128905" y="113030"/>
                  <a:pt x="137795" y="104140"/>
                  <a:pt x="137795" y="92710"/>
                </a:cubicBezTo>
                <a:cubicBezTo>
                  <a:pt x="137795" y="81280"/>
                  <a:pt x="128905" y="72390"/>
                  <a:pt x="117475" y="72390"/>
                </a:cubicBezTo>
                <a:cubicBezTo>
                  <a:pt x="106045" y="72390"/>
                  <a:pt x="97155" y="81280"/>
                  <a:pt x="97155" y="92710"/>
                </a:cubicBezTo>
                <a:cubicBezTo>
                  <a:pt x="97155" y="104140"/>
                  <a:pt x="106045" y="113030"/>
                  <a:pt x="117475" y="11303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049" name="Рисунок 2">
            <a:extLst>
              <a:ext uri="{FF2B5EF4-FFF2-40B4-BE49-F238E27FC236}">
                <a16:creationId xmlns:a16="http://schemas.microsoft.com/office/drawing/2014/main" id="{667E3B91-F234-2C4B-BAB4-AE6DC17743B3}"/>
              </a:ext>
            </a:extLst>
          </p:cNvPr>
          <p:cNvGrpSpPr/>
          <p:nvPr/>
        </p:nvGrpSpPr>
        <p:grpSpPr>
          <a:xfrm>
            <a:off x="1163662" y="4444291"/>
            <a:ext cx="178289" cy="264159"/>
            <a:chOff x="1279670" y="4978400"/>
            <a:chExt cx="178289" cy="264159"/>
          </a:xfrm>
          <a:solidFill>
            <a:schemeClr val="tx1"/>
          </a:solidFill>
        </p:grpSpPr>
        <p:sp>
          <p:nvSpPr>
            <p:cNvPr id="1050" name="Полилиния: фигура 754">
              <a:extLst>
                <a:ext uri="{FF2B5EF4-FFF2-40B4-BE49-F238E27FC236}">
                  <a16:creationId xmlns:a16="http://schemas.microsoft.com/office/drawing/2014/main" id="{CD7C1543-13B0-5CBA-B5B7-3DC42F95C908}"/>
                </a:ext>
              </a:extLst>
            </p:cNvPr>
            <p:cNvSpPr/>
            <p:nvPr/>
          </p:nvSpPr>
          <p:spPr>
            <a:xfrm>
              <a:off x="1285239" y="4978400"/>
              <a:ext cx="132080" cy="193040"/>
            </a:xfrm>
            <a:custGeom>
              <a:avLst/>
              <a:gdLst>
                <a:gd name="connsiteX0" fmla="*/ 20320 w 132080"/>
                <a:gd name="connsiteY0" fmla="*/ 162560 h 193040"/>
                <a:gd name="connsiteX1" fmla="*/ 55880 w 132080"/>
                <a:gd name="connsiteY1" fmla="*/ 162560 h 193040"/>
                <a:gd name="connsiteX2" fmla="*/ 55880 w 132080"/>
                <a:gd name="connsiteY2" fmla="*/ 10160 h 193040"/>
                <a:gd name="connsiteX3" fmla="*/ 66040 w 132080"/>
                <a:gd name="connsiteY3" fmla="*/ 0 h 193040"/>
                <a:gd name="connsiteX4" fmla="*/ 76200 w 132080"/>
                <a:gd name="connsiteY4" fmla="*/ 10160 h 193040"/>
                <a:gd name="connsiteX5" fmla="*/ 76200 w 132080"/>
                <a:gd name="connsiteY5" fmla="*/ 162560 h 193040"/>
                <a:gd name="connsiteX6" fmla="*/ 111760 w 132080"/>
                <a:gd name="connsiteY6" fmla="*/ 162560 h 193040"/>
                <a:gd name="connsiteX7" fmla="*/ 132080 w 132080"/>
                <a:gd name="connsiteY7" fmla="*/ 182880 h 193040"/>
                <a:gd name="connsiteX8" fmla="*/ 132080 w 132080"/>
                <a:gd name="connsiteY8" fmla="*/ 193040 h 193040"/>
                <a:gd name="connsiteX9" fmla="*/ 0 w 132080"/>
                <a:gd name="connsiteY9" fmla="*/ 193040 h 193040"/>
                <a:gd name="connsiteX10" fmla="*/ 0 w 132080"/>
                <a:gd name="connsiteY10" fmla="*/ 182880 h 193040"/>
                <a:gd name="connsiteX11" fmla="*/ 20320 w 132080"/>
                <a:gd name="connsiteY11" fmla="*/ 162560 h 193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132080" h="193040">
                  <a:moveTo>
                    <a:pt x="20320" y="162560"/>
                  </a:moveTo>
                  <a:lnTo>
                    <a:pt x="55880" y="162560"/>
                  </a:lnTo>
                  <a:lnTo>
                    <a:pt x="55880" y="10160"/>
                  </a:lnTo>
                  <a:cubicBezTo>
                    <a:pt x="55880" y="5080"/>
                    <a:pt x="60960" y="0"/>
                    <a:pt x="66040" y="0"/>
                  </a:cubicBezTo>
                  <a:cubicBezTo>
                    <a:pt x="71120" y="0"/>
                    <a:pt x="76200" y="5080"/>
                    <a:pt x="76200" y="10160"/>
                  </a:cubicBezTo>
                  <a:lnTo>
                    <a:pt x="76200" y="162560"/>
                  </a:lnTo>
                  <a:lnTo>
                    <a:pt x="111760" y="162560"/>
                  </a:lnTo>
                  <a:cubicBezTo>
                    <a:pt x="123190" y="162560"/>
                    <a:pt x="132080" y="171450"/>
                    <a:pt x="132080" y="182880"/>
                  </a:cubicBezTo>
                  <a:lnTo>
                    <a:pt x="132080" y="193040"/>
                  </a:lnTo>
                  <a:lnTo>
                    <a:pt x="0" y="193040"/>
                  </a:lnTo>
                  <a:lnTo>
                    <a:pt x="0" y="182880"/>
                  </a:lnTo>
                  <a:cubicBezTo>
                    <a:pt x="0" y="171450"/>
                    <a:pt x="10160" y="162560"/>
                    <a:pt x="20320" y="1625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51" name="Полилиния: фигура 755">
              <a:extLst>
                <a:ext uri="{FF2B5EF4-FFF2-40B4-BE49-F238E27FC236}">
                  <a16:creationId xmlns:a16="http://schemas.microsoft.com/office/drawing/2014/main" id="{EDDE9FE3-1134-A057-DA2E-470FDFE9CBF6}"/>
                </a:ext>
              </a:extLst>
            </p:cNvPr>
            <p:cNvSpPr/>
            <p:nvPr/>
          </p:nvSpPr>
          <p:spPr>
            <a:xfrm>
              <a:off x="1279670" y="5191759"/>
              <a:ext cx="178289" cy="50800"/>
            </a:xfrm>
            <a:custGeom>
              <a:avLst/>
              <a:gdLst>
                <a:gd name="connsiteX0" fmla="*/ 5569 w 178289"/>
                <a:gd name="connsiteY0" fmla="*/ 0 h 50800"/>
                <a:gd name="connsiteX1" fmla="*/ 3029 w 178289"/>
                <a:gd name="connsiteY1" fmla="*/ 46990 h 50800"/>
                <a:gd name="connsiteX2" fmla="*/ 10649 w 178289"/>
                <a:gd name="connsiteY2" fmla="*/ 50800 h 50800"/>
                <a:gd name="connsiteX3" fmla="*/ 168129 w 178289"/>
                <a:gd name="connsiteY3" fmla="*/ 50800 h 50800"/>
                <a:gd name="connsiteX4" fmla="*/ 178289 w 178289"/>
                <a:gd name="connsiteY4" fmla="*/ 40640 h 50800"/>
                <a:gd name="connsiteX5" fmla="*/ 170669 w 178289"/>
                <a:gd name="connsiteY5" fmla="*/ 30480 h 50800"/>
                <a:gd name="connsiteX6" fmla="*/ 137649 w 178289"/>
                <a:gd name="connsiteY6" fmla="*/ 0 h 50800"/>
                <a:gd name="connsiteX7" fmla="*/ 5569 w 178289"/>
                <a:gd name="connsiteY7" fmla="*/ 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8289" h="50800">
                  <a:moveTo>
                    <a:pt x="5569" y="0"/>
                  </a:moveTo>
                  <a:cubicBezTo>
                    <a:pt x="-3321" y="24130"/>
                    <a:pt x="489" y="39370"/>
                    <a:pt x="3029" y="46990"/>
                  </a:cubicBezTo>
                  <a:cubicBezTo>
                    <a:pt x="4299" y="49530"/>
                    <a:pt x="6839" y="50800"/>
                    <a:pt x="10649" y="50800"/>
                  </a:cubicBezTo>
                  <a:lnTo>
                    <a:pt x="168129" y="50800"/>
                  </a:lnTo>
                  <a:cubicBezTo>
                    <a:pt x="173209" y="50800"/>
                    <a:pt x="178289" y="45720"/>
                    <a:pt x="178289" y="40640"/>
                  </a:cubicBezTo>
                  <a:cubicBezTo>
                    <a:pt x="178289" y="35560"/>
                    <a:pt x="175749" y="31750"/>
                    <a:pt x="170669" y="30480"/>
                  </a:cubicBezTo>
                  <a:cubicBezTo>
                    <a:pt x="147809" y="20320"/>
                    <a:pt x="142729" y="10160"/>
                    <a:pt x="137649" y="0"/>
                  </a:cubicBezTo>
                  <a:lnTo>
                    <a:pt x="5569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52" name="Рисунок 2">
            <a:extLst>
              <a:ext uri="{FF2B5EF4-FFF2-40B4-BE49-F238E27FC236}">
                <a16:creationId xmlns:a16="http://schemas.microsoft.com/office/drawing/2014/main" id="{A90D9F2E-0469-C8CD-7299-402BD01B317D}"/>
              </a:ext>
            </a:extLst>
          </p:cNvPr>
          <p:cNvGrpSpPr/>
          <p:nvPr/>
        </p:nvGrpSpPr>
        <p:grpSpPr>
          <a:xfrm>
            <a:off x="2824803" y="4440481"/>
            <a:ext cx="264160" cy="273050"/>
            <a:chOff x="2913379" y="4974590"/>
            <a:chExt cx="264160" cy="273050"/>
          </a:xfrm>
          <a:solidFill>
            <a:schemeClr val="tx1"/>
          </a:solidFill>
        </p:grpSpPr>
        <p:sp>
          <p:nvSpPr>
            <p:cNvPr id="1053" name="Полилиния: фигура 761">
              <a:extLst>
                <a:ext uri="{FF2B5EF4-FFF2-40B4-BE49-F238E27FC236}">
                  <a16:creationId xmlns:a16="http://schemas.microsoft.com/office/drawing/2014/main" id="{638E8FCA-2360-75C4-8C6C-397CA5B5F770}"/>
                </a:ext>
              </a:extLst>
            </p:cNvPr>
            <p:cNvSpPr/>
            <p:nvPr/>
          </p:nvSpPr>
          <p:spPr>
            <a:xfrm>
              <a:off x="2950210" y="5090159"/>
              <a:ext cx="40639" cy="40640"/>
            </a:xfrm>
            <a:custGeom>
              <a:avLst/>
              <a:gdLst>
                <a:gd name="connsiteX0" fmla="*/ 20320 w 40639"/>
                <a:gd name="connsiteY0" fmla="*/ 30480 h 40640"/>
                <a:gd name="connsiteX1" fmla="*/ 24130 w 40639"/>
                <a:gd name="connsiteY1" fmla="*/ 24130 h 40640"/>
                <a:gd name="connsiteX2" fmla="*/ 30480 w 40639"/>
                <a:gd name="connsiteY2" fmla="*/ 20320 h 40640"/>
                <a:gd name="connsiteX3" fmla="*/ 40640 w 40639"/>
                <a:gd name="connsiteY3" fmla="*/ 10160 h 40640"/>
                <a:gd name="connsiteX4" fmla="*/ 30480 w 40639"/>
                <a:gd name="connsiteY4" fmla="*/ 0 h 40640"/>
                <a:gd name="connsiteX5" fmla="*/ 8890 w 40639"/>
                <a:gd name="connsiteY5" fmla="*/ 8890 h 40640"/>
                <a:gd name="connsiteX6" fmla="*/ 0 w 40639"/>
                <a:gd name="connsiteY6" fmla="*/ 30480 h 40640"/>
                <a:gd name="connsiteX7" fmla="*/ 10160 w 40639"/>
                <a:gd name="connsiteY7" fmla="*/ 40640 h 40640"/>
                <a:gd name="connsiteX8" fmla="*/ 20320 w 40639"/>
                <a:gd name="connsiteY8" fmla="*/ 304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0639" h="40640">
                  <a:moveTo>
                    <a:pt x="20320" y="30480"/>
                  </a:moveTo>
                  <a:cubicBezTo>
                    <a:pt x="20320" y="27940"/>
                    <a:pt x="21590" y="25400"/>
                    <a:pt x="24130" y="24130"/>
                  </a:cubicBezTo>
                  <a:cubicBezTo>
                    <a:pt x="26670" y="22860"/>
                    <a:pt x="29210" y="20320"/>
                    <a:pt x="30480" y="20320"/>
                  </a:cubicBezTo>
                  <a:cubicBezTo>
                    <a:pt x="35560" y="20320"/>
                    <a:pt x="40640" y="15240"/>
                    <a:pt x="40640" y="10160"/>
                  </a:cubicBezTo>
                  <a:cubicBezTo>
                    <a:pt x="40640" y="5080"/>
                    <a:pt x="35560" y="0"/>
                    <a:pt x="30480" y="0"/>
                  </a:cubicBezTo>
                  <a:cubicBezTo>
                    <a:pt x="21590" y="0"/>
                    <a:pt x="13970" y="3810"/>
                    <a:pt x="8890" y="8890"/>
                  </a:cubicBezTo>
                  <a:cubicBezTo>
                    <a:pt x="3810" y="13970"/>
                    <a:pt x="0" y="21590"/>
                    <a:pt x="0" y="30480"/>
                  </a:cubicBezTo>
                  <a:cubicBezTo>
                    <a:pt x="0" y="35560"/>
                    <a:pt x="5080" y="40640"/>
                    <a:pt x="10160" y="40640"/>
                  </a:cubicBezTo>
                  <a:cubicBezTo>
                    <a:pt x="15240" y="40640"/>
                    <a:pt x="20320" y="36830"/>
                    <a:pt x="20320" y="304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54" name="Полилиния: фигура 762">
              <a:extLst>
                <a:ext uri="{FF2B5EF4-FFF2-40B4-BE49-F238E27FC236}">
                  <a16:creationId xmlns:a16="http://schemas.microsoft.com/office/drawing/2014/main" id="{437B7A54-7AEA-787D-AD38-2DCEB03147F4}"/>
                </a:ext>
              </a:extLst>
            </p:cNvPr>
            <p:cNvSpPr/>
            <p:nvPr/>
          </p:nvSpPr>
          <p:spPr>
            <a:xfrm>
              <a:off x="2913379" y="4974590"/>
              <a:ext cx="264160" cy="273050"/>
            </a:xfrm>
            <a:custGeom>
              <a:avLst/>
              <a:gdLst>
                <a:gd name="connsiteX0" fmla="*/ 223520 w 264160"/>
                <a:gd name="connsiteY0" fmla="*/ 0 h 273050"/>
                <a:gd name="connsiteX1" fmla="*/ 233680 w 264160"/>
                <a:gd name="connsiteY1" fmla="*/ 10160 h 273050"/>
                <a:gd name="connsiteX2" fmla="*/ 233680 w 264160"/>
                <a:gd name="connsiteY2" fmla="*/ 91440 h 273050"/>
                <a:gd name="connsiteX3" fmla="*/ 264160 w 264160"/>
                <a:gd name="connsiteY3" fmla="*/ 147320 h 273050"/>
                <a:gd name="connsiteX4" fmla="*/ 229870 w 264160"/>
                <a:gd name="connsiteY4" fmla="*/ 204470 h 273050"/>
                <a:gd name="connsiteX5" fmla="*/ 171450 w 264160"/>
                <a:gd name="connsiteY5" fmla="*/ 252730 h 273050"/>
                <a:gd name="connsiteX6" fmla="*/ 142240 w 264160"/>
                <a:gd name="connsiteY6" fmla="*/ 273050 h 273050"/>
                <a:gd name="connsiteX7" fmla="*/ 121920 w 264160"/>
                <a:gd name="connsiteY7" fmla="*/ 273050 h 273050"/>
                <a:gd name="connsiteX8" fmla="*/ 91440 w 264160"/>
                <a:gd name="connsiteY8" fmla="*/ 242570 h 273050"/>
                <a:gd name="connsiteX9" fmla="*/ 121920 w 264160"/>
                <a:gd name="connsiteY9" fmla="*/ 212090 h 273050"/>
                <a:gd name="connsiteX10" fmla="*/ 142240 w 264160"/>
                <a:gd name="connsiteY10" fmla="*/ 212090 h 273050"/>
                <a:gd name="connsiteX11" fmla="*/ 170180 w 264160"/>
                <a:gd name="connsiteY11" fmla="*/ 231140 h 273050"/>
                <a:gd name="connsiteX12" fmla="*/ 203200 w 264160"/>
                <a:gd name="connsiteY12" fmla="*/ 210820 h 273050"/>
                <a:gd name="connsiteX13" fmla="*/ 198120 w 264160"/>
                <a:gd name="connsiteY13" fmla="*/ 210820 h 273050"/>
                <a:gd name="connsiteX14" fmla="*/ 142240 w 264160"/>
                <a:gd name="connsiteY14" fmla="*/ 180340 h 273050"/>
                <a:gd name="connsiteX15" fmla="*/ 135890 w 264160"/>
                <a:gd name="connsiteY15" fmla="*/ 172720 h 273050"/>
                <a:gd name="connsiteX16" fmla="*/ 132080 w 264160"/>
                <a:gd name="connsiteY16" fmla="*/ 171450 h 273050"/>
                <a:gd name="connsiteX17" fmla="*/ 128270 w 264160"/>
                <a:gd name="connsiteY17" fmla="*/ 172720 h 273050"/>
                <a:gd name="connsiteX18" fmla="*/ 121920 w 264160"/>
                <a:gd name="connsiteY18" fmla="*/ 180340 h 273050"/>
                <a:gd name="connsiteX19" fmla="*/ 66040 w 264160"/>
                <a:gd name="connsiteY19" fmla="*/ 210820 h 273050"/>
                <a:gd name="connsiteX20" fmla="*/ 0 w 264160"/>
                <a:gd name="connsiteY20" fmla="*/ 144780 h 273050"/>
                <a:gd name="connsiteX21" fmla="*/ 66040 w 264160"/>
                <a:gd name="connsiteY21" fmla="*/ 78740 h 273050"/>
                <a:gd name="connsiteX22" fmla="*/ 68580 w 264160"/>
                <a:gd name="connsiteY22" fmla="*/ 78740 h 273050"/>
                <a:gd name="connsiteX23" fmla="*/ 68580 w 264160"/>
                <a:gd name="connsiteY23" fmla="*/ 78740 h 273050"/>
                <a:gd name="connsiteX24" fmla="*/ 69850 w 264160"/>
                <a:gd name="connsiteY24" fmla="*/ 78740 h 273050"/>
                <a:gd name="connsiteX25" fmla="*/ 71120 w 264160"/>
                <a:gd name="connsiteY25" fmla="*/ 78740 h 273050"/>
                <a:gd name="connsiteX26" fmla="*/ 193040 w 264160"/>
                <a:gd name="connsiteY26" fmla="*/ 78740 h 273050"/>
                <a:gd name="connsiteX27" fmla="*/ 194310 w 264160"/>
                <a:gd name="connsiteY27" fmla="*/ 78740 h 273050"/>
                <a:gd name="connsiteX28" fmla="*/ 195580 w 264160"/>
                <a:gd name="connsiteY28" fmla="*/ 78740 h 273050"/>
                <a:gd name="connsiteX29" fmla="*/ 195580 w 264160"/>
                <a:gd name="connsiteY29" fmla="*/ 78740 h 273050"/>
                <a:gd name="connsiteX30" fmla="*/ 195580 w 264160"/>
                <a:gd name="connsiteY30" fmla="*/ 78740 h 273050"/>
                <a:gd name="connsiteX31" fmla="*/ 198120 w 264160"/>
                <a:gd name="connsiteY31" fmla="*/ 78740 h 273050"/>
                <a:gd name="connsiteX32" fmla="*/ 213360 w 264160"/>
                <a:gd name="connsiteY32" fmla="*/ 80010 h 273050"/>
                <a:gd name="connsiteX33" fmla="*/ 213360 w 264160"/>
                <a:gd name="connsiteY33" fmla="*/ 7620 h 273050"/>
                <a:gd name="connsiteX34" fmla="*/ 223520 w 264160"/>
                <a:gd name="connsiteY34" fmla="*/ 0 h 273050"/>
                <a:gd name="connsiteX35" fmla="*/ 213360 w 264160"/>
                <a:gd name="connsiteY35" fmla="*/ 102870 h 273050"/>
                <a:gd name="connsiteX36" fmla="*/ 233680 w 264160"/>
                <a:gd name="connsiteY36" fmla="*/ 116840 h 273050"/>
                <a:gd name="connsiteX37" fmla="*/ 243840 w 264160"/>
                <a:gd name="connsiteY37" fmla="*/ 146050 h 273050"/>
                <a:gd name="connsiteX38" fmla="*/ 233680 w 264160"/>
                <a:gd name="connsiteY38" fmla="*/ 175260 h 273050"/>
                <a:gd name="connsiteX39" fmla="*/ 213360 w 264160"/>
                <a:gd name="connsiteY39" fmla="*/ 189230 h 273050"/>
                <a:gd name="connsiteX40" fmla="*/ 198120 w 264160"/>
                <a:gd name="connsiteY40" fmla="*/ 191770 h 273050"/>
                <a:gd name="connsiteX41" fmla="*/ 160020 w 264160"/>
                <a:gd name="connsiteY41" fmla="*/ 170180 h 273050"/>
                <a:gd name="connsiteX42" fmla="*/ 133350 w 264160"/>
                <a:gd name="connsiteY42" fmla="*/ 151130 h 273050"/>
                <a:gd name="connsiteX43" fmla="*/ 106680 w 264160"/>
                <a:gd name="connsiteY43" fmla="*/ 170180 h 273050"/>
                <a:gd name="connsiteX44" fmla="*/ 68580 w 264160"/>
                <a:gd name="connsiteY44" fmla="*/ 191770 h 273050"/>
                <a:gd name="connsiteX45" fmla="*/ 22860 w 264160"/>
                <a:gd name="connsiteY45" fmla="*/ 146050 h 273050"/>
                <a:gd name="connsiteX46" fmla="*/ 68580 w 264160"/>
                <a:gd name="connsiteY46" fmla="*/ 100330 h 273050"/>
                <a:gd name="connsiteX47" fmla="*/ 69850 w 264160"/>
                <a:gd name="connsiteY47" fmla="*/ 100330 h 273050"/>
                <a:gd name="connsiteX48" fmla="*/ 72390 w 264160"/>
                <a:gd name="connsiteY48" fmla="*/ 100330 h 273050"/>
                <a:gd name="connsiteX49" fmla="*/ 73660 w 264160"/>
                <a:gd name="connsiteY49" fmla="*/ 100330 h 273050"/>
                <a:gd name="connsiteX50" fmla="*/ 195580 w 264160"/>
                <a:gd name="connsiteY50" fmla="*/ 100330 h 273050"/>
                <a:gd name="connsiteX51" fmla="*/ 196850 w 264160"/>
                <a:gd name="connsiteY51" fmla="*/ 100330 h 273050"/>
                <a:gd name="connsiteX52" fmla="*/ 199390 w 264160"/>
                <a:gd name="connsiteY52" fmla="*/ 100330 h 273050"/>
                <a:gd name="connsiteX53" fmla="*/ 200660 w 264160"/>
                <a:gd name="connsiteY53" fmla="*/ 100330 h 273050"/>
                <a:gd name="connsiteX54" fmla="*/ 213360 w 264160"/>
                <a:gd name="connsiteY54" fmla="*/ 102870 h 273050"/>
                <a:gd name="connsiteX55" fmla="*/ 113030 w 264160"/>
                <a:gd name="connsiteY55" fmla="*/ 242570 h 273050"/>
                <a:gd name="connsiteX56" fmla="*/ 123190 w 264160"/>
                <a:gd name="connsiteY56" fmla="*/ 232410 h 273050"/>
                <a:gd name="connsiteX57" fmla="*/ 143510 w 264160"/>
                <a:gd name="connsiteY57" fmla="*/ 232410 h 273050"/>
                <a:gd name="connsiteX58" fmla="*/ 153670 w 264160"/>
                <a:gd name="connsiteY58" fmla="*/ 242570 h 273050"/>
                <a:gd name="connsiteX59" fmla="*/ 143510 w 264160"/>
                <a:gd name="connsiteY59" fmla="*/ 252730 h 273050"/>
                <a:gd name="connsiteX60" fmla="*/ 123190 w 264160"/>
                <a:gd name="connsiteY60" fmla="*/ 252730 h 273050"/>
                <a:gd name="connsiteX61" fmla="*/ 113030 w 264160"/>
                <a:gd name="connsiteY61" fmla="*/ 242570 h 2730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</a:cxnLst>
              <a:rect l="l" t="t" r="r" b="b"/>
              <a:pathLst>
                <a:path w="264160" h="273050">
                  <a:moveTo>
                    <a:pt x="223520" y="0"/>
                  </a:moveTo>
                  <a:cubicBezTo>
                    <a:pt x="228600" y="0"/>
                    <a:pt x="233680" y="5080"/>
                    <a:pt x="233680" y="10160"/>
                  </a:cubicBezTo>
                  <a:lnTo>
                    <a:pt x="233680" y="91440"/>
                  </a:lnTo>
                  <a:cubicBezTo>
                    <a:pt x="251460" y="102870"/>
                    <a:pt x="264160" y="123190"/>
                    <a:pt x="264160" y="147320"/>
                  </a:cubicBezTo>
                  <a:cubicBezTo>
                    <a:pt x="264160" y="172720"/>
                    <a:pt x="250190" y="194310"/>
                    <a:pt x="229870" y="204470"/>
                  </a:cubicBezTo>
                  <a:cubicBezTo>
                    <a:pt x="220980" y="229870"/>
                    <a:pt x="198120" y="248920"/>
                    <a:pt x="171450" y="252730"/>
                  </a:cubicBezTo>
                  <a:cubicBezTo>
                    <a:pt x="167640" y="265430"/>
                    <a:pt x="156210" y="273050"/>
                    <a:pt x="142240" y="273050"/>
                  </a:cubicBezTo>
                  <a:lnTo>
                    <a:pt x="121920" y="273050"/>
                  </a:lnTo>
                  <a:cubicBezTo>
                    <a:pt x="105410" y="273050"/>
                    <a:pt x="91440" y="259080"/>
                    <a:pt x="91440" y="242570"/>
                  </a:cubicBezTo>
                  <a:cubicBezTo>
                    <a:pt x="91440" y="226060"/>
                    <a:pt x="105410" y="212090"/>
                    <a:pt x="121920" y="212090"/>
                  </a:cubicBezTo>
                  <a:lnTo>
                    <a:pt x="142240" y="212090"/>
                  </a:lnTo>
                  <a:cubicBezTo>
                    <a:pt x="154940" y="212090"/>
                    <a:pt x="166370" y="219710"/>
                    <a:pt x="170180" y="231140"/>
                  </a:cubicBezTo>
                  <a:cubicBezTo>
                    <a:pt x="182880" y="228600"/>
                    <a:pt x="195580" y="222250"/>
                    <a:pt x="203200" y="210820"/>
                  </a:cubicBezTo>
                  <a:cubicBezTo>
                    <a:pt x="201930" y="210820"/>
                    <a:pt x="199390" y="210820"/>
                    <a:pt x="198120" y="210820"/>
                  </a:cubicBezTo>
                  <a:cubicBezTo>
                    <a:pt x="173990" y="210820"/>
                    <a:pt x="153670" y="198120"/>
                    <a:pt x="142240" y="180340"/>
                  </a:cubicBezTo>
                  <a:cubicBezTo>
                    <a:pt x="139700" y="176530"/>
                    <a:pt x="137160" y="173990"/>
                    <a:pt x="135890" y="172720"/>
                  </a:cubicBezTo>
                  <a:cubicBezTo>
                    <a:pt x="133350" y="171450"/>
                    <a:pt x="133350" y="171450"/>
                    <a:pt x="132080" y="171450"/>
                  </a:cubicBezTo>
                  <a:cubicBezTo>
                    <a:pt x="130810" y="171450"/>
                    <a:pt x="130810" y="171450"/>
                    <a:pt x="128270" y="172720"/>
                  </a:cubicBezTo>
                  <a:cubicBezTo>
                    <a:pt x="125730" y="173990"/>
                    <a:pt x="123190" y="177800"/>
                    <a:pt x="121920" y="180340"/>
                  </a:cubicBezTo>
                  <a:cubicBezTo>
                    <a:pt x="110490" y="199390"/>
                    <a:pt x="90170" y="210820"/>
                    <a:pt x="66040" y="210820"/>
                  </a:cubicBezTo>
                  <a:cubicBezTo>
                    <a:pt x="29210" y="210820"/>
                    <a:pt x="0" y="181610"/>
                    <a:pt x="0" y="144780"/>
                  </a:cubicBezTo>
                  <a:cubicBezTo>
                    <a:pt x="0" y="107950"/>
                    <a:pt x="29210" y="78740"/>
                    <a:pt x="66040" y="78740"/>
                  </a:cubicBezTo>
                  <a:cubicBezTo>
                    <a:pt x="67310" y="78740"/>
                    <a:pt x="67310" y="78740"/>
                    <a:pt x="68580" y="78740"/>
                  </a:cubicBezTo>
                  <a:cubicBezTo>
                    <a:pt x="68580" y="78740"/>
                    <a:pt x="68580" y="78740"/>
                    <a:pt x="68580" y="78740"/>
                  </a:cubicBezTo>
                  <a:lnTo>
                    <a:pt x="69850" y="78740"/>
                  </a:lnTo>
                  <a:cubicBezTo>
                    <a:pt x="69850" y="78740"/>
                    <a:pt x="71120" y="78740"/>
                    <a:pt x="71120" y="78740"/>
                  </a:cubicBezTo>
                  <a:lnTo>
                    <a:pt x="193040" y="78740"/>
                  </a:lnTo>
                  <a:cubicBezTo>
                    <a:pt x="193040" y="78740"/>
                    <a:pt x="194310" y="78740"/>
                    <a:pt x="194310" y="78740"/>
                  </a:cubicBezTo>
                  <a:lnTo>
                    <a:pt x="195580" y="78740"/>
                  </a:lnTo>
                  <a:lnTo>
                    <a:pt x="195580" y="78740"/>
                  </a:lnTo>
                  <a:lnTo>
                    <a:pt x="195580" y="78740"/>
                  </a:lnTo>
                  <a:cubicBezTo>
                    <a:pt x="196850" y="78740"/>
                    <a:pt x="196850" y="78740"/>
                    <a:pt x="198120" y="78740"/>
                  </a:cubicBezTo>
                  <a:cubicBezTo>
                    <a:pt x="203200" y="78740"/>
                    <a:pt x="208280" y="78740"/>
                    <a:pt x="213360" y="80010"/>
                  </a:cubicBezTo>
                  <a:lnTo>
                    <a:pt x="213360" y="7620"/>
                  </a:lnTo>
                  <a:cubicBezTo>
                    <a:pt x="213360" y="3810"/>
                    <a:pt x="218440" y="0"/>
                    <a:pt x="223520" y="0"/>
                  </a:cubicBezTo>
                  <a:close/>
                  <a:moveTo>
                    <a:pt x="213360" y="102870"/>
                  </a:moveTo>
                  <a:cubicBezTo>
                    <a:pt x="220980" y="105410"/>
                    <a:pt x="228600" y="110490"/>
                    <a:pt x="233680" y="116840"/>
                  </a:cubicBezTo>
                  <a:cubicBezTo>
                    <a:pt x="240030" y="124460"/>
                    <a:pt x="243840" y="134620"/>
                    <a:pt x="243840" y="146050"/>
                  </a:cubicBezTo>
                  <a:cubicBezTo>
                    <a:pt x="243840" y="157480"/>
                    <a:pt x="240030" y="166370"/>
                    <a:pt x="233680" y="175260"/>
                  </a:cubicBezTo>
                  <a:cubicBezTo>
                    <a:pt x="228600" y="181610"/>
                    <a:pt x="220980" y="186690"/>
                    <a:pt x="213360" y="189230"/>
                  </a:cubicBezTo>
                  <a:cubicBezTo>
                    <a:pt x="208280" y="190500"/>
                    <a:pt x="204470" y="191770"/>
                    <a:pt x="198120" y="191770"/>
                  </a:cubicBezTo>
                  <a:cubicBezTo>
                    <a:pt x="181610" y="191770"/>
                    <a:pt x="167640" y="182880"/>
                    <a:pt x="160020" y="170180"/>
                  </a:cubicBezTo>
                  <a:cubicBezTo>
                    <a:pt x="153670" y="160020"/>
                    <a:pt x="144780" y="151130"/>
                    <a:pt x="133350" y="151130"/>
                  </a:cubicBezTo>
                  <a:cubicBezTo>
                    <a:pt x="121920" y="151130"/>
                    <a:pt x="111760" y="160020"/>
                    <a:pt x="106680" y="170180"/>
                  </a:cubicBezTo>
                  <a:cubicBezTo>
                    <a:pt x="99060" y="182880"/>
                    <a:pt x="83820" y="191770"/>
                    <a:pt x="68580" y="191770"/>
                  </a:cubicBezTo>
                  <a:cubicBezTo>
                    <a:pt x="43180" y="191770"/>
                    <a:pt x="22860" y="171450"/>
                    <a:pt x="22860" y="146050"/>
                  </a:cubicBezTo>
                  <a:cubicBezTo>
                    <a:pt x="22860" y="120650"/>
                    <a:pt x="43180" y="100330"/>
                    <a:pt x="68580" y="100330"/>
                  </a:cubicBezTo>
                  <a:cubicBezTo>
                    <a:pt x="68580" y="100330"/>
                    <a:pt x="69850" y="100330"/>
                    <a:pt x="69850" y="100330"/>
                  </a:cubicBezTo>
                  <a:cubicBezTo>
                    <a:pt x="71120" y="100330"/>
                    <a:pt x="71120" y="100330"/>
                    <a:pt x="72390" y="100330"/>
                  </a:cubicBezTo>
                  <a:cubicBezTo>
                    <a:pt x="72390" y="100330"/>
                    <a:pt x="73660" y="100330"/>
                    <a:pt x="73660" y="100330"/>
                  </a:cubicBezTo>
                  <a:lnTo>
                    <a:pt x="195580" y="100330"/>
                  </a:lnTo>
                  <a:cubicBezTo>
                    <a:pt x="195580" y="100330"/>
                    <a:pt x="196850" y="100330"/>
                    <a:pt x="196850" y="100330"/>
                  </a:cubicBezTo>
                  <a:cubicBezTo>
                    <a:pt x="198120" y="100330"/>
                    <a:pt x="198120" y="100330"/>
                    <a:pt x="199390" y="100330"/>
                  </a:cubicBezTo>
                  <a:cubicBezTo>
                    <a:pt x="199390" y="100330"/>
                    <a:pt x="200660" y="100330"/>
                    <a:pt x="200660" y="100330"/>
                  </a:cubicBezTo>
                  <a:cubicBezTo>
                    <a:pt x="204470" y="100330"/>
                    <a:pt x="209550" y="101600"/>
                    <a:pt x="213360" y="102870"/>
                  </a:cubicBezTo>
                  <a:close/>
                  <a:moveTo>
                    <a:pt x="113030" y="242570"/>
                  </a:moveTo>
                  <a:cubicBezTo>
                    <a:pt x="113030" y="237490"/>
                    <a:pt x="118110" y="232410"/>
                    <a:pt x="123190" y="232410"/>
                  </a:cubicBezTo>
                  <a:lnTo>
                    <a:pt x="143510" y="232410"/>
                  </a:lnTo>
                  <a:cubicBezTo>
                    <a:pt x="148590" y="232410"/>
                    <a:pt x="153670" y="237490"/>
                    <a:pt x="153670" y="242570"/>
                  </a:cubicBezTo>
                  <a:cubicBezTo>
                    <a:pt x="153670" y="247650"/>
                    <a:pt x="148590" y="252730"/>
                    <a:pt x="143510" y="252730"/>
                  </a:cubicBezTo>
                  <a:lnTo>
                    <a:pt x="123190" y="252730"/>
                  </a:lnTo>
                  <a:cubicBezTo>
                    <a:pt x="116840" y="252730"/>
                    <a:pt x="113030" y="248920"/>
                    <a:pt x="113030" y="24257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55" name="Рисунок 2">
            <a:extLst>
              <a:ext uri="{FF2B5EF4-FFF2-40B4-BE49-F238E27FC236}">
                <a16:creationId xmlns:a16="http://schemas.microsoft.com/office/drawing/2014/main" id="{385E3D8C-9218-F011-7240-819E1FB56E72}"/>
              </a:ext>
            </a:extLst>
          </p:cNvPr>
          <p:cNvGrpSpPr/>
          <p:nvPr/>
        </p:nvGrpSpPr>
        <p:grpSpPr>
          <a:xfrm>
            <a:off x="7298017" y="4468420"/>
            <a:ext cx="264882" cy="220979"/>
            <a:chOff x="7386593" y="5002529"/>
            <a:chExt cx="264882" cy="220979"/>
          </a:xfrm>
          <a:solidFill>
            <a:schemeClr val="tx1"/>
          </a:solidFill>
        </p:grpSpPr>
        <p:sp>
          <p:nvSpPr>
            <p:cNvPr id="1056" name="Полилиния: фигура 774">
              <a:extLst>
                <a:ext uri="{FF2B5EF4-FFF2-40B4-BE49-F238E27FC236}">
                  <a16:creationId xmlns:a16="http://schemas.microsoft.com/office/drawing/2014/main" id="{38A0FAE1-BD0B-DDA8-A59F-5A9AA115E728}"/>
                </a:ext>
              </a:extLst>
            </p:cNvPr>
            <p:cNvSpPr/>
            <p:nvPr/>
          </p:nvSpPr>
          <p:spPr>
            <a:xfrm>
              <a:off x="7512323" y="5002529"/>
              <a:ext cx="136886" cy="89896"/>
            </a:xfrm>
            <a:custGeom>
              <a:avLst/>
              <a:gdLst>
                <a:gd name="connsiteX0" fmla="*/ 40367 w 136886"/>
                <a:gd name="connsiteY0" fmla="*/ 19050 h 89896"/>
                <a:gd name="connsiteX1" fmla="*/ 42907 w 136886"/>
                <a:gd name="connsiteY1" fmla="*/ 19050 h 89896"/>
                <a:gd name="connsiteX2" fmla="*/ 45446 w 136886"/>
                <a:gd name="connsiteY2" fmla="*/ 19050 h 89896"/>
                <a:gd name="connsiteX3" fmla="*/ 108946 w 136886"/>
                <a:gd name="connsiteY3" fmla="*/ 50800 h 89896"/>
                <a:gd name="connsiteX4" fmla="*/ 72117 w 136886"/>
                <a:gd name="connsiteY4" fmla="*/ 69850 h 89896"/>
                <a:gd name="connsiteX5" fmla="*/ 67036 w 136886"/>
                <a:gd name="connsiteY5" fmla="*/ 83820 h 89896"/>
                <a:gd name="connsiteX6" fmla="*/ 81007 w 136886"/>
                <a:gd name="connsiteY6" fmla="*/ 88900 h 89896"/>
                <a:gd name="connsiteX7" fmla="*/ 127996 w 136886"/>
                <a:gd name="connsiteY7" fmla="*/ 64770 h 89896"/>
                <a:gd name="connsiteX8" fmla="*/ 127996 w 136886"/>
                <a:gd name="connsiteY8" fmla="*/ 64770 h 89896"/>
                <a:gd name="connsiteX9" fmla="*/ 136886 w 136886"/>
                <a:gd name="connsiteY9" fmla="*/ 52070 h 89896"/>
                <a:gd name="connsiteX10" fmla="*/ 127996 w 136886"/>
                <a:gd name="connsiteY10" fmla="*/ 39370 h 89896"/>
                <a:gd name="connsiteX11" fmla="*/ 54336 w 136886"/>
                <a:gd name="connsiteY11" fmla="*/ 2540 h 89896"/>
                <a:gd name="connsiteX12" fmla="*/ 42907 w 136886"/>
                <a:gd name="connsiteY12" fmla="*/ 0 h 89896"/>
                <a:gd name="connsiteX13" fmla="*/ 31476 w 136886"/>
                <a:gd name="connsiteY13" fmla="*/ 2540 h 89896"/>
                <a:gd name="connsiteX14" fmla="*/ 6076 w 136886"/>
                <a:gd name="connsiteY14" fmla="*/ 15240 h 89896"/>
                <a:gd name="connsiteX15" fmla="*/ 996 w 136886"/>
                <a:gd name="connsiteY15" fmla="*/ 29210 h 89896"/>
                <a:gd name="connsiteX16" fmla="*/ 14967 w 136886"/>
                <a:gd name="connsiteY16" fmla="*/ 34290 h 89896"/>
                <a:gd name="connsiteX17" fmla="*/ 40367 w 136886"/>
                <a:gd name="connsiteY17" fmla="*/ 19050 h 898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36886" h="89896">
                  <a:moveTo>
                    <a:pt x="40367" y="19050"/>
                  </a:moveTo>
                  <a:cubicBezTo>
                    <a:pt x="40367" y="19050"/>
                    <a:pt x="41636" y="19050"/>
                    <a:pt x="42907" y="19050"/>
                  </a:cubicBezTo>
                  <a:cubicBezTo>
                    <a:pt x="44176" y="19050"/>
                    <a:pt x="45446" y="19050"/>
                    <a:pt x="45446" y="19050"/>
                  </a:cubicBezTo>
                  <a:lnTo>
                    <a:pt x="108946" y="50800"/>
                  </a:lnTo>
                  <a:lnTo>
                    <a:pt x="72117" y="69850"/>
                  </a:lnTo>
                  <a:cubicBezTo>
                    <a:pt x="67036" y="72390"/>
                    <a:pt x="64496" y="78740"/>
                    <a:pt x="67036" y="83820"/>
                  </a:cubicBezTo>
                  <a:cubicBezTo>
                    <a:pt x="69576" y="88900"/>
                    <a:pt x="75926" y="91440"/>
                    <a:pt x="81007" y="88900"/>
                  </a:cubicBezTo>
                  <a:lnTo>
                    <a:pt x="127996" y="64770"/>
                  </a:lnTo>
                  <a:lnTo>
                    <a:pt x="127996" y="64770"/>
                  </a:lnTo>
                  <a:cubicBezTo>
                    <a:pt x="131807" y="63500"/>
                    <a:pt x="136886" y="58420"/>
                    <a:pt x="136886" y="52070"/>
                  </a:cubicBezTo>
                  <a:cubicBezTo>
                    <a:pt x="136886" y="44450"/>
                    <a:pt x="131807" y="40640"/>
                    <a:pt x="127996" y="39370"/>
                  </a:cubicBezTo>
                  <a:lnTo>
                    <a:pt x="54336" y="2540"/>
                  </a:lnTo>
                  <a:cubicBezTo>
                    <a:pt x="50526" y="0"/>
                    <a:pt x="46717" y="0"/>
                    <a:pt x="42907" y="0"/>
                  </a:cubicBezTo>
                  <a:cubicBezTo>
                    <a:pt x="39096" y="0"/>
                    <a:pt x="35286" y="1270"/>
                    <a:pt x="31476" y="2540"/>
                  </a:cubicBezTo>
                  <a:lnTo>
                    <a:pt x="6076" y="15240"/>
                  </a:lnTo>
                  <a:cubicBezTo>
                    <a:pt x="996" y="17780"/>
                    <a:pt x="-1543" y="24130"/>
                    <a:pt x="996" y="29210"/>
                  </a:cubicBezTo>
                  <a:cubicBezTo>
                    <a:pt x="3536" y="34290"/>
                    <a:pt x="9886" y="36830"/>
                    <a:pt x="14967" y="34290"/>
                  </a:cubicBezTo>
                  <a:lnTo>
                    <a:pt x="40367" y="1905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57" name="Полилиния: фигура 775">
              <a:extLst>
                <a:ext uri="{FF2B5EF4-FFF2-40B4-BE49-F238E27FC236}">
                  <a16:creationId xmlns:a16="http://schemas.microsoft.com/office/drawing/2014/main" id="{AB3B9130-A0F5-BCFC-E4C3-9C1209BA9340}"/>
                </a:ext>
              </a:extLst>
            </p:cNvPr>
            <p:cNvSpPr/>
            <p:nvPr/>
          </p:nvSpPr>
          <p:spPr>
            <a:xfrm>
              <a:off x="7387590" y="5048523"/>
              <a:ext cx="152126" cy="92436"/>
            </a:xfrm>
            <a:custGeom>
              <a:avLst/>
              <a:gdLst>
                <a:gd name="connsiteX0" fmla="*/ 71120 w 152126"/>
                <a:gd name="connsiteY0" fmla="*/ 20047 h 92436"/>
                <a:gd name="connsiteX1" fmla="*/ 76200 w 152126"/>
                <a:gd name="connsiteY1" fmla="*/ 6076 h 92436"/>
                <a:gd name="connsiteX2" fmla="*/ 62230 w 152126"/>
                <a:gd name="connsiteY2" fmla="*/ 997 h 92436"/>
                <a:gd name="connsiteX3" fmla="*/ 8890 w 152126"/>
                <a:gd name="connsiteY3" fmla="*/ 27667 h 92436"/>
                <a:gd name="connsiteX4" fmla="*/ 0 w 152126"/>
                <a:gd name="connsiteY4" fmla="*/ 40367 h 92436"/>
                <a:gd name="connsiteX5" fmla="*/ 8890 w 152126"/>
                <a:gd name="connsiteY5" fmla="*/ 53067 h 92436"/>
                <a:gd name="connsiteX6" fmla="*/ 82550 w 152126"/>
                <a:gd name="connsiteY6" fmla="*/ 89897 h 92436"/>
                <a:gd name="connsiteX7" fmla="*/ 93980 w 152126"/>
                <a:gd name="connsiteY7" fmla="*/ 92436 h 92436"/>
                <a:gd name="connsiteX8" fmla="*/ 105410 w 152126"/>
                <a:gd name="connsiteY8" fmla="*/ 89897 h 92436"/>
                <a:gd name="connsiteX9" fmla="*/ 146050 w 152126"/>
                <a:gd name="connsiteY9" fmla="*/ 69576 h 92436"/>
                <a:gd name="connsiteX10" fmla="*/ 151130 w 152126"/>
                <a:gd name="connsiteY10" fmla="*/ 55606 h 92436"/>
                <a:gd name="connsiteX11" fmla="*/ 137160 w 152126"/>
                <a:gd name="connsiteY11" fmla="*/ 51797 h 92436"/>
                <a:gd name="connsiteX12" fmla="*/ 96520 w 152126"/>
                <a:gd name="connsiteY12" fmla="*/ 72117 h 92436"/>
                <a:gd name="connsiteX13" fmla="*/ 93980 w 152126"/>
                <a:gd name="connsiteY13" fmla="*/ 72117 h 92436"/>
                <a:gd name="connsiteX14" fmla="*/ 91440 w 152126"/>
                <a:gd name="connsiteY14" fmla="*/ 72117 h 92436"/>
                <a:gd name="connsiteX15" fmla="*/ 27940 w 152126"/>
                <a:gd name="connsiteY15" fmla="*/ 40367 h 92436"/>
                <a:gd name="connsiteX16" fmla="*/ 71120 w 152126"/>
                <a:gd name="connsiteY16" fmla="*/ 20047 h 924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2126" h="92436">
                  <a:moveTo>
                    <a:pt x="71120" y="20047"/>
                  </a:moveTo>
                  <a:cubicBezTo>
                    <a:pt x="76200" y="17506"/>
                    <a:pt x="78740" y="11156"/>
                    <a:pt x="76200" y="6076"/>
                  </a:cubicBezTo>
                  <a:cubicBezTo>
                    <a:pt x="73660" y="997"/>
                    <a:pt x="67310" y="-1544"/>
                    <a:pt x="62230" y="997"/>
                  </a:cubicBezTo>
                  <a:lnTo>
                    <a:pt x="8890" y="27667"/>
                  </a:lnTo>
                  <a:cubicBezTo>
                    <a:pt x="5080" y="28936"/>
                    <a:pt x="0" y="34017"/>
                    <a:pt x="0" y="40367"/>
                  </a:cubicBezTo>
                  <a:cubicBezTo>
                    <a:pt x="0" y="47986"/>
                    <a:pt x="5080" y="51797"/>
                    <a:pt x="8890" y="53067"/>
                  </a:cubicBezTo>
                  <a:lnTo>
                    <a:pt x="82550" y="89897"/>
                  </a:lnTo>
                  <a:cubicBezTo>
                    <a:pt x="86360" y="92436"/>
                    <a:pt x="90170" y="92436"/>
                    <a:pt x="93980" y="92436"/>
                  </a:cubicBezTo>
                  <a:cubicBezTo>
                    <a:pt x="97790" y="92436"/>
                    <a:pt x="101600" y="91167"/>
                    <a:pt x="105410" y="89897"/>
                  </a:cubicBezTo>
                  <a:lnTo>
                    <a:pt x="146050" y="69576"/>
                  </a:lnTo>
                  <a:cubicBezTo>
                    <a:pt x="151130" y="67036"/>
                    <a:pt x="153670" y="60686"/>
                    <a:pt x="151130" y="55606"/>
                  </a:cubicBezTo>
                  <a:cubicBezTo>
                    <a:pt x="148590" y="50526"/>
                    <a:pt x="142240" y="49256"/>
                    <a:pt x="137160" y="51797"/>
                  </a:cubicBezTo>
                  <a:lnTo>
                    <a:pt x="96520" y="72117"/>
                  </a:lnTo>
                  <a:cubicBezTo>
                    <a:pt x="96520" y="72117"/>
                    <a:pt x="95250" y="72117"/>
                    <a:pt x="93980" y="72117"/>
                  </a:cubicBezTo>
                  <a:cubicBezTo>
                    <a:pt x="92710" y="72117"/>
                    <a:pt x="91440" y="72117"/>
                    <a:pt x="91440" y="72117"/>
                  </a:cubicBezTo>
                  <a:lnTo>
                    <a:pt x="27940" y="40367"/>
                  </a:lnTo>
                  <a:lnTo>
                    <a:pt x="71120" y="2004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58" name="Полилиния: фигура 776">
              <a:extLst>
                <a:ext uri="{FF2B5EF4-FFF2-40B4-BE49-F238E27FC236}">
                  <a16:creationId xmlns:a16="http://schemas.microsoft.com/office/drawing/2014/main" id="{4A225F64-F455-01CD-6563-640CDE3BE4F6}"/>
                </a:ext>
              </a:extLst>
            </p:cNvPr>
            <p:cNvSpPr/>
            <p:nvPr/>
          </p:nvSpPr>
          <p:spPr>
            <a:xfrm>
              <a:off x="7579633" y="5084083"/>
              <a:ext cx="71842" cy="46442"/>
            </a:xfrm>
            <a:custGeom>
              <a:avLst/>
              <a:gdLst>
                <a:gd name="connsiteX0" fmla="*/ 65766 w 71842"/>
                <a:gd name="connsiteY0" fmla="*/ 20046 h 46442"/>
                <a:gd name="connsiteX1" fmla="*/ 70847 w 71842"/>
                <a:gd name="connsiteY1" fmla="*/ 6076 h 46442"/>
                <a:gd name="connsiteX2" fmla="*/ 56876 w 71842"/>
                <a:gd name="connsiteY2" fmla="*/ 996 h 46442"/>
                <a:gd name="connsiteX3" fmla="*/ 6076 w 71842"/>
                <a:gd name="connsiteY3" fmla="*/ 26396 h 46442"/>
                <a:gd name="connsiteX4" fmla="*/ 997 w 71842"/>
                <a:gd name="connsiteY4" fmla="*/ 40366 h 46442"/>
                <a:gd name="connsiteX5" fmla="*/ 14966 w 71842"/>
                <a:gd name="connsiteY5" fmla="*/ 45446 h 46442"/>
                <a:gd name="connsiteX6" fmla="*/ 65766 w 71842"/>
                <a:gd name="connsiteY6" fmla="*/ 20046 h 464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842" h="46442">
                  <a:moveTo>
                    <a:pt x="65766" y="20046"/>
                  </a:moveTo>
                  <a:cubicBezTo>
                    <a:pt x="70847" y="17507"/>
                    <a:pt x="73386" y="11157"/>
                    <a:pt x="70847" y="6076"/>
                  </a:cubicBezTo>
                  <a:cubicBezTo>
                    <a:pt x="68306" y="996"/>
                    <a:pt x="61956" y="-1543"/>
                    <a:pt x="56876" y="996"/>
                  </a:cubicBezTo>
                  <a:lnTo>
                    <a:pt x="6076" y="26396"/>
                  </a:lnTo>
                  <a:cubicBezTo>
                    <a:pt x="997" y="28937"/>
                    <a:pt x="-1544" y="35287"/>
                    <a:pt x="997" y="40366"/>
                  </a:cubicBezTo>
                  <a:cubicBezTo>
                    <a:pt x="3536" y="45446"/>
                    <a:pt x="9886" y="47987"/>
                    <a:pt x="14966" y="45446"/>
                  </a:cubicBezTo>
                  <a:lnTo>
                    <a:pt x="65766" y="20046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59" name="Полилиния: фигура 777">
              <a:extLst>
                <a:ext uri="{FF2B5EF4-FFF2-40B4-BE49-F238E27FC236}">
                  <a16:creationId xmlns:a16="http://schemas.microsoft.com/office/drawing/2014/main" id="{049454F5-0C5F-BAD3-AA2C-843B54F1416C}"/>
                </a:ext>
              </a:extLst>
            </p:cNvPr>
            <p:cNvSpPr/>
            <p:nvPr/>
          </p:nvSpPr>
          <p:spPr>
            <a:xfrm>
              <a:off x="7386593" y="5122157"/>
              <a:ext cx="151852" cy="60712"/>
            </a:xfrm>
            <a:custGeom>
              <a:avLst/>
              <a:gdLst>
                <a:gd name="connsiteX0" fmla="*/ 14966 w 151852"/>
                <a:gd name="connsiteY0" fmla="*/ 1022 h 60712"/>
                <a:gd name="connsiteX1" fmla="*/ 997 w 151852"/>
                <a:gd name="connsiteY1" fmla="*/ 4833 h 60712"/>
                <a:gd name="connsiteX2" fmla="*/ 6076 w 151852"/>
                <a:gd name="connsiteY2" fmla="*/ 18802 h 60712"/>
                <a:gd name="connsiteX3" fmla="*/ 83547 w 151852"/>
                <a:gd name="connsiteY3" fmla="*/ 58172 h 60712"/>
                <a:gd name="connsiteX4" fmla="*/ 83547 w 151852"/>
                <a:gd name="connsiteY4" fmla="*/ 58172 h 60712"/>
                <a:gd name="connsiteX5" fmla="*/ 94976 w 151852"/>
                <a:gd name="connsiteY5" fmla="*/ 60712 h 60712"/>
                <a:gd name="connsiteX6" fmla="*/ 106406 w 151852"/>
                <a:gd name="connsiteY6" fmla="*/ 58172 h 60712"/>
                <a:gd name="connsiteX7" fmla="*/ 106406 w 151852"/>
                <a:gd name="connsiteY7" fmla="*/ 58172 h 60712"/>
                <a:gd name="connsiteX8" fmla="*/ 145776 w 151852"/>
                <a:gd name="connsiteY8" fmla="*/ 37852 h 60712"/>
                <a:gd name="connsiteX9" fmla="*/ 150856 w 151852"/>
                <a:gd name="connsiteY9" fmla="*/ 23883 h 60712"/>
                <a:gd name="connsiteX10" fmla="*/ 136887 w 151852"/>
                <a:gd name="connsiteY10" fmla="*/ 18802 h 60712"/>
                <a:gd name="connsiteX11" fmla="*/ 97516 w 151852"/>
                <a:gd name="connsiteY11" fmla="*/ 39122 h 60712"/>
                <a:gd name="connsiteX12" fmla="*/ 94976 w 151852"/>
                <a:gd name="connsiteY12" fmla="*/ 39122 h 60712"/>
                <a:gd name="connsiteX13" fmla="*/ 92437 w 151852"/>
                <a:gd name="connsiteY13" fmla="*/ 39122 h 60712"/>
                <a:gd name="connsiteX14" fmla="*/ 14966 w 151852"/>
                <a:gd name="connsiteY14" fmla="*/ 1022 h 6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1852" h="60712">
                  <a:moveTo>
                    <a:pt x="14966" y="1022"/>
                  </a:moveTo>
                  <a:cubicBezTo>
                    <a:pt x="9887" y="-1517"/>
                    <a:pt x="3537" y="1022"/>
                    <a:pt x="997" y="4833"/>
                  </a:cubicBezTo>
                  <a:cubicBezTo>
                    <a:pt x="-1544" y="9912"/>
                    <a:pt x="997" y="16262"/>
                    <a:pt x="6076" y="18802"/>
                  </a:cubicBezTo>
                  <a:lnTo>
                    <a:pt x="83547" y="58172"/>
                  </a:lnTo>
                  <a:lnTo>
                    <a:pt x="83547" y="58172"/>
                  </a:lnTo>
                  <a:cubicBezTo>
                    <a:pt x="87356" y="60712"/>
                    <a:pt x="91166" y="60712"/>
                    <a:pt x="94976" y="60712"/>
                  </a:cubicBezTo>
                  <a:cubicBezTo>
                    <a:pt x="98787" y="60712"/>
                    <a:pt x="102597" y="59442"/>
                    <a:pt x="106406" y="58172"/>
                  </a:cubicBezTo>
                  <a:lnTo>
                    <a:pt x="106406" y="58172"/>
                  </a:lnTo>
                  <a:lnTo>
                    <a:pt x="145776" y="37852"/>
                  </a:lnTo>
                  <a:cubicBezTo>
                    <a:pt x="150856" y="35312"/>
                    <a:pt x="153397" y="28962"/>
                    <a:pt x="150856" y="23883"/>
                  </a:cubicBezTo>
                  <a:cubicBezTo>
                    <a:pt x="148316" y="18802"/>
                    <a:pt x="141966" y="16262"/>
                    <a:pt x="136887" y="18802"/>
                  </a:cubicBezTo>
                  <a:lnTo>
                    <a:pt x="97516" y="39122"/>
                  </a:lnTo>
                  <a:cubicBezTo>
                    <a:pt x="97516" y="39122"/>
                    <a:pt x="96247" y="39122"/>
                    <a:pt x="94976" y="39122"/>
                  </a:cubicBezTo>
                  <a:cubicBezTo>
                    <a:pt x="93706" y="39122"/>
                    <a:pt x="92437" y="39122"/>
                    <a:pt x="92437" y="39122"/>
                  </a:cubicBezTo>
                  <a:lnTo>
                    <a:pt x="14966" y="1022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60" name="Полилиния: фигура 778">
              <a:extLst>
                <a:ext uri="{FF2B5EF4-FFF2-40B4-BE49-F238E27FC236}">
                  <a16:creationId xmlns:a16="http://schemas.microsoft.com/office/drawing/2014/main" id="{C0AEFE12-67C7-BE99-CE3E-B1A897ED716F}"/>
                </a:ext>
              </a:extLst>
            </p:cNvPr>
            <p:cNvSpPr/>
            <p:nvPr/>
          </p:nvSpPr>
          <p:spPr>
            <a:xfrm>
              <a:off x="7578363" y="5123453"/>
              <a:ext cx="71843" cy="46443"/>
            </a:xfrm>
            <a:custGeom>
              <a:avLst/>
              <a:gdLst>
                <a:gd name="connsiteX0" fmla="*/ 70847 w 71843"/>
                <a:gd name="connsiteY0" fmla="*/ 6076 h 46443"/>
                <a:gd name="connsiteX1" fmla="*/ 65767 w 71843"/>
                <a:gd name="connsiteY1" fmla="*/ 20047 h 46443"/>
                <a:gd name="connsiteX2" fmla="*/ 14967 w 71843"/>
                <a:gd name="connsiteY2" fmla="*/ 45447 h 46443"/>
                <a:gd name="connsiteX3" fmla="*/ 997 w 71843"/>
                <a:gd name="connsiteY3" fmla="*/ 40367 h 46443"/>
                <a:gd name="connsiteX4" fmla="*/ 6077 w 71843"/>
                <a:gd name="connsiteY4" fmla="*/ 26397 h 46443"/>
                <a:gd name="connsiteX5" fmla="*/ 56877 w 71843"/>
                <a:gd name="connsiteY5" fmla="*/ 997 h 46443"/>
                <a:gd name="connsiteX6" fmla="*/ 70847 w 71843"/>
                <a:gd name="connsiteY6" fmla="*/ 6076 h 464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71843" h="46443">
                  <a:moveTo>
                    <a:pt x="70847" y="6076"/>
                  </a:moveTo>
                  <a:cubicBezTo>
                    <a:pt x="73387" y="11156"/>
                    <a:pt x="70847" y="17506"/>
                    <a:pt x="65767" y="20047"/>
                  </a:cubicBezTo>
                  <a:lnTo>
                    <a:pt x="14967" y="45447"/>
                  </a:lnTo>
                  <a:cubicBezTo>
                    <a:pt x="9887" y="47987"/>
                    <a:pt x="3537" y="45447"/>
                    <a:pt x="997" y="40367"/>
                  </a:cubicBezTo>
                  <a:cubicBezTo>
                    <a:pt x="-1544" y="35287"/>
                    <a:pt x="997" y="28937"/>
                    <a:pt x="6077" y="26397"/>
                  </a:cubicBezTo>
                  <a:lnTo>
                    <a:pt x="56877" y="997"/>
                  </a:lnTo>
                  <a:cubicBezTo>
                    <a:pt x="61956" y="-1544"/>
                    <a:pt x="68306" y="997"/>
                    <a:pt x="70847" y="6076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61" name="Полилиния: фигура 779">
              <a:extLst>
                <a:ext uri="{FF2B5EF4-FFF2-40B4-BE49-F238E27FC236}">
                  <a16:creationId xmlns:a16="http://schemas.microsoft.com/office/drawing/2014/main" id="{8FF1976D-432D-9D13-CC23-D00EB0798B9C}"/>
                </a:ext>
              </a:extLst>
            </p:cNvPr>
            <p:cNvSpPr/>
            <p:nvPr/>
          </p:nvSpPr>
          <p:spPr>
            <a:xfrm>
              <a:off x="7386593" y="5161279"/>
              <a:ext cx="151852" cy="62229"/>
            </a:xfrm>
            <a:custGeom>
              <a:avLst/>
              <a:gdLst>
                <a:gd name="connsiteX0" fmla="*/ 997 w 151852"/>
                <a:gd name="connsiteY0" fmla="*/ 5080 h 62229"/>
                <a:gd name="connsiteX1" fmla="*/ 14966 w 151852"/>
                <a:gd name="connsiteY1" fmla="*/ 1270 h 62229"/>
                <a:gd name="connsiteX2" fmla="*/ 92437 w 151852"/>
                <a:gd name="connsiteY2" fmla="*/ 40640 h 62229"/>
                <a:gd name="connsiteX3" fmla="*/ 94976 w 151852"/>
                <a:gd name="connsiteY3" fmla="*/ 40640 h 62229"/>
                <a:gd name="connsiteX4" fmla="*/ 97516 w 151852"/>
                <a:gd name="connsiteY4" fmla="*/ 40640 h 62229"/>
                <a:gd name="connsiteX5" fmla="*/ 136887 w 151852"/>
                <a:gd name="connsiteY5" fmla="*/ 20320 h 62229"/>
                <a:gd name="connsiteX6" fmla="*/ 150856 w 151852"/>
                <a:gd name="connsiteY6" fmla="*/ 25400 h 62229"/>
                <a:gd name="connsiteX7" fmla="*/ 145776 w 151852"/>
                <a:gd name="connsiteY7" fmla="*/ 39370 h 62229"/>
                <a:gd name="connsiteX8" fmla="*/ 106406 w 151852"/>
                <a:gd name="connsiteY8" fmla="*/ 59690 h 62229"/>
                <a:gd name="connsiteX9" fmla="*/ 106406 w 151852"/>
                <a:gd name="connsiteY9" fmla="*/ 59690 h 62229"/>
                <a:gd name="connsiteX10" fmla="*/ 94976 w 151852"/>
                <a:gd name="connsiteY10" fmla="*/ 62230 h 62229"/>
                <a:gd name="connsiteX11" fmla="*/ 83547 w 151852"/>
                <a:gd name="connsiteY11" fmla="*/ 59690 h 62229"/>
                <a:gd name="connsiteX12" fmla="*/ 83547 w 151852"/>
                <a:gd name="connsiteY12" fmla="*/ 59690 h 62229"/>
                <a:gd name="connsiteX13" fmla="*/ 6076 w 151852"/>
                <a:gd name="connsiteY13" fmla="*/ 20320 h 62229"/>
                <a:gd name="connsiteX14" fmla="*/ 997 w 151852"/>
                <a:gd name="connsiteY14" fmla="*/ 5080 h 622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51852" h="62229">
                  <a:moveTo>
                    <a:pt x="997" y="5080"/>
                  </a:moveTo>
                  <a:cubicBezTo>
                    <a:pt x="3537" y="0"/>
                    <a:pt x="9887" y="-1270"/>
                    <a:pt x="14966" y="1270"/>
                  </a:cubicBezTo>
                  <a:lnTo>
                    <a:pt x="92437" y="40640"/>
                  </a:lnTo>
                  <a:cubicBezTo>
                    <a:pt x="92437" y="40640"/>
                    <a:pt x="93706" y="40640"/>
                    <a:pt x="94976" y="40640"/>
                  </a:cubicBezTo>
                  <a:cubicBezTo>
                    <a:pt x="96247" y="40640"/>
                    <a:pt x="97516" y="40640"/>
                    <a:pt x="97516" y="40640"/>
                  </a:cubicBezTo>
                  <a:lnTo>
                    <a:pt x="136887" y="20320"/>
                  </a:lnTo>
                  <a:cubicBezTo>
                    <a:pt x="141966" y="17780"/>
                    <a:pt x="148316" y="20320"/>
                    <a:pt x="150856" y="25400"/>
                  </a:cubicBezTo>
                  <a:cubicBezTo>
                    <a:pt x="153397" y="30480"/>
                    <a:pt x="150856" y="36830"/>
                    <a:pt x="145776" y="39370"/>
                  </a:cubicBezTo>
                  <a:lnTo>
                    <a:pt x="106406" y="59690"/>
                  </a:lnTo>
                  <a:lnTo>
                    <a:pt x="106406" y="59690"/>
                  </a:lnTo>
                  <a:cubicBezTo>
                    <a:pt x="102597" y="62230"/>
                    <a:pt x="98787" y="62230"/>
                    <a:pt x="94976" y="62230"/>
                  </a:cubicBezTo>
                  <a:cubicBezTo>
                    <a:pt x="91166" y="62230"/>
                    <a:pt x="87356" y="60960"/>
                    <a:pt x="83547" y="59690"/>
                  </a:cubicBezTo>
                  <a:lnTo>
                    <a:pt x="83547" y="59690"/>
                  </a:lnTo>
                  <a:lnTo>
                    <a:pt x="6076" y="20320"/>
                  </a:lnTo>
                  <a:cubicBezTo>
                    <a:pt x="997" y="15240"/>
                    <a:pt x="-1544" y="10160"/>
                    <a:pt x="997" y="50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62" name="Полилиния: фигура 780">
              <a:extLst>
                <a:ext uri="{FF2B5EF4-FFF2-40B4-BE49-F238E27FC236}">
                  <a16:creationId xmlns:a16="http://schemas.microsoft.com/office/drawing/2014/main" id="{2D9D4A8D-A2CD-EE00-7B92-EDA777994A32}"/>
                </a:ext>
              </a:extLst>
            </p:cNvPr>
            <p:cNvSpPr/>
            <p:nvPr/>
          </p:nvSpPr>
          <p:spPr>
            <a:xfrm>
              <a:off x="7474223" y="5034553"/>
              <a:ext cx="94976" cy="148316"/>
            </a:xfrm>
            <a:custGeom>
              <a:avLst/>
              <a:gdLst>
                <a:gd name="connsiteX0" fmla="*/ 14967 w 94976"/>
                <a:gd name="connsiteY0" fmla="*/ 997 h 148316"/>
                <a:gd name="connsiteX1" fmla="*/ 996 w 94976"/>
                <a:gd name="connsiteY1" fmla="*/ 6076 h 148316"/>
                <a:gd name="connsiteX2" fmla="*/ 6076 w 94976"/>
                <a:gd name="connsiteY2" fmla="*/ 20047 h 148316"/>
                <a:gd name="connsiteX3" fmla="*/ 69576 w 94976"/>
                <a:gd name="connsiteY3" fmla="*/ 51797 h 148316"/>
                <a:gd name="connsiteX4" fmla="*/ 74657 w 94976"/>
                <a:gd name="connsiteY4" fmla="*/ 60687 h 148316"/>
                <a:gd name="connsiteX5" fmla="*/ 74657 w 94976"/>
                <a:gd name="connsiteY5" fmla="*/ 122917 h 148316"/>
                <a:gd name="connsiteX6" fmla="*/ 74657 w 94976"/>
                <a:gd name="connsiteY6" fmla="*/ 122917 h 148316"/>
                <a:gd name="connsiteX7" fmla="*/ 74657 w 94976"/>
                <a:gd name="connsiteY7" fmla="*/ 138156 h 148316"/>
                <a:gd name="connsiteX8" fmla="*/ 84817 w 94976"/>
                <a:gd name="connsiteY8" fmla="*/ 148317 h 148316"/>
                <a:gd name="connsiteX9" fmla="*/ 94976 w 94976"/>
                <a:gd name="connsiteY9" fmla="*/ 138156 h 148316"/>
                <a:gd name="connsiteX10" fmla="*/ 94976 w 94976"/>
                <a:gd name="connsiteY10" fmla="*/ 47987 h 148316"/>
                <a:gd name="connsiteX11" fmla="*/ 89896 w 94976"/>
                <a:gd name="connsiteY11" fmla="*/ 39097 h 148316"/>
                <a:gd name="connsiteX12" fmla="*/ 81007 w 94976"/>
                <a:gd name="connsiteY12" fmla="*/ 34017 h 148316"/>
                <a:gd name="connsiteX13" fmla="*/ 79736 w 94976"/>
                <a:gd name="connsiteY13" fmla="*/ 32747 h 148316"/>
                <a:gd name="connsiteX14" fmla="*/ 14967 w 94976"/>
                <a:gd name="connsiteY14" fmla="*/ 997 h 1483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4976" h="148316">
                  <a:moveTo>
                    <a:pt x="14967" y="997"/>
                  </a:moveTo>
                  <a:cubicBezTo>
                    <a:pt x="9886" y="-1544"/>
                    <a:pt x="3536" y="997"/>
                    <a:pt x="996" y="6076"/>
                  </a:cubicBezTo>
                  <a:cubicBezTo>
                    <a:pt x="-1543" y="11156"/>
                    <a:pt x="996" y="17506"/>
                    <a:pt x="6076" y="20047"/>
                  </a:cubicBezTo>
                  <a:lnTo>
                    <a:pt x="69576" y="51797"/>
                  </a:lnTo>
                  <a:cubicBezTo>
                    <a:pt x="72117" y="53067"/>
                    <a:pt x="74657" y="56876"/>
                    <a:pt x="74657" y="60687"/>
                  </a:cubicBezTo>
                  <a:lnTo>
                    <a:pt x="74657" y="122917"/>
                  </a:lnTo>
                  <a:lnTo>
                    <a:pt x="74657" y="122917"/>
                  </a:lnTo>
                  <a:lnTo>
                    <a:pt x="74657" y="138156"/>
                  </a:lnTo>
                  <a:cubicBezTo>
                    <a:pt x="74657" y="143237"/>
                    <a:pt x="79736" y="148317"/>
                    <a:pt x="84817" y="148317"/>
                  </a:cubicBezTo>
                  <a:cubicBezTo>
                    <a:pt x="89896" y="148317"/>
                    <a:pt x="94976" y="143237"/>
                    <a:pt x="94976" y="138156"/>
                  </a:cubicBezTo>
                  <a:lnTo>
                    <a:pt x="94976" y="47987"/>
                  </a:lnTo>
                  <a:cubicBezTo>
                    <a:pt x="94976" y="44176"/>
                    <a:pt x="92436" y="40367"/>
                    <a:pt x="89896" y="39097"/>
                  </a:cubicBezTo>
                  <a:lnTo>
                    <a:pt x="81007" y="34017"/>
                  </a:lnTo>
                  <a:cubicBezTo>
                    <a:pt x="81007" y="34017"/>
                    <a:pt x="79736" y="34017"/>
                    <a:pt x="79736" y="32747"/>
                  </a:cubicBezTo>
                  <a:lnTo>
                    <a:pt x="14967" y="99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63" name="Рисунок 2">
            <a:extLst>
              <a:ext uri="{FF2B5EF4-FFF2-40B4-BE49-F238E27FC236}">
                <a16:creationId xmlns:a16="http://schemas.microsoft.com/office/drawing/2014/main" id="{044357E4-91A4-095A-3C6D-070FF5D0D37A}"/>
              </a:ext>
            </a:extLst>
          </p:cNvPr>
          <p:cNvGrpSpPr/>
          <p:nvPr/>
        </p:nvGrpSpPr>
        <p:grpSpPr>
          <a:xfrm>
            <a:off x="6738309" y="4444291"/>
            <a:ext cx="264477" cy="264159"/>
            <a:chOff x="6826885" y="4978400"/>
            <a:chExt cx="264477" cy="264159"/>
          </a:xfrm>
          <a:solidFill>
            <a:schemeClr val="tx1"/>
          </a:solidFill>
        </p:grpSpPr>
        <p:sp>
          <p:nvSpPr>
            <p:cNvPr id="1064" name="Полилиния: фигура 783">
              <a:extLst>
                <a:ext uri="{FF2B5EF4-FFF2-40B4-BE49-F238E27FC236}">
                  <a16:creationId xmlns:a16="http://schemas.microsoft.com/office/drawing/2014/main" id="{6D4027C9-6ABC-E34A-A145-92A046A7A1E9}"/>
                </a:ext>
              </a:extLst>
            </p:cNvPr>
            <p:cNvSpPr/>
            <p:nvPr/>
          </p:nvSpPr>
          <p:spPr>
            <a:xfrm>
              <a:off x="6826885" y="4978400"/>
              <a:ext cx="264477" cy="264159"/>
            </a:xfrm>
            <a:custGeom>
              <a:avLst/>
              <a:gdLst>
                <a:gd name="connsiteX0" fmla="*/ 51435 w 264477"/>
                <a:gd name="connsiteY0" fmla="*/ 1270 h 264159"/>
                <a:gd name="connsiteX1" fmla="*/ 42545 w 264477"/>
                <a:gd name="connsiteY1" fmla="*/ 6350 h 264159"/>
                <a:gd name="connsiteX2" fmla="*/ 1905 w 264477"/>
                <a:gd name="connsiteY2" fmla="*/ 67310 h 264159"/>
                <a:gd name="connsiteX3" fmla="*/ 1905 w 264477"/>
                <a:gd name="connsiteY3" fmla="*/ 77470 h 264159"/>
                <a:gd name="connsiteX4" fmla="*/ 10795 w 264477"/>
                <a:gd name="connsiteY4" fmla="*/ 82550 h 264159"/>
                <a:gd name="connsiteX5" fmla="*/ 20955 w 264477"/>
                <a:gd name="connsiteY5" fmla="*/ 82550 h 264159"/>
                <a:gd name="connsiteX6" fmla="*/ 20955 w 264477"/>
                <a:gd name="connsiteY6" fmla="*/ 254000 h 264159"/>
                <a:gd name="connsiteX7" fmla="*/ 31115 w 264477"/>
                <a:gd name="connsiteY7" fmla="*/ 264160 h 264159"/>
                <a:gd name="connsiteX8" fmla="*/ 41275 w 264477"/>
                <a:gd name="connsiteY8" fmla="*/ 254000 h 264159"/>
                <a:gd name="connsiteX9" fmla="*/ 41275 w 264477"/>
                <a:gd name="connsiteY9" fmla="*/ 81280 h 264159"/>
                <a:gd name="connsiteX10" fmla="*/ 224155 w 264477"/>
                <a:gd name="connsiteY10" fmla="*/ 81280 h 264159"/>
                <a:gd name="connsiteX11" fmla="*/ 224155 w 264477"/>
                <a:gd name="connsiteY11" fmla="*/ 254000 h 264159"/>
                <a:gd name="connsiteX12" fmla="*/ 234315 w 264477"/>
                <a:gd name="connsiteY12" fmla="*/ 264160 h 264159"/>
                <a:gd name="connsiteX13" fmla="*/ 244475 w 264477"/>
                <a:gd name="connsiteY13" fmla="*/ 254000 h 264159"/>
                <a:gd name="connsiteX14" fmla="*/ 244475 w 264477"/>
                <a:gd name="connsiteY14" fmla="*/ 81280 h 264159"/>
                <a:gd name="connsiteX15" fmla="*/ 254635 w 264477"/>
                <a:gd name="connsiteY15" fmla="*/ 81280 h 264159"/>
                <a:gd name="connsiteX16" fmla="*/ 263525 w 264477"/>
                <a:gd name="connsiteY16" fmla="*/ 76200 h 264159"/>
                <a:gd name="connsiteX17" fmla="*/ 263525 w 264477"/>
                <a:gd name="connsiteY17" fmla="*/ 66040 h 264159"/>
                <a:gd name="connsiteX18" fmla="*/ 222885 w 264477"/>
                <a:gd name="connsiteY18" fmla="*/ 5080 h 264159"/>
                <a:gd name="connsiteX19" fmla="*/ 213995 w 264477"/>
                <a:gd name="connsiteY19" fmla="*/ 0 h 264159"/>
                <a:gd name="connsiteX20" fmla="*/ 51435 w 264477"/>
                <a:gd name="connsiteY20" fmla="*/ 0 h 264159"/>
                <a:gd name="connsiteX21" fmla="*/ 235585 w 264477"/>
                <a:gd name="connsiteY21" fmla="*/ 60960 h 264159"/>
                <a:gd name="connsiteX22" fmla="*/ 208915 w 264477"/>
                <a:gd name="connsiteY22" fmla="*/ 20320 h 264159"/>
                <a:gd name="connsiteX23" fmla="*/ 56515 w 264477"/>
                <a:gd name="connsiteY23" fmla="*/ 20320 h 264159"/>
                <a:gd name="connsiteX24" fmla="*/ 29845 w 264477"/>
                <a:gd name="connsiteY24" fmla="*/ 60960 h 264159"/>
                <a:gd name="connsiteX25" fmla="*/ 61595 w 264477"/>
                <a:gd name="connsiteY25" fmla="*/ 60960 h 264159"/>
                <a:gd name="connsiteX26" fmla="*/ 61595 w 264477"/>
                <a:gd name="connsiteY26" fmla="*/ 35560 h 264159"/>
                <a:gd name="connsiteX27" fmla="*/ 66675 w 264477"/>
                <a:gd name="connsiteY27" fmla="*/ 30480 h 264159"/>
                <a:gd name="connsiteX28" fmla="*/ 76835 w 264477"/>
                <a:gd name="connsiteY28" fmla="*/ 30480 h 264159"/>
                <a:gd name="connsiteX29" fmla="*/ 81915 w 264477"/>
                <a:gd name="connsiteY29" fmla="*/ 35560 h 264159"/>
                <a:gd name="connsiteX30" fmla="*/ 81915 w 264477"/>
                <a:gd name="connsiteY30" fmla="*/ 60960 h 264159"/>
                <a:gd name="connsiteX31" fmla="*/ 102235 w 264477"/>
                <a:gd name="connsiteY31" fmla="*/ 60960 h 264159"/>
                <a:gd name="connsiteX32" fmla="*/ 102235 w 264477"/>
                <a:gd name="connsiteY32" fmla="*/ 35560 h 264159"/>
                <a:gd name="connsiteX33" fmla="*/ 107315 w 264477"/>
                <a:gd name="connsiteY33" fmla="*/ 30480 h 264159"/>
                <a:gd name="connsiteX34" fmla="*/ 117475 w 264477"/>
                <a:gd name="connsiteY34" fmla="*/ 30480 h 264159"/>
                <a:gd name="connsiteX35" fmla="*/ 122555 w 264477"/>
                <a:gd name="connsiteY35" fmla="*/ 35560 h 264159"/>
                <a:gd name="connsiteX36" fmla="*/ 122555 w 264477"/>
                <a:gd name="connsiteY36" fmla="*/ 60960 h 264159"/>
                <a:gd name="connsiteX37" fmla="*/ 142875 w 264477"/>
                <a:gd name="connsiteY37" fmla="*/ 60960 h 264159"/>
                <a:gd name="connsiteX38" fmla="*/ 142875 w 264477"/>
                <a:gd name="connsiteY38" fmla="*/ 35560 h 264159"/>
                <a:gd name="connsiteX39" fmla="*/ 147955 w 264477"/>
                <a:gd name="connsiteY39" fmla="*/ 30480 h 264159"/>
                <a:gd name="connsiteX40" fmla="*/ 158115 w 264477"/>
                <a:gd name="connsiteY40" fmla="*/ 30480 h 264159"/>
                <a:gd name="connsiteX41" fmla="*/ 163195 w 264477"/>
                <a:gd name="connsiteY41" fmla="*/ 35560 h 264159"/>
                <a:gd name="connsiteX42" fmla="*/ 163195 w 264477"/>
                <a:gd name="connsiteY42" fmla="*/ 60960 h 264159"/>
                <a:gd name="connsiteX43" fmla="*/ 183515 w 264477"/>
                <a:gd name="connsiteY43" fmla="*/ 60960 h 264159"/>
                <a:gd name="connsiteX44" fmla="*/ 183515 w 264477"/>
                <a:gd name="connsiteY44" fmla="*/ 35560 h 264159"/>
                <a:gd name="connsiteX45" fmla="*/ 188595 w 264477"/>
                <a:gd name="connsiteY45" fmla="*/ 30480 h 264159"/>
                <a:gd name="connsiteX46" fmla="*/ 198755 w 264477"/>
                <a:gd name="connsiteY46" fmla="*/ 30480 h 264159"/>
                <a:gd name="connsiteX47" fmla="*/ 203835 w 264477"/>
                <a:gd name="connsiteY47" fmla="*/ 35560 h 264159"/>
                <a:gd name="connsiteX48" fmla="*/ 203835 w 264477"/>
                <a:gd name="connsiteY48" fmla="*/ 60960 h 264159"/>
                <a:gd name="connsiteX49" fmla="*/ 235585 w 264477"/>
                <a:gd name="connsiteY49" fmla="*/ 6096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64477" h="264159">
                  <a:moveTo>
                    <a:pt x="51435" y="1270"/>
                  </a:moveTo>
                  <a:cubicBezTo>
                    <a:pt x="47625" y="1270"/>
                    <a:pt x="45085" y="2540"/>
                    <a:pt x="42545" y="6350"/>
                  </a:cubicBezTo>
                  <a:lnTo>
                    <a:pt x="1905" y="67310"/>
                  </a:lnTo>
                  <a:cubicBezTo>
                    <a:pt x="-635" y="69850"/>
                    <a:pt x="-635" y="74930"/>
                    <a:pt x="1905" y="77470"/>
                  </a:cubicBezTo>
                  <a:cubicBezTo>
                    <a:pt x="3175" y="81280"/>
                    <a:pt x="6985" y="82550"/>
                    <a:pt x="10795" y="82550"/>
                  </a:cubicBezTo>
                  <a:lnTo>
                    <a:pt x="20955" y="82550"/>
                  </a:lnTo>
                  <a:lnTo>
                    <a:pt x="20955" y="254000"/>
                  </a:lnTo>
                  <a:cubicBezTo>
                    <a:pt x="20955" y="259080"/>
                    <a:pt x="26035" y="264160"/>
                    <a:pt x="31115" y="264160"/>
                  </a:cubicBezTo>
                  <a:cubicBezTo>
                    <a:pt x="36195" y="264160"/>
                    <a:pt x="41275" y="259080"/>
                    <a:pt x="41275" y="254000"/>
                  </a:cubicBezTo>
                  <a:lnTo>
                    <a:pt x="41275" y="81280"/>
                  </a:lnTo>
                  <a:lnTo>
                    <a:pt x="224155" y="81280"/>
                  </a:lnTo>
                  <a:lnTo>
                    <a:pt x="224155" y="254000"/>
                  </a:lnTo>
                  <a:cubicBezTo>
                    <a:pt x="224155" y="259080"/>
                    <a:pt x="229235" y="264160"/>
                    <a:pt x="234315" y="264160"/>
                  </a:cubicBezTo>
                  <a:cubicBezTo>
                    <a:pt x="239395" y="264160"/>
                    <a:pt x="244475" y="259080"/>
                    <a:pt x="244475" y="254000"/>
                  </a:cubicBezTo>
                  <a:lnTo>
                    <a:pt x="244475" y="81280"/>
                  </a:lnTo>
                  <a:lnTo>
                    <a:pt x="254635" y="81280"/>
                  </a:lnTo>
                  <a:cubicBezTo>
                    <a:pt x="258445" y="81280"/>
                    <a:pt x="262255" y="78740"/>
                    <a:pt x="263525" y="76200"/>
                  </a:cubicBezTo>
                  <a:cubicBezTo>
                    <a:pt x="264795" y="72390"/>
                    <a:pt x="264795" y="68580"/>
                    <a:pt x="263525" y="66040"/>
                  </a:cubicBezTo>
                  <a:lnTo>
                    <a:pt x="222885" y="5080"/>
                  </a:lnTo>
                  <a:cubicBezTo>
                    <a:pt x="221615" y="2540"/>
                    <a:pt x="217805" y="0"/>
                    <a:pt x="213995" y="0"/>
                  </a:cubicBezTo>
                  <a:lnTo>
                    <a:pt x="51435" y="0"/>
                  </a:lnTo>
                  <a:close/>
                  <a:moveTo>
                    <a:pt x="235585" y="60960"/>
                  </a:moveTo>
                  <a:lnTo>
                    <a:pt x="208915" y="20320"/>
                  </a:lnTo>
                  <a:lnTo>
                    <a:pt x="56515" y="20320"/>
                  </a:lnTo>
                  <a:lnTo>
                    <a:pt x="29845" y="60960"/>
                  </a:lnTo>
                  <a:lnTo>
                    <a:pt x="61595" y="60960"/>
                  </a:lnTo>
                  <a:lnTo>
                    <a:pt x="61595" y="35560"/>
                  </a:lnTo>
                  <a:cubicBezTo>
                    <a:pt x="61595" y="33020"/>
                    <a:pt x="64135" y="30480"/>
                    <a:pt x="66675" y="30480"/>
                  </a:cubicBezTo>
                  <a:lnTo>
                    <a:pt x="76835" y="30480"/>
                  </a:lnTo>
                  <a:cubicBezTo>
                    <a:pt x="79375" y="30480"/>
                    <a:pt x="81915" y="33020"/>
                    <a:pt x="81915" y="35560"/>
                  </a:cubicBezTo>
                  <a:lnTo>
                    <a:pt x="81915" y="60960"/>
                  </a:lnTo>
                  <a:lnTo>
                    <a:pt x="102235" y="60960"/>
                  </a:lnTo>
                  <a:lnTo>
                    <a:pt x="102235" y="35560"/>
                  </a:lnTo>
                  <a:cubicBezTo>
                    <a:pt x="102235" y="33020"/>
                    <a:pt x="104775" y="30480"/>
                    <a:pt x="107315" y="30480"/>
                  </a:cubicBezTo>
                  <a:lnTo>
                    <a:pt x="117475" y="30480"/>
                  </a:lnTo>
                  <a:cubicBezTo>
                    <a:pt x="120015" y="30480"/>
                    <a:pt x="122555" y="33020"/>
                    <a:pt x="122555" y="35560"/>
                  </a:cubicBezTo>
                  <a:lnTo>
                    <a:pt x="122555" y="60960"/>
                  </a:lnTo>
                  <a:lnTo>
                    <a:pt x="142875" y="60960"/>
                  </a:lnTo>
                  <a:lnTo>
                    <a:pt x="142875" y="35560"/>
                  </a:lnTo>
                  <a:cubicBezTo>
                    <a:pt x="142875" y="33020"/>
                    <a:pt x="145415" y="30480"/>
                    <a:pt x="147955" y="30480"/>
                  </a:cubicBezTo>
                  <a:lnTo>
                    <a:pt x="158115" y="30480"/>
                  </a:lnTo>
                  <a:cubicBezTo>
                    <a:pt x="160655" y="30480"/>
                    <a:pt x="163195" y="33020"/>
                    <a:pt x="163195" y="35560"/>
                  </a:cubicBezTo>
                  <a:lnTo>
                    <a:pt x="163195" y="60960"/>
                  </a:lnTo>
                  <a:lnTo>
                    <a:pt x="183515" y="60960"/>
                  </a:lnTo>
                  <a:lnTo>
                    <a:pt x="183515" y="35560"/>
                  </a:lnTo>
                  <a:cubicBezTo>
                    <a:pt x="183515" y="33020"/>
                    <a:pt x="186055" y="30480"/>
                    <a:pt x="188595" y="30480"/>
                  </a:cubicBezTo>
                  <a:lnTo>
                    <a:pt x="198755" y="30480"/>
                  </a:lnTo>
                  <a:cubicBezTo>
                    <a:pt x="201295" y="30480"/>
                    <a:pt x="203835" y="33020"/>
                    <a:pt x="203835" y="35560"/>
                  </a:cubicBezTo>
                  <a:lnTo>
                    <a:pt x="203835" y="60960"/>
                  </a:lnTo>
                  <a:lnTo>
                    <a:pt x="235585" y="6096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65" name="Полилиния: фигура 784">
              <a:extLst>
                <a:ext uri="{FF2B5EF4-FFF2-40B4-BE49-F238E27FC236}">
                  <a16:creationId xmlns:a16="http://schemas.microsoft.com/office/drawing/2014/main" id="{310BA4F5-9741-612D-CF16-4BDBCAE51CE8}"/>
                </a:ext>
              </a:extLst>
            </p:cNvPr>
            <p:cNvSpPr/>
            <p:nvPr/>
          </p:nvSpPr>
          <p:spPr>
            <a:xfrm>
              <a:off x="6888480" y="5140959"/>
              <a:ext cx="20319" cy="40640"/>
            </a:xfrm>
            <a:custGeom>
              <a:avLst/>
              <a:gdLst>
                <a:gd name="connsiteX0" fmla="*/ 5080 w 20319"/>
                <a:gd name="connsiteY0" fmla="*/ 0 h 40640"/>
                <a:gd name="connsiteX1" fmla="*/ 0 w 20319"/>
                <a:gd name="connsiteY1" fmla="*/ 5080 h 40640"/>
                <a:gd name="connsiteX2" fmla="*/ 0 w 20319"/>
                <a:gd name="connsiteY2" fmla="*/ 35560 h 40640"/>
                <a:gd name="connsiteX3" fmla="*/ 5080 w 20319"/>
                <a:gd name="connsiteY3" fmla="*/ 40640 h 40640"/>
                <a:gd name="connsiteX4" fmla="*/ 15239 w 20319"/>
                <a:gd name="connsiteY4" fmla="*/ 40640 h 40640"/>
                <a:gd name="connsiteX5" fmla="*/ 20320 w 20319"/>
                <a:gd name="connsiteY5" fmla="*/ 35560 h 40640"/>
                <a:gd name="connsiteX6" fmla="*/ 20320 w 20319"/>
                <a:gd name="connsiteY6" fmla="*/ 5080 h 40640"/>
                <a:gd name="connsiteX7" fmla="*/ 15239 w 20319"/>
                <a:gd name="connsiteY7" fmla="*/ 0 h 40640"/>
                <a:gd name="connsiteX8" fmla="*/ 5080 w 20319"/>
                <a:gd name="connsiteY8" fmla="*/ 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19" h="40640">
                  <a:moveTo>
                    <a:pt x="5080" y="0"/>
                  </a:moveTo>
                  <a:cubicBezTo>
                    <a:pt x="2539" y="0"/>
                    <a:pt x="0" y="2540"/>
                    <a:pt x="0" y="5080"/>
                  </a:cubicBezTo>
                  <a:lnTo>
                    <a:pt x="0" y="35560"/>
                  </a:lnTo>
                  <a:cubicBezTo>
                    <a:pt x="0" y="38100"/>
                    <a:pt x="2539" y="40640"/>
                    <a:pt x="5080" y="40640"/>
                  </a:cubicBezTo>
                  <a:lnTo>
                    <a:pt x="15239" y="40640"/>
                  </a:lnTo>
                  <a:cubicBezTo>
                    <a:pt x="17780" y="40640"/>
                    <a:pt x="20320" y="38100"/>
                    <a:pt x="20320" y="35560"/>
                  </a:cubicBezTo>
                  <a:lnTo>
                    <a:pt x="20320" y="5080"/>
                  </a:lnTo>
                  <a:cubicBezTo>
                    <a:pt x="20320" y="2540"/>
                    <a:pt x="17780" y="0"/>
                    <a:pt x="15239" y="0"/>
                  </a:cubicBezTo>
                  <a:lnTo>
                    <a:pt x="508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66" name="Полилиния: фигура 785">
              <a:extLst>
                <a:ext uri="{FF2B5EF4-FFF2-40B4-BE49-F238E27FC236}">
                  <a16:creationId xmlns:a16="http://schemas.microsoft.com/office/drawing/2014/main" id="{A82C7B46-3E15-BC9C-EA80-F3BAD61FBF57}"/>
                </a:ext>
              </a:extLst>
            </p:cNvPr>
            <p:cNvSpPr/>
            <p:nvPr/>
          </p:nvSpPr>
          <p:spPr>
            <a:xfrm>
              <a:off x="6929119" y="5140959"/>
              <a:ext cx="20320" cy="40640"/>
            </a:xfrm>
            <a:custGeom>
              <a:avLst/>
              <a:gdLst>
                <a:gd name="connsiteX0" fmla="*/ 0 w 20320"/>
                <a:gd name="connsiteY0" fmla="*/ 5080 h 40640"/>
                <a:gd name="connsiteX1" fmla="*/ 5080 w 20320"/>
                <a:gd name="connsiteY1" fmla="*/ 0 h 40640"/>
                <a:gd name="connsiteX2" fmla="*/ 15240 w 20320"/>
                <a:gd name="connsiteY2" fmla="*/ 0 h 40640"/>
                <a:gd name="connsiteX3" fmla="*/ 20320 w 20320"/>
                <a:gd name="connsiteY3" fmla="*/ 5080 h 40640"/>
                <a:gd name="connsiteX4" fmla="*/ 20320 w 20320"/>
                <a:gd name="connsiteY4" fmla="*/ 35560 h 40640"/>
                <a:gd name="connsiteX5" fmla="*/ 15240 w 20320"/>
                <a:gd name="connsiteY5" fmla="*/ 40640 h 40640"/>
                <a:gd name="connsiteX6" fmla="*/ 5080 w 20320"/>
                <a:gd name="connsiteY6" fmla="*/ 40640 h 40640"/>
                <a:gd name="connsiteX7" fmla="*/ 0 w 20320"/>
                <a:gd name="connsiteY7" fmla="*/ 35560 h 40640"/>
                <a:gd name="connsiteX8" fmla="*/ 0 w 20320"/>
                <a:gd name="connsiteY8" fmla="*/ 50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40640">
                  <a:moveTo>
                    <a:pt x="0" y="5080"/>
                  </a:moveTo>
                  <a:cubicBezTo>
                    <a:pt x="0" y="2540"/>
                    <a:pt x="2540" y="0"/>
                    <a:pt x="5080" y="0"/>
                  </a:cubicBezTo>
                  <a:lnTo>
                    <a:pt x="15240" y="0"/>
                  </a:lnTo>
                  <a:cubicBezTo>
                    <a:pt x="17780" y="0"/>
                    <a:pt x="20320" y="2540"/>
                    <a:pt x="20320" y="5080"/>
                  </a:cubicBezTo>
                  <a:lnTo>
                    <a:pt x="20320" y="35560"/>
                  </a:lnTo>
                  <a:cubicBezTo>
                    <a:pt x="20320" y="38100"/>
                    <a:pt x="17780" y="40640"/>
                    <a:pt x="15240" y="40640"/>
                  </a:cubicBezTo>
                  <a:lnTo>
                    <a:pt x="5080" y="40640"/>
                  </a:lnTo>
                  <a:cubicBezTo>
                    <a:pt x="2540" y="40640"/>
                    <a:pt x="0" y="38100"/>
                    <a:pt x="0" y="35560"/>
                  </a:cubicBezTo>
                  <a:lnTo>
                    <a:pt x="0" y="50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67" name="Полилиния: фигура 786">
              <a:extLst>
                <a:ext uri="{FF2B5EF4-FFF2-40B4-BE49-F238E27FC236}">
                  <a16:creationId xmlns:a16="http://schemas.microsoft.com/office/drawing/2014/main" id="{B885C7B8-A505-59FD-5CDC-1E0A3279B8F3}"/>
                </a:ext>
              </a:extLst>
            </p:cNvPr>
            <p:cNvSpPr/>
            <p:nvPr/>
          </p:nvSpPr>
          <p:spPr>
            <a:xfrm>
              <a:off x="6969759" y="5140959"/>
              <a:ext cx="20320" cy="40640"/>
            </a:xfrm>
            <a:custGeom>
              <a:avLst/>
              <a:gdLst>
                <a:gd name="connsiteX0" fmla="*/ 5080 w 20320"/>
                <a:gd name="connsiteY0" fmla="*/ 0 h 40640"/>
                <a:gd name="connsiteX1" fmla="*/ 0 w 20320"/>
                <a:gd name="connsiteY1" fmla="*/ 5080 h 40640"/>
                <a:gd name="connsiteX2" fmla="*/ 0 w 20320"/>
                <a:gd name="connsiteY2" fmla="*/ 35560 h 40640"/>
                <a:gd name="connsiteX3" fmla="*/ 5080 w 20320"/>
                <a:gd name="connsiteY3" fmla="*/ 40640 h 40640"/>
                <a:gd name="connsiteX4" fmla="*/ 15240 w 20320"/>
                <a:gd name="connsiteY4" fmla="*/ 40640 h 40640"/>
                <a:gd name="connsiteX5" fmla="*/ 20320 w 20320"/>
                <a:gd name="connsiteY5" fmla="*/ 35560 h 40640"/>
                <a:gd name="connsiteX6" fmla="*/ 20320 w 20320"/>
                <a:gd name="connsiteY6" fmla="*/ 5080 h 40640"/>
                <a:gd name="connsiteX7" fmla="*/ 15240 w 20320"/>
                <a:gd name="connsiteY7" fmla="*/ 0 h 40640"/>
                <a:gd name="connsiteX8" fmla="*/ 5080 w 20320"/>
                <a:gd name="connsiteY8" fmla="*/ 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40640">
                  <a:moveTo>
                    <a:pt x="5080" y="0"/>
                  </a:moveTo>
                  <a:cubicBezTo>
                    <a:pt x="2540" y="0"/>
                    <a:pt x="0" y="2540"/>
                    <a:pt x="0" y="5080"/>
                  </a:cubicBezTo>
                  <a:lnTo>
                    <a:pt x="0" y="35560"/>
                  </a:lnTo>
                  <a:cubicBezTo>
                    <a:pt x="0" y="38100"/>
                    <a:pt x="2540" y="40640"/>
                    <a:pt x="5080" y="40640"/>
                  </a:cubicBezTo>
                  <a:lnTo>
                    <a:pt x="15240" y="40640"/>
                  </a:lnTo>
                  <a:cubicBezTo>
                    <a:pt x="17780" y="40640"/>
                    <a:pt x="20320" y="38100"/>
                    <a:pt x="20320" y="35560"/>
                  </a:cubicBezTo>
                  <a:lnTo>
                    <a:pt x="20320" y="5080"/>
                  </a:lnTo>
                  <a:cubicBezTo>
                    <a:pt x="20320" y="2540"/>
                    <a:pt x="17780" y="0"/>
                    <a:pt x="15240" y="0"/>
                  </a:cubicBezTo>
                  <a:lnTo>
                    <a:pt x="508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68" name="Полилиния: фигура 787">
              <a:extLst>
                <a:ext uri="{FF2B5EF4-FFF2-40B4-BE49-F238E27FC236}">
                  <a16:creationId xmlns:a16="http://schemas.microsoft.com/office/drawing/2014/main" id="{DC449DD9-986A-B56D-687D-A108838E2986}"/>
                </a:ext>
              </a:extLst>
            </p:cNvPr>
            <p:cNvSpPr/>
            <p:nvPr/>
          </p:nvSpPr>
          <p:spPr>
            <a:xfrm>
              <a:off x="7010400" y="5140959"/>
              <a:ext cx="20319" cy="40640"/>
            </a:xfrm>
            <a:custGeom>
              <a:avLst/>
              <a:gdLst>
                <a:gd name="connsiteX0" fmla="*/ 0 w 20319"/>
                <a:gd name="connsiteY0" fmla="*/ 5080 h 40640"/>
                <a:gd name="connsiteX1" fmla="*/ 5080 w 20319"/>
                <a:gd name="connsiteY1" fmla="*/ 0 h 40640"/>
                <a:gd name="connsiteX2" fmla="*/ 15240 w 20319"/>
                <a:gd name="connsiteY2" fmla="*/ 0 h 40640"/>
                <a:gd name="connsiteX3" fmla="*/ 20320 w 20319"/>
                <a:gd name="connsiteY3" fmla="*/ 5080 h 40640"/>
                <a:gd name="connsiteX4" fmla="*/ 20320 w 20319"/>
                <a:gd name="connsiteY4" fmla="*/ 35560 h 40640"/>
                <a:gd name="connsiteX5" fmla="*/ 15240 w 20319"/>
                <a:gd name="connsiteY5" fmla="*/ 40640 h 40640"/>
                <a:gd name="connsiteX6" fmla="*/ 5080 w 20319"/>
                <a:gd name="connsiteY6" fmla="*/ 40640 h 40640"/>
                <a:gd name="connsiteX7" fmla="*/ 0 w 20319"/>
                <a:gd name="connsiteY7" fmla="*/ 35560 h 40640"/>
                <a:gd name="connsiteX8" fmla="*/ 0 w 20319"/>
                <a:gd name="connsiteY8" fmla="*/ 50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19" h="40640">
                  <a:moveTo>
                    <a:pt x="0" y="5080"/>
                  </a:moveTo>
                  <a:cubicBezTo>
                    <a:pt x="0" y="2540"/>
                    <a:pt x="2540" y="0"/>
                    <a:pt x="5080" y="0"/>
                  </a:cubicBezTo>
                  <a:lnTo>
                    <a:pt x="15240" y="0"/>
                  </a:lnTo>
                  <a:cubicBezTo>
                    <a:pt x="17780" y="0"/>
                    <a:pt x="20320" y="2540"/>
                    <a:pt x="20320" y="5080"/>
                  </a:cubicBezTo>
                  <a:lnTo>
                    <a:pt x="20320" y="35560"/>
                  </a:lnTo>
                  <a:cubicBezTo>
                    <a:pt x="20320" y="38100"/>
                    <a:pt x="17780" y="40640"/>
                    <a:pt x="15240" y="40640"/>
                  </a:cubicBezTo>
                  <a:lnTo>
                    <a:pt x="5080" y="40640"/>
                  </a:lnTo>
                  <a:cubicBezTo>
                    <a:pt x="2540" y="40640"/>
                    <a:pt x="0" y="38100"/>
                    <a:pt x="0" y="35560"/>
                  </a:cubicBezTo>
                  <a:lnTo>
                    <a:pt x="0" y="50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69" name="Полилиния: фигура 788">
              <a:extLst>
                <a:ext uri="{FF2B5EF4-FFF2-40B4-BE49-F238E27FC236}">
                  <a16:creationId xmlns:a16="http://schemas.microsoft.com/office/drawing/2014/main" id="{8A07D503-DC0E-4EEC-846C-30B3A07D6266}"/>
                </a:ext>
              </a:extLst>
            </p:cNvPr>
            <p:cNvSpPr/>
            <p:nvPr/>
          </p:nvSpPr>
          <p:spPr>
            <a:xfrm>
              <a:off x="6888480" y="5080000"/>
              <a:ext cx="20319" cy="40640"/>
            </a:xfrm>
            <a:custGeom>
              <a:avLst/>
              <a:gdLst>
                <a:gd name="connsiteX0" fmla="*/ 5080 w 20319"/>
                <a:gd name="connsiteY0" fmla="*/ 0 h 40640"/>
                <a:gd name="connsiteX1" fmla="*/ 0 w 20319"/>
                <a:gd name="connsiteY1" fmla="*/ 5080 h 40640"/>
                <a:gd name="connsiteX2" fmla="*/ 0 w 20319"/>
                <a:gd name="connsiteY2" fmla="*/ 35560 h 40640"/>
                <a:gd name="connsiteX3" fmla="*/ 5080 w 20319"/>
                <a:gd name="connsiteY3" fmla="*/ 40640 h 40640"/>
                <a:gd name="connsiteX4" fmla="*/ 15239 w 20319"/>
                <a:gd name="connsiteY4" fmla="*/ 40640 h 40640"/>
                <a:gd name="connsiteX5" fmla="*/ 20320 w 20319"/>
                <a:gd name="connsiteY5" fmla="*/ 35560 h 40640"/>
                <a:gd name="connsiteX6" fmla="*/ 20320 w 20319"/>
                <a:gd name="connsiteY6" fmla="*/ 5080 h 40640"/>
                <a:gd name="connsiteX7" fmla="*/ 15239 w 20319"/>
                <a:gd name="connsiteY7" fmla="*/ 0 h 40640"/>
                <a:gd name="connsiteX8" fmla="*/ 5080 w 20319"/>
                <a:gd name="connsiteY8" fmla="*/ 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19" h="40640">
                  <a:moveTo>
                    <a:pt x="5080" y="0"/>
                  </a:moveTo>
                  <a:cubicBezTo>
                    <a:pt x="2539" y="0"/>
                    <a:pt x="0" y="2540"/>
                    <a:pt x="0" y="5080"/>
                  </a:cubicBezTo>
                  <a:lnTo>
                    <a:pt x="0" y="35560"/>
                  </a:lnTo>
                  <a:cubicBezTo>
                    <a:pt x="0" y="38100"/>
                    <a:pt x="2539" y="40640"/>
                    <a:pt x="5080" y="40640"/>
                  </a:cubicBezTo>
                  <a:lnTo>
                    <a:pt x="15239" y="40640"/>
                  </a:lnTo>
                  <a:cubicBezTo>
                    <a:pt x="17780" y="40640"/>
                    <a:pt x="20320" y="38100"/>
                    <a:pt x="20320" y="35560"/>
                  </a:cubicBezTo>
                  <a:lnTo>
                    <a:pt x="20320" y="5080"/>
                  </a:lnTo>
                  <a:cubicBezTo>
                    <a:pt x="20320" y="2540"/>
                    <a:pt x="17780" y="0"/>
                    <a:pt x="15239" y="0"/>
                  </a:cubicBezTo>
                  <a:lnTo>
                    <a:pt x="508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70" name="Полилиния: фигура 789">
              <a:extLst>
                <a:ext uri="{FF2B5EF4-FFF2-40B4-BE49-F238E27FC236}">
                  <a16:creationId xmlns:a16="http://schemas.microsoft.com/office/drawing/2014/main" id="{4941FF8B-46CF-246F-BF99-92F2C29246B7}"/>
                </a:ext>
              </a:extLst>
            </p:cNvPr>
            <p:cNvSpPr/>
            <p:nvPr/>
          </p:nvSpPr>
          <p:spPr>
            <a:xfrm>
              <a:off x="6929119" y="5080000"/>
              <a:ext cx="20320" cy="40640"/>
            </a:xfrm>
            <a:custGeom>
              <a:avLst/>
              <a:gdLst>
                <a:gd name="connsiteX0" fmla="*/ 0 w 20320"/>
                <a:gd name="connsiteY0" fmla="*/ 5080 h 40640"/>
                <a:gd name="connsiteX1" fmla="*/ 5080 w 20320"/>
                <a:gd name="connsiteY1" fmla="*/ 0 h 40640"/>
                <a:gd name="connsiteX2" fmla="*/ 15240 w 20320"/>
                <a:gd name="connsiteY2" fmla="*/ 0 h 40640"/>
                <a:gd name="connsiteX3" fmla="*/ 20320 w 20320"/>
                <a:gd name="connsiteY3" fmla="*/ 5080 h 40640"/>
                <a:gd name="connsiteX4" fmla="*/ 20320 w 20320"/>
                <a:gd name="connsiteY4" fmla="*/ 35560 h 40640"/>
                <a:gd name="connsiteX5" fmla="*/ 15240 w 20320"/>
                <a:gd name="connsiteY5" fmla="*/ 40640 h 40640"/>
                <a:gd name="connsiteX6" fmla="*/ 5080 w 20320"/>
                <a:gd name="connsiteY6" fmla="*/ 40640 h 40640"/>
                <a:gd name="connsiteX7" fmla="*/ 0 w 20320"/>
                <a:gd name="connsiteY7" fmla="*/ 35560 h 40640"/>
                <a:gd name="connsiteX8" fmla="*/ 0 w 20320"/>
                <a:gd name="connsiteY8" fmla="*/ 50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40640">
                  <a:moveTo>
                    <a:pt x="0" y="5080"/>
                  </a:moveTo>
                  <a:cubicBezTo>
                    <a:pt x="0" y="2540"/>
                    <a:pt x="2540" y="0"/>
                    <a:pt x="5080" y="0"/>
                  </a:cubicBezTo>
                  <a:lnTo>
                    <a:pt x="15240" y="0"/>
                  </a:lnTo>
                  <a:cubicBezTo>
                    <a:pt x="17780" y="0"/>
                    <a:pt x="20320" y="2540"/>
                    <a:pt x="20320" y="5080"/>
                  </a:cubicBezTo>
                  <a:lnTo>
                    <a:pt x="20320" y="35560"/>
                  </a:lnTo>
                  <a:cubicBezTo>
                    <a:pt x="20320" y="38100"/>
                    <a:pt x="17780" y="40640"/>
                    <a:pt x="15240" y="40640"/>
                  </a:cubicBezTo>
                  <a:lnTo>
                    <a:pt x="5080" y="40640"/>
                  </a:lnTo>
                  <a:cubicBezTo>
                    <a:pt x="2540" y="40640"/>
                    <a:pt x="0" y="38100"/>
                    <a:pt x="0" y="35560"/>
                  </a:cubicBezTo>
                  <a:lnTo>
                    <a:pt x="0" y="50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71" name="Полилиния: фигура 790">
              <a:extLst>
                <a:ext uri="{FF2B5EF4-FFF2-40B4-BE49-F238E27FC236}">
                  <a16:creationId xmlns:a16="http://schemas.microsoft.com/office/drawing/2014/main" id="{44418FC9-271C-78FD-040F-52382C13D39C}"/>
                </a:ext>
              </a:extLst>
            </p:cNvPr>
            <p:cNvSpPr/>
            <p:nvPr/>
          </p:nvSpPr>
          <p:spPr>
            <a:xfrm>
              <a:off x="6969759" y="5080000"/>
              <a:ext cx="20320" cy="40640"/>
            </a:xfrm>
            <a:custGeom>
              <a:avLst/>
              <a:gdLst>
                <a:gd name="connsiteX0" fmla="*/ 5080 w 20320"/>
                <a:gd name="connsiteY0" fmla="*/ 0 h 40640"/>
                <a:gd name="connsiteX1" fmla="*/ 0 w 20320"/>
                <a:gd name="connsiteY1" fmla="*/ 5080 h 40640"/>
                <a:gd name="connsiteX2" fmla="*/ 0 w 20320"/>
                <a:gd name="connsiteY2" fmla="*/ 35560 h 40640"/>
                <a:gd name="connsiteX3" fmla="*/ 5080 w 20320"/>
                <a:gd name="connsiteY3" fmla="*/ 40640 h 40640"/>
                <a:gd name="connsiteX4" fmla="*/ 15240 w 20320"/>
                <a:gd name="connsiteY4" fmla="*/ 40640 h 40640"/>
                <a:gd name="connsiteX5" fmla="*/ 20320 w 20320"/>
                <a:gd name="connsiteY5" fmla="*/ 35560 h 40640"/>
                <a:gd name="connsiteX6" fmla="*/ 20320 w 20320"/>
                <a:gd name="connsiteY6" fmla="*/ 5080 h 40640"/>
                <a:gd name="connsiteX7" fmla="*/ 15240 w 20320"/>
                <a:gd name="connsiteY7" fmla="*/ 0 h 40640"/>
                <a:gd name="connsiteX8" fmla="*/ 5080 w 20320"/>
                <a:gd name="connsiteY8" fmla="*/ 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20" h="40640">
                  <a:moveTo>
                    <a:pt x="5080" y="0"/>
                  </a:moveTo>
                  <a:cubicBezTo>
                    <a:pt x="2540" y="0"/>
                    <a:pt x="0" y="2540"/>
                    <a:pt x="0" y="5080"/>
                  </a:cubicBezTo>
                  <a:lnTo>
                    <a:pt x="0" y="35560"/>
                  </a:lnTo>
                  <a:cubicBezTo>
                    <a:pt x="0" y="38100"/>
                    <a:pt x="2540" y="40640"/>
                    <a:pt x="5080" y="40640"/>
                  </a:cubicBezTo>
                  <a:lnTo>
                    <a:pt x="15240" y="40640"/>
                  </a:lnTo>
                  <a:cubicBezTo>
                    <a:pt x="17780" y="40640"/>
                    <a:pt x="20320" y="38100"/>
                    <a:pt x="20320" y="35560"/>
                  </a:cubicBezTo>
                  <a:lnTo>
                    <a:pt x="20320" y="5080"/>
                  </a:lnTo>
                  <a:cubicBezTo>
                    <a:pt x="20320" y="2540"/>
                    <a:pt x="17780" y="0"/>
                    <a:pt x="15240" y="0"/>
                  </a:cubicBezTo>
                  <a:lnTo>
                    <a:pt x="508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72" name="Полилиния: фигура 791">
              <a:extLst>
                <a:ext uri="{FF2B5EF4-FFF2-40B4-BE49-F238E27FC236}">
                  <a16:creationId xmlns:a16="http://schemas.microsoft.com/office/drawing/2014/main" id="{8C202E0D-2374-5E7D-EBEC-6C05A494A5FA}"/>
                </a:ext>
              </a:extLst>
            </p:cNvPr>
            <p:cNvSpPr/>
            <p:nvPr/>
          </p:nvSpPr>
          <p:spPr>
            <a:xfrm>
              <a:off x="7010400" y="5080000"/>
              <a:ext cx="20319" cy="40640"/>
            </a:xfrm>
            <a:custGeom>
              <a:avLst/>
              <a:gdLst>
                <a:gd name="connsiteX0" fmla="*/ 0 w 20319"/>
                <a:gd name="connsiteY0" fmla="*/ 5080 h 40640"/>
                <a:gd name="connsiteX1" fmla="*/ 5080 w 20319"/>
                <a:gd name="connsiteY1" fmla="*/ 0 h 40640"/>
                <a:gd name="connsiteX2" fmla="*/ 15240 w 20319"/>
                <a:gd name="connsiteY2" fmla="*/ 0 h 40640"/>
                <a:gd name="connsiteX3" fmla="*/ 20320 w 20319"/>
                <a:gd name="connsiteY3" fmla="*/ 5080 h 40640"/>
                <a:gd name="connsiteX4" fmla="*/ 20320 w 20319"/>
                <a:gd name="connsiteY4" fmla="*/ 35560 h 40640"/>
                <a:gd name="connsiteX5" fmla="*/ 15240 w 20319"/>
                <a:gd name="connsiteY5" fmla="*/ 40640 h 40640"/>
                <a:gd name="connsiteX6" fmla="*/ 5080 w 20319"/>
                <a:gd name="connsiteY6" fmla="*/ 40640 h 40640"/>
                <a:gd name="connsiteX7" fmla="*/ 0 w 20319"/>
                <a:gd name="connsiteY7" fmla="*/ 35560 h 40640"/>
                <a:gd name="connsiteX8" fmla="*/ 0 w 20319"/>
                <a:gd name="connsiteY8" fmla="*/ 508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319" h="40640">
                  <a:moveTo>
                    <a:pt x="0" y="5080"/>
                  </a:moveTo>
                  <a:cubicBezTo>
                    <a:pt x="0" y="2540"/>
                    <a:pt x="2540" y="0"/>
                    <a:pt x="5080" y="0"/>
                  </a:cubicBezTo>
                  <a:lnTo>
                    <a:pt x="15240" y="0"/>
                  </a:lnTo>
                  <a:cubicBezTo>
                    <a:pt x="17780" y="0"/>
                    <a:pt x="20320" y="2540"/>
                    <a:pt x="20320" y="5080"/>
                  </a:cubicBezTo>
                  <a:lnTo>
                    <a:pt x="20320" y="35560"/>
                  </a:lnTo>
                  <a:cubicBezTo>
                    <a:pt x="20320" y="38100"/>
                    <a:pt x="17780" y="40640"/>
                    <a:pt x="15240" y="40640"/>
                  </a:cubicBezTo>
                  <a:lnTo>
                    <a:pt x="5080" y="40640"/>
                  </a:lnTo>
                  <a:cubicBezTo>
                    <a:pt x="2540" y="40640"/>
                    <a:pt x="0" y="38100"/>
                    <a:pt x="0" y="35560"/>
                  </a:cubicBezTo>
                  <a:lnTo>
                    <a:pt x="0" y="50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73" name="Полилиния: фигура 792">
              <a:extLst>
                <a:ext uri="{FF2B5EF4-FFF2-40B4-BE49-F238E27FC236}">
                  <a16:creationId xmlns:a16="http://schemas.microsoft.com/office/drawing/2014/main" id="{5F998239-4CB6-9FDF-9C50-BE4E779CB0D6}"/>
                </a:ext>
              </a:extLst>
            </p:cNvPr>
            <p:cNvSpPr/>
            <p:nvPr/>
          </p:nvSpPr>
          <p:spPr>
            <a:xfrm>
              <a:off x="6888480" y="5201920"/>
              <a:ext cx="30479" cy="40639"/>
            </a:xfrm>
            <a:custGeom>
              <a:avLst/>
              <a:gdLst>
                <a:gd name="connsiteX0" fmla="*/ 15239 w 30479"/>
                <a:gd name="connsiteY0" fmla="*/ 0 h 40639"/>
                <a:gd name="connsiteX1" fmla="*/ 0 w 30479"/>
                <a:gd name="connsiteY1" fmla="*/ 15240 h 40639"/>
                <a:gd name="connsiteX2" fmla="*/ 0 w 30479"/>
                <a:gd name="connsiteY2" fmla="*/ 30480 h 40639"/>
                <a:gd name="connsiteX3" fmla="*/ 2539 w 30479"/>
                <a:gd name="connsiteY3" fmla="*/ 38100 h 40639"/>
                <a:gd name="connsiteX4" fmla="*/ 10160 w 30479"/>
                <a:gd name="connsiteY4" fmla="*/ 40640 h 40639"/>
                <a:gd name="connsiteX5" fmla="*/ 20320 w 30479"/>
                <a:gd name="connsiteY5" fmla="*/ 40640 h 40639"/>
                <a:gd name="connsiteX6" fmla="*/ 30480 w 30479"/>
                <a:gd name="connsiteY6" fmla="*/ 30480 h 40639"/>
                <a:gd name="connsiteX7" fmla="*/ 30480 w 30479"/>
                <a:gd name="connsiteY7" fmla="*/ 15240 h 40639"/>
                <a:gd name="connsiteX8" fmla="*/ 15239 w 30479"/>
                <a:gd name="connsiteY8" fmla="*/ 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40639">
                  <a:moveTo>
                    <a:pt x="15239" y="0"/>
                  </a:moveTo>
                  <a:cubicBezTo>
                    <a:pt x="6350" y="0"/>
                    <a:pt x="0" y="6350"/>
                    <a:pt x="0" y="15240"/>
                  </a:cubicBezTo>
                  <a:lnTo>
                    <a:pt x="0" y="30480"/>
                  </a:lnTo>
                  <a:cubicBezTo>
                    <a:pt x="0" y="33020"/>
                    <a:pt x="1270" y="35560"/>
                    <a:pt x="2539" y="38100"/>
                  </a:cubicBezTo>
                  <a:cubicBezTo>
                    <a:pt x="5080" y="40640"/>
                    <a:pt x="7620" y="40640"/>
                    <a:pt x="10160" y="40640"/>
                  </a:cubicBezTo>
                  <a:lnTo>
                    <a:pt x="20320" y="40640"/>
                  </a:lnTo>
                  <a:cubicBezTo>
                    <a:pt x="25400" y="40640"/>
                    <a:pt x="30480" y="35560"/>
                    <a:pt x="30480" y="30480"/>
                  </a:cubicBezTo>
                  <a:lnTo>
                    <a:pt x="30480" y="15240"/>
                  </a:lnTo>
                  <a:cubicBezTo>
                    <a:pt x="30480" y="7620"/>
                    <a:pt x="24130" y="0"/>
                    <a:pt x="15239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74" name="Полилиния: фигура 793">
              <a:extLst>
                <a:ext uri="{FF2B5EF4-FFF2-40B4-BE49-F238E27FC236}">
                  <a16:creationId xmlns:a16="http://schemas.microsoft.com/office/drawing/2014/main" id="{A90C0400-CF48-2F98-71CF-4EE2E4535F13}"/>
                </a:ext>
              </a:extLst>
            </p:cNvPr>
            <p:cNvSpPr/>
            <p:nvPr/>
          </p:nvSpPr>
          <p:spPr>
            <a:xfrm>
              <a:off x="6939280" y="5201920"/>
              <a:ext cx="40639" cy="40639"/>
            </a:xfrm>
            <a:custGeom>
              <a:avLst/>
              <a:gdLst>
                <a:gd name="connsiteX0" fmla="*/ 20320 w 40639"/>
                <a:gd name="connsiteY0" fmla="*/ 0 h 40639"/>
                <a:gd name="connsiteX1" fmla="*/ 0 w 40639"/>
                <a:gd name="connsiteY1" fmla="*/ 20320 h 40639"/>
                <a:gd name="connsiteX2" fmla="*/ 0 w 40639"/>
                <a:gd name="connsiteY2" fmla="*/ 30480 h 40639"/>
                <a:gd name="connsiteX3" fmla="*/ 10160 w 40639"/>
                <a:gd name="connsiteY3" fmla="*/ 40640 h 40639"/>
                <a:gd name="connsiteX4" fmla="*/ 30480 w 40639"/>
                <a:gd name="connsiteY4" fmla="*/ 40640 h 40639"/>
                <a:gd name="connsiteX5" fmla="*/ 40639 w 40639"/>
                <a:gd name="connsiteY5" fmla="*/ 30480 h 40639"/>
                <a:gd name="connsiteX6" fmla="*/ 40639 w 40639"/>
                <a:gd name="connsiteY6" fmla="*/ 20320 h 40639"/>
                <a:gd name="connsiteX7" fmla="*/ 20320 w 40639"/>
                <a:gd name="connsiteY7" fmla="*/ 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0639" h="40639">
                  <a:moveTo>
                    <a:pt x="20320" y="0"/>
                  </a:moveTo>
                  <a:cubicBezTo>
                    <a:pt x="8889" y="0"/>
                    <a:pt x="0" y="8890"/>
                    <a:pt x="0" y="20320"/>
                  </a:cubicBezTo>
                  <a:lnTo>
                    <a:pt x="0" y="30480"/>
                  </a:lnTo>
                  <a:cubicBezTo>
                    <a:pt x="0" y="35560"/>
                    <a:pt x="5080" y="40640"/>
                    <a:pt x="10160" y="40640"/>
                  </a:cubicBezTo>
                  <a:lnTo>
                    <a:pt x="30480" y="40640"/>
                  </a:lnTo>
                  <a:cubicBezTo>
                    <a:pt x="35560" y="40640"/>
                    <a:pt x="40639" y="35560"/>
                    <a:pt x="40639" y="30480"/>
                  </a:cubicBezTo>
                  <a:lnTo>
                    <a:pt x="40639" y="20320"/>
                  </a:lnTo>
                  <a:cubicBezTo>
                    <a:pt x="40639" y="8890"/>
                    <a:pt x="31750" y="0"/>
                    <a:pt x="2032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75" name="Полилиния: фигура 794">
              <a:extLst>
                <a:ext uri="{FF2B5EF4-FFF2-40B4-BE49-F238E27FC236}">
                  <a16:creationId xmlns:a16="http://schemas.microsoft.com/office/drawing/2014/main" id="{6C7244FD-9D87-1B79-E691-C5CD44D362FA}"/>
                </a:ext>
              </a:extLst>
            </p:cNvPr>
            <p:cNvSpPr/>
            <p:nvPr/>
          </p:nvSpPr>
          <p:spPr>
            <a:xfrm>
              <a:off x="7000240" y="5201920"/>
              <a:ext cx="30479" cy="40639"/>
            </a:xfrm>
            <a:custGeom>
              <a:avLst/>
              <a:gdLst>
                <a:gd name="connsiteX0" fmla="*/ 15240 w 30479"/>
                <a:gd name="connsiteY0" fmla="*/ 0 h 40639"/>
                <a:gd name="connsiteX1" fmla="*/ 0 w 30479"/>
                <a:gd name="connsiteY1" fmla="*/ 15240 h 40639"/>
                <a:gd name="connsiteX2" fmla="*/ 0 w 30479"/>
                <a:gd name="connsiteY2" fmla="*/ 30480 h 40639"/>
                <a:gd name="connsiteX3" fmla="*/ 10160 w 30479"/>
                <a:gd name="connsiteY3" fmla="*/ 40640 h 40639"/>
                <a:gd name="connsiteX4" fmla="*/ 20320 w 30479"/>
                <a:gd name="connsiteY4" fmla="*/ 40640 h 40639"/>
                <a:gd name="connsiteX5" fmla="*/ 30480 w 30479"/>
                <a:gd name="connsiteY5" fmla="*/ 30480 h 40639"/>
                <a:gd name="connsiteX6" fmla="*/ 30480 w 30479"/>
                <a:gd name="connsiteY6" fmla="*/ 15240 h 40639"/>
                <a:gd name="connsiteX7" fmla="*/ 15240 w 30479"/>
                <a:gd name="connsiteY7" fmla="*/ 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30479" h="40639">
                  <a:moveTo>
                    <a:pt x="15240" y="0"/>
                  </a:moveTo>
                  <a:cubicBezTo>
                    <a:pt x="6350" y="0"/>
                    <a:pt x="0" y="6350"/>
                    <a:pt x="0" y="15240"/>
                  </a:cubicBezTo>
                  <a:lnTo>
                    <a:pt x="0" y="30480"/>
                  </a:lnTo>
                  <a:cubicBezTo>
                    <a:pt x="0" y="35560"/>
                    <a:pt x="5080" y="40640"/>
                    <a:pt x="10160" y="40640"/>
                  </a:cubicBezTo>
                  <a:lnTo>
                    <a:pt x="20320" y="40640"/>
                  </a:lnTo>
                  <a:cubicBezTo>
                    <a:pt x="25400" y="40640"/>
                    <a:pt x="30480" y="35560"/>
                    <a:pt x="30480" y="30480"/>
                  </a:cubicBezTo>
                  <a:lnTo>
                    <a:pt x="30480" y="15240"/>
                  </a:lnTo>
                  <a:cubicBezTo>
                    <a:pt x="30480" y="7620"/>
                    <a:pt x="22860" y="0"/>
                    <a:pt x="1524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76" name="Рисунок 2">
            <a:extLst>
              <a:ext uri="{FF2B5EF4-FFF2-40B4-BE49-F238E27FC236}">
                <a16:creationId xmlns:a16="http://schemas.microsoft.com/office/drawing/2014/main" id="{7916676F-B243-8AAC-B94F-32007FF819BA}"/>
              </a:ext>
            </a:extLst>
          </p:cNvPr>
          <p:cNvGrpSpPr/>
          <p:nvPr/>
        </p:nvGrpSpPr>
        <p:grpSpPr>
          <a:xfrm>
            <a:off x="9550724" y="4424910"/>
            <a:ext cx="232409" cy="303860"/>
            <a:chOff x="9639300" y="4959019"/>
            <a:chExt cx="232409" cy="303860"/>
          </a:xfrm>
          <a:solidFill>
            <a:schemeClr val="tx1"/>
          </a:solidFill>
        </p:grpSpPr>
        <p:sp>
          <p:nvSpPr>
            <p:cNvPr id="1077" name="Полилиния: фигура 800">
              <a:extLst>
                <a:ext uri="{FF2B5EF4-FFF2-40B4-BE49-F238E27FC236}">
                  <a16:creationId xmlns:a16="http://schemas.microsoft.com/office/drawing/2014/main" id="{B07F0E3C-21A5-272C-CA83-E1DB8EC8BED5}"/>
                </a:ext>
              </a:extLst>
            </p:cNvPr>
            <p:cNvSpPr/>
            <p:nvPr/>
          </p:nvSpPr>
          <p:spPr>
            <a:xfrm>
              <a:off x="9685019" y="4959019"/>
              <a:ext cx="141718" cy="161620"/>
            </a:xfrm>
            <a:custGeom>
              <a:avLst/>
              <a:gdLst>
                <a:gd name="connsiteX0" fmla="*/ 86361 w 141718"/>
                <a:gd name="connsiteY0" fmla="*/ 330 h 161620"/>
                <a:gd name="connsiteX1" fmla="*/ 55880 w 141718"/>
                <a:gd name="connsiteY1" fmla="*/ 5410 h 161620"/>
                <a:gd name="connsiteX2" fmla="*/ 45720 w 141718"/>
                <a:gd name="connsiteY2" fmla="*/ 14300 h 161620"/>
                <a:gd name="connsiteX3" fmla="*/ 0 w 141718"/>
                <a:gd name="connsiteY3" fmla="*/ 62560 h 161620"/>
                <a:gd name="connsiteX4" fmla="*/ 20320 w 141718"/>
                <a:gd name="connsiteY4" fmla="*/ 105740 h 161620"/>
                <a:gd name="connsiteX5" fmla="*/ 20320 w 141718"/>
                <a:gd name="connsiteY5" fmla="*/ 110821 h 161620"/>
                <a:gd name="connsiteX6" fmla="*/ 71120 w 141718"/>
                <a:gd name="connsiteY6" fmla="*/ 161621 h 161620"/>
                <a:gd name="connsiteX7" fmla="*/ 121920 w 141718"/>
                <a:gd name="connsiteY7" fmla="*/ 110821 h 161620"/>
                <a:gd name="connsiteX8" fmla="*/ 121920 w 141718"/>
                <a:gd name="connsiteY8" fmla="*/ 110821 h 161620"/>
                <a:gd name="connsiteX9" fmla="*/ 124461 w 141718"/>
                <a:gd name="connsiteY9" fmla="*/ 108280 h 161620"/>
                <a:gd name="connsiteX10" fmla="*/ 86361 w 141718"/>
                <a:gd name="connsiteY10" fmla="*/ 330 h 161620"/>
                <a:gd name="connsiteX11" fmla="*/ 58420 w 141718"/>
                <a:gd name="connsiteY11" fmla="*/ 30810 h 161620"/>
                <a:gd name="connsiteX12" fmla="*/ 66040 w 141718"/>
                <a:gd name="connsiteY12" fmla="*/ 23190 h 161620"/>
                <a:gd name="connsiteX13" fmla="*/ 83820 w 141718"/>
                <a:gd name="connsiteY13" fmla="*/ 20650 h 161620"/>
                <a:gd name="connsiteX14" fmla="*/ 118111 w 141718"/>
                <a:gd name="connsiteY14" fmla="*/ 76530 h 161620"/>
                <a:gd name="connsiteX15" fmla="*/ 91440 w 141718"/>
                <a:gd name="connsiteY15" fmla="*/ 61290 h 161620"/>
                <a:gd name="connsiteX16" fmla="*/ 74930 w 141718"/>
                <a:gd name="connsiteY16" fmla="*/ 60021 h 161620"/>
                <a:gd name="connsiteX17" fmla="*/ 72390 w 141718"/>
                <a:gd name="connsiteY17" fmla="*/ 60021 h 161620"/>
                <a:gd name="connsiteX18" fmla="*/ 64770 w 141718"/>
                <a:gd name="connsiteY18" fmla="*/ 58750 h 161620"/>
                <a:gd name="connsiteX19" fmla="*/ 57150 w 141718"/>
                <a:gd name="connsiteY19" fmla="*/ 56210 h 161620"/>
                <a:gd name="connsiteX20" fmla="*/ 36830 w 141718"/>
                <a:gd name="connsiteY20" fmla="*/ 53671 h 161620"/>
                <a:gd name="connsiteX21" fmla="*/ 21590 w 141718"/>
                <a:gd name="connsiteY21" fmla="*/ 79071 h 161620"/>
                <a:gd name="connsiteX22" fmla="*/ 19050 w 141718"/>
                <a:gd name="connsiteY22" fmla="*/ 63830 h 161620"/>
                <a:gd name="connsiteX23" fmla="*/ 46990 w 141718"/>
                <a:gd name="connsiteY23" fmla="*/ 35890 h 161620"/>
                <a:gd name="connsiteX24" fmla="*/ 58420 w 141718"/>
                <a:gd name="connsiteY24" fmla="*/ 30810 h 161620"/>
                <a:gd name="connsiteX25" fmla="*/ 100330 w 141718"/>
                <a:gd name="connsiteY25" fmla="*/ 86690 h 161620"/>
                <a:gd name="connsiteX26" fmla="*/ 88900 w 141718"/>
                <a:gd name="connsiteY26" fmla="*/ 81610 h 161620"/>
                <a:gd name="connsiteX27" fmla="*/ 73661 w 141718"/>
                <a:gd name="connsiteY27" fmla="*/ 80340 h 161620"/>
                <a:gd name="connsiteX28" fmla="*/ 71120 w 141718"/>
                <a:gd name="connsiteY28" fmla="*/ 80340 h 161620"/>
                <a:gd name="connsiteX29" fmla="*/ 62230 w 141718"/>
                <a:gd name="connsiteY29" fmla="*/ 79071 h 161620"/>
                <a:gd name="connsiteX30" fmla="*/ 46990 w 141718"/>
                <a:gd name="connsiteY30" fmla="*/ 72721 h 161620"/>
                <a:gd name="connsiteX31" fmla="*/ 39370 w 141718"/>
                <a:gd name="connsiteY31" fmla="*/ 101930 h 161620"/>
                <a:gd name="connsiteX32" fmla="*/ 39370 w 141718"/>
                <a:gd name="connsiteY32" fmla="*/ 112090 h 161620"/>
                <a:gd name="connsiteX33" fmla="*/ 69850 w 141718"/>
                <a:gd name="connsiteY33" fmla="*/ 142571 h 161620"/>
                <a:gd name="connsiteX34" fmla="*/ 100330 w 141718"/>
                <a:gd name="connsiteY34" fmla="*/ 112090 h 161620"/>
                <a:gd name="connsiteX35" fmla="*/ 100330 w 141718"/>
                <a:gd name="connsiteY35" fmla="*/ 86690 h 1616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1718" h="161620">
                  <a:moveTo>
                    <a:pt x="86361" y="330"/>
                  </a:moveTo>
                  <a:cubicBezTo>
                    <a:pt x="73661" y="-940"/>
                    <a:pt x="63500" y="1600"/>
                    <a:pt x="55880" y="5410"/>
                  </a:cubicBezTo>
                  <a:cubicBezTo>
                    <a:pt x="50800" y="7950"/>
                    <a:pt x="48261" y="11760"/>
                    <a:pt x="45720" y="14300"/>
                  </a:cubicBezTo>
                  <a:cubicBezTo>
                    <a:pt x="21590" y="13030"/>
                    <a:pt x="0" y="35890"/>
                    <a:pt x="0" y="62560"/>
                  </a:cubicBezTo>
                  <a:cubicBezTo>
                    <a:pt x="0" y="85421"/>
                    <a:pt x="11430" y="99390"/>
                    <a:pt x="20320" y="105740"/>
                  </a:cubicBezTo>
                  <a:lnTo>
                    <a:pt x="20320" y="110821"/>
                  </a:lnTo>
                  <a:cubicBezTo>
                    <a:pt x="20320" y="138760"/>
                    <a:pt x="43180" y="161621"/>
                    <a:pt x="71120" y="161621"/>
                  </a:cubicBezTo>
                  <a:cubicBezTo>
                    <a:pt x="99061" y="161621"/>
                    <a:pt x="121920" y="138760"/>
                    <a:pt x="121920" y="110821"/>
                  </a:cubicBezTo>
                  <a:lnTo>
                    <a:pt x="121920" y="110821"/>
                  </a:lnTo>
                  <a:lnTo>
                    <a:pt x="124461" y="108280"/>
                  </a:lnTo>
                  <a:cubicBezTo>
                    <a:pt x="162561" y="63830"/>
                    <a:pt x="132080" y="5410"/>
                    <a:pt x="86361" y="330"/>
                  </a:cubicBezTo>
                  <a:close/>
                  <a:moveTo>
                    <a:pt x="58420" y="30810"/>
                  </a:moveTo>
                  <a:cubicBezTo>
                    <a:pt x="60961" y="28271"/>
                    <a:pt x="62230" y="25730"/>
                    <a:pt x="66040" y="23190"/>
                  </a:cubicBezTo>
                  <a:cubicBezTo>
                    <a:pt x="69850" y="20650"/>
                    <a:pt x="74930" y="19380"/>
                    <a:pt x="83820" y="20650"/>
                  </a:cubicBezTo>
                  <a:cubicBezTo>
                    <a:pt x="109220" y="23190"/>
                    <a:pt x="127000" y="49860"/>
                    <a:pt x="118111" y="76530"/>
                  </a:cubicBezTo>
                  <a:cubicBezTo>
                    <a:pt x="113030" y="68910"/>
                    <a:pt x="104140" y="62560"/>
                    <a:pt x="91440" y="61290"/>
                  </a:cubicBezTo>
                  <a:cubicBezTo>
                    <a:pt x="85090" y="60021"/>
                    <a:pt x="80011" y="60021"/>
                    <a:pt x="74930" y="60021"/>
                  </a:cubicBezTo>
                  <a:cubicBezTo>
                    <a:pt x="73661" y="60021"/>
                    <a:pt x="72390" y="60021"/>
                    <a:pt x="72390" y="60021"/>
                  </a:cubicBezTo>
                  <a:cubicBezTo>
                    <a:pt x="69850" y="60021"/>
                    <a:pt x="67311" y="60021"/>
                    <a:pt x="64770" y="58750"/>
                  </a:cubicBezTo>
                  <a:cubicBezTo>
                    <a:pt x="59690" y="57480"/>
                    <a:pt x="58420" y="57480"/>
                    <a:pt x="57150" y="56210"/>
                  </a:cubicBezTo>
                  <a:cubicBezTo>
                    <a:pt x="53340" y="52400"/>
                    <a:pt x="45720" y="47321"/>
                    <a:pt x="36830" y="53671"/>
                  </a:cubicBezTo>
                  <a:cubicBezTo>
                    <a:pt x="30480" y="58750"/>
                    <a:pt x="24130" y="66371"/>
                    <a:pt x="21590" y="79071"/>
                  </a:cubicBezTo>
                  <a:cubicBezTo>
                    <a:pt x="20320" y="75260"/>
                    <a:pt x="19050" y="70180"/>
                    <a:pt x="19050" y="63830"/>
                  </a:cubicBezTo>
                  <a:cubicBezTo>
                    <a:pt x="19050" y="44780"/>
                    <a:pt x="34290" y="33350"/>
                    <a:pt x="46990" y="35890"/>
                  </a:cubicBezTo>
                  <a:cubicBezTo>
                    <a:pt x="50800" y="35890"/>
                    <a:pt x="54611" y="34621"/>
                    <a:pt x="58420" y="30810"/>
                  </a:cubicBezTo>
                  <a:close/>
                  <a:moveTo>
                    <a:pt x="100330" y="86690"/>
                  </a:moveTo>
                  <a:cubicBezTo>
                    <a:pt x="97790" y="84150"/>
                    <a:pt x="93980" y="82880"/>
                    <a:pt x="88900" y="81610"/>
                  </a:cubicBezTo>
                  <a:cubicBezTo>
                    <a:pt x="82550" y="80340"/>
                    <a:pt x="77470" y="80340"/>
                    <a:pt x="73661" y="80340"/>
                  </a:cubicBezTo>
                  <a:cubicBezTo>
                    <a:pt x="72390" y="80340"/>
                    <a:pt x="72390" y="80340"/>
                    <a:pt x="71120" y="80340"/>
                  </a:cubicBezTo>
                  <a:cubicBezTo>
                    <a:pt x="67311" y="80340"/>
                    <a:pt x="64770" y="80340"/>
                    <a:pt x="62230" y="79071"/>
                  </a:cubicBezTo>
                  <a:cubicBezTo>
                    <a:pt x="57150" y="77800"/>
                    <a:pt x="52070" y="76530"/>
                    <a:pt x="46990" y="72721"/>
                  </a:cubicBezTo>
                  <a:cubicBezTo>
                    <a:pt x="43180" y="77800"/>
                    <a:pt x="39370" y="86690"/>
                    <a:pt x="39370" y="101930"/>
                  </a:cubicBezTo>
                  <a:lnTo>
                    <a:pt x="39370" y="112090"/>
                  </a:lnTo>
                  <a:cubicBezTo>
                    <a:pt x="39370" y="128600"/>
                    <a:pt x="53340" y="142571"/>
                    <a:pt x="69850" y="142571"/>
                  </a:cubicBezTo>
                  <a:cubicBezTo>
                    <a:pt x="86361" y="142571"/>
                    <a:pt x="100330" y="128600"/>
                    <a:pt x="100330" y="112090"/>
                  </a:cubicBezTo>
                  <a:lnTo>
                    <a:pt x="100330" y="866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78" name="Полилиния: фигура 801">
              <a:extLst>
                <a:ext uri="{FF2B5EF4-FFF2-40B4-BE49-F238E27FC236}">
                  <a16:creationId xmlns:a16="http://schemas.microsoft.com/office/drawing/2014/main" id="{48269A2D-5C02-3806-EB65-8915FAAC03BB}"/>
                </a:ext>
              </a:extLst>
            </p:cNvPr>
            <p:cNvSpPr/>
            <p:nvPr/>
          </p:nvSpPr>
          <p:spPr>
            <a:xfrm>
              <a:off x="9639300" y="5135879"/>
              <a:ext cx="232409" cy="127000"/>
            </a:xfrm>
            <a:custGeom>
              <a:avLst/>
              <a:gdLst>
                <a:gd name="connsiteX0" fmla="*/ 63500 w 232409"/>
                <a:gd name="connsiteY0" fmla="*/ 0 h 127000"/>
                <a:gd name="connsiteX1" fmla="*/ 72390 w 232409"/>
                <a:gd name="connsiteY1" fmla="*/ 5080 h 127000"/>
                <a:gd name="connsiteX2" fmla="*/ 88900 w 232409"/>
                <a:gd name="connsiteY2" fmla="*/ 30480 h 127000"/>
                <a:gd name="connsiteX3" fmla="*/ 95250 w 232409"/>
                <a:gd name="connsiteY3" fmla="*/ 8890 h 127000"/>
                <a:gd name="connsiteX4" fmla="*/ 105410 w 232409"/>
                <a:gd name="connsiteY4" fmla="*/ 1270 h 127000"/>
                <a:gd name="connsiteX5" fmla="*/ 124460 w 232409"/>
                <a:gd name="connsiteY5" fmla="*/ 1270 h 127000"/>
                <a:gd name="connsiteX6" fmla="*/ 134620 w 232409"/>
                <a:gd name="connsiteY6" fmla="*/ 8890 h 127000"/>
                <a:gd name="connsiteX7" fmla="*/ 140970 w 232409"/>
                <a:gd name="connsiteY7" fmla="*/ 30480 h 127000"/>
                <a:gd name="connsiteX8" fmla="*/ 157480 w 232409"/>
                <a:gd name="connsiteY8" fmla="*/ 5080 h 127000"/>
                <a:gd name="connsiteX9" fmla="*/ 166370 w 232409"/>
                <a:gd name="connsiteY9" fmla="*/ 0 h 127000"/>
                <a:gd name="connsiteX10" fmla="*/ 171450 w 232409"/>
                <a:gd name="connsiteY10" fmla="*/ 0 h 127000"/>
                <a:gd name="connsiteX11" fmla="*/ 232410 w 232409"/>
                <a:gd name="connsiteY11" fmla="*/ 60960 h 127000"/>
                <a:gd name="connsiteX12" fmla="*/ 232410 w 232409"/>
                <a:gd name="connsiteY12" fmla="*/ 102870 h 127000"/>
                <a:gd name="connsiteX13" fmla="*/ 208280 w 232409"/>
                <a:gd name="connsiteY13" fmla="*/ 127000 h 127000"/>
                <a:gd name="connsiteX14" fmla="*/ 24130 w 232409"/>
                <a:gd name="connsiteY14" fmla="*/ 127000 h 127000"/>
                <a:gd name="connsiteX15" fmla="*/ 0 w 232409"/>
                <a:gd name="connsiteY15" fmla="*/ 102870 h 127000"/>
                <a:gd name="connsiteX16" fmla="*/ 0 w 232409"/>
                <a:gd name="connsiteY16" fmla="*/ 60960 h 127000"/>
                <a:gd name="connsiteX17" fmla="*/ 60960 w 232409"/>
                <a:gd name="connsiteY17" fmla="*/ 0 h 127000"/>
                <a:gd name="connsiteX18" fmla="*/ 63500 w 232409"/>
                <a:gd name="connsiteY18" fmla="*/ 0 h 127000"/>
                <a:gd name="connsiteX19" fmla="*/ 212090 w 232409"/>
                <a:gd name="connsiteY19" fmla="*/ 60960 h 127000"/>
                <a:gd name="connsiteX20" fmla="*/ 212090 w 232409"/>
                <a:gd name="connsiteY20" fmla="*/ 102870 h 127000"/>
                <a:gd name="connsiteX21" fmla="*/ 208280 w 232409"/>
                <a:gd name="connsiteY21" fmla="*/ 106680 h 127000"/>
                <a:gd name="connsiteX22" fmla="*/ 24130 w 232409"/>
                <a:gd name="connsiteY22" fmla="*/ 106680 h 127000"/>
                <a:gd name="connsiteX23" fmla="*/ 20320 w 232409"/>
                <a:gd name="connsiteY23" fmla="*/ 102870 h 127000"/>
                <a:gd name="connsiteX24" fmla="*/ 20320 w 232409"/>
                <a:gd name="connsiteY24" fmla="*/ 60960 h 127000"/>
                <a:gd name="connsiteX25" fmla="*/ 59690 w 232409"/>
                <a:gd name="connsiteY25" fmla="*/ 20320 h 127000"/>
                <a:gd name="connsiteX26" fmla="*/ 99060 w 232409"/>
                <a:gd name="connsiteY26" fmla="*/ 81280 h 127000"/>
                <a:gd name="connsiteX27" fmla="*/ 134620 w 232409"/>
                <a:gd name="connsiteY27" fmla="*/ 81280 h 127000"/>
                <a:gd name="connsiteX28" fmla="*/ 173990 w 232409"/>
                <a:gd name="connsiteY28" fmla="*/ 20320 h 127000"/>
                <a:gd name="connsiteX29" fmla="*/ 212090 w 232409"/>
                <a:gd name="connsiteY29" fmla="*/ 60960 h 127000"/>
                <a:gd name="connsiteX30" fmla="*/ 127000 w 232409"/>
                <a:gd name="connsiteY30" fmla="*/ 52070 h 127000"/>
                <a:gd name="connsiteX31" fmla="*/ 125730 w 232409"/>
                <a:gd name="connsiteY31" fmla="*/ 48260 h 127000"/>
                <a:gd name="connsiteX32" fmla="*/ 118110 w 232409"/>
                <a:gd name="connsiteY32" fmla="*/ 20320 h 127000"/>
                <a:gd name="connsiteX33" fmla="*/ 113030 w 232409"/>
                <a:gd name="connsiteY33" fmla="*/ 20320 h 127000"/>
                <a:gd name="connsiteX34" fmla="*/ 105410 w 232409"/>
                <a:gd name="connsiteY34" fmla="*/ 48260 h 127000"/>
                <a:gd name="connsiteX35" fmla="*/ 104140 w 232409"/>
                <a:gd name="connsiteY35" fmla="*/ 52070 h 127000"/>
                <a:gd name="connsiteX36" fmla="*/ 115570 w 232409"/>
                <a:gd name="connsiteY36" fmla="*/ 69850 h 127000"/>
                <a:gd name="connsiteX37" fmla="*/ 116840 w 232409"/>
                <a:gd name="connsiteY37" fmla="*/ 69850 h 127000"/>
                <a:gd name="connsiteX38" fmla="*/ 127000 w 232409"/>
                <a:gd name="connsiteY38" fmla="*/ 52070 h 127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</a:cxnLst>
              <a:rect l="l" t="t" r="r" b="b"/>
              <a:pathLst>
                <a:path w="232409" h="127000">
                  <a:moveTo>
                    <a:pt x="63500" y="0"/>
                  </a:moveTo>
                  <a:cubicBezTo>
                    <a:pt x="67310" y="0"/>
                    <a:pt x="69850" y="1270"/>
                    <a:pt x="72390" y="5080"/>
                  </a:cubicBezTo>
                  <a:lnTo>
                    <a:pt x="88900" y="30480"/>
                  </a:lnTo>
                  <a:lnTo>
                    <a:pt x="95250" y="8890"/>
                  </a:lnTo>
                  <a:cubicBezTo>
                    <a:pt x="96520" y="3810"/>
                    <a:pt x="100330" y="1270"/>
                    <a:pt x="105410" y="1270"/>
                  </a:cubicBezTo>
                  <a:lnTo>
                    <a:pt x="124460" y="1270"/>
                  </a:lnTo>
                  <a:cubicBezTo>
                    <a:pt x="129540" y="1270"/>
                    <a:pt x="133350" y="5080"/>
                    <a:pt x="134620" y="8890"/>
                  </a:cubicBezTo>
                  <a:lnTo>
                    <a:pt x="140970" y="30480"/>
                  </a:lnTo>
                  <a:lnTo>
                    <a:pt x="157480" y="5080"/>
                  </a:lnTo>
                  <a:cubicBezTo>
                    <a:pt x="160020" y="2540"/>
                    <a:pt x="162560" y="0"/>
                    <a:pt x="166370" y="0"/>
                  </a:cubicBezTo>
                  <a:lnTo>
                    <a:pt x="171450" y="0"/>
                  </a:lnTo>
                  <a:cubicBezTo>
                    <a:pt x="204470" y="0"/>
                    <a:pt x="232410" y="26670"/>
                    <a:pt x="232410" y="60960"/>
                  </a:cubicBezTo>
                  <a:lnTo>
                    <a:pt x="232410" y="102870"/>
                  </a:lnTo>
                  <a:cubicBezTo>
                    <a:pt x="232410" y="116840"/>
                    <a:pt x="220980" y="127000"/>
                    <a:pt x="208280" y="127000"/>
                  </a:cubicBezTo>
                  <a:lnTo>
                    <a:pt x="24130" y="127000"/>
                  </a:lnTo>
                  <a:cubicBezTo>
                    <a:pt x="10160" y="127000"/>
                    <a:pt x="0" y="115570"/>
                    <a:pt x="0" y="102870"/>
                  </a:cubicBezTo>
                  <a:lnTo>
                    <a:pt x="0" y="60960"/>
                  </a:lnTo>
                  <a:cubicBezTo>
                    <a:pt x="0" y="27940"/>
                    <a:pt x="26670" y="0"/>
                    <a:pt x="60960" y="0"/>
                  </a:cubicBezTo>
                  <a:lnTo>
                    <a:pt x="63500" y="0"/>
                  </a:lnTo>
                  <a:close/>
                  <a:moveTo>
                    <a:pt x="212090" y="60960"/>
                  </a:moveTo>
                  <a:lnTo>
                    <a:pt x="212090" y="102870"/>
                  </a:lnTo>
                  <a:cubicBezTo>
                    <a:pt x="212090" y="105410"/>
                    <a:pt x="210820" y="106680"/>
                    <a:pt x="208280" y="106680"/>
                  </a:cubicBezTo>
                  <a:lnTo>
                    <a:pt x="24130" y="106680"/>
                  </a:lnTo>
                  <a:cubicBezTo>
                    <a:pt x="21590" y="106680"/>
                    <a:pt x="20320" y="105410"/>
                    <a:pt x="20320" y="102870"/>
                  </a:cubicBezTo>
                  <a:lnTo>
                    <a:pt x="20320" y="60960"/>
                  </a:lnTo>
                  <a:cubicBezTo>
                    <a:pt x="20320" y="39370"/>
                    <a:pt x="38100" y="20320"/>
                    <a:pt x="59690" y="20320"/>
                  </a:cubicBezTo>
                  <a:lnTo>
                    <a:pt x="99060" y="81280"/>
                  </a:lnTo>
                  <a:cubicBezTo>
                    <a:pt x="107950" y="93980"/>
                    <a:pt x="127000" y="93980"/>
                    <a:pt x="134620" y="81280"/>
                  </a:cubicBezTo>
                  <a:lnTo>
                    <a:pt x="173990" y="20320"/>
                  </a:lnTo>
                  <a:cubicBezTo>
                    <a:pt x="194310" y="21590"/>
                    <a:pt x="212090" y="39370"/>
                    <a:pt x="212090" y="60960"/>
                  </a:cubicBezTo>
                  <a:close/>
                  <a:moveTo>
                    <a:pt x="127000" y="52070"/>
                  </a:moveTo>
                  <a:cubicBezTo>
                    <a:pt x="125730" y="50800"/>
                    <a:pt x="125730" y="49530"/>
                    <a:pt x="125730" y="48260"/>
                  </a:cubicBezTo>
                  <a:lnTo>
                    <a:pt x="118110" y="20320"/>
                  </a:lnTo>
                  <a:lnTo>
                    <a:pt x="113030" y="20320"/>
                  </a:lnTo>
                  <a:lnTo>
                    <a:pt x="105410" y="48260"/>
                  </a:lnTo>
                  <a:cubicBezTo>
                    <a:pt x="105410" y="49530"/>
                    <a:pt x="104140" y="50800"/>
                    <a:pt x="104140" y="52070"/>
                  </a:cubicBezTo>
                  <a:lnTo>
                    <a:pt x="115570" y="69850"/>
                  </a:lnTo>
                  <a:cubicBezTo>
                    <a:pt x="115570" y="69850"/>
                    <a:pt x="116840" y="69850"/>
                    <a:pt x="116840" y="69850"/>
                  </a:cubicBezTo>
                  <a:lnTo>
                    <a:pt x="127000" y="5207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79" name="Рисунок 2">
            <a:extLst>
              <a:ext uri="{FF2B5EF4-FFF2-40B4-BE49-F238E27FC236}">
                <a16:creationId xmlns:a16="http://schemas.microsoft.com/office/drawing/2014/main" id="{3F1F6031-9147-E663-BD3B-7B5A6132E8D5}"/>
              </a:ext>
            </a:extLst>
          </p:cNvPr>
          <p:cNvGrpSpPr/>
          <p:nvPr/>
        </p:nvGrpSpPr>
        <p:grpSpPr>
          <a:xfrm>
            <a:off x="10667415" y="4425241"/>
            <a:ext cx="235495" cy="302259"/>
            <a:chOff x="10755991" y="4959350"/>
            <a:chExt cx="235495" cy="302259"/>
          </a:xfrm>
          <a:solidFill>
            <a:schemeClr val="tx1"/>
          </a:solidFill>
        </p:grpSpPr>
        <p:sp>
          <p:nvSpPr>
            <p:cNvPr id="1080" name="Полилиния: фигура 810">
              <a:extLst>
                <a:ext uri="{FF2B5EF4-FFF2-40B4-BE49-F238E27FC236}">
                  <a16:creationId xmlns:a16="http://schemas.microsoft.com/office/drawing/2014/main" id="{1F36C468-574A-BB5E-F6DB-6C0B3A6046B8}"/>
                </a:ext>
              </a:extLst>
            </p:cNvPr>
            <p:cNvSpPr/>
            <p:nvPr/>
          </p:nvSpPr>
          <p:spPr>
            <a:xfrm>
              <a:off x="10801350" y="4959350"/>
              <a:ext cx="142240" cy="162559"/>
            </a:xfrm>
            <a:custGeom>
              <a:avLst/>
              <a:gdLst>
                <a:gd name="connsiteX0" fmla="*/ 81280 w 142240"/>
                <a:gd name="connsiteY0" fmla="*/ 0 h 162559"/>
                <a:gd name="connsiteX1" fmla="*/ 29210 w 142240"/>
                <a:gd name="connsiteY1" fmla="*/ 12700 h 162559"/>
                <a:gd name="connsiteX2" fmla="*/ 0 w 142240"/>
                <a:gd name="connsiteY2" fmla="*/ 69850 h 162559"/>
                <a:gd name="connsiteX3" fmla="*/ 11430 w 142240"/>
                <a:gd name="connsiteY3" fmla="*/ 81280 h 162559"/>
                <a:gd name="connsiteX4" fmla="*/ 15240 w 142240"/>
                <a:gd name="connsiteY4" fmla="*/ 81280 h 162559"/>
                <a:gd name="connsiteX5" fmla="*/ 15240 w 142240"/>
                <a:gd name="connsiteY5" fmla="*/ 106680 h 162559"/>
                <a:gd name="connsiteX6" fmla="*/ 71120 w 142240"/>
                <a:gd name="connsiteY6" fmla="*/ 162560 h 162559"/>
                <a:gd name="connsiteX7" fmla="*/ 127000 w 142240"/>
                <a:gd name="connsiteY7" fmla="*/ 106680 h 162559"/>
                <a:gd name="connsiteX8" fmla="*/ 127000 w 142240"/>
                <a:gd name="connsiteY8" fmla="*/ 81280 h 162559"/>
                <a:gd name="connsiteX9" fmla="*/ 142240 w 142240"/>
                <a:gd name="connsiteY9" fmla="*/ 62230 h 162559"/>
                <a:gd name="connsiteX10" fmla="*/ 87630 w 142240"/>
                <a:gd name="connsiteY10" fmla="*/ 2540 h 162559"/>
                <a:gd name="connsiteX11" fmla="*/ 81280 w 142240"/>
                <a:gd name="connsiteY11" fmla="*/ 0 h 162559"/>
                <a:gd name="connsiteX12" fmla="*/ 81280 w 142240"/>
                <a:gd name="connsiteY12" fmla="*/ 0 h 162559"/>
                <a:gd name="connsiteX13" fmla="*/ 106680 w 142240"/>
                <a:gd name="connsiteY13" fmla="*/ 80010 h 162559"/>
                <a:gd name="connsiteX14" fmla="*/ 101600 w 142240"/>
                <a:gd name="connsiteY14" fmla="*/ 80010 h 162559"/>
                <a:gd name="connsiteX15" fmla="*/ 91440 w 142240"/>
                <a:gd name="connsiteY15" fmla="*/ 73660 h 162559"/>
                <a:gd name="connsiteX16" fmla="*/ 87630 w 142240"/>
                <a:gd name="connsiteY16" fmla="*/ 66040 h 162559"/>
                <a:gd name="connsiteX17" fmla="*/ 78740 w 142240"/>
                <a:gd name="connsiteY17" fmla="*/ 71120 h 162559"/>
                <a:gd name="connsiteX18" fmla="*/ 54610 w 142240"/>
                <a:gd name="connsiteY18" fmla="*/ 77470 h 162559"/>
                <a:gd name="connsiteX19" fmla="*/ 34290 w 142240"/>
                <a:gd name="connsiteY19" fmla="*/ 80010 h 162559"/>
                <a:gd name="connsiteX20" fmla="*/ 34290 w 142240"/>
                <a:gd name="connsiteY20" fmla="*/ 105410 h 162559"/>
                <a:gd name="connsiteX21" fmla="*/ 69850 w 142240"/>
                <a:gd name="connsiteY21" fmla="*/ 140970 h 162559"/>
                <a:gd name="connsiteX22" fmla="*/ 105410 w 142240"/>
                <a:gd name="connsiteY22" fmla="*/ 105410 h 162559"/>
                <a:gd name="connsiteX23" fmla="*/ 105410 w 142240"/>
                <a:gd name="connsiteY23" fmla="*/ 80010 h 162559"/>
                <a:gd name="connsiteX24" fmla="*/ 52070 w 142240"/>
                <a:gd name="connsiteY24" fmla="*/ 58420 h 162559"/>
                <a:gd name="connsiteX25" fmla="*/ 20320 w 142240"/>
                <a:gd name="connsiteY25" fmla="*/ 60960 h 162559"/>
                <a:gd name="connsiteX26" fmla="*/ 39370 w 142240"/>
                <a:gd name="connsiteY26" fmla="*/ 30480 h 162559"/>
                <a:gd name="connsiteX27" fmla="*/ 80010 w 142240"/>
                <a:gd name="connsiteY27" fmla="*/ 20320 h 162559"/>
                <a:gd name="connsiteX28" fmla="*/ 85090 w 142240"/>
                <a:gd name="connsiteY28" fmla="*/ 20320 h 162559"/>
                <a:gd name="connsiteX29" fmla="*/ 121920 w 142240"/>
                <a:gd name="connsiteY29" fmla="*/ 60960 h 162559"/>
                <a:gd name="connsiteX30" fmla="*/ 107950 w 142240"/>
                <a:gd name="connsiteY30" fmla="*/ 60960 h 162559"/>
                <a:gd name="connsiteX31" fmla="*/ 101600 w 142240"/>
                <a:gd name="connsiteY31" fmla="*/ 48260 h 162559"/>
                <a:gd name="connsiteX32" fmla="*/ 82550 w 142240"/>
                <a:gd name="connsiteY32" fmla="*/ 46990 h 162559"/>
                <a:gd name="connsiteX33" fmla="*/ 72390 w 142240"/>
                <a:gd name="connsiteY33" fmla="*/ 53340 h 162559"/>
                <a:gd name="connsiteX34" fmla="*/ 52070 w 142240"/>
                <a:gd name="connsiteY34" fmla="*/ 58420 h 162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42240" h="162559">
                  <a:moveTo>
                    <a:pt x="81280" y="0"/>
                  </a:moveTo>
                  <a:cubicBezTo>
                    <a:pt x="64770" y="0"/>
                    <a:pt x="45720" y="2540"/>
                    <a:pt x="29210" y="12700"/>
                  </a:cubicBezTo>
                  <a:cubicBezTo>
                    <a:pt x="12700" y="22860"/>
                    <a:pt x="0" y="41910"/>
                    <a:pt x="0" y="69850"/>
                  </a:cubicBezTo>
                  <a:cubicBezTo>
                    <a:pt x="0" y="76200"/>
                    <a:pt x="5080" y="81280"/>
                    <a:pt x="11430" y="81280"/>
                  </a:cubicBezTo>
                  <a:cubicBezTo>
                    <a:pt x="12700" y="81280"/>
                    <a:pt x="13970" y="81280"/>
                    <a:pt x="15240" y="81280"/>
                  </a:cubicBezTo>
                  <a:lnTo>
                    <a:pt x="15240" y="106680"/>
                  </a:lnTo>
                  <a:cubicBezTo>
                    <a:pt x="15240" y="137160"/>
                    <a:pt x="40640" y="162560"/>
                    <a:pt x="71120" y="162560"/>
                  </a:cubicBezTo>
                  <a:cubicBezTo>
                    <a:pt x="101600" y="162560"/>
                    <a:pt x="127000" y="137160"/>
                    <a:pt x="127000" y="106680"/>
                  </a:cubicBezTo>
                  <a:lnTo>
                    <a:pt x="127000" y="81280"/>
                  </a:lnTo>
                  <a:cubicBezTo>
                    <a:pt x="135890" y="78740"/>
                    <a:pt x="142240" y="71120"/>
                    <a:pt x="142240" y="62230"/>
                  </a:cubicBezTo>
                  <a:cubicBezTo>
                    <a:pt x="142240" y="30480"/>
                    <a:pt x="118110" y="5080"/>
                    <a:pt x="87630" y="2540"/>
                  </a:cubicBezTo>
                  <a:lnTo>
                    <a:pt x="81280" y="0"/>
                  </a:lnTo>
                  <a:lnTo>
                    <a:pt x="81280" y="0"/>
                  </a:lnTo>
                  <a:close/>
                  <a:moveTo>
                    <a:pt x="106680" y="80010"/>
                  </a:moveTo>
                  <a:lnTo>
                    <a:pt x="101600" y="80010"/>
                  </a:lnTo>
                  <a:cubicBezTo>
                    <a:pt x="97790" y="80010"/>
                    <a:pt x="93980" y="77470"/>
                    <a:pt x="91440" y="73660"/>
                  </a:cubicBezTo>
                  <a:lnTo>
                    <a:pt x="87630" y="66040"/>
                  </a:lnTo>
                  <a:cubicBezTo>
                    <a:pt x="85090" y="67310"/>
                    <a:pt x="81280" y="69850"/>
                    <a:pt x="78740" y="71120"/>
                  </a:cubicBezTo>
                  <a:cubicBezTo>
                    <a:pt x="71120" y="73660"/>
                    <a:pt x="62230" y="76200"/>
                    <a:pt x="54610" y="77470"/>
                  </a:cubicBezTo>
                  <a:cubicBezTo>
                    <a:pt x="48260" y="78740"/>
                    <a:pt x="40640" y="78740"/>
                    <a:pt x="34290" y="80010"/>
                  </a:cubicBezTo>
                  <a:lnTo>
                    <a:pt x="34290" y="105410"/>
                  </a:lnTo>
                  <a:cubicBezTo>
                    <a:pt x="34290" y="124460"/>
                    <a:pt x="50800" y="140970"/>
                    <a:pt x="69850" y="140970"/>
                  </a:cubicBezTo>
                  <a:cubicBezTo>
                    <a:pt x="88900" y="140970"/>
                    <a:pt x="105410" y="124460"/>
                    <a:pt x="105410" y="105410"/>
                  </a:cubicBezTo>
                  <a:lnTo>
                    <a:pt x="105410" y="80010"/>
                  </a:lnTo>
                  <a:close/>
                  <a:moveTo>
                    <a:pt x="52070" y="58420"/>
                  </a:moveTo>
                  <a:cubicBezTo>
                    <a:pt x="41910" y="59690"/>
                    <a:pt x="30480" y="60960"/>
                    <a:pt x="20320" y="60960"/>
                  </a:cubicBezTo>
                  <a:cubicBezTo>
                    <a:pt x="22860" y="45720"/>
                    <a:pt x="30480" y="35560"/>
                    <a:pt x="39370" y="30480"/>
                  </a:cubicBezTo>
                  <a:cubicBezTo>
                    <a:pt x="50800" y="22860"/>
                    <a:pt x="66040" y="20320"/>
                    <a:pt x="80010" y="20320"/>
                  </a:cubicBezTo>
                  <a:lnTo>
                    <a:pt x="85090" y="20320"/>
                  </a:lnTo>
                  <a:cubicBezTo>
                    <a:pt x="105410" y="22860"/>
                    <a:pt x="121920" y="39370"/>
                    <a:pt x="121920" y="60960"/>
                  </a:cubicBezTo>
                  <a:lnTo>
                    <a:pt x="107950" y="60960"/>
                  </a:lnTo>
                  <a:lnTo>
                    <a:pt x="101600" y="48260"/>
                  </a:lnTo>
                  <a:cubicBezTo>
                    <a:pt x="97790" y="39370"/>
                    <a:pt x="86360" y="40640"/>
                    <a:pt x="82550" y="46990"/>
                  </a:cubicBezTo>
                  <a:cubicBezTo>
                    <a:pt x="81280" y="49530"/>
                    <a:pt x="78740" y="52070"/>
                    <a:pt x="72390" y="53340"/>
                  </a:cubicBezTo>
                  <a:cubicBezTo>
                    <a:pt x="67310" y="54610"/>
                    <a:pt x="59690" y="57150"/>
                    <a:pt x="52070" y="584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81" name="Полилиния: фигура 811">
              <a:extLst>
                <a:ext uri="{FF2B5EF4-FFF2-40B4-BE49-F238E27FC236}">
                  <a16:creationId xmlns:a16="http://schemas.microsoft.com/office/drawing/2014/main" id="{BE72D34E-CEF6-0526-3324-835431A9DC06}"/>
                </a:ext>
              </a:extLst>
            </p:cNvPr>
            <p:cNvSpPr/>
            <p:nvPr/>
          </p:nvSpPr>
          <p:spPr>
            <a:xfrm>
              <a:off x="10838311" y="5138102"/>
              <a:ext cx="69587" cy="73977"/>
            </a:xfrm>
            <a:custGeom>
              <a:avLst/>
              <a:gdLst>
                <a:gd name="connsiteX0" fmla="*/ 23999 w 69587"/>
                <a:gd name="connsiteY0" fmla="*/ 6668 h 73977"/>
                <a:gd name="connsiteX1" fmla="*/ 44319 w 69587"/>
                <a:gd name="connsiteY1" fmla="*/ 6668 h 73977"/>
                <a:gd name="connsiteX2" fmla="*/ 68449 w 69587"/>
                <a:gd name="connsiteY2" fmla="*/ 58738 h 73977"/>
                <a:gd name="connsiteX3" fmla="*/ 58289 w 69587"/>
                <a:gd name="connsiteY3" fmla="*/ 73977 h 73977"/>
                <a:gd name="connsiteX4" fmla="*/ 11299 w 69587"/>
                <a:gd name="connsiteY4" fmla="*/ 73977 h 73977"/>
                <a:gd name="connsiteX5" fmla="*/ 1139 w 69587"/>
                <a:gd name="connsiteY5" fmla="*/ 58738 h 73977"/>
                <a:gd name="connsiteX6" fmla="*/ 23999 w 69587"/>
                <a:gd name="connsiteY6" fmla="*/ 6668 h 73977"/>
                <a:gd name="connsiteX7" fmla="*/ 34158 w 69587"/>
                <a:gd name="connsiteY7" fmla="*/ 33338 h 73977"/>
                <a:gd name="connsiteX8" fmla="*/ 23999 w 69587"/>
                <a:gd name="connsiteY8" fmla="*/ 54927 h 73977"/>
                <a:gd name="connsiteX9" fmla="*/ 43049 w 69587"/>
                <a:gd name="connsiteY9" fmla="*/ 54927 h 73977"/>
                <a:gd name="connsiteX10" fmla="*/ 34158 w 69587"/>
                <a:gd name="connsiteY10" fmla="*/ 33338 h 739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69587" h="73977">
                  <a:moveTo>
                    <a:pt x="23999" y="6668"/>
                  </a:moveTo>
                  <a:cubicBezTo>
                    <a:pt x="27808" y="-2223"/>
                    <a:pt x="40508" y="-2223"/>
                    <a:pt x="44319" y="6668"/>
                  </a:cubicBezTo>
                  <a:lnTo>
                    <a:pt x="68449" y="58738"/>
                  </a:lnTo>
                  <a:cubicBezTo>
                    <a:pt x="72258" y="66357"/>
                    <a:pt x="65908" y="73977"/>
                    <a:pt x="58289" y="73977"/>
                  </a:cubicBezTo>
                  <a:lnTo>
                    <a:pt x="11299" y="73977"/>
                  </a:lnTo>
                  <a:cubicBezTo>
                    <a:pt x="3679" y="73977"/>
                    <a:pt x="-2671" y="65088"/>
                    <a:pt x="1139" y="58738"/>
                  </a:cubicBezTo>
                  <a:lnTo>
                    <a:pt x="23999" y="6668"/>
                  </a:lnTo>
                  <a:close/>
                  <a:moveTo>
                    <a:pt x="34158" y="33338"/>
                  </a:moveTo>
                  <a:lnTo>
                    <a:pt x="23999" y="54927"/>
                  </a:lnTo>
                  <a:lnTo>
                    <a:pt x="43049" y="54927"/>
                  </a:lnTo>
                  <a:lnTo>
                    <a:pt x="34158" y="33338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82" name="Полилиния: фигура 812">
              <a:extLst>
                <a:ext uri="{FF2B5EF4-FFF2-40B4-BE49-F238E27FC236}">
                  <a16:creationId xmlns:a16="http://schemas.microsoft.com/office/drawing/2014/main" id="{D1619358-3C0B-7BD1-056A-C805797594DB}"/>
                </a:ext>
              </a:extLst>
            </p:cNvPr>
            <p:cNvSpPr/>
            <p:nvPr/>
          </p:nvSpPr>
          <p:spPr>
            <a:xfrm>
              <a:off x="10755991" y="5135879"/>
              <a:ext cx="235495" cy="125729"/>
            </a:xfrm>
            <a:custGeom>
              <a:avLst/>
              <a:gdLst>
                <a:gd name="connsiteX0" fmla="*/ 21228 w 235495"/>
                <a:gd name="connsiteY0" fmla="*/ 66040 h 125729"/>
                <a:gd name="connsiteX1" fmla="*/ 55518 w 235495"/>
                <a:gd name="connsiteY1" fmla="*/ 20320 h 125729"/>
                <a:gd name="connsiteX2" fmla="*/ 75838 w 235495"/>
                <a:gd name="connsiteY2" fmla="*/ 20320 h 125729"/>
                <a:gd name="connsiteX3" fmla="*/ 85998 w 235495"/>
                <a:gd name="connsiteY3" fmla="*/ 10160 h 125729"/>
                <a:gd name="connsiteX4" fmla="*/ 75838 w 235495"/>
                <a:gd name="connsiteY4" fmla="*/ 0 h 125729"/>
                <a:gd name="connsiteX5" fmla="*/ 55518 w 235495"/>
                <a:gd name="connsiteY5" fmla="*/ 0 h 125729"/>
                <a:gd name="connsiteX6" fmla="*/ 2178 w 235495"/>
                <a:gd name="connsiteY6" fmla="*/ 71120 h 125729"/>
                <a:gd name="connsiteX7" fmla="*/ 12338 w 235495"/>
                <a:gd name="connsiteY7" fmla="*/ 104140 h 125729"/>
                <a:gd name="connsiteX8" fmla="*/ 41548 w 235495"/>
                <a:gd name="connsiteY8" fmla="*/ 125730 h 125729"/>
                <a:gd name="connsiteX9" fmla="*/ 193948 w 235495"/>
                <a:gd name="connsiteY9" fmla="*/ 125730 h 125729"/>
                <a:gd name="connsiteX10" fmla="*/ 223158 w 235495"/>
                <a:gd name="connsiteY10" fmla="*/ 104140 h 125729"/>
                <a:gd name="connsiteX11" fmla="*/ 233318 w 235495"/>
                <a:gd name="connsiteY11" fmla="*/ 71120 h 125729"/>
                <a:gd name="connsiteX12" fmla="*/ 179978 w 235495"/>
                <a:gd name="connsiteY12" fmla="*/ 0 h 125729"/>
                <a:gd name="connsiteX13" fmla="*/ 159658 w 235495"/>
                <a:gd name="connsiteY13" fmla="*/ 0 h 125729"/>
                <a:gd name="connsiteX14" fmla="*/ 149498 w 235495"/>
                <a:gd name="connsiteY14" fmla="*/ 10160 h 125729"/>
                <a:gd name="connsiteX15" fmla="*/ 159658 w 235495"/>
                <a:gd name="connsiteY15" fmla="*/ 20320 h 125729"/>
                <a:gd name="connsiteX16" fmla="*/ 179978 w 235495"/>
                <a:gd name="connsiteY16" fmla="*/ 20320 h 125729"/>
                <a:gd name="connsiteX17" fmla="*/ 214268 w 235495"/>
                <a:gd name="connsiteY17" fmla="*/ 66040 h 125729"/>
                <a:gd name="connsiteX18" fmla="*/ 204108 w 235495"/>
                <a:gd name="connsiteY18" fmla="*/ 99060 h 125729"/>
                <a:gd name="connsiteX19" fmla="*/ 193948 w 235495"/>
                <a:gd name="connsiteY19" fmla="*/ 106680 h 125729"/>
                <a:gd name="connsiteX20" fmla="*/ 41548 w 235495"/>
                <a:gd name="connsiteY20" fmla="*/ 106680 h 125729"/>
                <a:gd name="connsiteX21" fmla="*/ 31388 w 235495"/>
                <a:gd name="connsiteY21" fmla="*/ 99060 h 125729"/>
                <a:gd name="connsiteX22" fmla="*/ 21228 w 235495"/>
                <a:gd name="connsiteY22" fmla="*/ 66040 h 125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35495" h="125729">
                  <a:moveTo>
                    <a:pt x="21228" y="66040"/>
                  </a:moveTo>
                  <a:cubicBezTo>
                    <a:pt x="14878" y="43180"/>
                    <a:pt x="31388" y="20320"/>
                    <a:pt x="55518" y="20320"/>
                  </a:cubicBezTo>
                  <a:lnTo>
                    <a:pt x="75838" y="20320"/>
                  </a:lnTo>
                  <a:cubicBezTo>
                    <a:pt x="80918" y="20320"/>
                    <a:pt x="85998" y="15240"/>
                    <a:pt x="85998" y="10160"/>
                  </a:cubicBezTo>
                  <a:cubicBezTo>
                    <a:pt x="85998" y="5080"/>
                    <a:pt x="80918" y="0"/>
                    <a:pt x="75838" y="0"/>
                  </a:cubicBezTo>
                  <a:lnTo>
                    <a:pt x="55518" y="0"/>
                  </a:lnTo>
                  <a:cubicBezTo>
                    <a:pt x="18688" y="0"/>
                    <a:pt x="-7982" y="35560"/>
                    <a:pt x="2178" y="71120"/>
                  </a:cubicBezTo>
                  <a:lnTo>
                    <a:pt x="12338" y="104140"/>
                  </a:lnTo>
                  <a:cubicBezTo>
                    <a:pt x="16148" y="116840"/>
                    <a:pt x="27578" y="125730"/>
                    <a:pt x="41548" y="125730"/>
                  </a:cubicBezTo>
                  <a:lnTo>
                    <a:pt x="193948" y="125730"/>
                  </a:lnTo>
                  <a:cubicBezTo>
                    <a:pt x="207918" y="125730"/>
                    <a:pt x="219348" y="116840"/>
                    <a:pt x="223158" y="104140"/>
                  </a:cubicBezTo>
                  <a:lnTo>
                    <a:pt x="233318" y="71120"/>
                  </a:lnTo>
                  <a:cubicBezTo>
                    <a:pt x="243478" y="35560"/>
                    <a:pt x="216808" y="0"/>
                    <a:pt x="179978" y="0"/>
                  </a:cubicBezTo>
                  <a:lnTo>
                    <a:pt x="159658" y="0"/>
                  </a:lnTo>
                  <a:cubicBezTo>
                    <a:pt x="154578" y="0"/>
                    <a:pt x="149498" y="5080"/>
                    <a:pt x="149498" y="10160"/>
                  </a:cubicBezTo>
                  <a:cubicBezTo>
                    <a:pt x="149498" y="15240"/>
                    <a:pt x="154578" y="20320"/>
                    <a:pt x="159658" y="20320"/>
                  </a:cubicBezTo>
                  <a:lnTo>
                    <a:pt x="179978" y="20320"/>
                  </a:lnTo>
                  <a:cubicBezTo>
                    <a:pt x="204108" y="20320"/>
                    <a:pt x="220618" y="43180"/>
                    <a:pt x="214268" y="66040"/>
                  </a:cubicBezTo>
                  <a:lnTo>
                    <a:pt x="204108" y="99060"/>
                  </a:lnTo>
                  <a:cubicBezTo>
                    <a:pt x="202838" y="102870"/>
                    <a:pt x="199028" y="106680"/>
                    <a:pt x="193948" y="106680"/>
                  </a:cubicBezTo>
                  <a:lnTo>
                    <a:pt x="41548" y="106680"/>
                  </a:lnTo>
                  <a:cubicBezTo>
                    <a:pt x="36468" y="106680"/>
                    <a:pt x="32658" y="104140"/>
                    <a:pt x="31388" y="99060"/>
                  </a:cubicBezTo>
                  <a:lnTo>
                    <a:pt x="21228" y="660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083" name="Полилиния: фигура 825">
            <a:extLst>
              <a:ext uri="{FF2B5EF4-FFF2-40B4-BE49-F238E27FC236}">
                <a16:creationId xmlns:a16="http://schemas.microsoft.com/office/drawing/2014/main" id="{8DA8B6D3-5416-2FB0-A4F8-6217D6FB710B}"/>
              </a:ext>
            </a:extLst>
          </p:cNvPr>
          <p:cNvSpPr/>
          <p:nvPr/>
        </p:nvSpPr>
        <p:spPr>
          <a:xfrm>
            <a:off x="549412" y="4451911"/>
            <a:ext cx="264159" cy="249089"/>
          </a:xfrm>
          <a:custGeom>
            <a:avLst/>
            <a:gdLst>
              <a:gd name="connsiteX0" fmla="*/ 132080 w 264159"/>
              <a:gd name="connsiteY0" fmla="*/ 50800 h 249089"/>
              <a:gd name="connsiteX1" fmla="*/ 182880 w 264159"/>
              <a:gd name="connsiteY1" fmla="*/ 0 h 249089"/>
              <a:gd name="connsiteX2" fmla="*/ 233680 w 264159"/>
              <a:gd name="connsiteY2" fmla="*/ 50800 h 249089"/>
              <a:gd name="connsiteX3" fmla="*/ 233680 w 264159"/>
              <a:gd name="connsiteY3" fmla="*/ 71120 h 249089"/>
              <a:gd name="connsiteX4" fmla="*/ 223520 w 264159"/>
              <a:gd name="connsiteY4" fmla="*/ 81280 h 249089"/>
              <a:gd name="connsiteX5" fmla="*/ 213360 w 264159"/>
              <a:gd name="connsiteY5" fmla="*/ 71120 h 249089"/>
              <a:gd name="connsiteX6" fmla="*/ 213360 w 264159"/>
              <a:gd name="connsiteY6" fmla="*/ 50800 h 249089"/>
              <a:gd name="connsiteX7" fmla="*/ 182880 w 264159"/>
              <a:gd name="connsiteY7" fmla="*/ 20320 h 249089"/>
              <a:gd name="connsiteX8" fmla="*/ 152400 w 264159"/>
              <a:gd name="connsiteY8" fmla="*/ 50800 h 249089"/>
              <a:gd name="connsiteX9" fmla="*/ 152400 w 264159"/>
              <a:gd name="connsiteY9" fmla="*/ 91440 h 249089"/>
              <a:gd name="connsiteX10" fmla="*/ 152400 w 264159"/>
              <a:gd name="connsiteY10" fmla="*/ 132080 h 249089"/>
              <a:gd name="connsiteX11" fmla="*/ 152400 w 264159"/>
              <a:gd name="connsiteY11" fmla="*/ 152400 h 249089"/>
              <a:gd name="connsiteX12" fmla="*/ 142240 w 264159"/>
              <a:gd name="connsiteY12" fmla="*/ 162560 h 249089"/>
              <a:gd name="connsiteX13" fmla="*/ 132080 w 264159"/>
              <a:gd name="connsiteY13" fmla="*/ 152400 h 249089"/>
              <a:gd name="connsiteX14" fmla="*/ 132080 w 264159"/>
              <a:gd name="connsiteY14" fmla="*/ 142240 h 249089"/>
              <a:gd name="connsiteX15" fmla="*/ 101600 w 264159"/>
              <a:gd name="connsiteY15" fmla="*/ 142240 h 249089"/>
              <a:gd name="connsiteX16" fmla="*/ 91440 w 264159"/>
              <a:gd name="connsiteY16" fmla="*/ 132080 h 249089"/>
              <a:gd name="connsiteX17" fmla="*/ 101600 w 264159"/>
              <a:gd name="connsiteY17" fmla="*/ 121920 h 249089"/>
              <a:gd name="connsiteX18" fmla="*/ 132080 w 264159"/>
              <a:gd name="connsiteY18" fmla="*/ 121920 h 249089"/>
              <a:gd name="connsiteX19" fmla="*/ 132080 w 264159"/>
              <a:gd name="connsiteY19" fmla="*/ 101600 h 249089"/>
              <a:gd name="connsiteX20" fmla="*/ 101600 w 264159"/>
              <a:gd name="connsiteY20" fmla="*/ 101600 h 249089"/>
              <a:gd name="connsiteX21" fmla="*/ 91440 w 264159"/>
              <a:gd name="connsiteY21" fmla="*/ 91440 h 249089"/>
              <a:gd name="connsiteX22" fmla="*/ 101600 w 264159"/>
              <a:gd name="connsiteY22" fmla="*/ 81280 h 249089"/>
              <a:gd name="connsiteX23" fmla="*/ 132080 w 264159"/>
              <a:gd name="connsiteY23" fmla="*/ 81280 h 249089"/>
              <a:gd name="connsiteX24" fmla="*/ 132080 w 264159"/>
              <a:gd name="connsiteY24" fmla="*/ 50800 h 249089"/>
              <a:gd name="connsiteX25" fmla="*/ 10160 w 264159"/>
              <a:gd name="connsiteY25" fmla="*/ 101600 h 249089"/>
              <a:gd name="connsiteX26" fmla="*/ 0 w 264159"/>
              <a:gd name="connsiteY26" fmla="*/ 111760 h 249089"/>
              <a:gd name="connsiteX27" fmla="*/ 10160 w 264159"/>
              <a:gd name="connsiteY27" fmla="*/ 121920 h 249089"/>
              <a:gd name="connsiteX28" fmla="*/ 40640 w 264159"/>
              <a:gd name="connsiteY28" fmla="*/ 121920 h 249089"/>
              <a:gd name="connsiteX29" fmla="*/ 40640 w 264159"/>
              <a:gd name="connsiteY29" fmla="*/ 152400 h 249089"/>
              <a:gd name="connsiteX30" fmla="*/ 50800 w 264159"/>
              <a:gd name="connsiteY30" fmla="*/ 162560 h 249089"/>
              <a:gd name="connsiteX31" fmla="*/ 60960 w 264159"/>
              <a:gd name="connsiteY31" fmla="*/ 152400 h 249089"/>
              <a:gd name="connsiteX32" fmla="*/ 60960 w 264159"/>
              <a:gd name="connsiteY32" fmla="*/ 50800 h 249089"/>
              <a:gd name="connsiteX33" fmla="*/ 91440 w 264159"/>
              <a:gd name="connsiteY33" fmla="*/ 20320 h 249089"/>
              <a:gd name="connsiteX34" fmla="*/ 111760 w 264159"/>
              <a:gd name="connsiteY34" fmla="*/ 27940 h 249089"/>
              <a:gd name="connsiteX35" fmla="*/ 125730 w 264159"/>
              <a:gd name="connsiteY35" fmla="*/ 26670 h 249089"/>
              <a:gd name="connsiteX36" fmla="*/ 124460 w 264159"/>
              <a:gd name="connsiteY36" fmla="*/ 12700 h 249089"/>
              <a:gd name="connsiteX37" fmla="*/ 91440 w 264159"/>
              <a:gd name="connsiteY37" fmla="*/ 0 h 249089"/>
              <a:gd name="connsiteX38" fmla="*/ 40640 w 264159"/>
              <a:gd name="connsiteY38" fmla="*/ 50800 h 249089"/>
              <a:gd name="connsiteX39" fmla="*/ 40640 w 264159"/>
              <a:gd name="connsiteY39" fmla="*/ 101600 h 249089"/>
              <a:gd name="connsiteX40" fmla="*/ 10160 w 264159"/>
              <a:gd name="connsiteY40" fmla="*/ 101600 h 249089"/>
              <a:gd name="connsiteX41" fmla="*/ 29210 w 264159"/>
              <a:gd name="connsiteY41" fmla="*/ 185420 h 249089"/>
              <a:gd name="connsiteX42" fmla="*/ 62230 w 264159"/>
              <a:gd name="connsiteY42" fmla="*/ 185420 h 249089"/>
              <a:gd name="connsiteX43" fmla="*/ 67310 w 264159"/>
              <a:gd name="connsiteY43" fmla="*/ 182880 h 249089"/>
              <a:gd name="connsiteX44" fmla="*/ 115570 w 264159"/>
              <a:gd name="connsiteY44" fmla="*/ 184150 h 249089"/>
              <a:gd name="connsiteX45" fmla="*/ 148590 w 264159"/>
              <a:gd name="connsiteY45" fmla="*/ 184150 h 249089"/>
              <a:gd name="connsiteX46" fmla="*/ 196850 w 264159"/>
              <a:gd name="connsiteY46" fmla="*/ 182880 h 249089"/>
              <a:gd name="connsiteX47" fmla="*/ 201930 w 264159"/>
              <a:gd name="connsiteY47" fmla="*/ 185420 h 249089"/>
              <a:gd name="connsiteX48" fmla="*/ 234950 w 264159"/>
              <a:gd name="connsiteY48" fmla="*/ 185420 h 249089"/>
              <a:gd name="connsiteX49" fmla="*/ 250190 w 264159"/>
              <a:gd name="connsiteY49" fmla="*/ 179070 h 249089"/>
              <a:gd name="connsiteX50" fmla="*/ 262890 w 264159"/>
              <a:gd name="connsiteY50" fmla="*/ 184150 h 249089"/>
              <a:gd name="connsiteX51" fmla="*/ 257810 w 264159"/>
              <a:gd name="connsiteY51" fmla="*/ 196850 h 249089"/>
              <a:gd name="connsiteX52" fmla="*/ 242570 w 264159"/>
              <a:gd name="connsiteY52" fmla="*/ 203200 h 249089"/>
              <a:gd name="connsiteX53" fmla="*/ 194310 w 264159"/>
              <a:gd name="connsiteY53" fmla="*/ 203200 h 249089"/>
              <a:gd name="connsiteX54" fmla="*/ 189230 w 264159"/>
              <a:gd name="connsiteY54" fmla="*/ 200660 h 249089"/>
              <a:gd name="connsiteX55" fmla="*/ 157480 w 264159"/>
              <a:gd name="connsiteY55" fmla="*/ 201930 h 249089"/>
              <a:gd name="connsiteX56" fmla="*/ 106680 w 264159"/>
              <a:gd name="connsiteY56" fmla="*/ 201930 h 249089"/>
              <a:gd name="connsiteX57" fmla="*/ 74930 w 264159"/>
              <a:gd name="connsiteY57" fmla="*/ 200660 h 249089"/>
              <a:gd name="connsiteX58" fmla="*/ 69850 w 264159"/>
              <a:gd name="connsiteY58" fmla="*/ 203200 h 249089"/>
              <a:gd name="connsiteX59" fmla="*/ 21590 w 264159"/>
              <a:gd name="connsiteY59" fmla="*/ 203200 h 249089"/>
              <a:gd name="connsiteX60" fmla="*/ 6350 w 264159"/>
              <a:gd name="connsiteY60" fmla="*/ 196850 h 249089"/>
              <a:gd name="connsiteX61" fmla="*/ 1270 w 264159"/>
              <a:gd name="connsiteY61" fmla="*/ 184150 h 249089"/>
              <a:gd name="connsiteX62" fmla="*/ 13970 w 264159"/>
              <a:gd name="connsiteY62" fmla="*/ 179070 h 249089"/>
              <a:gd name="connsiteX63" fmla="*/ 29210 w 264159"/>
              <a:gd name="connsiteY63" fmla="*/ 185420 h 249089"/>
              <a:gd name="connsiteX64" fmla="*/ 62230 w 264159"/>
              <a:gd name="connsiteY64" fmla="*/ 226060 h 249089"/>
              <a:gd name="connsiteX65" fmla="*/ 29210 w 264159"/>
              <a:gd name="connsiteY65" fmla="*/ 226060 h 249089"/>
              <a:gd name="connsiteX66" fmla="*/ 13970 w 264159"/>
              <a:gd name="connsiteY66" fmla="*/ 219710 h 249089"/>
              <a:gd name="connsiteX67" fmla="*/ 1270 w 264159"/>
              <a:gd name="connsiteY67" fmla="*/ 224790 h 249089"/>
              <a:gd name="connsiteX68" fmla="*/ 6350 w 264159"/>
              <a:gd name="connsiteY68" fmla="*/ 237490 h 249089"/>
              <a:gd name="connsiteX69" fmla="*/ 21590 w 264159"/>
              <a:gd name="connsiteY69" fmla="*/ 243840 h 249089"/>
              <a:gd name="connsiteX70" fmla="*/ 69850 w 264159"/>
              <a:gd name="connsiteY70" fmla="*/ 243840 h 249089"/>
              <a:gd name="connsiteX71" fmla="*/ 74930 w 264159"/>
              <a:gd name="connsiteY71" fmla="*/ 241300 h 249089"/>
              <a:gd name="connsiteX72" fmla="*/ 106680 w 264159"/>
              <a:gd name="connsiteY72" fmla="*/ 242570 h 249089"/>
              <a:gd name="connsiteX73" fmla="*/ 157480 w 264159"/>
              <a:gd name="connsiteY73" fmla="*/ 242570 h 249089"/>
              <a:gd name="connsiteX74" fmla="*/ 189230 w 264159"/>
              <a:gd name="connsiteY74" fmla="*/ 241300 h 249089"/>
              <a:gd name="connsiteX75" fmla="*/ 194310 w 264159"/>
              <a:gd name="connsiteY75" fmla="*/ 243840 h 249089"/>
              <a:gd name="connsiteX76" fmla="*/ 242570 w 264159"/>
              <a:gd name="connsiteY76" fmla="*/ 243840 h 249089"/>
              <a:gd name="connsiteX77" fmla="*/ 257810 w 264159"/>
              <a:gd name="connsiteY77" fmla="*/ 237490 h 249089"/>
              <a:gd name="connsiteX78" fmla="*/ 262890 w 264159"/>
              <a:gd name="connsiteY78" fmla="*/ 224790 h 249089"/>
              <a:gd name="connsiteX79" fmla="*/ 250190 w 264159"/>
              <a:gd name="connsiteY79" fmla="*/ 219710 h 249089"/>
              <a:gd name="connsiteX80" fmla="*/ 234950 w 264159"/>
              <a:gd name="connsiteY80" fmla="*/ 226060 h 249089"/>
              <a:gd name="connsiteX81" fmla="*/ 201930 w 264159"/>
              <a:gd name="connsiteY81" fmla="*/ 226060 h 249089"/>
              <a:gd name="connsiteX82" fmla="*/ 196850 w 264159"/>
              <a:gd name="connsiteY82" fmla="*/ 223520 h 249089"/>
              <a:gd name="connsiteX83" fmla="*/ 148590 w 264159"/>
              <a:gd name="connsiteY83" fmla="*/ 224790 h 249089"/>
              <a:gd name="connsiteX84" fmla="*/ 115570 w 264159"/>
              <a:gd name="connsiteY84" fmla="*/ 224790 h 249089"/>
              <a:gd name="connsiteX85" fmla="*/ 67310 w 264159"/>
              <a:gd name="connsiteY85" fmla="*/ 223520 h 249089"/>
              <a:gd name="connsiteX86" fmla="*/ 62230 w 264159"/>
              <a:gd name="connsiteY86" fmla="*/ 226060 h 249089"/>
              <a:gd name="connsiteX87" fmla="*/ 182880 w 264159"/>
              <a:gd name="connsiteY87" fmla="*/ 101600 h 249089"/>
              <a:gd name="connsiteX88" fmla="*/ 172720 w 264159"/>
              <a:gd name="connsiteY88" fmla="*/ 111760 h 249089"/>
              <a:gd name="connsiteX89" fmla="*/ 182880 w 264159"/>
              <a:gd name="connsiteY89" fmla="*/ 121920 h 249089"/>
              <a:gd name="connsiteX90" fmla="*/ 254000 w 264159"/>
              <a:gd name="connsiteY90" fmla="*/ 121920 h 249089"/>
              <a:gd name="connsiteX91" fmla="*/ 264160 w 264159"/>
              <a:gd name="connsiteY91" fmla="*/ 111760 h 249089"/>
              <a:gd name="connsiteX92" fmla="*/ 254000 w 264159"/>
              <a:gd name="connsiteY92" fmla="*/ 101600 h 249089"/>
              <a:gd name="connsiteX93" fmla="*/ 182880 w 264159"/>
              <a:gd name="connsiteY93" fmla="*/ 101600 h 249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</a:cxnLst>
            <a:rect l="l" t="t" r="r" b="b"/>
            <a:pathLst>
              <a:path w="264159" h="249089">
                <a:moveTo>
                  <a:pt x="132080" y="50800"/>
                </a:moveTo>
                <a:cubicBezTo>
                  <a:pt x="132080" y="22860"/>
                  <a:pt x="154940" y="0"/>
                  <a:pt x="182880" y="0"/>
                </a:cubicBezTo>
                <a:cubicBezTo>
                  <a:pt x="210820" y="0"/>
                  <a:pt x="233680" y="22860"/>
                  <a:pt x="233680" y="50800"/>
                </a:cubicBezTo>
                <a:lnTo>
                  <a:pt x="233680" y="71120"/>
                </a:lnTo>
                <a:cubicBezTo>
                  <a:pt x="233680" y="76200"/>
                  <a:pt x="228600" y="81280"/>
                  <a:pt x="223520" y="81280"/>
                </a:cubicBezTo>
                <a:cubicBezTo>
                  <a:pt x="218440" y="81280"/>
                  <a:pt x="213360" y="76200"/>
                  <a:pt x="213360" y="71120"/>
                </a:cubicBezTo>
                <a:lnTo>
                  <a:pt x="213360" y="50800"/>
                </a:lnTo>
                <a:cubicBezTo>
                  <a:pt x="213360" y="34290"/>
                  <a:pt x="199390" y="20320"/>
                  <a:pt x="182880" y="20320"/>
                </a:cubicBezTo>
                <a:cubicBezTo>
                  <a:pt x="166370" y="20320"/>
                  <a:pt x="152400" y="34290"/>
                  <a:pt x="152400" y="50800"/>
                </a:cubicBezTo>
                <a:lnTo>
                  <a:pt x="152400" y="91440"/>
                </a:lnTo>
                <a:lnTo>
                  <a:pt x="152400" y="132080"/>
                </a:lnTo>
                <a:lnTo>
                  <a:pt x="152400" y="152400"/>
                </a:lnTo>
                <a:cubicBezTo>
                  <a:pt x="152400" y="157480"/>
                  <a:pt x="147320" y="162560"/>
                  <a:pt x="142240" y="162560"/>
                </a:cubicBezTo>
                <a:cubicBezTo>
                  <a:pt x="137160" y="162560"/>
                  <a:pt x="132080" y="157480"/>
                  <a:pt x="132080" y="152400"/>
                </a:cubicBezTo>
                <a:lnTo>
                  <a:pt x="132080" y="142240"/>
                </a:lnTo>
                <a:lnTo>
                  <a:pt x="101600" y="142240"/>
                </a:lnTo>
                <a:cubicBezTo>
                  <a:pt x="96520" y="142240"/>
                  <a:pt x="91440" y="137160"/>
                  <a:pt x="91440" y="132080"/>
                </a:cubicBezTo>
                <a:cubicBezTo>
                  <a:pt x="91440" y="127000"/>
                  <a:pt x="96520" y="121920"/>
                  <a:pt x="101600" y="121920"/>
                </a:cubicBezTo>
                <a:lnTo>
                  <a:pt x="132080" y="121920"/>
                </a:lnTo>
                <a:lnTo>
                  <a:pt x="132080" y="101600"/>
                </a:lnTo>
                <a:lnTo>
                  <a:pt x="101600" y="101600"/>
                </a:lnTo>
                <a:cubicBezTo>
                  <a:pt x="96520" y="101600"/>
                  <a:pt x="91440" y="96520"/>
                  <a:pt x="91440" y="91440"/>
                </a:cubicBezTo>
                <a:cubicBezTo>
                  <a:pt x="91440" y="86360"/>
                  <a:pt x="96520" y="81280"/>
                  <a:pt x="101600" y="81280"/>
                </a:cubicBezTo>
                <a:lnTo>
                  <a:pt x="132080" y="81280"/>
                </a:lnTo>
                <a:lnTo>
                  <a:pt x="132080" y="50800"/>
                </a:lnTo>
                <a:close/>
                <a:moveTo>
                  <a:pt x="10160" y="101600"/>
                </a:moveTo>
                <a:cubicBezTo>
                  <a:pt x="5080" y="101600"/>
                  <a:pt x="0" y="106680"/>
                  <a:pt x="0" y="111760"/>
                </a:cubicBezTo>
                <a:cubicBezTo>
                  <a:pt x="0" y="116840"/>
                  <a:pt x="5080" y="121920"/>
                  <a:pt x="10160" y="121920"/>
                </a:cubicBezTo>
                <a:lnTo>
                  <a:pt x="40640" y="121920"/>
                </a:lnTo>
                <a:lnTo>
                  <a:pt x="40640" y="152400"/>
                </a:lnTo>
                <a:cubicBezTo>
                  <a:pt x="40640" y="157480"/>
                  <a:pt x="45720" y="162560"/>
                  <a:pt x="50800" y="162560"/>
                </a:cubicBezTo>
                <a:cubicBezTo>
                  <a:pt x="55880" y="162560"/>
                  <a:pt x="60960" y="157480"/>
                  <a:pt x="60960" y="152400"/>
                </a:cubicBezTo>
                <a:lnTo>
                  <a:pt x="60960" y="50800"/>
                </a:lnTo>
                <a:cubicBezTo>
                  <a:pt x="60960" y="34290"/>
                  <a:pt x="74930" y="20320"/>
                  <a:pt x="91440" y="20320"/>
                </a:cubicBezTo>
                <a:cubicBezTo>
                  <a:pt x="99060" y="20320"/>
                  <a:pt x="106680" y="22860"/>
                  <a:pt x="111760" y="27940"/>
                </a:cubicBezTo>
                <a:cubicBezTo>
                  <a:pt x="115570" y="31750"/>
                  <a:pt x="121920" y="31750"/>
                  <a:pt x="125730" y="26670"/>
                </a:cubicBezTo>
                <a:cubicBezTo>
                  <a:pt x="129540" y="22860"/>
                  <a:pt x="129540" y="16510"/>
                  <a:pt x="124460" y="12700"/>
                </a:cubicBezTo>
                <a:cubicBezTo>
                  <a:pt x="115570" y="5080"/>
                  <a:pt x="104140" y="0"/>
                  <a:pt x="91440" y="0"/>
                </a:cubicBezTo>
                <a:cubicBezTo>
                  <a:pt x="63500" y="0"/>
                  <a:pt x="40640" y="22860"/>
                  <a:pt x="40640" y="50800"/>
                </a:cubicBezTo>
                <a:lnTo>
                  <a:pt x="40640" y="101600"/>
                </a:lnTo>
                <a:lnTo>
                  <a:pt x="10160" y="101600"/>
                </a:lnTo>
                <a:close/>
                <a:moveTo>
                  <a:pt x="29210" y="185420"/>
                </a:moveTo>
                <a:cubicBezTo>
                  <a:pt x="39370" y="190500"/>
                  <a:pt x="50800" y="189230"/>
                  <a:pt x="62230" y="185420"/>
                </a:cubicBezTo>
                <a:lnTo>
                  <a:pt x="67310" y="182880"/>
                </a:lnTo>
                <a:cubicBezTo>
                  <a:pt x="82550" y="176530"/>
                  <a:pt x="100330" y="176530"/>
                  <a:pt x="115570" y="184150"/>
                </a:cubicBezTo>
                <a:cubicBezTo>
                  <a:pt x="125730" y="189230"/>
                  <a:pt x="138430" y="189230"/>
                  <a:pt x="148590" y="184150"/>
                </a:cubicBezTo>
                <a:cubicBezTo>
                  <a:pt x="163830" y="176530"/>
                  <a:pt x="181610" y="176530"/>
                  <a:pt x="196850" y="182880"/>
                </a:cubicBezTo>
                <a:lnTo>
                  <a:pt x="201930" y="185420"/>
                </a:lnTo>
                <a:cubicBezTo>
                  <a:pt x="212090" y="190500"/>
                  <a:pt x="223520" y="190500"/>
                  <a:pt x="234950" y="185420"/>
                </a:cubicBezTo>
                <a:lnTo>
                  <a:pt x="250190" y="179070"/>
                </a:lnTo>
                <a:cubicBezTo>
                  <a:pt x="255270" y="176530"/>
                  <a:pt x="261620" y="179070"/>
                  <a:pt x="262890" y="184150"/>
                </a:cubicBezTo>
                <a:cubicBezTo>
                  <a:pt x="265430" y="189230"/>
                  <a:pt x="262890" y="195580"/>
                  <a:pt x="257810" y="196850"/>
                </a:cubicBezTo>
                <a:lnTo>
                  <a:pt x="242570" y="203200"/>
                </a:lnTo>
                <a:cubicBezTo>
                  <a:pt x="227330" y="209550"/>
                  <a:pt x="209550" y="209550"/>
                  <a:pt x="194310" y="203200"/>
                </a:cubicBezTo>
                <a:lnTo>
                  <a:pt x="189230" y="200660"/>
                </a:lnTo>
                <a:cubicBezTo>
                  <a:pt x="179070" y="196850"/>
                  <a:pt x="167640" y="196850"/>
                  <a:pt x="157480" y="201930"/>
                </a:cubicBezTo>
                <a:cubicBezTo>
                  <a:pt x="140970" y="209550"/>
                  <a:pt x="123190" y="209550"/>
                  <a:pt x="106680" y="201930"/>
                </a:cubicBezTo>
                <a:cubicBezTo>
                  <a:pt x="96520" y="196850"/>
                  <a:pt x="85090" y="196850"/>
                  <a:pt x="74930" y="200660"/>
                </a:cubicBezTo>
                <a:lnTo>
                  <a:pt x="69850" y="203200"/>
                </a:lnTo>
                <a:cubicBezTo>
                  <a:pt x="54610" y="209550"/>
                  <a:pt x="36830" y="210820"/>
                  <a:pt x="21590" y="203200"/>
                </a:cubicBezTo>
                <a:lnTo>
                  <a:pt x="6350" y="196850"/>
                </a:lnTo>
                <a:cubicBezTo>
                  <a:pt x="1270" y="194310"/>
                  <a:pt x="-1270" y="189230"/>
                  <a:pt x="1270" y="184150"/>
                </a:cubicBezTo>
                <a:cubicBezTo>
                  <a:pt x="3810" y="179070"/>
                  <a:pt x="8890" y="176530"/>
                  <a:pt x="13970" y="179070"/>
                </a:cubicBezTo>
                <a:lnTo>
                  <a:pt x="29210" y="185420"/>
                </a:lnTo>
                <a:close/>
                <a:moveTo>
                  <a:pt x="62230" y="226060"/>
                </a:moveTo>
                <a:cubicBezTo>
                  <a:pt x="52070" y="231140"/>
                  <a:pt x="40640" y="231140"/>
                  <a:pt x="29210" y="226060"/>
                </a:cubicBezTo>
                <a:lnTo>
                  <a:pt x="13970" y="219710"/>
                </a:lnTo>
                <a:cubicBezTo>
                  <a:pt x="8890" y="217170"/>
                  <a:pt x="2540" y="219710"/>
                  <a:pt x="1270" y="224790"/>
                </a:cubicBezTo>
                <a:cubicBezTo>
                  <a:pt x="-1270" y="229870"/>
                  <a:pt x="1270" y="236220"/>
                  <a:pt x="6350" y="237490"/>
                </a:cubicBezTo>
                <a:lnTo>
                  <a:pt x="21590" y="243840"/>
                </a:lnTo>
                <a:cubicBezTo>
                  <a:pt x="36830" y="250190"/>
                  <a:pt x="54610" y="250190"/>
                  <a:pt x="69850" y="243840"/>
                </a:cubicBezTo>
                <a:lnTo>
                  <a:pt x="74930" y="241300"/>
                </a:lnTo>
                <a:cubicBezTo>
                  <a:pt x="85090" y="237490"/>
                  <a:pt x="96520" y="237490"/>
                  <a:pt x="106680" y="242570"/>
                </a:cubicBezTo>
                <a:cubicBezTo>
                  <a:pt x="123190" y="250190"/>
                  <a:pt x="140970" y="250190"/>
                  <a:pt x="157480" y="242570"/>
                </a:cubicBezTo>
                <a:cubicBezTo>
                  <a:pt x="167640" y="237490"/>
                  <a:pt x="179070" y="237490"/>
                  <a:pt x="189230" y="241300"/>
                </a:cubicBezTo>
                <a:lnTo>
                  <a:pt x="194310" y="243840"/>
                </a:lnTo>
                <a:cubicBezTo>
                  <a:pt x="209550" y="250190"/>
                  <a:pt x="227330" y="251460"/>
                  <a:pt x="242570" y="243840"/>
                </a:cubicBezTo>
                <a:lnTo>
                  <a:pt x="257810" y="237490"/>
                </a:lnTo>
                <a:cubicBezTo>
                  <a:pt x="262890" y="234950"/>
                  <a:pt x="265430" y="229870"/>
                  <a:pt x="262890" y="224790"/>
                </a:cubicBezTo>
                <a:cubicBezTo>
                  <a:pt x="260350" y="219710"/>
                  <a:pt x="255270" y="217170"/>
                  <a:pt x="250190" y="219710"/>
                </a:cubicBezTo>
                <a:lnTo>
                  <a:pt x="234950" y="226060"/>
                </a:lnTo>
                <a:cubicBezTo>
                  <a:pt x="224790" y="231140"/>
                  <a:pt x="213360" y="229870"/>
                  <a:pt x="201930" y="226060"/>
                </a:cubicBezTo>
                <a:lnTo>
                  <a:pt x="196850" y="223520"/>
                </a:lnTo>
                <a:cubicBezTo>
                  <a:pt x="181610" y="217170"/>
                  <a:pt x="163830" y="217170"/>
                  <a:pt x="148590" y="224790"/>
                </a:cubicBezTo>
                <a:cubicBezTo>
                  <a:pt x="138430" y="229870"/>
                  <a:pt x="125730" y="229870"/>
                  <a:pt x="115570" y="224790"/>
                </a:cubicBezTo>
                <a:cubicBezTo>
                  <a:pt x="100330" y="217170"/>
                  <a:pt x="82550" y="217170"/>
                  <a:pt x="67310" y="223520"/>
                </a:cubicBezTo>
                <a:lnTo>
                  <a:pt x="62230" y="226060"/>
                </a:lnTo>
                <a:close/>
                <a:moveTo>
                  <a:pt x="182880" y="101600"/>
                </a:moveTo>
                <a:cubicBezTo>
                  <a:pt x="177800" y="101600"/>
                  <a:pt x="172720" y="106680"/>
                  <a:pt x="172720" y="111760"/>
                </a:cubicBezTo>
                <a:cubicBezTo>
                  <a:pt x="172720" y="116840"/>
                  <a:pt x="177800" y="121920"/>
                  <a:pt x="182880" y="121920"/>
                </a:cubicBezTo>
                <a:lnTo>
                  <a:pt x="254000" y="121920"/>
                </a:lnTo>
                <a:cubicBezTo>
                  <a:pt x="259080" y="121920"/>
                  <a:pt x="264160" y="116840"/>
                  <a:pt x="264160" y="111760"/>
                </a:cubicBezTo>
                <a:cubicBezTo>
                  <a:pt x="264160" y="106680"/>
                  <a:pt x="259080" y="101600"/>
                  <a:pt x="254000" y="101600"/>
                </a:cubicBezTo>
                <a:lnTo>
                  <a:pt x="182880" y="1016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084" name="Рисунок 2">
            <a:extLst>
              <a:ext uri="{FF2B5EF4-FFF2-40B4-BE49-F238E27FC236}">
                <a16:creationId xmlns:a16="http://schemas.microsoft.com/office/drawing/2014/main" id="{746EC17E-7C84-6D59-4F00-234A256708EA}"/>
              </a:ext>
            </a:extLst>
          </p:cNvPr>
          <p:cNvGrpSpPr/>
          <p:nvPr/>
        </p:nvGrpSpPr>
        <p:grpSpPr>
          <a:xfrm>
            <a:off x="1723606" y="4434131"/>
            <a:ext cx="231443" cy="284479"/>
            <a:chOff x="1812182" y="4968240"/>
            <a:chExt cx="231443" cy="284479"/>
          </a:xfrm>
          <a:solidFill>
            <a:schemeClr val="tx1"/>
          </a:solidFill>
        </p:grpSpPr>
        <p:sp>
          <p:nvSpPr>
            <p:cNvPr id="1085" name="Полилиния: фигура 833">
              <a:extLst>
                <a:ext uri="{FF2B5EF4-FFF2-40B4-BE49-F238E27FC236}">
                  <a16:creationId xmlns:a16="http://schemas.microsoft.com/office/drawing/2014/main" id="{D796FFE8-8CF3-5EDA-6A55-48E7161AFBC2}"/>
                </a:ext>
              </a:extLst>
            </p:cNvPr>
            <p:cNvSpPr/>
            <p:nvPr/>
          </p:nvSpPr>
          <p:spPr>
            <a:xfrm>
              <a:off x="1944370" y="4968240"/>
              <a:ext cx="99255" cy="142239"/>
            </a:xfrm>
            <a:custGeom>
              <a:avLst/>
              <a:gdLst>
                <a:gd name="connsiteX0" fmla="*/ 99060 w 99255"/>
                <a:gd name="connsiteY0" fmla="*/ 130810 h 142239"/>
                <a:gd name="connsiteX1" fmla="*/ 88900 w 99255"/>
                <a:gd name="connsiteY1" fmla="*/ 142240 h 142239"/>
                <a:gd name="connsiteX2" fmla="*/ 10160 w 99255"/>
                <a:gd name="connsiteY2" fmla="*/ 142240 h 142239"/>
                <a:gd name="connsiteX3" fmla="*/ 0 w 99255"/>
                <a:gd name="connsiteY3" fmla="*/ 130810 h 142239"/>
                <a:gd name="connsiteX4" fmla="*/ 12700 w 99255"/>
                <a:gd name="connsiteY4" fmla="*/ 8890 h 142239"/>
                <a:gd name="connsiteX5" fmla="*/ 22860 w 99255"/>
                <a:gd name="connsiteY5" fmla="*/ 0 h 142239"/>
                <a:gd name="connsiteX6" fmla="*/ 76200 w 99255"/>
                <a:gd name="connsiteY6" fmla="*/ 0 h 142239"/>
                <a:gd name="connsiteX7" fmla="*/ 86360 w 99255"/>
                <a:gd name="connsiteY7" fmla="*/ 8890 h 142239"/>
                <a:gd name="connsiteX8" fmla="*/ 99060 w 99255"/>
                <a:gd name="connsiteY8" fmla="*/ 130810 h 142239"/>
                <a:gd name="connsiteX9" fmla="*/ 67310 w 99255"/>
                <a:gd name="connsiteY9" fmla="*/ 20320 h 142239"/>
                <a:gd name="connsiteX10" fmla="*/ 78740 w 99255"/>
                <a:gd name="connsiteY10" fmla="*/ 121920 h 142239"/>
                <a:gd name="connsiteX11" fmla="*/ 22860 w 99255"/>
                <a:gd name="connsiteY11" fmla="*/ 121920 h 142239"/>
                <a:gd name="connsiteX12" fmla="*/ 34290 w 99255"/>
                <a:gd name="connsiteY12" fmla="*/ 20320 h 142239"/>
                <a:gd name="connsiteX13" fmla="*/ 67310 w 99255"/>
                <a:gd name="connsiteY13" fmla="*/ 20320 h 1422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9255" h="142239">
                  <a:moveTo>
                    <a:pt x="99060" y="130810"/>
                  </a:moveTo>
                  <a:cubicBezTo>
                    <a:pt x="100330" y="137160"/>
                    <a:pt x="95250" y="142240"/>
                    <a:pt x="88900" y="142240"/>
                  </a:cubicBezTo>
                  <a:lnTo>
                    <a:pt x="10160" y="142240"/>
                  </a:lnTo>
                  <a:cubicBezTo>
                    <a:pt x="3810" y="142240"/>
                    <a:pt x="0" y="137160"/>
                    <a:pt x="0" y="130810"/>
                  </a:cubicBezTo>
                  <a:lnTo>
                    <a:pt x="12700" y="8890"/>
                  </a:lnTo>
                  <a:cubicBezTo>
                    <a:pt x="12700" y="3810"/>
                    <a:pt x="17780" y="0"/>
                    <a:pt x="22860" y="0"/>
                  </a:cubicBezTo>
                  <a:lnTo>
                    <a:pt x="76200" y="0"/>
                  </a:lnTo>
                  <a:cubicBezTo>
                    <a:pt x="81280" y="0"/>
                    <a:pt x="86360" y="3810"/>
                    <a:pt x="86360" y="8890"/>
                  </a:cubicBezTo>
                  <a:lnTo>
                    <a:pt x="99060" y="130810"/>
                  </a:lnTo>
                  <a:close/>
                  <a:moveTo>
                    <a:pt x="67310" y="20320"/>
                  </a:moveTo>
                  <a:lnTo>
                    <a:pt x="78740" y="121920"/>
                  </a:lnTo>
                  <a:lnTo>
                    <a:pt x="22860" y="121920"/>
                  </a:lnTo>
                  <a:lnTo>
                    <a:pt x="34290" y="20320"/>
                  </a:lnTo>
                  <a:lnTo>
                    <a:pt x="6731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86" name="Полилиния: фигура 834">
              <a:extLst>
                <a:ext uri="{FF2B5EF4-FFF2-40B4-BE49-F238E27FC236}">
                  <a16:creationId xmlns:a16="http://schemas.microsoft.com/office/drawing/2014/main" id="{B4D6D53D-4421-DFBE-7087-AED0D631FDBF}"/>
                </a:ext>
              </a:extLst>
            </p:cNvPr>
            <p:cNvSpPr/>
            <p:nvPr/>
          </p:nvSpPr>
          <p:spPr>
            <a:xfrm>
              <a:off x="1851660" y="5171440"/>
              <a:ext cx="50800" cy="40639"/>
            </a:xfrm>
            <a:custGeom>
              <a:avLst/>
              <a:gdLst>
                <a:gd name="connsiteX0" fmla="*/ 25400 w 50800"/>
                <a:gd name="connsiteY0" fmla="*/ 40640 h 40639"/>
                <a:gd name="connsiteX1" fmla="*/ 48260 w 50800"/>
                <a:gd name="connsiteY1" fmla="*/ 20320 h 40639"/>
                <a:gd name="connsiteX2" fmla="*/ 50800 w 50800"/>
                <a:gd name="connsiteY2" fmla="*/ 0 h 40639"/>
                <a:gd name="connsiteX3" fmla="*/ 0 w 50800"/>
                <a:gd name="connsiteY3" fmla="*/ 0 h 40639"/>
                <a:gd name="connsiteX4" fmla="*/ 2540 w 50800"/>
                <a:gd name="connsiteY4" fmla="*/ 20320 h 40639"/>
                <a:gd name="connsiteX5" fmla="*/ 25400 w 50800"/>
                <a:gd name="connsiteY5" fmla="*/ 40640 h 406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50800" h="40639">
                  <a:moveTo>
                    <a:pt x="25400" y="40640"/>
                  </a:moveTo>
                  <a:cubicBezTo>
                    <a:pt x="36830" y="40640"/>
                    <a:pt x="46990" y="31750"/>
                    <a:pt x="48260" y="20320"/>
                  </a:cubicBezTo>
                  <a:lnTo>
                    <a:pt x="50800" y="0"/>
                  </a:lnTo>
                  <a:lnTo>
                    <a:pt x="0" y="0"/>
                  </a:lnTo>
                  <a:lnTo>
                    <a:pt x="2540" y="20320"/>
                  </a:lnTo>
                  <a:cubicBezTo>
                    <a:pt x="3810" y="31750"/>
                    <a:pt x="13970" y="40640"/>
                    <a:pt x="25400" y="406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87" name="Полилиния: фигура 835">
              <a:extLst>
                <a:ext uri="{FF2B5EF4-FFF2-40B4-BE49-F238E27FC236}">
                  <a16:creationId xmlns:a16="http://schemas.microsoft.com/office/drawing/2014/main" id="{9CDB997C-8FDB-7B1C-E232-19D3F74E21DB}"/>
                </a:ext>
              </a:extLst>
            </p:cNvPr>
            <p:cNvSpPr/>
            <p:nvPr/>
          </p:nvSpPr>
          <p:spPr>
            <a:xfrm>
              <a:off x="1812182" y="5059679"/>
              <a:ext cx="128498" cy="193040"/>
            </a:xfrm>
            <a:custGeom>
              <a:avLst/>
              <a:gdLst>
                <a:gd name="connsiteX0" fmla="*/ 20428 w 128498"/>
                <a:gd name="connsiteY0" fmla="*/ 71120 h 193040"/>
                <a:gd name="connsiteX1" fmla="*/ 108 w 128498"/>
                <a:gd name="connsiteY1" fmla="*/ 93980 h 193040"/>
                <a:gd name="connsiteX2" fmla="*/ 7728 w 128498"/>
                <a:gd name="connsiteY2" fmla="*/ 175260 h 193040"/>
                <a:gd name="connsiteX3" fmla="*/ 28048 w 128498"/>
                <a:gd name="connsiteY3" fmla="*/ 193040 h 193040"/>
                <a:gd name="connsiteX4" fmla="*/ 100438 w 128498"/>
                <a:gd name="connsiteY4" fmla="*/ 193040 h 193040"/>
                <a:gd name="connsiteX5" fmla="*/ 120758 w 128498"/>
                <a:gd name="connsiteY5" fmla="*/ 175260 h 193040"/>
                <a:gd name="connsiteX6" fmla="*/ 128378 w 128498"/>
                <a:gd name="connsiteY6" fmla="*/ 93980 h 193040"/>
                <a:gd name="connsiteX7" fmla="*/ 108058 w 128498"/>
                <a:gd name="connsiteY7" fmla="*/ 71120 h 193040"/>
                <a:gd name="connsiteX8" fmla="*/ 99168 w 128498"/>
                <a:gd name="connsiteY8" fmla="*/ 71120 h 193040"/>
                <a:gd name="connsiteX9" fmla="*/ 99168 w 128498"/>
                <a:gd name="connsiteY9" fmla="*/ 15240 h 193040"/>
                <a:gd name="connsiteX10" fmla="*/ 83928 w 128498"/>
                <a:gd name="connsiteY10" fmla="*/ 0 h 193040"/>
                <a:gd name="connsiteX11" fmla="*/ 43288 w 128498"/>
                <a:gd name="connsiteY11" fmla="*/ 0 h 193040"/>
                <a:gd name="connsiteX12" fmla="*/ 28048 w 128498"/>
                <a:gd name="connsiteY12" fmla="*/ 15240 h 193040"/>
                <a:gd name="connsiteX13" fmla="*/ 28048 w 128498"/>
                <a:gd name="connsiteY13" fmla="*/ 71120 h 193040"/>
                <a:gd name="connsiteX14" fmla="*/ 20428 w 128498"/>
                <a:gd name="connsiteY14" fmla="*/ 71120 h 193040"/>
                <a:gd name="connsiteX15" fmla="*/ 109328 w 128498"/>
                <a:gd name="connsiteY15" fmla="*/ 91440 h 193040"/>
                <a:gd name="connsiteX16" fmla="*/ 101708 w 128498"/>
                <a:gd name="connsiteY16" fmla="*/ 172720 h 193040"/>
                <a:gd name="connsiteX17" fmla="*/ 29318 w 128498"/>
                <a:gd name="connsiteY17" fmla="*/ 172720 h 193040"/>
                <a:gd name="connsiteX18" fmla="*/ 21698 w 128498"/>
                <a:gd name="connsiteY18" fmla="*/ 91440 h 193040"/>
                <a:gd name="connsiteX19" fmla="*/ 109328 w 128498"/>
                <a:gd name="connsiteY19" fmla="*/ 91440 h 193040"/>
                <a:gd name="connsiteX20" fmla="*/ 80118 w 128498"/>
                <a:gd name="connsiteY20" fmla="*/ 20320 h 193040"/>
                <a:gd name="connsiteX21" fmla="*/ 80118 w 128498"/>
                <a:gd name="connsiteY21" fmla="*/ 71120 h 193040"/>
                <a:gd name="connsiteX22" fmla="*/ 49638 w 128498"/>
                <a:gd name="connsiteY22" fmla="*/ 71120 h 193040"/>
                <a:gd name="connsiteX23" fmla="*/ 49638 w 128498"/>
                <a:gd name="connsiteY23" fmla="*/ 20320 h 193040"/>
                <a:gd name="connsiteX24" fmla="*/ 80118 w 128498"/>
                <a:gd name="connsiteY24" fmla="*/ 20320 h 1930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8498" h="193040">
                  <a:moveTo>
                    <a:pt x="20428" y="71120"/>
                  </a:moveTo>
                  <a:cubicBezTo>
                    <a:pt x="8998" y="71120"/>
                    <a:pt x="-1162" y="81280"/>
                    <a:pt x="108" y="93980"/>
                  </a:cubicBezTo>
                  <a:lnTo>
                    <a:pt x="7728" y="175260"/>
                  </a:lnTo>
                  <a:cubicBezTo>
                    <a:pt x="8998" y="185420"/>
                    <a:pt x="17888" y="193040"/>
                    <a:pt x="28048" y="193040"/>
                  </a:cubicBezTo>
                  <a:lnTo>
                    <a:pt x="100438" y="193040"/>
                  </a:lnTo>
                  <a:cubicBezTo>
                    <a:pt x="110598" y="193040"/>
                    <a:pt x="119488" y="185420"/>
                    <a:pt x="120758" y="175260"/>
                  </a:cubicBezTo>
                  <a:lnTo>
                    <a:pt x="128378" y="93980"/>
                  </a:lnTo>
                  <a:cubicBezTo>
                    <a:pt x="129648" y="82550"/>
                    <a:pt x="120758" y="71120"/>
                    <a:pt x="108058" y="71120"/>
                  </a:cubicBezTo>
                  <a:lnTo>
                    <a:pt x="99168" y="71120"/>
                  </a:lnTo>
                  <a:lnTo>
                    <a:pt x="99168" y="15240"/>
                  </a:lnTo>
                  <a:cubicBezTo>
                    <a:pt x="99168" y="6350"/>
                    <a:pt x="92818" y="0"/>
                    <a:pt x="83928" y="0"/>
                  </a:cubicBezTo>
                  <a:lnTo>
                    <a:pt x="43288" y="0"/>
                  </a:lnTo>
                  <a:cubicBezTo>
                    <a:pt x="34398" y="0"/>
                    <a:pt x="28048" y="6350"/>
                    <a:pt x="28048" y="15240"/>
                  </a:cubicBezTo>
                  <a:lnTo>
                    <a:pt x="28048" y="71120"/>
                  </a:lnTo>
                  <a:lnTo>
                    <a:pt x="20428" y="71120"/>
                  </a:lnTo>
                  <a:close/>
                  <a:moveTo>
                    <a:pt x="109328" y="91440"/>
                  </a:moveTo>
                  <a:lnTo>
                    <a:pt x="101708" y="172720"/>
                  </a:lnTo>
                  <a:lnTo>
                    <a:pt x="29318" y="172720"/>
                  </a:lnTo>
                  <a:lnTo>
                    <a:pt x="21698" y="91440"/>
                  </a:lnTo>
                  <a:lnTo>
                    <a:pt x="109328" y="91440"/>
                  </a:lnTo>
                  <a:close/>
                  <a:moveTo>
                    <a:pt x="80118" y="20320"/>
                  </a:moveTo>
                  <a:lnTo>
                    <a:pt x="80118" y="71120"/>
                  </a:lnTo>
                  <a:lnTo>
                    <a:pt x="49638" y="71120"/>
                  </a:lnTo>
                  <a:lnTo>
                    <a:pt x="49638" y="20320"/>
                  </a:lnTo>
                  <a:lnTo>
                    <a:pt x="80118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88" name="Полилиния: фигура 836">
              <a:extLst>
                <a:ext uri="{FF2B5EF4-FFF2-40B4-BE49-F238E27FC236}">
                  <a16:creationId xmlns:a16="http://schemas.microsoft.com/office/drawing/2014/main" id="{90C9AD3D-AD0D-C543-09B8-DE9458BF2393}"/>
                </a:ext>
              </a:extLst>
            </p:cNvPr>
            <p:cNvSpPr/>
            <p:nvPr/>
          </p:nvSpPr>
          <p:spPr>
            <a:xfrm>
              <a:off x="1983739" y="5130800"/>
              <a:ext cx="20320" cy="60959"/>
            </a:xfrm>
            <a:custGeom>
              <a:avLst/>
              <a:gdLst>
                <a:gd name="connsiteX0" fmla="*/ 20320 w 20320"/>
                <a:gd name="connsiteY0" fmla="*/ 50800 h 60959"/>
                <a:gd name="connsiteX1" fmla="*/ 10160 w 20320"/>
                <a:gd name="connsiteY1" fmla="*/ 60960 h 60959"/>
                <a:gd name="connsiteX2" fmla="*/ 0 w 20320"/>
                <a:gd name="connsiteY2" fmla="*/ 50800 h 60959"/>
                <a:gd name="connsiteX3" fmla="*/ 0 w 20320"/>
                <a:gd name="connsiteY3" fmla="*/ 10160 h 60959"/>
                <a:gd name="connsiteX4" fmla="*/ 10160 w 20320"/>
                <a:gd name="connsiteY4" fmla="*/ 0 h 60959"/>
                <a:gd name="connsiteX5" fmla="*/ 20320 w 20320"/>
                <a:gd name="connsiteY5" fmla="*/ 10160 h 60959"/>
                <a:gd name="connsiteX6" fmla="*/ 20320 w 20320"/>
                <a:gd name="connsiteY6" fmla="*/ 50800 h 6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" h="60959">
                  <a:moveTo>
                    <a:pt x="20320" y="50800"/>
                  </a:moveTo>
                  <a:cubicBezTo>
                    <a:pt x="20320" y="55880"/>
                    <a:pt x="15240" y="60960"/>
                    <a:pt x="10160" y="60960"/>
                  </a:cubicBezTo>
                  <a:cubicBezTo>
                    <a:pt x="5080" y="60960"/>
                    <a:pt x="0" y="55880"/>
                    <a:pt x="0" y="50800"/>
                  </a:cubicBezTo>
                  <a:lnTo>
                    <a:pt x="0" y="10160"/>
                  </a:lnTo>
                  <a:cubicBezTo>
                    <a:pt x="0" y="5080"/>
                    <a:pt x="5080" y="0"/>
                    <a:pt x="10160" y="0"/>
                  </a:cubicBezTo>
                  <a:cubicBezTo>
                    <a:pt x="15240" y="0"/>
                    <a:pt x="20320" y="5080"/>
                    <a:pt x="20320" y="10160"/>
                  </a:cubicBezTo>
                  <a:lnTo>
                    <a:pt x="20320" y="5080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89" name="Полилиния: фигура 837">
              <a:extLst>
                <a:ext uri="{FF2B5EF4-FFF2-40B4-BE49-F238E27FC236}">
                  <a16:creationId xmlns:a16="http://schemas.microsoft.com/office/drawing/2014/main" id="{B977AEDE-EF54-381F-5BD3-F9988FC14C8E}"/>
                </a:ext>
              </a:extLst>
            </p:cNvPr>
            <p:cNvSpPr/>
            <p:nvPr/>
          </p:nvSpPr>
          <p:spPr>
            <a:xfrm>
              <a:off x="1969744" y="5212079"/>
              <a:ext cx="48311" cy="40640"/>
            </a:xfrm>
            <a:custGeom>
              <a:avLst/>
              <a:gdLst>
                <a:gd name="connsiteX0" fmla="*/ 38126 w 48311"/>
                <a:gd name="connsiteY0" fmla="*/ 40640 h 40640"/>
                <a:gd name="connsiteX1" fmla="*/ 47016 w 48311"/>
                <a:gd name="connsiteY1" fmla="*/ 25400 h 40640"/>
                <a:gd name="connsiteX2" fmla="*/ 34316 w 48311"/>
                <a:gd name="connsiteY2" fmla="*/ 0 h 40640"/>
                <a:gd name="connsiteX3" fmla="*/ 13996 w 48311"/>
                <a:gd name="connsiteY3" fmla="*/ 0 h 40640"/>
                <a:gd name="connsiteX4" fmla="*/ 1296 w 48311"/>
                <a:gd name="connsiteY4" fmla="*/ 25400 h 40640"/>
                <a:gd name="connsiteX5" fmla="*/ 10186 w 48311"/>
                <a:gd name="connsiteY5" fmla="*/ 40640 h 40640"/>
                <a:gd name="connsiteX6" fmla="*/ 38126 w 48311"/>
                <a:gd name="connsiteY6" fmla="*/ 40640 h 406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8311" h="40640">
                  <a:moveTo>
                    <a:pt x="38126" y="40640"/>
                  </a:moveTo>
                  <a:cubicBezTo>
                    <a:pt x="45746" y="40640"/>
                    <a:pt x="50826" y="33020"/>
                    <a:pt x="47016" y="25400"/>
                  </a:cubicBezTo>
                  <a:lnTo>
                    <a:pt x="34316" y="0"/>
                  </a:lnTo>
                  <a:lnTo>
                    <a:pt x="13996" y="0"/>
                  </a:lnTo>
                  <a:lnTo>
                    <a:pt x="1296" y="25400"/>
                  </a:lnTo>
                  <a:cubicBezTo>
                    <a:pt x="-2514" y="31750"/>
                    <a:pt x="2566" y="40640"/>
                    <a:pt x="10186" y="40640"/>
                  </a:cubicBezTo>
                  <a:lnTo>
                    <a:pt x="38126" y="406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90" name="Рисунок 2">
            <a:extLst>
              <a:ext uri="{FF2B5EF4-FFF2-40B4-BE49-F238E27FC236}">
                <a16:creationId xmlns:a16="http://schemas.microsoft.com/office/drawing/2014/main" id="{09D440BB-2922-16A7-3CE3-035BA03EE4F1}"/>
              </a:ext>
            </a:extLst>
          </p:cNvPr>
          <p:cNvGrpSpPr/>
          <p:nvPr/>
        </p:nvGrpSpPr>
        <p:grpSpPr>
          <a:xfrm>
            <a:off x="3410274" y="4449370"/>
            <a:ext cx="213359" cy="254000"/>
            <a:chOff x="3498850" y="4983479"/>
            <a:chExt cx="213359" cy="254000"/>
          </a:xfrm>
          <a:solidFill>
            <a:schemeClr val="tx1"/>
          </a:solidFill>
        </p:grpSpPr>
        <p:sp>
          <p:nvSpPr>
            <p:cNvPr id="1091" name="Полилиния: фигура 839">
              <a:extLst>
                <a:ext uri="{FF2B5EF4-FFF2-40B4-BE49-F238E27FC236}">
                  <a16:creationId xmlns:a16="http://schemas.microsoft.com/office/drawing/2014/main" id="{115C7922-1071-2EAA-38F0-E731B7090E08}"/>
                </a:ext>
              </a:extLst>
            </p:cNvPr>
            <p:cNvSpPr/>
            <p:nvPr/>
          </p:nvSpPr>
          <p:spPr>
            <a:xfrm>
              <a:off x="3580129" y="5186679"/>
              <a:ext cx="20320" cy="20320"/>
            </a:xfrm>
            <a:custGeom>
              <a:avLst/>
              <a:gdLst>
                <a:gd name="connsiteX0" fmla="*/ 10160 w 20320"/>
                <a:gd name="connsiteY0" fmla="*/ 20320 h 20320"/>
                <a:gd name="connsiteX1" fmla="*/ 20320 w 20320"/>
                <a:gd name="connsiteY1" fmla="*/ 10160 h 20320"/>
                <a:gd name="connsiteX2" fmla="*/ 10160 w 20320"/>
                <a:gd name="connsiteY2" fmla="*/ 0 h 20320"/>
                <a:gd name="connsiteX3" fmla="*/ 0 w 20320"/>
                <a:gd name="connsiteY3" fmla="*/ 10160 h 20320"/>
                <a:gd name="connsiteX4" fmla="*/ 10160 w 20320"/>
                <a:gd name="connsiteY4" fmla="*/ 2032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20">
                  <a:moveTo>
                    <a:pt x="10160" y="20320"/>
                  </a:moveTo>
                  <a:cubicBezTo>
                    <a:pt x="15240" y="20320"/>
                    <a:pt x="20320" y="15240"/>
                    <a:pt x="20320" y="10160"/>
                  </a:cubicBez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6510"/>
                    <a:pt x="3810" y="20320"/>
                    <a:pt x="1016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92" name="Полилиния: фигура 840">
              <a:extLst>
                <a:ext uri="{FF2B5EF4-FFF2-40B4-BE49-F238E27FC236}">
                  <a16:creationId xmlns:a16="http://schemas.microsoft.com/office/drawing/2014/main" id="{B9B98601-213E-F90E-DE07-65B9D470755D}"/>
                </a:ext>
              </a:extLst>
            </p:cNvPr>
            <p:cNvSpPr/>
            <p:nvPr/>
          </p:nvSpPr>
          <p:spPr>
            <a:xfrm>
              <a:off x="3498850" y="4983479"/>
              <a:ext cx="213359" cy="254000"/>
            </a:xfrm>
            <a:custGeom>
              <a:avLst/>
              <a:gdLst>
                <a:gd name="connsiteX0" fmla="*/ 0 w 213359"/>
                <a:gd name="connsiteY0" fmla="*/ 40640 h 254000"/>
                <a:gd name="connsiteX1" fmla="*/ 40640 w 213359"/>
                <a:gd name="connsiteY1" fmla="*/ 0 h 254000"/>
                <a:gd name="connsiteX2" fmla="*/ 182880 w 213359"/>
                <a:gd name="connsiteY2" fmla="*/ 0 h 254000"/>
                <a:gd name="connsiteX3" fmla="*/ 213360 w 213359"/>
                <a:gd name="connsiteY3" fmla="*/ 30480 h 254000"/>
                <a:gd name="connsiteX4" fmla="*/ 182880 w 213359"/>
                <a:gd name="connsiteY4" fmla="*/ 60960 h 254000"/>
                <a:gd name="connsiteX5" fmla="*/ 182880 w 213359"/>
                <a:gd name="connsiteY5" fmla="*/ 152400 h 254000"/>
                <a:gd name="connsiteX6" fmla="*/ 162560 w 213359"/>
                <a:gd name="connsiteY6" fmla="*/ 172720 h 254000"/>
                <a:gd name="connsiteX7" fmla="*/ 132080 w 213359"/>
                <a:gd name="connsiteY7" fmla="*/ 172720 h 254000"/>
                <a:gd name="connsiteX8" fmla="*/ 132080 w 213359"/>
                <a:gd name="connsiteY8" fmla="*/ 213360 h 254000"/>
                <a:gd name="connsiteX9" fmla="*/ 91440 w 213359"/>
                <a:gd name="connsiteY9" fmla="*/ 254000 h 254000"/>
                <a:gd name="connsiteX10" fmla="*/ 50800 w 213359"/>
                <a:gd name="connsiteY10" fmla="*/ 213360 h 254000"/>
                <a:gd name="connsiteX11" fmla="*/ 50800 w 213359"/>
                <a:gd name="connsiteY11" fmla="*/ 172720 h 254000"/>
                <a:gd name="connsiteX12" fmla="*/ 20320 w 213359"/>
                <a:gd name="connsiteY12" fmla="*/ 172720 h 254000"/>
                <a:gd name="connsiteX13" fmla="*/ 0 w 213359"/>
                <a:gd name="connsiteY13" fmla="*/ 152400 h 254000"/>
                <a:gd name="connsiteX14" fmla="*/ 0 w 213359"/>
                <a:gd name="connsiteY14" fmla="*/ 40640 h 254000"/>
                <a:gd name="connsiteX15" fmla="*/ 40640 w 213359"/>
                <a:gd name="connsiteY15" fmla="*/ 20320 h 254000"/>
                <a:gd name="connsiteX16" fmla="*/ 20320 w 213359"/>
                <a:gd name="connsiteY16" fmla="*/ 40640 h 254000"/>
                <a:gd name="connsiteX17" fmla="*/ 20320 w 213359"/>
                <a:gd name="connsiteY17" fmla="*/ 101600 h 254000"/>
                <a:gd name="connsiteX18" fmla="*/ 40640 w 213359"/>
                <a:gd name="connsiteY18" fmla="*/ 101600 h 254000"/>
                <a:gd name="connsiteX19" fmla="*/ 40640 w 213359"/>
                <a:gd name="connsiteY19" fmla="*/ 60960 h 254000"/>
                <a:gd name="connsiteX20" fmla="*/ 50800 w 213359"/>
                <a:gd name="connsiteY20" fmla="*/ 50800 h 254000"/>
                <a:gd name="connsiteX21" fmla="*/ 60960 w 213359"/>
                <a:gd name="connsiteY21" fmla="*/ 60960 h 254000"/>
                <a:gd name="connsiteX22" fmla="*/ 60960 w 213359"/>
                <a:gd name="connsiteY22" fmla="*/ 101600 h 254000"/>
                <a:gd name="connsiteX23" fmla="*/ 81280 w 213359"/>
                <a:gd name="connsiteY23" fmla="*/ 101600 h 254000"/>
                <a:gd name="connsiteX24" fmla="*/ 81280 w 213359"/>
                <a:gd name="connsiteY24" fmla="*/ 81280 h 254000"/>
                <a:gd name="connsiteX25" fmla="*/ 91440 w 213359"/>
                <a:gd name="connsiteY25" fmla="*/ 71120 h 254000"/>
                <a:gd name="connsiteX26" fmla="*/ 101600 w 213359"/>
                <a:gd name="connsiteY26" fmla="*/ 81280 h 254000"/>
                <a:gd name="connsiteX27" fmla="*/ 101600 w 213359"/>
                <a:gd name="connsiteY27" fmla="*/ 101600 h 254000"/>
                <a:gd name="connsiteX28" fmla="*/ 162560 w 213359"/>
                <a:gd name="connsiteY28" fmla="*/ 101600 h 254000"/>
                <a:gd name="connsiteX29" fmla="*/ 162560 w 213359"/>
                <a:gd name="connsiteY29" fmla="*/ 60960 h 254000"/>
                <a:gd name="connsiteX30" fmla="*/ 182880 w 213359"/>
                <a:gd name="connsiteY30" fmla="*/ 40640 h 254000"/>
                <a:gd name="connsiteX31" fmla="*/ 193040 w 213359"/>
                <a:gd name="connsiteY31" fmla="*/ 30480 h 254000"/>
                <a:gd name="connsiteX32" fmla="*/ 182880 w 213359"/>
                <a:gd name="connsiteY32" fmla="*/ 20320 h 254000"/>
                <a:gd name="connsiteX33" fmla="*/ 40640 w 213359"/>
                <a:gd name="connsiteY33" fmla="*/ 20320 h 254000"/>
                <a:gd name="connsiteX34" fmla="*/ 20320 w 213359"/>
                <a:gd name="connsiteY34" fmla="*/ 121920 h 254000"/>
                <a:gd name="connsiteX35" fmla="*/ 20320 w 213359"/>
                <a:gd name="connsiteY35" fmla="*/ 152400 h 254000"/>
                <a:gd name="connsiteX36" fmla="*/ 50800 w 213359"/>
                <a:gd name="connsiteY36" fmla="*/ 152400 h 254000"/>
                <a:gd name="connsiteX37" fmla="*/ 71120 w 213359"/>
                <a:gd name="connsiteY37" fmla="*/ 172720 h 254000"/>
                <a:gd name="connsiteX38" fmla="*/ 71120 w 213359"/>
                <a:gd name="connsiteY38" fmla="*/ 213360 h 254000"/>
                <a:gd name="connsiteX39" fmla="*/ 91440 w 213359"/>
                <a:gd name="connsiteY39" fmla="*/ 233680 h 254000"/>
                <a:gd name="connsiteX40" fmla="*/ 111760 w 213359"/>
                <a:gd name="connsiteY40" fmla="*/ 213360 h 254000"/>
                <a:gd name="connsiteX41" fmla="*/ 111760 w 213359"/>
                <a:gd name="connsiteY41" fmla="*/ 172720 h 254000"/>
                <a:gd name="connsiteX42" fmla="*/ 132080 w 213359"/>
                <a:gd name="connsiteY42" fmla="*/ 152400 h 254000"/>
                <a:gd name="connsiteX43" fmla="*/ 162560 w 213359"/>
                <a:gd name="connsiteY43" fmla="*/ 152400 h 254000"/>
                <a:gd name="connsiteX44" fmla="*/ 162560 w 213359"/>
                <a:gd name="connsiteY44" fmla="*/ 121920 h 254000"/>
                <a:gd name="connsiteX45" fmla="*/ 20320 w 213359"/>
                <a:gd name="connsiteY45" fmla="*/ 121920 h 25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</a:cxnLst>
              <a:rect l="l" t="t" r="r" b="b"/>
              <a:pathLst>
                <a:path w="213359" h="254000">
                  <a:moveTo>
                    <a:pt x="0" y="40640"/>
                  </a:moveTo>
                  <a:cubicBezTo>
                    <a:pt x="0" y="17780"/>
                    <a:pt x="17780" y="0"/>
                    <a:pt x="40640" y="0"/>
                  </a:cubicBezTo>
                  <a:lnTo>
                    <a:pt x="182880" y="0"/>
                  </a:lnTo>
                  <a:cubicBezTo>
                    <a:pt x="199390" y="0"/>
                    <a:pt x="213360" y="13970"/>
                    <a:pt x="213360" y="30480"/>
                  </a:cubicBezTo>
                  <a:cubicBezTo>
                    <a:pt x="213360" y="46990"/>
                    <a:pt x="199390" y="60960"/>
                    <a:pt x="182880" y="60960"/>
                  </a:cubicBezTo>
                  <a:lnTo>
                    <a:pt x="182880" y="152400"/>
                  </a:lnTo>
                  <a:cubicBezTo>
                    <a:pt x="182880" y="163830"/>
                    <a:pt x="173990" y="172720"/>
                    <a:pt x="162560" y="172720"/>
                  </a:cubicBezTo>
                  <a:lnTo>
                    <a:pt x="132080" y="172720"/>
                  </a:lnTo>
                  <a:lnTo>
                    <a:pt x="132080" y="213360"/>
                  </a:lnTo>
                  <a:cubicBezTo>
                    <a:pt x="132080" y="236220"/>
                    <a:pt x="114300" y="254000"/>
                    <a:pt x="91440" y="254000"/>
                  </a:cubicBezTo>
                  <a:cubicBezTo>
                    <a:pt x="68580" y="254000"/>
                    <a:pt x="50800" y="236220"/>
                    <a:pt x="50800" y="213360"/>
                  </a:cubicBezTo>
                  <a:lnTo>
                    <a:pt x="50800" y="172720"/>
                  </a:lnTo>
                  <a:lnTo>
                    <a:pt x="20320" y="172720"/>
                  </a:lnTo>
                  <a:cubicBezTo>
                    <a:pt x="8890" y="172720"/>
                    <a:pt x="0" y="163830"/>
                    <a:pt x="0" y="152400"/>
                  </a:cubicBezTo>
                  <a:lnTo>
                    <a:pt x="0" y="40640"/>
                  </a:lnTo>
                  <a:close/>
                  <a:moveTo>
                    <a:pt x="40640" y="20320"/>
                  </a:moveTo>
                  <a:cubicBezTo>
                    <a:pt x="29210" y="20320"/>
                    <a:pt x="20320" y="29210"/>
                    <a:pt x="20320" y="40640"/>
                  </a:cubicBezTo>
                  <a:lnTo>
                    <a:pt x="20320" y="101600"/>
                  </a:lnTo>
                  <a:lnTo>
                    <a:pt x="40640" y="101600"/>
                  </a:lnTo>
                  <a:lnTo>
                    <a:pt x="40640" y="60960"/>
                  </a:lnTo>
                  <a:cubicBezTo>
                    <a:pt x="40640" y="55880"/>
                    <a:pt x="45720" y="50800"/>
                    <a:pt x="50800" y="50800"/>
                  </a:cubicBezTo>
                  <a:cubicBezTo>
                    <a:pt x="55880" y="50800"/>
                    <a:pt x="60960" y="55880"/>
                    <a:pt x="60960" y="60960"/>
                  </a:cubicBezTo>
                  <a:lnTo>
                    <a:pt x="60960" y="101600"/>
                  </a:lnTo>
                  <a:lnTo>
                    <a:pt x="81280" y="101600"/>
                  </a:lnTo>
                  <a:lnTo>
                    <a:pt x="81280" y="81280"/>
                  </a:lnTo>
                  <a:cubicBezTo>
                    <a:pt x="81280" y="76200"/>
                    <a:pt x="86360" y="71120"/>
                    <a:pt x="91440" y="71120"/>
                  </a:cubicBezTo>
                  <a:cubicBezTo>
                    <a:pt x="96520" y="71120"/>
                    <a:pt x="101600" y="76200"/>
                    <a:pt x="101600" y="81280"/>
                  </a:cubicBezTo>
                  <a:lnTo>
                    <a:pt x="101600" y="101600"/>
                  </a:lnTo>
                  <a:lnTo>
                    <a:pt x="162560" y="101600"/>
                  </a:lnTo>
                  <a:lnTo>
                    <a:pt x="162560" y="60960"/>
                  </a:lnTo>
                  <a:cubicBezTo>
                    <a:pt x="162560" y="49530"/>
                    <a:pt x="171450" y="40640"/>
                    <a:pt x="182880" y="40640"/>
                  </a:cubicBezTo>
                  <a:cubicBezTo>
                    <a:pt x="187960" y="40640"/>
                    <a:pt x="193040" y="35560"/>
                    <a:pt x="193040" y="30480"/>
                  </a:cubicBezTo>
                  <a:cubicBezTo>
                    <a:pt x="193040" y="25400"/>
                    <a:pt x="187960" y="20320"/>
                    <a:pt x="182880" y="20320"/>
                  </a:cubicBezTo>
                  <a:lnTo>
                    <a:pt x="40640" y="20320"/>
                  </a:lnTo>
                  <a:close/>
                  <a:moveTo>
                    <a:pt x="20320" y="121920"/>
                  </a:moveTo>
                  <a:lnTo>
                    <a:pt x="20320" y="152400"/>
                  </a:lnTo>
                  <a:lnTo>
                    <a:pt x="50800" y="152400"/>
                  </a:lnTo>
                  <a:cubicBezTo>
                    <a:pt x="62230" y="152400"/>
                    <a:pt x="71120" y="161290"/>
                    <a:pt x="71120" y="172720"/>
                  </a:cubicBezTo>
                  <a:lnTo>
                    <a:pt x="71120" y="213360"/>
                  </a:lnTo>
                  <a:cubicBezTo>
                    <a:pt x="71120" y="224790"/>
                    <a:pt x="80010" y="233680"/>
                    <a:pt x="91440" y="233680"/>
                  </a:cubicBezTo>
                  <a:cubicBezTo>
                    <a:pt x="102870" y="233680"/>
                    <a:pt x="111760" y="224790"/>
                    <a:pt x="111760" y="213360"/>
                  </a:cubicBezTo>
                  <a:lnTo>
                    <a:pt x="111760" y="172720"/>
                  </a:lnTo>
                  <a:cubicBezTo>
                    <a:pt x="111760" y="161290"/>
                    <a:pt x="120650" y="152400"/>
                    <a:pt x="132080" y="152400"/>
                  </a:cubicBezTo>
                  <a:lnTo>
                    <a:pt x="162560" y="152400"/>
                  </a:lnTo>
                  <a:lnTo>
                    <a:pt x="162560" y="121920"/>
                  </a:lnTo>
                  <a:lnTo>
                    <a:pt x="20320" y="1219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93" name="Рисунок 2">
            <a:extLst>
              <a:ext uri="{FF2B5EF4-FFF2-40B4-BE49-F238E27FC236}">
                <a16:creationId xmlns:a16="http://schemas.microsoft.com/office/drawing/2014/main" id="{B474347F-921F-BC13-9F7B-5E7BD44DD738}"/>
              </a:ext>
            </a:extLst>
          </p:cNvPr>
          <p:cNvGrpSpPr/>
          <p:nvPr/>
        </p:nvGrpSpPr>
        <p:grpSpPr>
          <a:xfrm>
            <a:off x="8401374" y="4435400"/>
            <a:ext cx="293369" cy="284480"/>
            <a:chOff x="8489950" y="4969509"/>
            <a:chExt cx="293369" cy="284480"/>
          </a:xfrm>
          <a:solidFill>
            <a:schemeClr val="tx1"/>
          </a:solidFill>
        </p:grpSpPr>
        <p:sp>
          <p:nvSpPr>
            <p:cNvPr id="1094" name="Полилиния: фигура 852">
              <a:extLst>
                <a:ext uri="{FF2B5EF4-FFF2-40B4-BE49-F238E27FC236}">
                  <a16:creationId xmlns:a16="http://schemas.microsoft.com/office/drawing/2014/main" id="{30930B82-7BA8-0721-3627-9EBD30EF7656}"/>
                </a:ext>
              </a:extLst>
            </p:cNvPr>
            <p:cNvSpPr/>
            <p:nvPr/>
          </p:nvSpPr>
          <p:spPr>
            <a:xfrm>
              <a:off x="8489950" y="4969509"/>
              <a:ext cx="142240" cy="133350"/>
            </a:xfrm>
            <a:custGeom>
              <a:avLst/>
              <a:gdLst>
                <a:gd name="connsiteX0" fmla="*/ 71120 w 142240"/>
                <a:gd name="connsiteY0" fmla="*/ 0 h 133350"/>
                <a:gd name="connsiteX1" fmla="*/ 22860 w 142240"/>
                <a:gd name="connsiteY1" fmla="*/ 12700 h 133350"/>
                <a:gd name="connsiteX2" fmla="*/ 0 w 142240"/>
                <a:gd name="connsiteY2" fmla="*/ 48260 h 133350"/>
                <a:gd name="connsiteX3" fmla="*/ 0 w 142240"/>
                <a:gd name="connsiteY3" fmla="*/ 85090 h 133350"/>
                <a:gd name="connsiteX4" fmla="*/ 22860 w 142240"/>
                <a:gd name="connsiteY4" fmla="*/ 120650 h 133350"/>
                <a:gd name="connsiteX5" fmla="*/ 71120 w 142240"/>
                <a:gd name="connsiteY5" fmla="*/ 133350 h 133350"/>
                <a:gd name="connsiteX6" fmla="*/ 119380 w 142240"/>
                <a:gd name="connsiteY6" fmla="*/ 120650 h 133350"/>
                <a:gd name="connsiteX7" fmla="*/ 142240 w 142240"/>
                <a:gd name="connsiteY7" fmla="*/ 85090 h 133350"/>
                <a:gd name="connsiteX8" fmla="*/ 142240 w 142240"/>
                <a:gd name="connsiteY8" fmla="*/ 46990 h 133350"/>
                <a:gd name="connsiteX9" fmla="*/ 119380 w 142240"/>
                <a:gd name="connsiteY9" fmla="*/ 11430 h 133350"/>
                <a:gd name="connsiteX10" fmla="*/ 71120 w 142240"/>
                <a:gd name="connsiteY10" fmla="*/ 0 h 133350"/>
                <a:gd name="connsiteX11" fmla="*/ 20320 w 142240"/>
                <a:gd name="connsiteY11" fmla="*/ 46990 h 133350"/>
                <a:gd name="connsiteX12" fmla="*/ 33020 w 142240"/>
                <a:gd name="connsiteY12" fmla="*/ 29210 h 133350"/>
                <a:gd name="connsiteX13" fmla="*/ 71120 w 142240"/>
                <a:gd name="connsiteY13" fmla="*/ 20320 h 133350"/>
                <a:gd name="connsiteX14" fmla="*/ 109220 w 142240"/>
                <a:gd name="connsiteY14" fmla="*/ 29210 h 133350"/>
                <a:gd name="connsiteX15" fmla="*/ 121920 w 142240"/>
                <a:gd name="connsiteY15" fmla="*/ 46990 h 133350"/>
                <a:gd name="connsiteX16" fmla="*/ 121920 w 142240"/>
                <a:gd name="connsiteY16" fmla="*/ 55880 h 133350"/>
                <a:gd name="connsiteX17" fmla="*/ 110490 w 142240"/>
                <a:gd name="connsiteY17" fmla="*/ 67310 h 133350"/>
                <a:gd name="connsiteX18" fmla="*/ 71120 w 142240"/>
                <a:gd name="connsiteY18" fmla="*/ 77470 h 133350"/>
                <a:gd name="connsiteX19" fmla="*/ 62230 w 142240"/>
                <a:gd name="connsiteY19" fmla="*/ 77470 h 133350"/>
                <a:gd name="connsiteX20" fmla="*/ 53340 w 142240"/>
                <a:gd name="connsiteY20" fmla="*/ 83820 h 133350"/>
                <a:gd name="connsiteX21" fmla="*/ 59690 w 142240"/>
                <a:gd name="connsiteY21" fmla="*/ 92710 h 133350"/>
                <a:gd name="connsiteX22" fmla="*/ 69850 w 142240"/>
                <a:gd name="connsiteY22" fmla="*/ 92710 h 133350"/>
                <a:gd name="connsiteX23" fmla="*/ 116840 w 142240"/>
                <a:gd name="connsiteY23" fmla="*/ 81280 h 133350"/>
                <a:gd name="connsiteX24" fmla="*/ 120650 w 142240"/>
                <a:gd name="connsiteY24" fmla="*/ 78740 h 133350"/>
                <a:gd name="connsiteX25" fmla="*/ 120650 w 142240"/>
                <a:gd name="connsiteY25" fmla="*/ 85090 h 133350"/>
                <a:gd name="connsiteX26" fmla="*/ 107950 w 142240"/>
                <a:gd name="connsiteY26" fmla="*/ 102870 h 133350"/>
                <a:gd name="connsiteX27" fmla="*/ 69850 w 142240"/>
                <a:gd name="connsiteY27" fmla="*/ 111760 h 133350"/>
                <a:gd name="connsiteX28" fmla="*/ 31750 w 142240"/>
                <a:gd name="connsiteY28" fmla="*/ 102870 h 133350"/>
                <a:gd name="connsiteX29" fmla="*/ 19050 w 142240"/>
                <a:gd name="connsiteY29" fmla="*/ 85090 h 133350"/>
                <a:gd name="connsiteX30" fmla="*/ 19050 w 142240"/>
                <a:gd name="connsiteY30" fmla="*/ 78740 h 133350"/>
                <a:gd name="connsiteX31" fmla="*/ 24130 w 142240"/>
                <a:gd name="connsiteY31" fmla="*/ 81280 h 133350"/>
                <a:gd name="connsiteX32" fmla="*/ 34290 w 142240"/>
                <a:gd name="connsiteY32" fmla="*/ 78740 h 133350"/>
                <a:gd name="connsiteX33" fmla="*/ 31750 w 142240"/>
                <a:gd name="connsiteY33" fmla="*/ 68580 h 133350"/>
                <a:gd name="connsiteX34" fmla="*/ 19050 w 142240"/>
                <a:gd name="connsiteY34" fmla="*/ 57150 h 133350"/>
                <a:gd name="connsiteX35" fmla="*/ 19050 w 142240"/>
                <a:gd name="connsiteY35" fmla="*/ 4699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2240" h="133350">
                  <a:moveTo>
                    <a:pt x="71120" y="0"/>
                  </a:moveTo>
                  <a:cubicBezTo>
                    <a:pt x="53340" y="0"/>
                    <a:pt x="35560" y="5080"/>
                    <a:pt x="22860" y="12700"/>
                  </a:cubicBezTo>
                  <a:cubicBezTo>
                    <a:pt x="10160" y="20320"/>
                    <a:pt x="0" y="33020"/>
                    <a:pt x="0" y="48260"/>
                  </a:cubicBezTo>
                  <a:lnTo>
                    <a:pt x="0" y="85090"/>
                  </a:lnTo>
                  <a:cubicBezTo>
                    <a:pt x="0" y="100330"/>
                    <a:pt x="10160" y="111760"/>
                    <a:pt x="22860" y="120650"/>
                  </a:cubicBezTo>
                  <a:cubicBezTo>
                    <a:pt x="35560" y="128270"/>
                    <a:pt x="53340" y="133350"/>
                    <a:pt x="71120" y="133350"/>
                  </a:cubicBezTo>
                  <a:cubicBezTo>
                    <a:pt x="88900" y="133350"/>
                    <a:pt x="106680" y="128270"/>
                    <a:pt x="119380" y="120650"/>
                  </a:cubicBezTo>
                  <a:cubicBezTo>
                    <a:pt x="132080" y="113030"/>
                    <a:pt x="142240" y="100330"/>
                    <a:pt x="142240" y="85090"/>
                  </a:cubicBezTo>
                  <a:lnTo>
                    <a:pt x="142240" y="46990"/>
                  </a:lnTo>
                  <a:cubicBezTo>
                    <a:pt x="142240" y="31750"/>
                    <a:pt x="132080" y="20320"/>
                    <a:pt x="119380" y="11430"/>
                  </a:cubicBezTo>
                  <a:cubicBezTo>
                    <a:pt x="105410" y="3810"/>
                    <a:pt x="88900" y="0"/>
                    <a:pt x="71120" y="0"/>
                  </a:cubicBezTo>
                  <a:close/>
                  <a:moveTo>
                    <a:pt x="20320" y="46990"/>
                  </a:moveTo>
                  <a:cubicBezTo>
                    <a:pt x="20320" y="41910"/>
                    <a:pt x="24130" y="35560"/>
                    <a:pt x="33020" y="29210"/>
                  </a:cubicBezTo>
                  <a:cubicBezTo>
                    <a:pt x="41910" y="24130"/>
                    <a:pt x="55880" y="20320"/>
                    <a:pt x="71120" y="20320"/>
                  </a:cubicBezTo>
                  <a:cubicBezTo>
                    <a:pt x="86360" y="20320"/>
                    <a:pt x="100330" y="24130"/>
                    <a:pt x="109220" y="29210"/>
                  </a:cubicBezTo>
                  <a:cubicBezTo>
                    <a:pt x="118110" y="34290"/>
                    <a:pt x="121920" y="41910"/>
                    <a:pt x="121920" y="46990"/>
                  </a:cubicBezTo>
                  <a:lnTo>
                    <a:pt x="121920" y="55880"/>
                  </a:lnTo>
                  <a:cubicBezTo>
                    <a:pt x="119380" y="59690"/>
                    <a:pt x="115570" y="63500"/>
                    <a:pt x="110490" y="67310"/>
                  </a:cubicBezTo>
                  <a:cubicBezTo>
                    <a:pt x="100330" y="73660"/>
                    <a:pt x="87630" y="77470"/>
                    <a:pt x="71120" y="77470"/>
                  </a:cubicBezTo>
                  <a:cubicBezTo>
                    <a:pt x="68580" y="77470"/>
                    <a:pt x="64770" y="77470"/>
                    <a:pt x="62230" y="77470"/>
                  </a:cubicBezTo>
                  <a:cubicBezTo>
                    <a:pt x="58420" y="77470"/>
                    <a:pt x="54610" y="80010"/>
                    <a:pt x="53340" y="83820"/>
                  </a:cubicBezTo>
                  <a:cubicBezTo>
                    <a:pt x="53340" y="87630"/>
                    <a:pt x="55880" y="91440"/>
                    <a:pt x="59690" y="92710"/>
                  </a:cubicBezTo>
                  <a:cubicBezTo>
                    <a:pt x="63500" y="92710"/>
                    <a:pt x="66040" y="92710"/>
                    <a:pt x="69850" y="92710"/>
                  </a:cubicBezTo>
                  <a:cubicBezTo>
                    <a:pt x="87630" y="92710"/>
                    <a:pt x="104140" y="88900"/>
                    <a:pt x="116840" y="81280"/>
                  </a:cubicBezTo>
                  <a:cubicBezTo>
                    <a:pt x="118110" y="80010"/>
                    <a:pt x="119380" y="80010"/>
                    <a:pt x="120650" y="78740"/>
                  </a:cubicBezTo>
                  <a:lnTo>
                    <a:pt x="120650" y="85090"/>
                  </a:lnTo>
                  <a:cubicBezTo>
                    <a:pt x="120650" y="90170"/>
                    <a:pt x="116840" y="96520"/>
                    <a:pt x="107950" y="102870"/>
                  </a:cubicBezTo>
                  <a:cubicBezTo>
                    <a:pt x="99060" y="107950"/>
                    <a:pt x="85090" y="111760"/>
                    <a:pt x="69850" y="111760"/>
                  </a:cubicBezTo>
                  <a:cubicBezTo>
                    <a:pt x="54610" y="111760"/>
                    <a:pt x="40640" y="107950"/>
                    <a:pt x="31750" y="102870"/>
                  </a:cubicBezTo>
                  <a:cubicBezTo>
                    <a:pt x="22860" y="97790"/>
                    <a:pt x="19050" y="90170"/>
                    <a:pt x="19050" y="85090"/>
                  </a:cubicBezTo>
                  <a:lnTo>
                    <a:pt x="19050" y="78740"/>
                  </a:lnTo>
                  <a:cubicBezTo>
                    <a:pt x="20320" y="80010"/>
                    <a:pt x="21590" y="81280"/>
                    <a:pt x="24130" y="81280"/>
                  </a:cubicBezTo>
                  <a:cubicBezTo>
                    <a:pt x="27940" y="83820"/>
                    <a:pt x="31750" y="82550"/>
                    <a:pt x="34290" y="78740"/>
                  </a:cubicBezTo>
                  <a:cubicBezTo>
                    <a:pt x="36830" y="74930"/>
                    <a:pt x="35560" y="69850"/>
                    <a:pt x="31750" y="68580"/>
                  </a:cubicBezTo>
                  <a:cubicBezTo>
                    <a:pt x="25400" y="64770"/>
                    <a:pt x="21590" y="60960"/>
                    <a:pt x="19050" y="57150"/>
                  </a:cubicBezTo>
                  <a:lnTo>
                    <a:pt x="19050" y="469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95" name="Полилиния: фигура 853">
              <a:extLst>
                <a:ext uri="{FF2B5EF4-FFF2-40B4-BE49-F238E27FC236}">
                  <a16:creationId xmlns:a16="http://schemas.microsoft.com/office/drawing/2014/main" id="{BE11D672-59B6-3A67-E0C9-065EA83F746F}"/>
                </a:ext>
              </a:extLst>
            </p:cNvPr>
            <p:cNvSpPr/>
            <p:nvPr/>
          </p:nvSpPr>
          <p:spPr>
            <a:xfrm>
              <a:off x="8489950" y="5120640"/>
              <a:ext cx="142240" cy="133350"/>
            </a:xfrm>
            <a:custGeom>
              <a:avLst/>
              <a:gdLst>
                <a:gd name="connsiteX0" fmla="*/ 22860 w 142240"/>
                <a:gd name="connsiteY0" fmla="*/ 12700 h 133350"/>
                <a:gd name="connsiteX1" fmla="*/ 71120 w 142240"/>
                <a:gd name="connsiteY1" fmla="*/ 0 h 133350"/>
                <a:gd name="connsiteX2" fmla="*/ 119380 w 142240"/>
                <a:gd name="connsiteY2" fmla="*/ 12700 h 133350"/>
                <a:gd name="connsiteX3" fmla="*/ 142240 w 142240"/>
                <a:gd name="connsiteY3" fmla="*/ 48260 h 133350"/>
                <a:gd name="connsiteX4" fmla="*/ 142240 w 142240"/>
                <a:gd name="connsiteY4" fmla="*/ 85090 h 133350"/>
                <a:gd name="connsiteX5" fmla="*/ 119380 w 142240"/>
                <a:gd name="connsiteY5" fmla="*/ 120650 h 133350"/>
                <a:gd name="connsiteX6" fmla="*/ 71120 w 142240"/>
                <a:gd name="connsiteY6" fmla="*/ 133350 h 133350"/>
                <a:gd name="connsiteX7" fmla="*/ 22860 w 142240"/>
                <a:gd name="connsiteY7" fmla="*/ 120650 h 133350"/>
                <a:gd name="connsiteX8" fmla="*/ 0 w 142240"/>
                <a:gd name="connsiteY8" fmla="*/ 85090 h 133350"/>
                <a:gd name="connsiteX9" fmla="*/ 0 w 142240"/>
                <a:gd name="connsiteY9" fmla="*/ 48260 h 133350"/>
                <a:gd name="connsiteX10" fmla="*/ 22860 w 142240"/>
                <a:gd name="connsiteY10" fmla="*/ 12700 h 133350"/>
                <a:gd name="connsiteX11" fmla="*/ 33020 w 142240"/>
                <a:gd name="connsiteY11" fmla="*/ 30480 h 133350"/>
                <a:gd name="connsiteX12" fmla="*/ 20320 w 142240"/>
                <a:gd name="connsiteY12" fmla="*/ 48260 h 133350"/>
                <a:gd name="connsiteX13" fmla="*/ 20320 w 142240"/>
                <a:gd name="connsiteY13" fmla="*/ 57150 h 133350"/>
                <a:gd name="connsiteX14" fmla="*/ 33020 w 142240"/>
                <a:gd name="connsiteY14" fmla="*/ 68580 h 133350"/>
                <a:gd name="connsiteX15" fmla="*/ 35560 w 142240"/>
                <a:gd name="connsiteY15" fmla="*/ 78740 h 133350"/>
                <a:gd name="connsiteX16" fmla="*/ 25400 w 142240"/>
                <a:gd name="connsiteY16" fmla="*/ 81280 h 133350"/>
                <a:gd name="connsiteX17" fmla="*/ 20320 w 142240"/>
                <a:gd name="connsiteY17" fmla="*/ 78740 h 133350"/>
                <a:gd name="connsiteX18" fmla="*/ 20320 w 142240"/>
                <a:gd name="connsiteY18" fmla="*/ 85090 h 133350"/>
                <a:gd name="connsiteX19" fmla="*/ 33020 w 142240"/>
                <a:gd name="connsiteY19" fmla="*/ 102870 h 133350"/>
                <a:gd name="connsiteX20" fmla="*/ 71120 w 142240"/>
                <a:gd name="connsiteY20" fmla="*/ 111760 h 133350"/>
                <a:gd name="connsiteX21" fmla="*/ 109220 w 142240"/>
                <a:gd name="connsiteY21" fmla="*/ 102870 h 133350"/>
                <a:gd name="connsiteX22" fmla="*/ 121920 w 142240"/>
                <a:gd name="connsiteY22" fmla="*/ 85090 h 133350"/>
                <a:gd name="connsiteX23" fmla="*/ 121920 w 142240"/>
                <a:gd name="connsiteY23" fmla="*/ 78740 h 133350"/>
                <a:gd name="connsiteX24" fmla="*/ 118110 w 142240"/>
                <a:gd name="connsiteY24" fmla="*/ 81280 h 133350"/>
                <a:gd name="connsiteX25" fmla="*/ 71120 w 142240"/>
                <a:gd name="connsiteY25" fmla="*/ 92710 h 133350"/>
                <a:gd name="connsiteX26" fmla="*/ 60960 w 142240"/>
                <a:gd name="connsiteY26" fmla="*/ 92710 h 133350"/>
                <a:gd name="connsiteX27" fmla="*/ 54610 w 142240"/>
                <a:gd name="connsiteY27" fmla="*/ 83820 h 133350"/>
                <a:gd name="connsiteX28" fmla="*/ 63500 w 142240"/>
                <a:gd name="connsiteY28" fmla="*/ 77470 h 133350"/>
                <a:gd name="connsiteX29" fmla="*/ 72390 w 142240"/>
                <a:gd name="connsiteY29" fmla="*/ 77470 h 133350"/>
                <a:gd name="connsiteX30" fmla="*/ 111760 w 142240"/>
                <a:gd name="connsiteY30" fmla="*/ 67310 h 133350"/>
                <a:gd name="connsiteX31" fmla="*/ 123190 w 142240"/>
                <a:gd name="connsiteY31" fmla="*/ 55880 h 133350"/>
                <a:gd name="connsiteX32" fmla="*/ 123190 w 142240"/>
                <a:gd name="connsiteY32" fmla="*/ 48260 h 133350"/>
                <a:gd name="connsiteX33" fmla="*/ 110490 w 142240"/>
                <a:gd name="connsiteY33" fmla="*/ 30480 h 133350"/>
                <a:gd name="connsiteX34" fmla="*/ 72390 w 142240"/>
                <a:gd name="connsiteY34" fmla="*/ 21590 h 133350"/>
                <a:gd name="connsiteX35" fmla="*/ 33020 w 142240"/>
                <a:gd name="connsiteY35" fmla="*/ 3048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2240" h="133350">
                  <a:moveTo>
                    <a:pt x="22860" y="12700"/>
                  </a:moveTo>
                  <a:cubicBezTo>
                    <a:pt x="35560" y="5080"/>
                    <a:pt x="53340" y="0"/>
                    <a:pt x="71120" y="0"/>
                  </a:cubicBezTo>
                  <a:cubicBezTo>
                    <a:pt x="88900" y="0"/>
                    <a:pt x="106680" y="5080"/>
                    <a:pt x="119380" y="12700"/>
                  </a:cubicBezTo>
                  <a:cubicBezTo>
                    <a:pt x="132080" y="20320"/>
                    <a:pt x="142240" y="33020"/>
                    <a:pt x="142240" y="48260"/>
                  </a:cubicBezTo>
                  <a:lnTo>
                    <a:pt x="142240" y="85090"/>
                  </a:lnTo>
                  <a:cubicBezTo>
                    <a:pt x="142240" y="100330"/>
                    <a:pt x="132080" y="111760"/>
                    <a:pt x="119380" y="120650"/>
                  </a:cubicBezTo>
                  <a:cubicBezTo>
                    <a:pt x="106680" y="128270"/>
                    <a:pt x="88900" y="133350"/>
                    <a:pt x="71120" y="133350"/>
                  </a:cubicBezTo>
                  <a:cubicBezTo>
                    <a:pt x="53340" y="133350"/>
                    <a:pt x="35560" y="128270"/>
                    <a:pt x="22860" y="120650"/>
                  </a:cubicBezTo>
                  <a:cubicBezTo>
                    <a:pt x="10160" y="113030"/>
                    <a:pt x="0" y="100330"/>
                    <a:pt x="0" y="85090"/>
                  </a:cubicBezTo>
                  <a:lnTo>
                    <a:pt x="0" y="48260"/>
                  </a:lnTo>
                  <a:cubicBezTo>
                    <a:pt x="0" y="33020"/>
                    <a:pt x="10160" y="20320"/>
                    <a:pt x="22860" y="12700"/>
                  </a:cubicBezTo>
                  <a:close/>
                  <a:moveTo>
                    <a:pt x="33020" y="30480"/>
                  </a:moveTo>
                  <a:cubicBezTo>
                    <a:pt x="24130" y="35560"/>
                    <a:pt x="20320" y="43180"/>
                    <a:pt x="20320" y="48260"/>
                  </a:cubicBezTo>
                  <a:lnTo>
                    <a:pt x="20320" y="57150"/>
                  </a:lnTo>
                  <a:cubicBezTo>
                    <a:pt x="22860" y="60960"/>
                    <a:pt x="26670" y="64770"/>
                    <a:pt x="33020" y="68580"/>
                  </a:cubicBezTo>
                  <a:cubicBezTo>
                    <a:pt x="36830" y="71120"/>
                    <a:pt x="38100" y="74930"/>
                    <a:pt x="35560" y="78740"/>
                  </a:cubicBezTo>
                  <a:cubicBezTo>
                    <a:pt x="33020" y="82550"/>
                    <a:pt x="29210" y="83820"/>
                    <a:pt x="25400" y="81280"/>
                  </a:cubicBezTo>
                  <a:cubicBezTo>
                    <a:pt x="24130" y="80010"/>
                    <a:pt x="21590" y="78740"/>
                    <a:pt x="20320" y="78740"/>
                  </a:cubicBezTo>
                  <a:lnTo>
                    <a:pt x="20320" y="85090"/>
                  </a:lnTo>
                  <a:cubicBezTo>
                    <a:pt x="20320" y="90170"/>
                    <a:pt x="24130" y="96520"/>
                    <a:pt x="33020" y="102870"/>
                  </a:cubicBezTo>
                  <a:cubicBezTo>
                    <a:pt x="41910" y="107950"/>
                    <a:pt x="55880" y="111760"/>
                    <a:pt x="71120" y="111760"/>
                  </a:cubicBezTo>
                  <a:cubicBezTo>
                    <a:pt x="86360" y="111760"/>
                    <a:pt x="100330" y="107950"/>
                    <a:pt x="109220" y="102870"/>
                  </a:cubicBezTo>
                  <a:cubicBezTo>
                    <a:pt x="118110" y="97790"/>
                    <a:pt x="121920" y="90170"/>
                    <a:pt x="121920" y="85090"/>
                  </a:cubicBezTo>
                  <a:lnTo>
                    <a:pt x="121920" y="78740"/>
                  </a:lnTo>
                  <a:cubicBezTo>
                    <a:pt x="120650" y="80010"/>
                    <a:pt x="119380" y="80010"/>
                    <a:pt x="118110" y="81280"/>
                  </a:cubicBezTo>
                  <a:cubicBezTo>
                    <a:pt x="105410" y="88900"/>
                    <a:pt x="88900" y="92710"/>
                    <a:pt x="71120" y="92710"/>
                  </a:cubicBezTo>
                  <a:cubicBezTo>
                    <a:pt x="67310" y="92710"/>
                    <a:pt x="64770" y="92710"/>
                    <a:pt x="60960" y="92710"/>
                  </a:cubicBezTo>
                  <a:cubicBezTo>
                    <a:pt x="57150" y="92710"/>
                    <a:pt x="53340" y="88900"/>
                    <a:pt x="54610" y="83820"/>
                  </a:cubicBezTo>
                  <a:cubicBezTo>
                    <a:pt x="54610" y="80010"/>
                    <a:pt x="58420" y="76200"/>
                    <a:pt x="63500" y="77470"/>
                  </a:cubicBezTo>
                  <a:cubicBezTo>
                    <a:pt x="66040" y="77470"/>
                    <a:pt x="68580" y="77470"/>
                    <a:pt x="72390" y="77470"/>
                  </a:cubicBezTo>
                  <a:cubicBezTo>
                    <a:pt x="87630" y="77470"/>
                    <a:pt x="101600" y="73660"/>
                    <a:pt x="111760" y="67310"/>
                  </a:cubicBezTo>
                  <a:cubicBezTo>
                    <a:pt x="116840" y="63500"/>
                    <a:pt x="120650" y="59690"/>
                    <a:pt x="123190" y="55880"/>
                  </a:cubicBezTo>
                  <a:lnTo>
                    <a:pt x="123190" y="48260"/>
                  </a:lnTo>
                  <a:cubicBezTo>
                    <a:pt x="123190" y="43180"/>
                    <a:pt x="119380" y="36830"/>
                    <a:pt x="110490" y="30480"/>
                  </a:cubicBezTo>
                  <a:cubicBezTo>
                    <a:pt x="101600" y="25400"/>
                    <a:pt x="87630" y="21590"/>
                    <a:pt x="72390" y="21590"/>
                  </a:cubicBezTo>
                  <a:cubicBezTo>
                    <a:pt x="55880" y="20320"/>
                    <a:pt x="41910" y="24130"/>
                    <a:pt x="33020" y="304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96" name="Полилиния: фигура 854">
              <a:extLst>
                <a:ext uri="{FF2B5EF4-FFF2-40B4-BE49-F238E27FC236}">
                  <a16:creationId xmlns:a16="http://schemas.microsoft.com/office/drawing/2014/main" id="{6FF64433-01DC-4CF3-A11D-190DB50BEAB5}"/>
                </a:ext>
              </a:extLst>
            </p:cNvPr>
            <p:cNvSpPr/>
            <p:nvPr/>
          </p:nvSpPr>
          <p:spPr>
            <a:xfrm>
              <a:off x="8641080" y="5049520"/>
              <a:ext cx="142239" cy="133350"/>
            </a:xfrm>
            <a:custGeom>
              <a:avLst/>
              <a:gdLst>
                <a:gd name="connsiteX0" fmla="*/ 22860 w 142239"/>
                <a:gd name="connsiteY0" fmla="*/ 12700 h 133350"/>
                <a:gd name="connsiteX1" fmla="*/ 71120 w 142239"/>
                <a:gd name="connsiteY1" fmla="*/ 0 h 133350"/>
                <a:gd name="connsiteX2" fmla="*/ 119380 w 142239"/>
                <a:gd name="connsiteY2" fmla="*/ 12700 h 133350"/>
                <a:gd name="connsiteX3" fmla="*/ 142239 w 142239"/>
                <a:gd name="connsiteY3" fmla="*/ 48260 h 133350"/>
                <a:gd name="connsiteX4" fmla="*/ 142239 w 142239"/>
                <a:gd name="connsiteY4" fmla="*/ 85090 h 133350"/>
                <a:gd name="connsiteX5" fmla="*/ 119380 w 142239"/>
                <a:gd name="connsiteY5" fmla="*/ 120650 h 133350"/>
                <a:gd name="connsiteX6" fmla="*/ 71120 w 142239"/>
                <a:gd name="connsiteY6" fmla="*/ 133350 h 133350"/>
                <a:gd name="connsiteX7" fmla="*/ 22860 w 142239"/>
                <a:gd name="connsiteY7" fmla="*/ 120650 h 133350"/>
                <a:gd name="connsiteX8" fmla="*/ 0 w 142239"/>
                <a:gd name="connsiteY8" fmla="*/ 85090 h 133350"/>
                <a:gd name="connsiteX9" fmla="*/ 0 w 142239"/>
                <a:gd name="connsiteY9" fmla="*/ 48260 h 133350"/>
                <a:gd name="connsiteX10" fmla="*/ 22860 w 142239"/>
                <a:gd name="connsiteY10" fmla="*/ 12700 h 133350"/>
                <a:gd name="connsiteX11" fmla="*/ 34289 w 142239"/>
                <a:gd name="connsiteY11" fmla="*/ 30480 h 133350"/>
                <a:gd name="connsiteX12" fmla="*/ 21589 w 142239"/>
                <a:gd name="connsiteY12" fmla="*/ 48260 h 133350"/>
                <a:gd name="connsiteX13" fmla="*/ 21589 w 142239"/>
                <a:gd name="connsiteY13" fmla="*/ 57150 h 133350"/>
                <a:gd name="connsiteX14" fmla="*/ 34289 w 142239"/>
                <a:gd name="connsiteY14" fmla="*/ 68580 h 133350"/>
                <a:gd name="connsiteX15" fmla="*/ 36830 w 142239"/>
                <a:gd name="connsiteY15" fmla="*/ 78740 h 133350"/>
                <a:gd name="connsiteX16" fmla="*/ 26670 w 142239"/>
                <a:gd name="connsiteY16" fmla="*/ 81280 h 133350"/>
                <a:gd name="connsiteX17" fmla="*/ 21589 w 142239"/>
                <a:gd name="connsiteY17" fmla="*/ 78740 h 133350"/>
                <a:gd name="connsiteX18" fmla="*/ 21589 w 142239"/>
                <a:gd name="connsiteY18" fmla="*/ 85090 h 133350"/>
                <a:gd name="connsiteX19" fmla="*/ 34289 w 142239"/>
                <a:gd name="connsiteY19" fmla="*/ 102870 h 133350"/>
                <a:gd name="connsiteX20" fmla="*/ 72389 w 142239"/>
                <a:gd name="connsiteY20" fmla="*/ 111760 h 133350"/>
                <a:gd name="connsiteX21" fmla="*/ 110489 w 142239"/>
                <a:gd name="connsiteY21" fmla="*/ 102870 h 133350"/>
                <a:gd name="connsiteX22" fmla="*/ 123189 w 142239"/>
                <a:gd name="connsiteY22" fmla="*/ 85090 h 133350"/>
                <a:gd name="connsiteX23" fmla="*/ 123189 w 142239"/>
                <a:gd name="connsiteY23" fmla="*/ 78740 h 133350"/>
                <a:gd name="connsiteX24" fmla="*/ 119380 w 142239"/>
                <a:gd name="connsiteY24" fmla="*/ 81280 h 133350"/>
                <a:gd name="connsiteX25" fmla="*/ 72389 w 142239"/>
                <a:gd name="connsiteY25" fmla="*/ 92710 h 133350"/>
                <a:gd name="connsiteX26" fmla="*/ 62230 w 142239"/>
                <a:gd name="connsiteY26" fmla="*/ 92710 h 133350"/>
                <a:gd name="connsiteX27" fmla="*/ 55880 w 142239"/>
                <a:gd name="connsiteY27" fmla="*/ 83820 h 133350"/>
                <a:gd name="connsiteX28" fmla="*/ 64770 w 142239"/>
                <a:gd name="connsiteY28" fmla="*/ 77470 h 133350"/>
                <a:gd name="connsiteX29" fmla="*/ 73660 w 142239"/>
                <a:gd name="connsiteY29" fmla="*/ 77470 h 133350"/>
                <a:gd name="connsiteX30" fmla="*/ 113030 w 142239"/>
                <a:gd name="connsiteY30" fmla="*/ 67310 h 133350"/>
                <a:gd name="connsiteX31" fmla="*/ 124460 w 142239"/>
                <a:gd name="connsiteY31" fmla="*/ 55880 h 133350"/>
                <a:gd name="connsiteX32" fmla="*/ 124460 w 142239"/>
                <a:gd name="connsiteY32" fmla="*/ 46990 h 133350"/>
                <a:gd name="connsiteX33" fmla="*/ 111760 w 142239"/>
                <a:gd name="connsiteY33" fmla="*/ 29210 h 133350"/>
                <a:gd name="connsiteX34" fmla="*/ 73660 w 142239"/>
                <a:gd name="connsiteY34" fmla="*/ 20320 h 133350"/>
                <a:gd name="connsiteX35" fmla="*/ 34289 w 142239"/>
                <a:gd name="connsiteY35" fmla="*/ 30480 h 1333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42239" h="133350">
                  <a:moveTo>
                    <a:pt x="22860" y="12700"/>
                  </a:moveTo>
                  <a:cubicBezTo>
                    <a:pt x="35560" y="5080"/>
                    <a:pt x="53339" y="0"/>
                    <a:pt x="71120" y="0"/>
                  </a:cubicBezTo>
                  <a:cubicBezTo>
                    <a:pt x="88900" y="0"/>
                    <a:pt x="106680" y="5080"/>
                    <a:pt x="119380" y="12700"/>
                  </a:cubicBezTo>
                  <a:cubicBezTo>
                    <a:pt x="132080" y="20320"/>
                    <a:pt x="142239" y="33020"/>
                    <a:pt x="142239" y="48260"/>
                  </a:cubicBezTo>
                  <a:lnTo>
                    <a:pt x="142239" y="85090"/>
                  </a:lnTo>
                  <a:cubicBezTo>
                    <a:pt x="142239" y="100330"/>
                    <a:pt x="132080" y="111760"/>
                    <a:pt x="119380" y="120650"/>
                  </a:cubicBezTo>
                  <a:cubicBezTo>
                    <a:pt x="106680" y="128270"/>
                    <a:pt x="88900" y="133350"/>
                    <a:pt x="71120" y="133350"/>
                  </a:cubicBezTo>
                  <a:cubicBezTo>
                    <a:pt x="53339" y="133350"/>
                    <a:pt x="35560" y="128270"/>
                    <a:pt x="22860" y="120650"/>
                  </a:cubicBezTo>
                  <a:cubicBezTo>
                    <a:pt x="10160" y="113030"/>
                    <a:pt x="0" y="100330"/>
                    <a:pt x="0" y="85090"/>
                  </a:cubicBezTo>
                  <a:lnTo>
                    <a:pt x="0" y="48260"/>
                  </a:lnTo>
                  <a:cubicBezTo>
                    <a:pt x="0" y="33020"/>
                    <a:pt x="10160" y="20320"/>
                    <a:pt x="22860" y="12700"/>
                  </a:cubicBezTo>
                  <a:close/>
                  <a:moveTo>
                    <a:pt x="34289" y="30480"/>
                  </a:moveTo>
                  <a:cubicBezTo>
                    <a:pt x="25400" y="35560"/>
                    <a:pt x="21589" y="43180"/>
                    <a:pt x="21589" y="48260"/>
                  </a:cubicBezTo>
                  <a:lnTo>
                    <a:pt x="21589" y="57150"/>
                  </a:lnTo>
                  <a:cubicBezTo>
                    <a:pt x="24130" y="60960"/>
                    <a:pt x="27939" y="64770"/>
                    <a:pt x="34289" y="68580"/>
                  </a:cubicBezTo>
                  <a:cubicBezTo>
                    <a:pt x="38100" y="71120"/>
                    <a:pt x="39370" y="74930"/>
                    <a:pt x="36830" y="78740"/>
                  </a:cubicBezTo>
                  <a:cubicBezTo>
                    <a:pt x="34289" y="82550"/>
                    <a:pt x="30480" y="83820"/>
                    <a:pt x="26670" y="81280"/>
                  </a:cubicBezTo>
                  <a:cubicBezTo>
                    <a:pt x="25400" y="80010"/>
                    <a:pt x="22860" y="78740"/>
                    <a:pt x="21589" y="78740"/>
                  </a:cubicBezTo>
                  <a:lnTo>
                    <a:pt x="21589" y="85090"/>
                  </a:lnTo>
                  <a:cubicBezTo>
                    <a:pt x="21589" y="90170"/>
                    <a:pt x="25400" y="96520"/>
                    <a:pt x="34289" y="102870"/>
                  </a:cubicBezTo>
                  <a:cubicBezTo>
                    <a:pt x="43180" y="107950"/>
                    <a:pt x="57150" y="111760"/>
                    <a:pt x="72389" y="111760"/>
                  </a:cubicBezTo>
                  <a:cubicBezTo>
                    <a:pt x="87630" y="111760"/>
                    <a:pt x="101600" y="107950"/>
                    <a:pt x="110489" y="102870"/>
                  </a:cubicBezTo>
                  <a:cubicBezTo>
                    <a:pt x="119380" y="97790"/>
                    <a:pt x="123189" y="90170"/>
                    <a:pt x="123189" y="85090"/>
                  </a:cubicBezTo>
                  <a:lnTo>
                    <a:pt x="123189" y="78740"/>
                  </a:lnTo>
                  <a:cubicBezTo>
                    <a:pt x="121920" y="80010"/>
                    <a:pt x="120650" y="80010"/>
                    <a:pt x="119380" y="81280"/>
                  </a:cubicBezTo>
                  <a:cubicBezTo>
                    <a:pt x="106680" y="88900"/>
                    <a:pt x="90170" y="92710"/>
                    <a:pt x="72389" y="92710"/>
                  </a:cubicBezTo>
                  <a:cubicBezTo>
                    <a:pt x="68580" y="92710"/>
                    <a:pt x="66039" y="92710"/>
                    <a:pt x="62230" y="92710"/>
                  </a:cubicBezTo>
                  <a:cubicBezTo>
                    <a:pt x="58420" y="92710"/>
                    <a:pt x="54610" y="88900"/>
                    <a:pt x="55880" y="83820"/>
                  </a:cubicBezTo>
                  <a:cubicBezTo>
                    <a:pt x="55880" y="80010"/>
                    <a:pt x="59689" y="76200"/>
                    <a:pt x="64770" y="77470"/>
                  </a:cubicBezTo>
                  <a:cubicBezTo>
                    <a:pt x="67310" y="77470"/>
                    <a:pt x="69850" y="77470"/>
                    <a:pt x="73660" y="77470"/>
                  </a:cubicBezTo>
                  <a:cubicBezTo>
                    <a:pt x="88900" y="77470"/>
                    <a:pt x="102870" y="73660"/>
                    <a:pt x="113030" y="67310"/>
                  </a:cubicBezTo>
                  <a:cubicBezTo>
                    <a:pt x="118110" y="63500"/>
                    <a:pt x="121920" y="59690"/>
                    <a:pt x="124460" y="55880"/>
                  </a:cubicBezTo>
                  <a:lnTo>
                    <a:pt x="124460" y="46990"/>
                  </a:lnTo>
                  <a:cubicBezTo>
                    <a:pt x="124460" y="41910"/>
                    <a:pt x="120650" y="35560"/>
                    <a:pt x="111760" y="29210"/>
                  </a:cubicBezTo>
                  <a:cubicBezTo>
                    <a:pt x="102870" y="24130"/>
                    <a:pt x="88900" y="20320"/>
                    <a:pt x="73660" y="20320"/>
                  </a:cubicBezTo>
                  <a:cubicBezTo>
                    <a:pt x="55880" y="20320"/>
                    <a:pt x="43180" y="24130"/>
                    <a:pt x="34289" y="3048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097" name="Рисунок 2">
            <a:extLst>
              <a:ext uri="{FF2B5EF4-FFF2-40B4-BE49-F238E27FC236}">
                <a16:creationId xmlns:a16="http://schemas.microsoft.com/office/drawing/2014/main" id="{EF12E60C-572C-8207-33F3-13353A7914A9}"/>
              </a:ext>
            </a:extLst>
          </p:cNvPr>
          <p:cNvGrpSpPr/>
          <p:nvPr/>
        </p:nvGrpSpPr>
        <p:grpSpPr>
          <a:xfrm>
            <a:off x="8955744" y="4419117"/>
            <a:ext cx="301488" cy="315114"/>
            <a:chOff x="9044320" y="4953226"/>
            <a:chExt cx="301488" cy="315114"/>
          </a:xfrm>
          <a:solidFill>
            <a:schemeClr val="tx1"/>
          </a:solidFill>
        </p:grpSpPr>
        <p:sp>
          <p:nvSpPr>
            <p:cNvPr id="1098" name="Полилиния: фигура 861">
              <a:extLst>
                <a:ext uri="{FF2B5EF4-FFF2-40B4-BE49-F238E27FC236}">
                  <a16:creationId xmlns:a16="http://schemas.microsoft.com/office/drawing/2014/main" id="{E68285FC-4B81-F3F2-5ED4-FDE251C5A8F7}"/>
                </a:ext>
              </a:extLst>
            </p:cNvPr>
            <p:cNvSpPr/>
            <p:nvPr/>
          </p:nvSpPr>
          <p:spPr>
            <a:xfrm>
              <a:off x="9094146" y="4953226"/>
              <a:ext cx="113057" cy="125276"/>
            </a:xfrm>
            <a:custGeom>
              <a:avLst/>
              <a:gdLst>
                <a:gd name="connsiteX0" fmla="*/ 105734 w 113057"/>
                <a:gd name="connsiteY0" fmla="*/ 41683 h 125276"/>
                <a:gd name="connsiteX1" fmla="*/ 80334 w 113057"/>
                <a:gd name="connsiteY1" fmla="*/ 8663 h 125276"/>
                <a:gd name="connsiteX2" fmla="*/ 46044 w 113057"/>
                <a:gd name="connsiteY2" fmla="*/ 2313 h 125276"/>
                <a:gd name="connsiteX3" fmla="*/ 19373 w 113057"/>
                <a:gd name="connsiteY3" fmla="*/ 13743 h 125276"/>
                <a:gd name="connsiteX4" fmla="*/ 323 w 113057"/>
                <a:gd name="connsiteY4" fmla="*/ 42953 h 125276"/>
                <a:gd name="connsiteX5" fmla="*/ 6673 w 113057"/>
                <a:gd name="connsiteY5" fmla="*/ 83593 h 125276"/>
                <a:gd name="connsiteX6" fmla="*/ 32073 w 113057"/>
                <a:gd name="connsiteY6" fmla="*/ 116613 h 125276"/>
                <a:gd name="connsiteX7" fmla="*/ 66364 w 113057"/>
                <a:gd name="connsiteY7" fmla="*/ 122963 h 125276"/>
                <a:gd name="connsiteX8" fmla="*/ 93034 w 113057"/>
                <a:gd name="connsiteY8" fmla="*/ 111533 h 125276"/>
                <a:gd name="connsiteX9" fmla="*/ 112084 w 113057"/>
                <a:gd name="connsiteY9" fmla="*/ 82323 h 125276"/>
                <a:gd name="connsiteX10" fmla="*/ 105734 w 113057"/>
                <a:gd name="connsiteY10" fmla="*/ 41683 h 125276"/>
                <a:gd name="connsiteX11" fmla="*/ 54934 w 113057"/>
                <a:gd name="connsiteY11" fmla="*/ 20093 h 125276"/>
                <a:gd name="connsiteX12" fmla="*/ 68904 w 113057"/>
                <a:gd name="connsiteY12" fmla="*/ 23903 h 125276"/>
                <a:gd name="connsiteX13" fmla="*/ 86684 w 113057"/>
                <a:gd name="connsiteY13" fmla="*/ 49303 h 125276"/>
                <a:gd name="connsiteX14" fmla="*/ 91764 w 113057"/>
                <a:gd name="connsiteY14" fmla="*/ 79783 h 125276"/>
                <a:gd name="connsiteX15" fmla="*/ 84144 w 113057"/>
                <a:gd name="connsiteY15" fmla="*/ 93753 h 125276"/>
                <a:gd name="connsiteX16" fmla="*/ 77794 w 113057"/>
                <a:gd name="connsiteY16" fmla="*/ 96293 h 125276"/>
                <a:gd name="connsiteX17" fmla="*/ 67634 w 113057"/>
                <a:gd name="connsiteY17" fmla="*/ 91213 h 125276"/>
                <a:gd name="connsiteX18" fmla="*/ 48584 w 113057"/>
                <a:gd name="connsiteY18" fmla="*/ 64543 h 125276"/>
                <a:gd name="connsiteX19" fmla="*/ 46044 w 113057"/>
                <a:gd name="connsiteY19" fmla="*/ 58193 h 125276"/>
                <a:gd name="connsiteX20" fmla="*/ 35884 w 113057"/>
                <a:gd name="connsiteY20" fmla="*/ 53113 h 125276"/>
                <a:gd name="connsiteX21" fmla="*/ 30804 w 113057"/>
                <a:gd name="connsiteY21" fmla="*/ 63273 h 125276"/>
                <a:gd name="connsiteX22" fmla="*/ 33344 w 113057"/>
                <a:gd name="connsiteY22" fmla="*/ 70893 h 125276"/>
                <a:gd name="connsiteX23" fmla="*/ 57473 w 113057"/>
                <a:gd name="connsiteY23" fmla="*/ 102643 h 125276"/>
                <a:gd name="connsiteX24" fmla="*/ 57473 w 113057"/>
                <a:gd name="connsiteY24" fmla="*/ 102643 h 125276"/>
                <a:gd name="connsiteX25" fmla="*/ 54934 w 113057"/>
                <a:gd name="connsiteY25" fmla="*/ 103913 h 125276"/>
                <a:gd name="connsiteX26" fmla="*/ 40964 w 113057"/>
                <a:gd name="connsiteY26" fmla="*/ 100103 h 125276"/>
                <a:gd name="connsiteX27" fmla="*/ 21914 w 113057"/>
                <a:gd name="connsiteY27" fmla="*/ 74703 h 125276"/>
                <a:gd name="connsiteX28" fmla="*/ 16834 w 113057"/>
                <a:gd name="connsiteY28" fmla="*/ 44223 h 125276"/>
                <a:gd name="connsiteX29" fmla="*/ 24454 w 113057"/>
                <a:gd name="connsiteY29" fmla="*/ 30253 h 125276"/>
                <a:gd name="connsiteX30" fmla="*/ 26994 w 113057"/>
                <a:gd name="connsiteY30" fmla="*/ 28983 h 125276"/>
                <a:gd name="connsiteX31" fmla="*/ 26994 w 113057"/>
                <a:gd name="connsiteY31" fmla="*/ 30253 h 125276"/>
                <a:gd name="connsiteX32" fmla="*/ 33344 w 113057"/>
                <a:gd name="connsiteY32" fmla="*/ 39143 h 125276"/>
                <a:gd name="connsiteX33" fmla="*/ 42234 w 113057"/>
                <a:gd name="connsiteY33" fmla="*/ 32793 h 125276"/>
                <a:gd name="connsiteX34" fmla="*/ 46044 w 113057"/>
                <a:gd name="connsiteY34" fmla="*/ 21363 h 125276"/>
                <a:gd name="connsiteX35" fmla="*/ 54934 w 113057"/>
                <a:gd name="connsiteY35" fmla="*/ 20093 h 1252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13057" h="125276">
                  <a:moveTo>
                    <a:pt x="105734" y="41683"/>
                  </a:moveTo>
                  <a:cubicBezTo>
                    <a:pt x="99384" y="27713"/>
                    <a:pt x="90494" y="16283"/>
                    <a:pt x="80334" y="8663"/>
                  </a:cubicBezTo>
                  <a:cubicBezTo>
                    <a:pt x="70173" y="1043"/>
                    <a:pt x="57473" y="-2767"/>
                    <a:pt x="46044" y="2313"/>
                  </a:cubicBezTo>
                  <a:lnTo>
                    <a:pt x="19373" y="13743"/>
                  </a:lnTo>
                  <a:cubicBezTo>
                    <a:pt x="6673" y="18823"/>
                    <a:pt x="1594" y="31523"/>
                    <a:pt x="323" y="42953"/>
                  </a:cubicBezTo>
                  <a:cubicBezTo>
                    <a:pt x="-946" y="55653"/>
                    <a:pt x="1594" y="69623"/>
                    <a:pt x="6673" y="83593"/>
                  </a:cubicBezTo>
                  <a:cubicBezTo>
                    <a:pt x="13023" y="97563"/>
                    <a:pt x="21914" y="108993"/>
                    <a:pt x="32073" y="116613"/>
                  </a:cubicBezTo>
                  <a:cubicBezTo>
                    <a:pt x="42234" y="124233"/>
                    <a:pt x="54934" y="128043"/>
                    <a:pt x="66364" y="122963"/>
                  </a:cubicBezTo>
                  <a:lnTo>
                    <a:pt x="93034" y="111533"/>
                  </a:lnTo>
                  <a:cubicBezTo>
                    <a:pt x="105734" y="106453"/>
                    <a:pt x="110814" y="93753"/>
                    <a:pt x="112084" y="82323"/>
                  </a:cubicBezTo>
                  <a:cubicBezTo>
                    <a:pt x="114623" y="70893"/>
                    <a:pt x="112084" y="55653"/>
                    <a:pt x="105734" y="41683"/>
                  </a:cubicBezTo>
                  <a:close/>
                  <a:moveTo>
                    <a:pt x="54934" y="20093"/>
                  </a:moveTo>
                  <a:cubicBezTo>
                    <a:pt x="57473" y="18823"/>
                    <a:pt x="62554" y="18823"/>
                    <a:pt x="68904" y="23903"/>
                  </a:cubicBezTo>
                  <a:cubicBezTo>
                    <a:pt x="75254" y="28983"/>
                    <a:pt x="82873" y="37873"/>
                    <a:pt x="86684" y="49303"/>
                  </a:cubicBezTo>
                  <a:cubicBezTo>
                    <a:pt x="91764" y="60733"/>
                    <a:pt x="93034" y="72163"/>
                    <a:pt x="91764" y="79783"/>
                  </a:cubicBezTo>
                  <a:cubicBezTo>
                    <a:pt x="90494" y="88673"/>
                    <a:pt x="87954" y="92483"/>
                    <a:pt x="84144" y="93753"/>
                  </a:cubicBezTo>
                  <a:lnTo>
                    <a:pt x="77794" y="96293"/>
                  </a:lnTo>
                  <a:cubicBezTo>
                    <a:pt x="75254" y="95023"/>
                    <a:pt x="71444" y="93753"/>
                    <a:pt x="67634" y="91213"/>
                  </a:cubicBezTo>
                  <a:cubicBezTo>
                    <a:pt x="60014" y="86133"/>
                    <a:pt x="53664" y="77243"/>
                    <a:pt x="48584" y="64543"/>
                  </a:cubicBezTo>
                  <a:cubicBezTo>
                    <a:pt x="47314" y="62003"/>
                    <a:pt x="47314" y="60733"/>
                    <a:pt x="46044" y="58193"/>
                  </a:cubicBezTo>
                  <a:cubicBezTo>
                    <a:pt x="44773" y="54383"/>
                    <a:pt x="40964" y="51843"/>
                    <a:pt x="35884" y="53113"/>
                  </a:cubicBezTo>
                  <a:cubicBezTo>
                    <a:pt x="32073" y="54383"/>
                    <a:pt x="29534" y="58193"/>
                    <a:pt x="30804" y="63273"/>
                  </a:cubicBezTo>
                  <a:cubicBezTo>
                    <a:pt x="32073" y="65813"/>
                    <a:pt x="32073" y="68353"/>
                    <a:pt x="33344" y="70893"/>
                  </a:cubicBezTo>
                  <a:cubicBezTo>
                    <a:pt x="39694" y="84863"/>
                    <a:pt x="47314" y="96293"/>
                    <a:pt x="57473" y="102643"/>
                  </a:cubicBezTo>
                  <a:cubicBezTo>
                    <a:pt x="57473" y="102643"/>
                    <a:pt x="57473" y="102643"/>
                    <a:pt x="57473" y="102643"/>
                  </a:cubicBezTo>
                  <a:lnTo>
                    <a:pt x="54934" y="103913"/>
                  </a:lnTo>
                  <a:cubicBezTo>
                    <a:pt x="52394" y="105183"/>
                    <a:pt x="47314" y="105183"/>
                    <a:pt x="40964" y="100103"/>
                  </a:cubicBezTo>
                  <a:cubicBezTo>
                    <a:pt x="34614" y="95023"/>
                    <a:pt x="26994" y="86133"/>
                    <a:pt x="21914" y="74703"/>
                  </a:cubicBezTo>
                  <a:cubicBezTo>
                    <a:pt x="16834" y="63273"/>
                    <a:pt x="15564" y="51843"/>
                    <a:pt x="16834" y="44223"/>
                  </a:cubicBezTo>
                  <a:cubicBezTo>
                    <a:pt x="18104" y="35333"/>
                    <a:pt x="20644" y="31523"/>
                    <a:pt x="24454" y="30253"/>
                  </a:cubicBezTo>
                  <a:lnTo>
                    <a:pt x="26994" y="28983"/>
                  </a:lnTo>
                  <a:cubicBezTo>
                    <a:pt x="26994" y="28983"/>
                    <a:pt x="26994" y="30253"/>
                    <a:pt x="26994" y="30253"/>
                  </a:cubicBezTo>
                  <a:cubicBezTo>
                    <a:pt x="26994" y="34063"/>
                    <a:pt x="29534" y="37873"/>
                    <a:pt x="33344" y="39143"/>
                  </a:cubicBezTo>
                  <a:cubicBezTo>
                    <a:pt x="37154" y="39143"/>
                    <a:pt x="40964" y="36603"/>
                    <a:pt x="42234" y="32793"/>
                  </a:cubicBezTo>
                  <a:cubicBezTo>
                    <a:pt x="42234" y="27713"/>
                    <a:pt x="43504" y="23903"/>
                    <a:pt x="46044" y="21363"/>
                  </a:cubicBezTo>
                  <a:lnTo>
                    <a:pt x="54934" y="20093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099" name="Полилиния: фигура 862">
              <a:extLst>
                <a:ext uri="{FF2B5EF4-FFF2-40B4-BE49-F238E27FC236}">
                  <a16:creationId xmlns:a16="http://schemas.microsoft.com/office/drawing/2014/main" id="{D15CA8BE-FF5B-CEE8-CE78-8A6987AF90EB}"/>
                </a:ext>
              </a:extLst>
            </p:cNvPr>
            <p:cNvSpPr/>
            <p:nvPr/>
          </p:nvSpPr>
          <p:spPr>
            <a:xfrm>
              <a:off x="9044320" y="5099136"/>
              <a:ext cx="168879" cy="169204"/>
            </a:xfrm>
            <a:custGeom>
              <a:avLst/>
              <a:gdLst>
                <a:gd name="connsiteX0" fmla="*/ 88250 w 168879"/>
                <a:gd name="connsiteY0" fmla="*/ 2453 h 169204"/>
                <a:gd name="connsiteX1" fmla="*/ 137780 w 168879"/>
                <a:gd name="connsiteY1" fmla="*/ 31663 h 169204"/>
                <a:gd name="connsiteX2" fmla="*/ 166990 w 168879"/>
                <a:gd name="connsiteY2" fmla="*/ 81193 h 169204"/>
                <a:gd name="connsiteX3" fmla="*/ 156830 w 168879"/>
                <a:gd name="connsiteY3" fmla="*/ 126913 h 169204"/>
                <a:gd name="connsiteX4" fmla="*/ 126350 w 168879"/>
                <a:gd name="connsiteY4" fmla="*/ 157393 h 169204"/>
                <a:gd name="connsiteX5" fmla="*/ 80630 w 168879"/>
                <a:gd name="connsiteY5" fmla="*/ 167553 h 169204"/>
                <a:gd name="connsiteX6" fmla="*/ 31100 w 168879"/>
                <a:gd name="connsiteY6" fmla="*/ 138343 h 169204"/>
                <a:gd name="connsiteX7" fmla="*/ 1890 w 168879"/>
                <a:gd name="connsiteY7" fmla="*/ 88813 h 169204"/>
                <a:gd name="connsiteX8" fmla="*/ 12050 w 168879"/>
                <a:gd name="connsiteY8" fmla="*/ 43093 h 169204"/>
                <a:gd name="connsiteX9" fmla="*/ 42530 w 168879"/>
                <a:gd name="connsiteY9" fmla="*/ 12613 h 169204"/>
                <a:gd name="connsiteX10" fmla="*/ 88250 w 168879"/>
                <a:gd name="connsiteY10" fmla="*/ 2453 h 169204"/>
                <a:gd name="connsiteX11" fmla="*/ 84440 w 168879"/>
                <a:gd name="connsiteY11" fmla="*/ 21503 h 169204"/>
                <a:gd name="connsiteX12" fmla="*/ 57770 w 168879"/>
                <a:gd name="connsiteY12" fmla="*/ 26583 h 169204"/>
                <a:gd name="connsiteX13" fmla="*/ 51420 w 168879"/>
                <a:gd name="connsiteY13" fmla="*/ 32933 h 169204"/>
                <a:gd name="connsiteX14" fmla="*/ 51420 w 168879"/>
                <a:gd name="connsiteY14" fmla="*/ 54523 h 169204"/>
                <a:gd name="connsiteX15" fmla="*/ 46340 w 168879"/>
                <a:gd name="connsiteY15" fmla="*/ 63413 h 169204"/>
                <a:gd name="connsiteX16" fmla="*/ 37450 w 168879"/>
                <a:gd name="connsiteY16" fmla="*/ 58333 h 169204"/>
                <a:gd name="connsiteX17" fmla="*/ 36180 w 168879"/>
                <a:gd name="connsiteY17" fmla="*/ 49443 h 169204"/>
                <a:gd name="connsiteX18" fmla="*/ 28560 w 168879"/>
                <a:gd name="connsiteY18" fmla="*/ 57063 h 169204"/>
                <a:gd name="connsiteX19" fmla="*/ 24750 w 168879"/>
                <a:gd name="connsiteY19" fmla="*/ 83733 h 169204"/>
                <a:gd name="connsiteX20" fmla="*/ 48880 w 168879"/>
                <a:gd name="connsiteY20" fmla="*/ 123103 h 169204"/>
                <a:gd name="connsiteX21" fmla="*/ 89520 w 168879"/>
                <a:gd name="connsiteY21" fmla="*/ 147233 h 169204"/>
                <a:gd name="connsiteX22" fmla="*/ 116190 w 168879"/>
                <a:gd name="connsiteY22" fmla="*/ 142153 h 169204"/>
                <a:gd name="connsiteX23" fmla="*/ 123810 w 168879"/>
                <a:gd name="connsiteY23" fmla="*/ 134533 h 169204"/>
                <a:gd name="connsiteX24" fmla="*/ 116190 w 168879"/>
                <a:gd name="connsiteY24" fmla="*/ 133263 h 169204"/>
                <a:gd name="connsiteX25" fmla="*/ 67930 w 168879"/>
                <a:gd name="connsiteY25" fmla="*/ 105323 h 169204"/>
                <a:gd name="connsiteX26" fmla="*/ 60310 w 168879"/>
                <a:gd name="connsiteY26" fmla="*/ 96433 h 169204"/>
                <a:gd name="connsiteX27" fmla="*/ 61580 w 168879"/>
                <a:gd name="connsiteY27" fmla="*/ 86273 h 169204"/>
                <a:gd name="connsiteX28" fmla="*/ 71740 w 168879"/>
                <a:gd name="connsiteY28" fmla="*/ 87543 h 169204"/>
                <a:gd name="connsiteX29" fmla="*/ 79360 w 168879"/>
                <a:gd name="connsiteY29" fmla="*/ 95163 h 169204"/>
                <a:gd name="connsiteX30" fmla="*/ 121270 w 168879"/>
                <a:gd name="connsiteY30" fmla="*/ 119293 h 169204"/>
                <a:gd name="connsiteX31" fmla="*/ 141590 w 168879"/>
                <a:gd name="connsiteY31" fmla="*/ 119293 h 169204"/>
                <a:gd name="connsiteX32" fmla="*/ 147940 w 168879"/>
                <a:gd name="connsiteY32" fmla="*/ 112943 h 169204"/>
                <a:gd name="connsiteX33" fmla="*/ 151750 w 168879"/>
                <a:gd name="connsiteY33" fmla="*/ 86273 h 169204"/>
                <a:gd name="connsiteX34" fmla="*/ 127620 w 168879"/>
                <a:gd name="connsiteY34" fmla="*/ 46903 h 169204"/>
                <a:gd name="connsiteX35" fmla="*/ 84440 w 168879"/>
                <a:gd name="connsiteY35" fmla="*/ 21503 h 1692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68879" h="169204">
                  <a:moveTo>
                    <a:pt x="88250" y="2453"/>
                  </a:moveTo>
                  <a:cubicBezTo>
                    <a:pt x="104760" y="6263"/>
                    <a:pt x="122540" y="16423"/>
                    <a:pt x="137780" y="31663"/>
                  </a:cubicBezTo>
                  <a:cubicBezTo>
                    <a:pt x="153020" y="46903"/>
                    <a:pt x="163180" y="64683"/>
                    <a:pt x="166990" y="81193"/>
                  </a:cubicBezTo>
                  <a:cubicBezTo>
                    <a:pt x="170800" y="97703"/>
                    <a:pt x="169530" y="115483"/>
                    <a:pt x="156830" y="126913"/>
                  </a:cubicBezTo>
                  <a:lnTo>
                    <a:pt x="126350" y="157393"/>
                  </a:lnTo>
                  <a:cubicBezTo>
                    <a:pt x="114920" y="168823"/>
                    <a:pt x="97140" y="171363"/>
                    <a:pt x="80630" y="167553"/>
                  </a:cubicBezTo>
                  <a:cubicBezTo>
                    <a:pt x="64120" y="163743"/>
                    <a:pt x="46340" y="153583"/>
                    <a:pt x="31100" y="138343"/>
                  </a:cubicBezTo>
                  <a:cubicBezTo>
                    <a:pt x="15860" y="123103"/>
                    <a:pt x="5700" y="105323"/>
                    <a:pt x="1890" y="88813"/>
                  </a:cubicBezTo>
                  <a:cubicBezTo>
                    <a:pt x="-1920" y="72303"/>
                    <a:pt x="-650" y="54523"/>
                    <a:pt x="12050" y="43093"/>
                  </a:cubicBezTo>
                  <a:lnTo>
                    <a:pt x="42530" y="12613"/>
                  </a:lnTo>
                  <a:cubicBezTo>
                    <a:pt x="53960" y="-87"/>
                    <a:pt x="71740" y="-2627"/>
                    <a:pt x="88250" y="2453"/>
                  </a:cubicBezTo>
                  <a:close/>
                  <a:moveTo>
                    <a:pt x="84440" y="21503"/>
                  </a:moveTo>
                  <a:cubicBezTo>
                    <a:pt x="71740" y="18963"/>
                    <a:pt x="62850" y="20233"/>
                    <a:pt x="57770" y="26583"/>
                  </a:cubicBezTo>
                  <a:lnTo>
                    <a:pt x="51420" y="32933"/>
                  </a:lnTo>
                  <a:cubicBezTo>
                    <a:pt x="50150" y="39283"/>
                    <a:pt x="50150" y="45633"/>
                    <a:pt x="51420" y="54523"/>
                  </a:cubicBezTo>
                  <a:cubicBezTo>
                    <a:pt x="52690" y="58333"/>
                    <a:pt x="50150" y="62143"/>
                    <a:pt x="46340" y="63413"/>
                  </a:cubicBezTo>
                  <a:cubicBezTo>
                    <a:pt x="42530" y="64683"/>
                    <a:pt x="38720" y="62143"/>
                    <a:pt x="37450" y="58333"/>
                  </a:cubicBezTo>
                  <a:cubicBezTo>
                    <a:pt x="36180" y="55793"/>
                    <a:pt x="36180" y="51983"/>
                    <a:pt x="36180" y="49443"/>
                  </a:cubicBezTo>
                  <a:lnTo>
                    <a:pt x="28560" y="57063"/>
                  </a:lnTo>
                  <a:cubicBezTo>
                    <a:pt x="23480" y="62143"/>
                    <a:pt x="20940" y="71033"/>
                    <a:pt x="24750" y="83733"/>
                  </a:cubicBezTo>
                  <a:cubicBezTo>
                    <a:pt x="27290" y="96433"/>
                    <a:pt x="36180" y="110403"/>
                    <a:pt x="48880" y="123103"/>
                  </a:cubicBezTo>
                  <a:cubicBezTo>
                    <a:pt x="61580" y="135803"/>
                    <a:pt x="76820" y="143423"/>
                    <a:pt x="89520" y="147233"/>
                  </a:cubicBezTo>
                  <a:cubicBezTo>
                    <a:pt x="102220" y="149773"/>
                    <a:pt x="111110" y="148503"/>
                    <a:pt x="116190" y="142153"/>
                  </a:cubicBezTo>
                  <a:lnTo>
                    <a:pt x="123810" y="134533"/>
                  </a:lnTo>
                  <a:cubicBezTo>
                    <a:pt x="121270" y="134533"/>
                    <a:pt x="118730" y="133263"/>
                    <a:pt x="116190" y="133263"/>
                  </a:cubicBezTo>
                  <a:cubicBezTo>
                    <a:pt x="99680" y="129453"/>
                    <a:pt x="81900" y="119293"/>
                    <a:pt x="67930" y="105323"/>
                  </a:cubicBezTo>
                  <a:cubicBezTo>
                    <a:pt x="65390" y="102783"/>
                    <a:pt x="62850" y="100243"/>
                    <a:pt x="60310" y="96433"/>
                  </a:cubicBezTo>
                  <a:cubicBezTo>
                    <a:pt x="57770" y="92623"/>
                    <a:pt x="57770" y="88813"/>
                    <a:pt x="61580" y="86273"/>
                  </a:cubicBezTo>
                  <a:cubicBezTo>
                    <a:pt x="65390" y="83733"/>
                    <a:pt x="69200" y="83733"/>
                    <a:pt x="71740" y="87543"/>
                  </a:cubicBezTo>
                  <a:cubicBezTo>
                    <a:pt x="74280" y="90083"/>
                    <a:pt x="76820" y="92623"/>
                    <a:pt x="79360" y="95163"/>
                  </a:cubicBezTo>
                  <a:cubicBezTo>
                    <a:pt x="92060" y="107863"/>
                    <a:pt x="107300" y="116753"/>
                    <a:pt x="121270" y="119293"/>
                  </a:cubicBezTo>
                  <a:cubicBezTo>
                    <a:pt x="128890" y="121833"/>
                    <a:pt x="136510" y="120563"/>
                    <a:pt x="141590" y="119293"/>
                  </a:cubicBezTo>
                  <a:lnTo>
                    <a:pt x="147940" y="112943"/>
                  </a:lnTo>
                  <a:cubicBezTo>
                    <a:pt x="153020" y="107863"/>
                    <a:pt x="155560" y="98973"/>
                    <a:pt x="151750" y="86273"/>
                  </a:cubicBezTo>
                  <a:cubicBezTo>
                    <a:pt x="149210" y="73573"/>
                    <a:pt x="140320" y="59603"/>
                    <a:pt x="127620" y="46903"/>
                  </a:cubicBezTo>
                  <a:cubicBezTo>
                    <a:pt x="111110" y="32933"/>
                    <a:pt x="97140" y="25313"/>
                    <a:pt x="84440" y="21503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00" name="Полилиния: фигура 863">
              <a:extLst>
                <a:ext uri="{FF2B5EF4-FFF2-40B4-BE49-F238E27FC236}">
                  <a16:creationId xmlns:a16="http://schemas.microsoft.com/office/drawing/2014/main" id="{BE9B67A8-5D1B-CE78-3111-3396E2728023}"/>
                </a:ext>
              </a:extLst>
            </p:cNvPr>
            <p:cNvSpPr/>
            <p:nvPr/>
          </p:nvSpPr>
          <p:spPr>
            <a:xfrm>
              <a:off x="9206351" y="5034787"/>
              <a:ext cx="139457" cy="137414"/>
            </a:xfrm>
            <a:custGeom>
              <a:avLst/>
              <a:gdLst>
                <a:gd name="connsiteX0" fmla="*/ 2418 w 139457"/>
                <a:gd name="connsiteY0" fmla="*/ 59182 h 137414"/>
                <a:gd name="connsiteX1" fmla="*/ 30358 w 139457"/>
                <a:gd name="connsiteY1" fmla="*/ 21082 h 137414"/>
                <a:gd name="connsiteX2" fmla="*/ 72268 w 139457"/>
                <a:gd name="connsiteY2" fmla="*/ 762 h 137414"/>
                <a:gd name="connsiteX3" fmla="*/ 110368 w 139457"/>
                <a:gd name="connsiteY3" fmla="*/ 12192 h 137414"/>
                <a:gd name="connsiteX4" fmla="*/ 131958 w 139457"/>
                <a:gd name="connsiteY4" fmla="*/ 38862 h 137414"/>
                <a:gd name="connsiteX5" fmla="*/ 137039 w 139457"/>
                <a:gd name="connsiteY5" fmla="*/ 78232 h 137414"/>
                <a:gd name="connsiteX6" fmla="*/ 109099 w 139457"/>
                <a:gd name="connsiteY6" fmla="*/ 116332 h 137414"/>
                <a:gd name="connsiteX7" fmla="*/ 67189 w 139457"/>
                <a:gd name="connsiteY7" fmla="*/ 136652 h 137414"/>
                <a:gd name="connsiteX8" fmla="*/ 29089 w 139457"/>
                <a:gd name="connsiteY8" fmla="*/ 125222 h 137414"/>
                <a:gd name="connsiteX9" fmla="*/ 7499 w 139457"/>
                <a:gd name="connsiteY9" fmla="*/ 98552 h 137414"/>
                <a:gd name="connsiteX10" fmla="*/ 2418 w 139457"/>
                <a:gd name="connsiteY10" fmla="*/ 59182 h 137414"/>
                <a:gd name="connsiteX11" fmla="*/ 22739 w 139457"/>
                <a:gd name="connsiteY11" fmla="*/ 65532 h 137414"/>
                <a:gd name="connsiteX12" fmla="*/ 24008 w 139457"/>
                <a:gd name="connsiteY12" fmla="*/ 85852 h 137414"/>
                <a:gd name="connsiteX13" fmla="*/ 29089 w 139457"/>
                <a:gd name="connsiteY13" fmla="*/ 92202 h 137414"/>
                <a:gd name="connsiteX14" fmla="*/ 44329 w 139457"/>
                <a:gd name="connsiteY14" fmla="*/ 93472 h 137414"/>
                <a:gd name="connsiteX15" fmla="*/ 53218 w 139457"/>
                <a:gd name="connsiteY15" fmla="*/ 99822 h 137414"/>
                <a:gd name="connsiteX16" fmla="*/ 46868 w 139457"/>
                <a:gd name="connsiteY16" fmla="*/ 108712 h 137414"/>
                <a:gd name="connsiteX17" fmla="*/ 43058 w 139457"/>
                <a:gd name="connsiteY17" fmla="*/ 108712 h 137414"/>
                <a:gd name="connsiteX18" fmla="*/ 46868 w 139457"/>
                <a:gd name="connsiteY18" fmla="*/ 112522 h 137414"/>
                <a:gd name="connsiteX19" fmla="*/ 65918 w 139457"/>
                <a:gd name="connsiteY19" fmla="*/ 117602 h 137414"/>
                <a:gd name="connsiteX20" fmla="*/ 98939 w 139457"/>
                <a:gd name="connsiteY20" fmla="*/ 102362 h 137414"/>
                <a:gd name="connsiteX21" fmla="*/ 120529 w 139457"/>
                <a:gd name="connsiteY21" fmla="*/ 73152 h 137414"/>
                <a:gd name="connsiteX22" fmla="*/ 119258 w 139457"/>
                <a:gd name="connsiteY22" fmla="*/ 52832 h 137414"/>
                <a:gd name="connsiteX23" fmla="*/ 115449 w 139457"/>
                <a:gd name="connsiteY23" fmla="*/ 49022 h 137414"/>
                <a:gd name="connsiteX24" fmla="*/ 114179 w 139457"/>
                <a:gd name="connsiteY24" fmla="*/ 51562 h 137414"/>
                <a:gd name="connsiteX25" fmla="*/ 87508 w 139457"/>
                <a:gd name="connsiteY25" fmla="*/ 88392 h 137414"/>
                <a:gd name="connsiteX26" fmla="*/ 79889 w 139457"/>
                <a:gd name="connsiteY26" fmla="*/ 93472 h 137414"/>
                <a:gd name="connsiteX27" fmla="*/ 69729 w 139457"/>
                <a:gd name="connsiteY27" fmla="*/ 90932 h 137414"/>
                <a:gd name="connsiteX28" fmla="*/ 72268 w 139457"/>
                <a:gd name="connsiteY28" fmla="*/ 80772 h 137414"/>
                <a:gd name="connsiteX29" fmla="*/ 78618 w 139457"/>
                <a:gd name="connsiteY29" fmla="*/ 75692 h 137414"/>
                <a:gd name="connsiteX30" fmla="*/ 100208 w 139457"/>
                <a:gd name="connsiteY30" fmla="*/ 45212 h 137414"/>
                <a:gd name="connsiteX31" fmla="*/ 102749 w 139457"/>
                <a:gd name="connsiteY31" fmla="*/ 31242 h 137414"/>
                <a:gd name="connsiteX32" fmla="*/ 97668 w 139457"/>
                <a:gd name="connsiteY32" fmla="*/ 24892 h 137414"/>
                <a:gd name="connsiteX33" fmla="*/ 78618 w 139457"/>
                <a:gd name="connsiteY33" fmla="*/ 19812 h 137414"/>
                <a:gd name="connsiteX34" fmla="*/ 45599 w 139457"/>
                <a:gd name="connsiteY34" fmla="*/ 35052 h 137414"/>
                <a:gd name="connsiteX35" fmla="*/ 22739 w 139457"/>
                <a:gd name="connsiteY35" fmla="*/ 65532 h 1374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139457" h="137414">
                  <a:moveTo>
                    <a:pt x="2418" y="59182"/>
                  </a:moveTo>
                  <a:cubicBezTo>
                    <a:pt x="7499" y="45212"/>
                    <a:pt x="16389" y="32512"/>
                    <a:pt x="30358" y="21082"/>
                  </a:cubicBezTo>
                  <a:cubicBezTo>
                    <a:pt x="43058" y="9652"/>
                    <a:pt x="58299" y="3302"/>
                    <a:pt x="72268" y="762"/>
                  </a:cubicBezTo>
                  <a:cubicBezTo>
                    <a:pt x="86239" y="-1778"/>
                    <a:pt x="100208" y="2032"/>
                    <a:pt x="110368" y="12192"/>
                  </a:cubicBezTo>
                  <a:lnTo>
                    <a:pt x="131958" y="38862"/>
                  </a:lnTo>
                  <a:cubicBezTo>
                    <a:pt x="140849" y="50292"/>
                    <a:pt x="140849" y="65532"/>
                    <a:pt x="137039" y="78232"/>
                  </a:cubicBezTo>
                  <a:cubicBezTo>
                    <a:pt x="131958" y="92202"/>
                    <a:pt x="123068" y="104902"/>
                    <a:pt x="109099" y="116332"/>
                  </a:cubicBezTo>
                  <a:cubicBezTo>
                    <a:pt x="96399" y="127762"/>
                    <a:pt x="81158" y="134112"/>
                    <a:pt x="67189" y="136652"/>
                  </a:cubicBezTo>
                  <a:cubicBezTo>
                    <a:pt x="53218" y="139192"/>
                    <a:pt x="39249" y="135382"/>
                    <a:pt x="29089" y="125222"/>
                  </a:cubicBezTo>
                  <a:lnTo>
                    <a:pt x="7499" y="98552"/>
                  </a:lnTo>
                  <a:cubicBezTo>
                    <a:pt x="-1392" y="87122"/>
                    <a:pt x="-1392" y="71882"/>
                    <a:pt x="2418" y="59182"/>
                  </a:cubicBezTo>
                  <a:close/>
                  <a:moveTo>
                    <a:pt x="22739" y="65532"/>
                  </a:moveTo>
                  <a:cubicBezTo>
                    <a:pt x="18929" y="75692"/>
                    <a:pt x="20199" y="82042"/>
                    <a:pt x="24008" y="85852"/>
                  </a:cubicBezTo>
                  <a:lnTo>
                    <a:pt x="29089" y="92202"/>
                  </a:lnTo>
                  <a:cubicBezTo>
                    <a:pt x="32899" y="93472"/>
                    <a:pt x="37979" y="93472"/>
                    <a:pt x="44329" y="93472"/>
                  </a:cubicBezTo>
                  <a:cubicBezTo>
                    <a:pt x="48139" y="92202"/>
                    <a:pt x="51949" y="96012"/>
                    <a:pt x="53218" y="99822"/>
                  </a:cubicBezTo>
                  <a:cubicBezTo>
                    <a:pt x="53218" y="103632"/>
                    <a:pt x="50679" y="107442"/>
                    <a:pt x="46868" y="108712"/>
                  </a:cubicBezTo>
                  <a:cubicBezTo>
                    <a:pt x="45599" y="108712"/>
                    <a:pt x="44329" y="108712"/>
                    <a:pt x="43058" y="108712"/>
                  </a:cubicBezTo>
                  <a:lnTo>
                    <a:pt x="46868" y="112522"/>
                  </a:lnTo>
                  <a:cubicBezTo>
                    <a:pt x="49408" y="116332"/>
                    <a:pt x="55758" y="118872"/>
                    <a:pt x="65918" y="117602"/>
                  </a:cubicBezTo>
                  <a:cubicBezTo>
                    <a:pt x="76079" y="116332"/>
                    <a:pt x="87508" y="111252"/>
                    <a:pt x="98939" y="102362"/>
                  </a:cubicBezTo>
                  <a:cubicBezTo>
                    <a:pt x="110368" y="93472"/>
                    <a:pt x="116718" y="83312"/>
                    <a:pt x="120529" y="73152"/>
                  </a:cubicBezTo>
                  <a:cubicBezTo>
                    <a:pt x="124339" y="62992"/>
                    <a:pt x="123068" y="56642"/>
                    <a:pt x="119258" y="52832"/>
                  </a:cubicBezTo>
                  <a:lnTo>
                    <a:pt x="115449" y="49022"/>
                  </a:lnTo>
                  <a:cubicBezTo>
                    <a:pt x="115449" y="50292"/>
                    <a:pt x="115449" y="51562"/>
                    <a:pt x="114179" y="51562"/>
                  </a:cubicBezTo>
                  <a:cubicBezTo>
                    <a:pt x="110368" y="64262"/>
                    <a:pt x="100208" y="78232"/>
                    <a:pt x="87508" y="88392"/>
                  </a:cubicBezTo>
                  <a:cubicBezTo>
                    <a:pt x="84968" y="90932"/>
                    <a:pt x="82429" y="92202"/>
                    <a:pt x="79889" y="93472"/>
                  </a:cubicBezTo>
                  <a:cubicBezTo>
                    <a:pt x="76079" y="96012"/>
                    <a:pt x="72268" y="94742"/>
                    <a:pt x="69729" y="90932"/>
                  </a:cubicBezTo>
                  <a:cubicBezTo>
                    <a:pt x="67189" y="87122"/>
                    <a:pt x="68458" y="83312"/>
                    <a:pt x="72268" y="80772"/>
                  </a:cubicBezTo>
                  <a:cubicBezTo>
                    <a:pt x="74808" y="79502"/>
                    <a:pt x="76079" y="78232"/>
                    <a:pt x="78618" y="75692"/>
                  </a:cubicBezTo>
                  <a:cubicBezTo>
                    <a:pt x="90049" y="66802"/>
                    <a:pt x="97668" y="55372"/>
                    <a:pt x="100208" y="45212"/>
                  </a:cubicBezTo>
                  <a:cubicBezTo>
                    <a:pt x="102749" y="40132"/>
                    <a:pt x="102749" y="35052"/>
                    <a:pt x="102749" y="31242"/>
                  </a:cubicBezTo>
                  <a:lnTo>
                    <a:pt x="97668" y="24892"/>
                  </a:lnTo>
                  <a:cubicBezTo>
                    <a:pt x="95129" y="21082"/>
                    <a:pt x="88779" y="18542"/>
                    <a:pt x="78618" y="19812"/>
                  </a:cubicBezTo>
                  <a:cubicBezTo>
                    <a:pt x="68458" y="21082"/>
                    <a:pt x="57029" y="26162"/>
                    <a:pt x="45599" y="35052"/>
                  </a:cubicBezTo>
                  <a:cubicBezTo>
                    <a:pt x="32899" y="45212"/>
                    <a:pt x="25279" y="55372"/>
                    <a:pt x="22739" y="6553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101" name="Рисунок 2">
            <a:extLst>
              <a:ext uri="{FF2B5EF4-FFF2-40B4-BE49-F238E27FC236}">
                <a16:creationId xmlns:a16="http://schemas.microsoft.com/office/drawing/2014/main" id="{B518C220-B0BE-9C91-7146-32EE8F62BB7F}"/>
              </a:ext>
            </a:extLst>
          </p:cNvPr>
          <p:cNvGrpSpPr/>
          <p:nvPr/>
        </p:nvGrpSpPr>
        <p:grpSpPr>
          <a:xfrm>
            <a:off x="3953833" y="4444291"/>
            <a:ext cx="243840" cy="264159"/>
            <a:chOff x="4042409" y="4978400"/>
            <a:chExt cx="243840" cy="264159"/>
          </a:xfrm>
          <a:solidFill>
            <a:schemeClr val="tx1"/>
          </a:solidFill>
        </p:grpSpPr>
        <p:sp>
          <p:nvSpPr>
            <p:cNvPr id="1102" name="Полилиния: фигура 871">
              <a:extLst>
                <a:ext uri="{FF2B5EF4-FFF2-40B4-BE49-F238E27FC236}">
                  <a16:creationId xmlns:a16="http://schemas.microsoft.com/office/drawing/2014/main" id="{8DA71ABD-1DC6-67DB-BEE7-6AC90617D5DC}"/>
                </a:ext>
              </a:extLst>
            </p:cNvPr>
            <p:cNvSpPr/>
            <p:nvPr/>
          </p:nvSpPr>
          <p:spPr>
            <a:xfrm>
              <a:off x="4083050" y="5171440"/>
              <a:ext cx="30479" cy="30479"/>
            </a:xfrm>
            <a:custGeom>
              <a:avLst/>
              <a:gdLst>
                <a:gd name="connsiteX0" fmla="*/ 30480 w 30479"/>
                <a:gd name="connsiteY0" fmla="*/ 15240 h 30479"/>
                <a:gd name="connsiteX1" fmla="*/ 15240 w 30479"/>
                <a:gd name="connsiteY1" fmla="*/ 30480 h 30479"/>
                <a:gd name="connsiteX2" fmla="*/ 0 w 30479"/>
                <a:gd name="connsiteY2" fmla="*/ 15240 h 30479"/>
                <a:gd name="connsiteX3" fmla="*/ 15240 w 30479"/>
                <a:gd name="connsiteY3" fmla="*/ 0 h 30479"/>
                <a:gd name="connsiteX4" fmla="*/ 30480 w 30479"/>
                <a:gd name="connsiteY4" fmla="*/ 15240 h 30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79" h="30479">
                  <a:moveTo>
                    <a:pt x="30480" y="15240"/>
                  </a:moveTo>
                  <a:cubicBezTo>
                    <a:pt x="30480" y="24130"/>
                    <a:pt x="24130" y="30480"/>
                    <a:pt x="15240" y="30480"/>
                  </a:cubicBezTo>
                  <a:cubicBezTo>
                    <a:pt x="6350" y="30480"/>
                    <a:pt x="0" y="24130"/>
                    <a:pt x="0" y="15240"/>
                  </a:cubicBezTo>
                  <a:cubicBezTo>
                    <a:pt x="0" y="6350"/>
                    <a:pt x="6350" y="0"/>
                    <a:pt x="15240" y="0"/>
                  </a:cubicBezTo>
                  <a:cubicBezTo>
                    <a:pt x="24130" y="0"/>
                    <a:pt x="30480" y="7620"/>
                    <a:pt x="30480" y="152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03" name="Полилиния: фигура 872">
              <a:extLst>
                <a:ext uri="{FF2B5EF4-FFF2-40B4-BE49-F238E27FC236}">
                  <a16:creationId xmlns:a16="http://schemas.microsoft.com/office/drawing/2014/main" id="{C160C6DB-2230-9AD6-072C-82C16EBB4499}"/>
                </a:ext>
              </a:extLst>
            </p:cNvPr>
            <p:cNvSpPr/>
            <p:nvPr/>
          </p:nvSpPr>
          <p:spPr>
            <a:xfrm>
              <a:off x="4042409" y="4978400"/>
              <a:ext cx="243840" cy="264159"/>
            </a:xfrm>
            <a:custGeom>
              <a:avLst/>
              <a:gdLst>
                <a:gd name="connsiteX0" fmla="*/ 0 w 243840"/>
                <a:gd name="connsiteY0" fmla="*/ 208280 h 264159"/>
                <a:gd name="connsiteX1" fmla="*/ 55880 w 243840"/>
                <a:gd name="connsiteY1" fmla="*/ 264160 h 264159"/>
                <a:gd name="connsiteX2" fmla="*/ 111760 w 243840"/>
                <a:gd name="connsiteY2" fmla="*/ 208280 h 264159"/>
                <a:gd name="connsiteX3" fmla="*/ 111760 w 243840"/>
                <a:gd name="connsiteY3" fmla="*/ 101600 h 264159"/>
                <a:gd name="connsiteX4" fmla="*/ 223520 w 243840"/>
                <a:gd name="connsiteY4" fmla="*/ 101600 h 264159"/>
                <a:gd name="connsiteX5" fmla="*/ 223520 w 243840"/>
                <a:gd name="connsiteY5" fmla="*/ 243840 h 264159"/>
                <a:gd name="connsiteX6" fmla="*/ 119380 w 243840"/>
                <a:gd name="connsiteY6" fmla="*/ 243840 h 264159"/>
                <a:gd name="connsiteX7" fmla="*/ 102870 w 243840"/>
                <a:gd name="connsiteY7" fmla="*/ 264160 h 264159"/>
                <a:gd name="connsiteX8" fmla="*/ 228600 w 243840"/>
                <a:gd name="connsiteY8" fmla="*/ 264160 h 264159"/>
                <a:gd name="connsiteX9" fmla="*/ 243840 w 243840"/>
                <a:gd name="connsiteY9" fmla="*/ 248920 h 264159"/>
                <a:gd name="connsiteX10" fmla="*/ 243840 w 243840"/>
                <a:gd name="connsiteY10" fmla="*/ 96520 h 264159"/>
                <a:gd name="connsiteX11" fmla="*/ 228600 w 243840"/>
                <a:gd name="connsiteY11" fmla="*/ 81280 h 264159"/>
                <a:gd name="connsiteX12" fmla="*/ 111760 w 243840"/>
                <a:gd name="connsiteY12" fmla="*/ 81280 h 264159"/>
                <a:gd name="connsiteX13" fmla="*/ 111760 w 243840"/>
                <a:gd name="connsiteY13" fmla="*/ 55880 h 264159"/>
                <a:gd name="connsiteX14" fmla="*/ 55880 w 243840"/>
                <a:gd name="connsiteY14" fmla="*/ 0 h 264159"/>
                <a:gd name="connsiteX15" fmla="*/ 0 w 243840"/>
                <a:gd name="connsiteY15" fmla="*/ 55880 h 264159"/>
                <a:gd name="connsiteX16" fmla="*/ 0 w 243840"/>
                <a:gd name="connsiteY16" fmla="*/ 208280 h 264159"/>
                <a:gd name="connsiteX17" fmla="*/ 91440 w 243840"/>
                <a:gd name="connsiteY17" fmla="*/ 165100 h 264159"/>
                <a:gd name="connsiteX18" fmla="*/ 91440 w 243840"/>
                <a:gd name="connsiteY18" fmla="*/ 55880 h 264159"/>
                <a:gd name="connsiteX19" fmla="*/ 55880 w 243840"/>
                <a:gd name="connsiteY19" fmla="*/ 20320 h 264159"/>
                <a:gd name="connsiteX20" fmla="*/ 20320 w 243840"/>
                <a:gd name="connsiteY20" fmla="*/ 55880 h 264159"/>
                <a:gd name="connsiteX21" fmla="*/ 20320 w 243840"/>
                <a:gd name="connsiteY21" fmla="*/ 165100 h 264159"/>
                <a:gd name="connsiteX22" fmla="*/ 55880 w 243840"/>
                <a:gd name="connsiteY22" fmla="*/ 152400 h 264159"/>
                <a:gd name="connsiteX23" fmla="*/ 91440 w 243840"/>
                <a:gd name="connsiteY23" fmla="*/ 165100 h 264159"/>
                <a:gd name="connsiteX24" fmla="*/ 52070 w 243840"/>
                <a:gd name="connsiteY24" fmla="*/ 243840 h 264159"/>
                <a:gd name="connsiteX25" fmla="*/ 20320 w 243840"/>
                <a:gd name="connsiteY25" fmla="*/ 208280 h 264159"/>
                <a:gd name="connsiteX26" fmla="*/ 55880 w 243840"/>
                <a:gd name="connsiteY26" fmla="*/ 172720 h 264159"/>
                <a:gd name="connsiteX27" fmla="*/ 91440 w 243840"/>
                <a:gd name="connsiteY27" fmla="*/ 208280 h 264159"/>
                <a:gd name="connsiteX28" fmla="*/ 55880 w 243840"/>
                <a:gd name="connsiteY28" fmla="*/ 243840 h 264159"/>
                <a:gd name="connsiteX29" fmla="*/ 52070 w 243840"/>
                <a:gd name="connsiteY29" fmla="*/ 243840 h 2641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43840" h="264159">
                  <a:moveTo>
                    <a:pt x="0" y="208280"/>
                  </a:moveTo>
                  <a:cubicBezTo>
                    <a:pt x="0" y="238760"/>
                    <a:pt x="25400" y="264160"/>
                    <a:pt x="55880" y="264160"/>
                  </a:cubicBezTo>
                  <a:cubicBezTo>
                    <a:pt x="86360" y="264160"/>
                    <a:pt x="111760" y="238760"/>
                    <a:pt x="111760" y="208280"/>
                  </a:cubicBezTo>
                  <a:lnTo>
                    <a:pt x="111760" y="101600"/>
                  </a:lnTo>
                  <a:lnTo>
                    <a:pt x="223520" y="101600"/>
                  </a:lnTo>
                  <a:lnTo>
                    <a:pt x="223520" y="243840"/>
                  </a:lnTo>
                  <a:lnTo>
                    <a:pt x="119380" y="243840"/>
                  </a:lnTo>
                  <a:cubicBezTo>
                    <a:pt x="115570" y="251460"/>
                    <a:pt x="109220" y="259080"/>
                    <a:pt x="102870" y="264160"/>
                  </a:cubicBezTo>
                  <a:lnTo>
                    <a:pt x="228600" y="264160"/>
                  </a:lnTo>
                  <a:cubicBezTo>
                    <a:pt x="237490" y="264160"/>
                    <a:pt x="243840" y="257810"/>
                    <a:pt x="243840" y="248920"/>
                  </a:cubicBezTo>
                  <a:lnTo>
                    <a:pt x="243840" y="96520"/>
                  </a:lnTo>
                  <a:cubicBezTo>
                    <a:pt x="243840" y="87630"/>
                    <a:pt x="237490" y="81280"/>
                    <a:pt x="228600" y="81280"/>
                  </a:cubicBezTo>
                  <a:lnTo>
                    <a:pt x="111760" y="81280"/>
                  </a:lnTo>
                  <a:lnTo>
                    <a:pt x="111760" y="55880"/>
                  </a:lnTo>
                  <a:cubicBezTo>
                    <a:pt x="111760" y="25400"/>
                    <a:pt x="86360" y="0"/>
                    <a:pt x="55880" y="0"/>
                  </a:cubicBezTo>
                  <a:cubicBezTo>
                    <a:pt x="25400" y="0"/>
                    <a:pt x="0" y="25400"/>
                    <a:pt x="0" y="55880"/>
                  </a:cubicBezTo>
                  <a:lnTo>
                    <a:pt x="0" y="208280"/>
                  </a:lnTo>
                  <a:close/>
                  <a:moveTo>
                    <a:pt x="91440" y="165100"/>
                  </a:moveTo>
                  <a:lnTo>
                    <a:pt x="91440" y="55880"/>
                  </a:lnTo>
                  <a:cubicBezTo>
                    <a:pt x="91440" y="36830"/>
                    <a:pt x="74930" y="20320"/>
                    <a:pt x="55880" y="20320"/>
                  </a:cubicBezTo>
                  <a:cubicBezTo>
                    <a:pt x="36830" y="20320"/>
                    <a:pt x="20320" y="36830"/>
                    <a:pt x="20320" y="55880"/>
                  </a:cubicBezTo>
                  <a:lnTo>
                    <a:pt x="20320" y="165100"/>
                  </a:lnTo>
                  <a:cubicBezTo>
                    <a:pt x="30480" y="157480"/>
                    <a:pt x="41910" y="152400"/>
                    <a:pt x="55880" y="152400"/>
                  </a:cubicBezTo>
                  <a:cubicBezTo>
                    <a:pt x="69850" y="152400"/>
                    <a:pt x="81280" y="157480"/>
                    <a:pt x="91440" y="165100"/>
                  </a:cubicBezTo>
                  <a:close/>
                  <a:moveTo>
                    <a:pt x="52070" y="243840"/>
                  </a:moveTo>
                  <a:cubicBezTo>
                    <a:pt x="34290" y="242570"/>
                    <a:pt x="20320" y="227330"/>
                    <a:pt x="20320" y="208280"/>
                  </a:cubicBezTo>
                  <a:cubicBezTo>
                    <a:pt x="20320" y="189230"/>
                    <a:pt x="36830" y="172720"/>
                    <a:pt x="55880" y="172720"/>
                  </a:cubicBezTo>
                  <a:cubicBezTo>
                    <a:pt x="74930" y="172720"/>
                    <a:pt x="91440" y="189230"/>
                    <a:pt x="91440" y="208280"/>
                  </a:cubicBezTo>
                  <a:cubicBezTo>
                    <a:pt x="91440" y="227330"/>
                    <a:pt x="74930" y="243840"/>
                    <a:pt x="55880" y="243840"/>
                  </a:cubicBezTo>
                  <a:cubicBezTo>
                    <a:pt x="54610" y="243840"/>
                    <a:pt x="53340" y="243840"/>
                    <a:pt x="52070" y="24384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04" name="Полилиния: фигура 880">
            <a:extLst>
              <a:ext uri="{FF2B5EF4-FFF2-40B4-BE49-F238E27FC236}">
                <a16:creationId xmlns:a16="http://schemas.microsoft.com/office/drawing/2014/main" id="{0988DB85-7693-F64E-2CC7-18347650711D}"/>
              </a:ext>
            </a:extLst>
          </p:cNvPr>
          <p:cNvSpPr/>
          <p:nvPr/>
        </p:nvSpPr>
        <p:spPr>
          <a:xfrm>
            <a:off x="4492314" y="4449370"/>
            <a:ext cx="284479" cy="254000"/>
          </a:xfrm>
          <a:custGeom>
            <a:avLst/>
            <a:gdLst>
              <a:gd name="connsiteX0" fmla="*/ 243840 w 284479"/>
              <a:gd name="connsiteY0" fmla="*/ 71120 h 254000"/>
              <a:gd name="connsiteX1" fmla="*/ 172720 w 284479"/>
              <a:gd name="connsiteY1" fmla="*/ 0 h 254000"/>
              <a:gd name="connsiteX2" fmla="*/ 111760 w 284479"/>
              <a:gd name="connsiteY2" fmla="*/ 0 h 254000"/>
              <a:gd name="connsiteX3" fmla="*/ 40640 w 284479"/>
              <a:gd name="connsiteY3" fmla="*/ 71120 h 254000"/>
              <a:gd name="connsiteX4" fmla="*/ 40640 w 284479"/>
              <a:gd name="connsiteY4" fmla="*/ 92710 h 254000"/>
              <a:gd name="connsiteX5" fmla="*/ 0 w 284479"/>
              <a:gd name="connsiteY5" fmla="*/ 142240 h 254000"/>
              <a:gd name="connsiteX6" fmla="*/ 20320 w 284479"/>
              <a:gd name="connsiteY6" fmla="*/ 182880 h 254000"/>
              <a:gd name="connsiteX7" fmla="*/ 20320 w 284479"/>
              <a:gd name="connsiteY7" fmla="*/ 223520 h 254000"/>
              <a:gd name="connsiteX8" fmla="*/ 50800 w 284479"/>
              <a:gd name="connsiteY8" fmla="*/ 254000 h 254000"/>
              <a:gd name="connsiteX9" fmla="*/ 233680 w 284479"/>
              <a:gd name="connsiteY9" fmla="*/ 254000 h 254000"/>
              <a:gd name="connsiteX10" fmla="*/ 264160 w 284479"/>
              <a:gd name="connsiteY10" fmla="*/ 223520 h 254000"/>
              <a:gd name="connsiteX11" fmla="*/ 264160 w 284479"/>
              <a:gd name="connsiteY11" fmla="*/ 182880 h 254000"/>
              <a:gd name="connsiteX12" fmla="*/ 284480 w 284479"/>
              <a:gd name="connsiteY12" fmla="*/ 142240 h 254000"/>
              <a:gd name="connsiteX13" fmla="*/ 243840 w 284479"/>
              <a:gd name="connsiteY13" fmla="*/ 92710 h 254000"/>
              <a:gd name="connsiteX14" fmla="*/ 243840 w 284479"/>
              <a:gd name="connsiteY14" fmla="*/ 71120 h 254000"/>
              <a:gd name="connsiteX15" fmla="*/ 223520 w 284479"/>
              <a:gd name="connsiteY15" fmla="*/ 92710 h 254000"/>
              <a:gd name="connsiteX16" fmla="*/ 223520 w 284479"/>
              <a:gd name="connsiteY16" fmla="*/ 71120 h 254000"/>
              <a:gd name="connsiteX17" fmla="*/ 172720 w 284479"/>
              <a:gd name="connsiteY17" fmla="*/ 20320 h 254000"/>
              <a:gd name="connsiteX18" fmla="*/ 111760 w 284479"/>
              <a:gd name="connsiteY18" fmla="*/ 20320 h 254000"/>
              <a:gd name="connsiteX19" fmla="*/ 60960 w 284479"/>
              <a:gd name="connsiteY19" fmla="*/ 71120 h 254000"/>
              <a:gd name="connsiteX20" fmla="*/ 60960 w 284479"/>
              <a:gd name="connsiteY20" fmla="*/ 92710 h 254000"/>
              <a:gd name="connsiteX21" fmla="*/ 100330 w 284479"/>
              <a:gd name="connsiteY21" fmla="*/ 132080 h 254000"/>
              <a:gd name="connsiteX22" fmla="*/ 182880 w 284479"/>
              <a:gd name="connsiteY22" fmla="*/ 132080 h 254000"/>
              <a:gd name="connsiteX23" fmla="*/ 223520 w 284479"/>
              <a:gd name="connsiteY23" fmla="*/ 92710 h 254000"/>
              <a:gd name="connsiteX24" fmla="*/ 101600 w 284479"/>
              <a:gd name="connsiteY24" fmla="*/ 172720 h 254000"/>
              <a:gd name="connsiteX25" fmla="*/ 101600 w 284479"/>
              <a:gd name="connsiteY25" fmla="*/ 162560 h 254000"/>
              <a:gd name="connsiteX26" fmla="*/ 111760 w 284479"/>
              <a:gd name="connsiteY26" fmla="*/ 152400 h 254000"/>
              <a:gd name="connsiteX27" fmla="*/ 172720 w 284479"/>
              <a:gd name="connsiteY27" fmla="*/ 152400 h 254000"/>
              <a:gd name="connsiteX28" fmla="*/ 182880 w 284479"/>
              <a:gd name="connsiteY28" fmla="*/ 162560 h 254000"/>
              <a:gd name="connsiteX29" fmla="*/ 182880 w 284479"/>
              <a:gd name="connsiteY29" fmla="*/ 172720 h 254000"/>
              <a:gd name="connsiteX30" fmla="*/ 172720 w 284479"/>
              <a:gd name="connsiteY30" fmla="*/ 182880 h 254000"/>
              <a:gd name="connsiteX31" fmla="*/ 111760 w 284479"/>
              <a:gd name="connsiteY31" fmla="*/ 182880 h 254000"/>
              <a:gd name="connsiteX32" fmla="*/ 101600 w 284479"/>
              <a:gd name="connsiteY32" fmla="*/ 172720 h 254000"/>
              <a:gd name="connsiteX33" fmla="*/ 203200 w 284479"/>
              <a:gd name="connsiteY33" fmla="*/ 142240 h 254000"/>
              <a:gd name="connsiteX34" fmla="*/ 203200 w 284479"/>
              <a:gd name="connsiteY34" fmla="*/ 139700 h 254000"/>
              <a:gd name="connsiteX35" fmla="*/ 233680 w 284479"/>
              <a:gd name="connsiteY35" fmla="*/ 111760 h 254000"/>
              <a:gd name="connsiteX36" fmla="*/ 264160 w 284479"/>
              <a:gd name="connsiteY36" fmla="*/ 142240 h 254000"/>
              <a:gd name="connsiteX37" fmla="*/ 250190 w 284479"/>
              <a:gd name="connsiteY37" fmla="*/ 167640 h 254000"/>
              <a:gd name="connsiteX38" fmla="*/ 243840 w 284479"/>
              <a:gd name="connsiteY38" fmla="*/ 177800 h 254000"/>
              <a:gd name="connsiteX39" fmla="*/ 243840 w 284479"/>
              <a:gd name="connsiteY39" fmla="*/ 223520 h 254000"/>
              <a:gd name="connsiteX40" fmla="*/ 233680 w 284479"/>
              <a:gd name="connsiteY40" fmla="*/ 233680 h 254000"/>
              <a:gd name="connsiteX41" fmla="*/ 213360 w 284479"/>
              <a:gd name="connsiteY41" fmla="*/ 233680 h 254000"/>
              <a:gd name="connsiteX42" fmla="*/ 209550 w 284479"/>
              <a:gd name="connsiteY42" fmla="*/ 232410 h 254000"/>
              <a:gd name="connsiteX43" fmla="*/ 204470 w 284479"/>
              <a:gd name="connsiteY43" fmla="*/ 227330 h 254000"/>
              <a:gd name="connsiteX44" fmla="*/ 203200 w 284479"/>
              <a:gd name="connsiteY44" fmla="*/ 222250 h 254000"/>
              <a:gd name="connsiteX45" fmla="*/ 203200 w 284479"/>
              <a:gd name="connsiteY45" fmla="*/ 142240 h 254000"/>
              <a:gd name="connsiteX46" fmla="*/ 50800 w 284479"/>
              <a:gd name="connsiteY46" fmla="*/ 233680 h 254000"/>
              <a:gd name="connsiteX47" fmla="*/ 71120 w 284479"/>
              <a:gd name="connsiteY47" fmla="*/ 233680 h 254000"/>
              <a:gd name="connsiteX48" fmla="*/ 74930 w 284479"/>
              <a:gd name="connsiteY48" fmla="*/ 232410 h 254000"/>
              <a:gd name="connsiteX49" fmla="*/ 80010 w 284479"/>
              <a:gd name="connsiteY49" fmla="*/ 227330 h 254000"/>
              <a:gd name="connsiteX50" fmla="*/ 81280 w 284479"/>
              <a:gd name="connsiteY50" fmla="*/ 222250 h 254000"/>
              <a:gd name="connsiteX51" fmla="*/ 81280 w 284479"/>
              <a:gd name="connsiteY51" fmla="*/ 140970 h 254000"/>
              <a:gd name="connsiteX52" fmla="*/ 81280 w 284479"/>
              <a:gd name="connsiteY52" fmla="*/ 139700 h 254000"/>
              <a:gd name="connsiteX53" fmla="*/ 50800 w 284479"/>
              <a:gd name="connsiteY53" fmla="*/ 110490 h 254000"/>
              <a:gd name="connsiteX54" fmla="*/ 20320 w 284479"/>
              <a:gd name="connsiteY54" fmla="*/ 140970 h 254000"/>
              <a:gd name="connsiteX55" fmla="*/ 34290 w 284479"/>
              <a:gd name="connsiteY55" fmla="*/ 166370 h 254000"/>
              <a:gd name="connsiteX56" fmla="*/ 40640 w 284479"/>
              <a:gd name="connsiteY56" fmla="*/ 176530 h 254000"/>
              <a:gd name="connsiteX57" fmla="*/ 40640 w 284479"/>
              <a:gd name="connsiteY57" fmla="*/ 222250 h 254000"/>
              <a:gd name="connsiteX58" fmla="*/ 50800 w 284479"/>
              <a:gd name="connsiteY58" fmla="*/ 233680 h 254000"/>
              <a:gd name="connsiteX59" fmla="*/ 172720 w 284479"/>
              <a:gd name="connsiteY59" fmla="*/ 203200 h 254000"/>
              <a:gd name="connsiteX60" fmla="*/ 182880 w 284479"/>
              <a:gd name="connsiteY60" fmla="*/ 213360 h 254000"/>
              <a:gd name="connsiteX61" fmla="*/ 182880 w 284479"/>
              <a:gd name="connsiteY61" fmla="*/ 223520 h 254000"/>
              <a:gd name="connsiteX62" fmla="*/ 172720 w 284479"/>
              <a:gd name="connsiteY62" fmla="*/ 233680 h 254000"/>
              <a:gd name="connsiteX63" fmla="*/ 111760 w 284479"/>
              <a:gd name="connsiteY63" fmla="*/ 233680 h 254000"/>
              <a:gd name="connsiteX64" fmla="*/ 101600 w 284479"/>
              <a:gd name="connsiteY64" fmla="*/ 223520 h 254000"/>
              <a:gd name="connsiteX65" fmla="*/ 101600 w 284479"/>
              <a:gd name="connsiteY65" fmla="*/ 213360 h 254000"/>
              <a:gd name="connsiteX66" fmla="*/ 111760 w 284479"/>
              <a:gd name="connsiteY66" fmla="*/ 203200 h 254000"/>
              <a:gd name="connsiteX67" fmla="*/ 172720 w 284479"/>
              <a:gd name="connsiteY67" fmla="*/ 203200 h 25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</a:cxnLst>
            <a:rect l="l" t="t" r="r" b="b"/>
            <a:pathLst>
              <a:path w="284479" h="254000">
                <a:moveTo>
                  <a:pt x="243840" y="71120"/>
                </a:moveTo>
                <a:cubicBezTo>
                  <a:pt x="243840" y="31750"/>
                  <a:pt x="212090" y="0"/>
                  <a:pt x="172720" y="0"/>
                </a:cubicBezTo>
                <a:lnTo>
                  <a:pt x="111760" y="0"/>
                </a:lnTo>
                <a:cubicBezTo>
                  <a:pt x="72390" y="0"/>
                  <a:pt x="40640" y="31750"/>
                  <a:pt x="40640" y="71120"/>
                </a:cubicBezTo>
                <a:lnTo>
                  <a:pt x="40640" y="92710"/>
                </a:lnTo>
                <a:cubicBezTo>
                  <a:pt x="17780" y="97790"/>
                  <a:pt x="0" y="118110"/>
                  <a:pt x="0" y="142240"/>
                </a:cubicBezTo>
                <a:cubicBezTo>
                  <a:pt x="0" y="158750"/>
                  <a:pt x="7620" y="173990"/>
                  <a:pt x="20320" y="182880"/>
                </a:cubicBezTo>
                <a:lnTo>
                  <a:pt x="20320" y="223520"/>
                </a:lnTo>
                <a:cubicBezTo>
                  <a:pt x="20320" y="240030"/>
                  <a:pt x="34290" y="254000"/>
                  <a:pt x="50800" y="254000"/>
                </a:cubicBezTo>
                <a:lnTo>
                  <a:pt x="233680" y="254000"/>
                </a:lnTo>
                <a:cubicBezTo>
                  <a:pt x="250190" y="254000"/>
                  <a:pt x="264160" y="240030"/>
                  <a:pt x="264160" y="223520"/>
                </a:cubicBezTo>
                <a:lnTo>
                  <a:pt x="264160" y="182880"/>
                </a:lnTo>
                <a:cubicBezTo>
                  <a:pt x="276860" y="173990"/>
                  <a:pt x="284480" y="158750"/>
                  <a:pt x="284480" y="142240"/>
                </a:cubicBezTo>
                <a:cubicBezTo>
                  <a:pt x="284480" y="118110"/>
                  <a:pt x="266700" y="97790"/>
                  <a:pt x="243840" y="92710"/>
                </a:cubicBezTo>
                <a:lnTo>
                  <a:pt x="243840" y="71120"/>
                </a:lnTo>
                <a:close/>
                <a:moveTo>
                  <a:pt x="223520" y="92710"/>
                </a:moveTo>
                <a:lnTo>
                  <a:pt x="223520" y="71120"/>
                </a:lnTo>
                <a:cubicBezTo>
                  <a:pt x="223520" y="43180"/>
                  <a:pt x="200660" y="20320"/>
                  <a:pt x="172720" y="20320"/>
                </a:cubicBezTo>
                <a:lnTo>
                  <a:pt x="111760" y="20320"/>
                </a:lnTo>
                <a:cubicBezTo>
                  <a:pt x="83820" y="20320"/>
                  <a:pt x="60960" y="43180"/>
                  <a:pt x="60960" y="71120"/>
                </a:cubicBezTo>
                <a:lnTo>
                  <a:pt x="60960" y="92710"/>
                </a:lnTo>
                <a:cubicBezTo>
                  <a:pt x="81280" y="96520"/>
                  <a:pt x="96520" y="113030"/>
                  <a:pt x="100330" y="132080"/>
                </a:cubicBezTo>
                <a:lnTo>
                  <a:pt x="182880" y="132080"/>
                </a:lnTo>
                <a:cubicBezTo>
                  <a:pt x="187960" y="113030"/>
                  <a:pt x="203200" y="96520"/>
                  <a:pt x="223520" y="92710"/>
                </a:cubicBezTo>
                <a:close/>
                <a:moveTo>
                  <a:pt x="101600" y="172720"/>
                </a:moveTo>
                <a:lnTo>
                  <a:pt x="101600" y="162560"/>
                </a:lnTo>
                <a:cubicBezTo>
                  <a:pt x="101600" y="157480"/>
                  <a:pt x="106680" y="152400"/>
                  <a:pt x="111760" y="152400"/>
                </a:cubicBezTo>
                <a:lnTo>
                  <a:pt x="172720" y="152400"/>
                </a:lnTo>
                <a:cubicBezTo>
                  <a:pt x="177800" y="152400"/>
                  <a:pt x="182880" y="157480"/>
                  <a:pt x="182880" y="162560"/>
                </a:cubicBezTo>
                <a:lnTo>
                  <a:pt x="182880" y="172720"/>
                </a:lnTo>
                <a:cubicBezTo>
                  <a:pt x="182880" y="177800"/>
                  <a:pt x="177800" y="182880"/>
                  <a:pt x="172720" y="182880"/>
                </a:cubicBezTo>
                <a:lnTo>
                  <a:pt x="111760" y="182880"/>
                </a:lnTo>
                <a:cubicBezTo>
                  <a:pt x="106680" y="182880"/>
                  <a:pt x="101600" y="179070"/>
                  <a:pt x="101600" y="172720"/>
                </a:cubicBezTo>
                <a:close/>
                <a:moveTo>
                  <a:pt x="203200" y="142240"/>
                </a:moveTo>
                <a:cubicBezTo>
                  <a:pt x="203200" y="140970"/>
                  <a:pt x="203200" y="140970"/>
                  <a:pt x="203200" y="139700"/>
                </a:cubicBezTo>
                <a:cubicBezTo>
                  <a:pt x="204470" y="124460"/>
                  <a:pt x="217170" y="111760"/>
                  <a:pt x="233680" y="111760"/>
                </a:cubicBezTo>
                <a:cubicBezTo>
                  <a:pt x="250190" y="111760"/>
                  <a:pt x="264160" y="125730"/>
                  <a:pt x="264160" y="142240"/>
                </a:cubicBezTo>
                <a:cubicBezTo>
                  <a:pt x="264160" y="152400"/>
                  <a:pt x="259080" y="162560"/>
                  <a:pt x="250190" y="167640"/>
                </a:cubicBezTo>
                <a:cubicBezTo>
                  <a:pt x="246380" y="170180"/>
                  <a:pt x="243840" y="173990"/>
                  <a:pt x="243840" y="177800"/>
                </a:cubicBezTo>
                <a:lnTo>
                  <a:pt x="243840" y="223520"/>
                </a:lnTo>
                <a:cubicBezTo>
                  <a:pt x="243840" y="228600"/>
                  <a:pt x="238760" y="233680"/>
                  <a:pt x="233680" y="233680"/>
                </a:cubicBezTo>
                <a:lnTo>
                  <a:pt x="213360" y="233680"/>
                </a:lnTo>
                <a:cubicBezTo>
                  <a:pt x="212090" y="233680"/>
                  <a:pt x="210820" y="233680"/>
                  <a:pt x="209550" y="232410"/>
                </a:cubicBezTo>
                <a:cubicBezTo>
                  <a:pt x="207010" y="231140"/>
                  <a:pt x="205740" y="229870"/>
                  <a:pt x="204470" y="227330"/>
                </a:cubicBezTo>
                <a:cubicBezTo>
                  <a:pt x="203200" y="226060"/>
                  <a:pt x="203200" y="224790"/>
                  <a:pt x="203200" y="222250"/>
                </a:cubicBezTo>
                <a:lnTo>
                  <a:pt x="203200" y="142240"/>
                </a:lnTo>
                <a:close/>
                <a:moveTo>
                  <a:pt x="50800" y="233680"/>
                </a:moveTo>
                <a:lnTo>
                  <a:pt x="71120" y="233680"/>
                </a:lnTo>
                <a:cubicBezTo>
                  <a:pt x="72390" y="233680"/>
                  <a:pt x="73660" y="233680"/>
                  <a:pt x="74930" y="232410"/>
                </a:cubicBezTo>
                <a:cubicBezTo>
                  <a:pt x="77470" y="231140"/>
                  <a:pt x="78740" y="229870"/>
                  <a:pt x="80010" y="227330"/>
                </a:cubicBezTo>
                <a:cubicBezTo>
                  <a:pt x="81280" y="226060"/>
                  <a:pt x="81280" y="224790"/>
                  <a:pt x="81280" y="222250"/>
                </a:cubicBezTo>
                <a:lnTo>
                  <a:pt x="81280" y="140970"/>
                </a:lnTo>
                <a:cubicBezTo>
                  <a:pt x="81280" y="140970"/>
                  <a:pt x="81280" y="139700"/>
                  <a:pt x="81280" y="139700"/>
                </a:cubicBezTo>
                <a:cubicBezTo>
                  <a:pt x="80010" y="123190"/>
                  <a:pt x="67310" y="110490"/>
                  <a:pt x="50800" y="110490"/>
                </a:cubicBezTo>
                <a:cubicBezTo>
                  <a:pt x="34290" y="110490"/>
                  <a:pt x="20320" y="124460"/>
                  <a:pt x="20320" y="140970"/>
                </a:cubicBezTo>
                <a:cubicBezTo>
                  <a:pt x="20320" y="151130"/>
                  <a:pt x="25400" y="161290"/>
                  <a:pt x="34290" y="166370"/>
                </a:cubicBezTo>
                <a:cubicBezTo>
                  <a:pt x="38100" y="168910"/>
                  <a:pt x="40640" y="172720"/>
                  <a:pt x="40640" y="176530"/>
                </a:cubicBezTo>
                <a:lnTo>
                  <a:pt x="40640" y="222250"/>
                </a:lnTo>
                <a:cubicBezTo>
                  <a:pt x="40640" y="229870"/>
                  <a:pt x="45720" y="233680"/>
                  <a:pt x="50800" y="233680"/>
                </a:cubicBezTo>
                <a:close/>
                <a:moveTo>
                  <a:pt x="172720" y="203200"/>
                </a:moveTo>
                <a:cubicBezTo>
                  <a:pt x="177800" y="203200"/>
                  <a:pt x="182880" y="208280"/>
                  <a:pt x="182880" y="213360"/>
                </a:cubicBezTo>
                <a:lnTo>
                  <a:pt x="182880" y="223520"/>
                </a:lnTo>
                <a:cubicBezTo>
                  <a:pt x="182880" y="228600"/>
                  <a:pt x="177800" y="233680"/>
                  <a:pt x="172720" y="233680"/>
                </a:cubicBezTo>
                <a:lnTo>
                  <a:pt x="111760" y="233680"/>
                </a:lnTo>
                <a:cubicBezTo>
                  <a:pt x="106680" y="233680"/>
                  <a:pt x="101600" y="228600"/>
                  <a:pt x="101600" y="223520"/>
                </a:cubicBezTo>
                <a:lnTo>
                  <a:pt x="101600" y="213360"/>
                </a:lnTo>
                <a:cubicBezTo>
                  <a:pt x="101600" y="208280"/>
                  <a:pt x="106680" y="203200"/>
                  <a:pt x="111760" y="203200"/>
                </a:cubicBezTo>
                <a:lnTo>
                  <a:pt x="172720" y="20320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05" name="Полилиния: фигура 881">
            <a:extLst>
              <a:ext uri="{FF2B5EF4-FFF2-40B4-BE49-F238E27FC236}">
                <a16:creationId xmlns:a16="http://schemas.microsoft.com/office/drawing/2014/main" id="{60D7A89A-85DC-4287-71C3-6CACDE8BD4EE}"/>
              </a:ext>
            </a:extLst>
          </p:cNvPr>
          <p:cNvSpPr/>
          <p:nvPr/>
        </p:nvSpPr>
        <p:spPr>
          <a:xfrm>
            <a:off x="5051114" y="4502711"/>
            <a:ext cx="284479" cy="147320"/>
          </a:xfrm>
          <a:custGeom>
            <a:avLst/>
            <a:gdLst>
              <a:gd name="connsiteX0" fmla="*/ 20320 w 284479"/>
              <a:gd name="connsiteY0" fmla="*/ 10160 h 147320"/>
              <a:gd name="connsiteX1" fmla="*/ 10160 w 284479"/>
              <a:gd name="connsiteY1" fmla="*/ 0 h 147320"/>
              <a:gd name="connsiteX2" fmla="*/ 0 w 284479"/>
              <a:gd name="connsiteY2" fmla="*/ 10160 h 147320"/>
              <a:gd name="connsiteX3" fmla="*/ 0 w 284479"/>
              <a:gd name="connsiteY3" fmla="*/ 111760 h 147320"/>
              <a:gd name="connsiteX4" fmla="*/ 2540 w 284479"/>
              <a:gd name="connsiteY4" fmla="*/ 119380 h 147320"/>
              <a:gd name="connsiteX5" fmla="*/ 17780 w 284479"/>
              <a:gd name="connsiteY5" fmla="*/ 134620 h 147320"/>
              <a:gd name="connsiteX6" fmla="*/ 25400 w 284479"/>
              <a:gd name="connsiteY6" fmla="*/ 137160 h 147320"/>
              <a:gd name="connsiteX7" fmla="*/ 40640 w 284479"/>
              <a:gd name="connsiteY7" fmla="*/ 137160 h 147320"/>
              <a:gd name="connsiteX8" fmla="*/ 66040 w 284479"/>
              <a:gd name="connsiteY8" fmla="*/ 147320 h 147320"/>
              <a:gd name="connsiteX9" fmla="*/ 91440 w 284479"/>
              <a:gd name="connsiteY9" fmla="*/ 137160 h 147320"/>
              <a:gd name="connsiteX10" fmla="*/ 194310 w 284479"/>
              <a:gd name="connsiteY10" fmla="*/ 137160 h 147320"/>
              <a:gd name="connsiteX11" fmla="*/ 219710 w 284479"/>
              <a:gd name="connsiteY11" fmla="*/ 147320 h 147320"/>
              <a:gd name="connsiteX12" fmla="*/ 245110 w 284479"/>
              <a:gd name="connsiteY12" fmla="*/ 137160 h 147320"/>
              <a:gd name="connsiteX13" fmla="*/ 252730 w 284479"/>
              <a:gd name="connsiteY13" fmla="*/ 137160 h 147320"/>
              <a:gd name="connsiteX14" fmla="*/ 279400 w 284479"/>
              <a:gd name="connsiteY14" fmla="*/ 120650 h 147320"/>
              <a:gd name="connsiteX15" fmla="*/ 279400 w 284479"/>
              <a:gd name="connsiteY15" fmla="*/ 120650 h 147320"/>
              <a:gd name="connsiteX16" fmla="*/ 284480 w 284479"/>
              <a:gd name="connsiteY16" fmla="*/ 97790 h 147320"/>
              <a:gd name="connsiteX17" fmla="*/ 284480 w 284479"/>
              <a:gd name="connsiteY17" fmla="*/ 87630 h 147320"/>
              <a:gd name="connsiteX18" fmla="*/ 264160 w 284479"/>
              <a:gd name="connsiteY18" fmla="*/ 57150 h 147320"/>
              <a:gd name="connsiteX19" fmla="*/ 241300 w 284479"/>
              <a:gd name="connsiteY19" fmla="*/ 48260 h 147320"/>
              <a:gd name="connsiteX20" fmla="*/ 229870 w 284479"/>
              <a:gd name="connsiteY20" fmla="*/ 45720 h 147320"/>
              <a:gd name="connsiteX21" fmla="*/ 214630 w 284479"/>
              <a:gd name="connsiteY21" fmla="*/ 45720 h 147320"/>
              <a:gd name="connsiteX22" fmla="*/ 199390 w 284479"/>
              <a:gd name="connsiteY22" fmla="*/ 41910 h 147320"/>
              <a:gd name="connsiteX23" fmla="*/ 139700 w 284479"/>
              <a:gd name="connsiteY23" fmla="*/ 6350 h 147320"/>
              <a:gd name="connsiteX24" fmla="*/ 119380 w 284479"/>
              <a:gd name="connsiteY24" fmla="*/ 0 h 147320"/>
              <a:gd name="connsiteX25" fmla="*/ 87630 w 284479"/>
              <a:gd name="connsiteY25" fmla="*/ 0 h 147320"/>
              <a:gd name="connsiteX26" fmla="*/ 87630 w 284479"/>
              <a:gd name="connsiteY26" fmla="*/ 0 h 147320"/>
              <a:gd name="connsiteX27" fmla="*/ 87630 w 284479"/>
              <a:gd name="connsiteY27" fmla="*/ 0 h 147320"/>
              <a:gd name="connsiteX28" fmla="*/ 71120 w 284479"/>
              <a:gd name="connsiteY28" fmla="*/ 0 h 147320"/>
              <a:gd name="connsiteX29" fmla="*/ 40640 w 284479"/>
              <a:gd name="connsiteY29" fmla="*/ 13970 h 147320"/>
              <a:gd name="connsiteX30" fmla="*/ 21590 w 284479"/>
              <a:gd name="connsiteY30" fmla="*/ 35560 h 147320"/>
              <a:gd name="connsiteX31" fmla="*/ 21590 w 284479"/>
              <a:gd name="connsiteY31" fmla="*/ 10160 h 147320"/>
              <a:gd name="connsiteX32" fmla="*/ 254000 w 284479"/>
              <a:gd name="connsiteY32" fmla="*/ 116840 h 147320"/>
              <a:gd name="connsiteX33" fmla="*/ 261620 w 284479"/>
              <a:gd name="connsiteY33" fmla="*/ 111760 h 147320"/>
              <a:gd name="connsiteX34" fmla="*/ 261620 w 284479"/>
              <a:gd name="connsiteY34" fmla="*/ 111760 h 147320"/>
              <a:gd name="connsiteX35" fmla="*/ 265430 w 284479"/>
              <a:gd name="connsiteY35" fmla="*/ 97790 h 147320"/>
              <a:gd name="connsiteX36" fmla="*/ 265430 w 284479"/>
              <a:gd name="connsiteY36" fmla="*/ 87630 h 147320"/>
              <a:gd name="connsiteX37" fmla="*/ 257810 w 284479"/>
              <a:gd name="connsiteY37" fmla="*/ 76200 h 147320"/>
              <a:gd name="connsiteX38" fmla="*/ 234950 w 284479"/>
              <a:gd name="connsiteY38" fmla="*/ 67310 h 147320"/>
              <a:gd name="connsiteX39" fmla="*/ 229870 w 284479"/>
              <a:gd name="connsiteY39" fmla="*/ 66040 h 147320"/>
              <a:gd name="connsiteX40" fmla="*/ 21590 w 284479"/>
              <a:gd name="connsiteY40" fmla="*/ 66040 h 147320"/>
              <a:gd name="connsiteX41" fmla="*/ 21590 w 284479"/>
              <a:gd name="connsiteY41" fmla="*/ 107950 h 147320"/>
              <a:gd name="connsiteX42" fmla="*/ 30480 w 284479"/>
              <a:gd name="connsiteY42" fmla="*/ 116840 h 147320"/>
              <a:gd name="connsiteX43" fmla="*/ 31750 w 284479"/>
              <a:gd name="connsiteY43" fmla="*/ 116840 h 147320"/>
              <a:gd name="connsiteX44" fmla="*/ 31750 w 284479"/>
              <a:gd name="connsiteY44" fmla="*/ 111760 h 147320"/>
              <a:gd name="connsiteX45" fmla="*/ 67310 w 284479"/>
              <a:gd name="connsiteY45" fmla="*/ 76200 h 147320"/>
              <a:gd name="connsiteX46" fmla="*/ 102870 w 284479"/>
              <a:gd name="connsiteY46" fmla="*/ 111760 h 147320"/>
              <a:gd name="connsiteX47" fmla="*/ 102870 w 284479"/>
              <a:gd name="connsiteY47" fmla="*/ 116840 h 147320"/>
              <a:gd name="connsiteX48" fmla="*/ 184150 w 284479"/>
              <a:gd name="connsiteY48" fmla="*/ 116840 h 147320"/>
              <a:gd name="connsiteX49" fmla="*/ 184150 w 284479"/>
              <a:gd name="connsiteY49" fmla="*/ 111760 h 147320"/>
              <a:gd name="connsiteX50" fmla="*/ 219710 w 284479"/>
              <a:gd name="connsiteY50" fmla="*/ 76200 h 147320"/>
              <a:gd name="connsiteX51" fmla="*/ 255270 w 284479"/>
              <a:gd name="connsiteY51" fmla="*/ 111760 h 147320"/>
              <a:gd name="connsiteX52" fmla="*/ 254000 w 284479"/>
              <a:gd name="connsiteY52" fmla="*/ 116840 h 147320"/>
              <a:gd name="connsiteX53" fmla="*/ 204470 w 284479"/>
              <a:gd name="connsiteY53" fmla="*/ 116840 h 147320"/>
              <a:gd name="connsiteX54" fmla="*/ 218440 w 284479"/>
              <a:gd name="connsiteY54" fmla="*/ 127000 h 147320"/>
              <a:gd name="connsiteX55" fmla="*/ 232410 w 284479"/>
              <a:gd name="connsiteY55" fmla="*/ 116840 h 147320"/>
              <a:gd name="connsiteX56" fmla="*/ 233680 w 284479"/>
              <a:gd name="connsiteY56" fmla="*/ 111760 h 147320"/>
              <a:gd name="connsiteX57" fmla="*/ 218440 w 284479"/>
              <a:gd name="connsiteY57" fmla="*/ 96520 h 147320"/>
              <a:gd name="connsiteX58" fmla="*/ 203200 w 284479"/>
              <a:gd name="connsiteY58" fmla="*/ 111760 h 147320"/>
              <a:gd name="connsiteX59" fmla="*/ 204470 w 284479"/>
              <a:gd name="connsiteY59" fmla="*/ 116840 h 147320"/>
              <a:gd name="connsiteX60" fmla="*/ 81280 w 284479"/>
              <a:gd name="connsiteY60" fmla="*/ 116840 h 147320"/>
              <a:gd name="connsiteX61" fmla="*/ 82550 w 284479"/>
              <a:gd name="connsiteY61" fmla="*/ 111760 h 147320"/>
              <a:gd name="connsiteX62" fmla="*/ 67310 w 284479"/>
              <a:gd name="connsiteY62" fmla="*/ 96520 h 147320"/>
              <a:gd name="connsiteX63" fmla="*/ 52070 w 284479"/>
              <a:gd name="connsiteY63" fmla="*/ 111760 h 147320"/>
              <a:gd name="connsiteX64" fmla="*/ 53340 w 284479"/>
              <a:gd name="connsiteY64" fmla="*/ 116840 h 147320"/>
              <a:gd name="connsiteX65" fmla="*/ 67310 w 284479"/>
              <a:gd name="connsiteY65" fmla="*/ 127000 h 147320"/>
              <a:gd name="connsiteX66" fmla="*/ 81280 w 284479"/>
              <a:gd name="connsiteY66" fmla="*/ 116840 h 147320"/>
              <a:gd name="connsiteX67" fmla="*/ 39370 w 284479"/>
              <a:gd name="connsiteY67" fmla="*/ 45720 h 147320"/>
              <a:gd name="connsiteX68" fmla="*/ 77470 w 284479"/>
              <a:gd name="connsiteY68" fmla="*/ 45720 h 147320"/>
              <a:gd name="connsiteX69" fmla="*/ 77470 w 284479"/>
              <a:gd name="connsiteY69" fmla="*/ 20320 h 147320"/>
              <a:gd name="connsiteX70" fmla="*/ 71120 w 284479"/>
              <a:gd name="connsiteY70" fmla="*/ 20320 h 147320"/>
              <a:gd name="connsiteX71" fmla="*/ 55880 w 284479"/>
              <a:gd name="connsiteY71" fmla="*/ 26670 h 147320"/>
              <a:gd name="connsiteX72" fmla="*/ 39370 w 284479"/>
              <a:gd name="connsiteY72" fmla="*/ 45720 h 147320"/>
              <a:gd name="connsiteX73" fmla="*/ 96520 w 284479"/>
              <a:gd name="connsiteY73" fmla="*/ 20320 h 147320"/>
              <a:gd name="connsiteX74" fmla="*/ 96520 w 284479"/>
              <a:gd name="connsiteY74" fmla="*/ 45720 h 147320"/>
              <a:gd name="connsiteX75" fmla="*/ 166370 w 284479"/>
              <a:gd name="connsiteY75" fmla="*/ 45720 h 147320"/>
              <a:gd name="connsiteX76" fmla="*/ 129540 w 284479"/>
              <a:gd name="connsiteY76" fmla="*/ 22860 h 147320"/>
              <a:gd name="connsiteX77" fmla="*/ 119380 w 284479"/>
              <a:gd name="connsiteY77" fmla="*/ 20320 h 147320"/>
              <a:gd name="connsiteX78" fmla="*/ 96520 w 284479"/>
              <a:gd name="connsiteY78" fmla="*/ 20320 h 147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</a:cxnLst>
            <a:rect l="l" t="t" r="r" b="b"/>
            <a:pathLst>
              <a:path w="284479" h="147320">
                <a:moveTo>
                  <a:pt x="20320" y="10160"/>
                </a:moveTo>
                <a:cubicBezTo>
                  <a:pt x="20320" y="5080"/>
                  <a:pt x="15240" y="0"/>
                  <a:pt x="10160" y="0"/>
                </a:cubicBezTo>
                <a:cubicBezTo>
                  <a:pt x="5080" y="0"/>
                  <a:pt x="0" y="5080"/>
                  <a:pt x="0" y="10160"/>
                </a:cubicBezTo>
                <a:lnTo>
                  <a:pt x="0" y="111760"/>
                </a:lnTo>
                <a:cubicBezTo>
                  <a:pt x="0" y="114300"/>
                  <a:pt x="1270" y="116840"/>
                  <a:pt x="2540" y="119380"/>
                </a:cubicBezTo>
                <a:lnTo>
                  <a:pt x="17780" y="134620"/>
                </a:lnTo>
                <a:cubicBezTo>
                  <a:pt x="20320" y="137160"/>
                  <a:pt x="22860" y="137160"/>
                  <a:pt x="25400" y="137160"/>
                </a:cubicBezTo>
                <a:lnTo>
                  <a:pt x="40640" y="137160"/>
                </a:lnTo>
                <a:cubicBezTo>
                  <a:pt x="46990" y="143510"/>
                  <a:pt x="55880" y="147320"/>
                  <a:pt x="66040" y="147320"/>
                </a:cubicBezTo>
                <a:cubicBezTo>
                  <a:pt x="76200" y="147320"/>
                  <a:pt x="85090" y="143510"/>
                  <a:pt x="91440" y="137160"/>
                </a:cubicBezTo>
                <a:lnTo>
                  <a:pt x="194310" y="137160"/>
                </a:lnTo>
                <a:cubicBezTo>
                  <a:pt x="200660" y="143510"/>
                  <a:pt x="209550" y="147320"/>
                  <a:pt x="219710" y="147320"/>
                </a:cubicBezTo>
                <a:cubicBezTo>
                  <a:pt x="229870" y="147320"/>
                  <a:pt x="238760" y="143510"/>
                  <a:pt x="245110" y="137160"/>
                </a:cubicBezTo>
                <a:lnTo>
                  <a:pt x="252730" y="137160"/>
                </a:lnTo>
                <a:cubicBezTo>
                  <a:pt x="264160" y="137160"/>
                  <a:pt x="274320" y="130810"/>
                  <a:pt x="279400" y="120650"/>
                </a:cubicBezTo>
                <a:lnTo>
                  <a:pt x="279400" y="120650"/>
                </a:lnTo>
                <a:cubicBezTo>
                  <a:pt x="283210" y="113030"/>
                  <a:pt x="284480" y="105410"/>
                  <a:pt x="284480" y="97790"/>
                </a:cubicBezTo>
                <a:lnTo>
                  <a:pt x="284480" y="87630"/>
                </a:lnTo>
                <a:cubicBezTo>
                  <a:pt x="284480" y="73660"/>
                  <a:pt x="275590" y="62230"/>
                  <a:pt x="264160" y="57150"/>
                </a:cubicBezTo>
                <a:lnTo>
                  <a:pt x="241300" y="48260"/>
                </a:lnTo>
                <a:cubicBezTo>
                  <a:pt x="237490" y="46990"/>
                  <a:pt x="233680" y="45720"/>
                  <a:pt x="229870" y="45720"/>
                </a:cubicBezTo>
                <a:lnTo>
                  <a:pt x="214630" y="45720"/>
                </a:lnTo>
                <a:cubicBezTo>
                  <a:pt x="209550" y="45720"/>
                  <a:pt x="203200" y="44450"/>
                  <a:pt x="199390" y="41910"/>
                </a:cubicBezTo>
                <a:lnTo>
                  <a:pt x="139700" y="6350"/>
                </a:lnTo>
                <a:cubicBezTo>
                  <a:pt x="133350" y="2540"/>
                  <a:pt x="125730" y="0"/>
                  <a:pt x="119380" y="0"/>
                </a:cubicBezTo>
                <a:lnTo>
                  <a:pt x="87630" y="0"/>
                </a:lnTo>
                <a:lnTo>
                  <a:pt x="87630" y="0"/>
                </a:lnTo>
                <a:lnTo>
                  <a:pt x="87630" y="0"/>
                </a:lnTo>
                <a:lnTo>
                  <a:pt x="71120" y="0"/>
                </a:lnTo>
                <a:cubicBezTo>
                  <a:pt x="59690" y="0"/>
                  <a:pt x="48260" y="5080"/>
                  <a:pt x="40640" y="13970"/>
                </a:cubicBezTo>
                <a:lnTo>
                  <a:pt x="21590" y="35560"/>
                </a:lnTo>
                <a:lnTo>
                  <a:pt x="21590" y="10160"/>
                </a:lnTo>
                <a:close/>
                <a:moveTo>
                  <a:pt x="254000" y="116840"/>
                </a:moveTo>
                <a:cubicBezTo>
                  <a:pt x="256540" y="116840"/>
                  <a:pt x="259080" y="114300"/>
                  <a:pt x="261620" y="111760"/>
                </a:cubicBezTo>
                <a:lnTo>
                  <a:pt x="261620" y="111760"/>
                </a:lnTo>
                <a:cubicBezTo>
                  <a:pt x="264160" y="107950"/>
                  <a:pt x="265430" y="102870"/>
                  <a:pt x="265430" y="97790"/>
                </a:cubicBezTo>
                <a:lnTo>
                  <a:pt x="265430" y="87630"/>
                </a:lnTo>
                <a:cubicBezTo>
                  <a:pt x="265430" y="82550"/>
                  <a:pt x="262890" y="78740"/>
                  <a:pt x="257810" y="76200"/>
                </a:cubicBezTo>
                <a:lnTo>
                  <a:pt x="234950" y="67310"/>
                </a:lnTo>
                <a:cubicBezTo>
                  <a:pt x="233680" y="67310"/>
                  <a:pt x="232410" y="66040"/>
                  <a:pt x="229870" y="66040"/>
                </a:cubicBezTo>
                <a:lnTo>
                  <a:pt x="21590" y="66040"/>
                </a:lnTo>
                <a:lnTo>
                  <a:pt x="21590" y="107950"/>
                </a:lnTo>
                <a:lnTo>
                  <a:pt x="30480" y="116840"/>
                </a:lnTo>
                <a:lnTo>
                  <a:pt x="31750" y="116840"/>
                </a:lnTo>
                <a:cubicBezTo>
                  <a:pt x="31750" y="115570"/>
                  <a:pt x="31750" y="113030"/>
                  <a:pt x="31750" y="111760"/>
                </a:cubicBezTo>
                <a:cubicBezTo>
                  <a:pt x="31750" y="92710"/>
                  <a:pt x="48260" y="76200"/>
                  <a:pt x="67310" y="76200"/>
                </a:cubicBezTo>
                <a:cubicBezTo>
                  <a:pt x="86360" y="76200"/>
                  <a:pt x="102870" y="92710"/>
                  <a:pt x="102870" y="111760"/>
                </a:cubicBezTo>
                <a:cubicBezTo>
                  <a:pt x="102870" y="113030"/>
                  <a:pt x="102870" y="115570"/>
                  <a:pt x="102870" y="116840"/>
                </a:cubicBezTo>
                <a:lnTo>
                  <a:pt x="184150" y="116840"/>
                </a:lnTo>
                <a:cubicBezTo>
                  <a:pt x="184150" y="115570"/>
                  <a:pt x="184150" y="113030"/>
                  <a:pt x="184150" y="111760"/>
                </a:cubicBezTo>
                <a:cubicBezTo>
                  <a:pt x="184150" y="92710"/>
                  <a:pt x="200660" y="76200"/>
                  <a:pt x="219710" y="76200"/>
                </a:cubicBezTo>
                <a:cubicBezTo>
                  <a:pt x="238760" y="76200"/>
                  <a:pt x="255270" y="92710"/>
                  <a:pt x="255270" y="111760"/>
                </a:cubicBezTo>
                <a:cubicBezTo>
                  <a:pt x="254000" y="114300"/>
                  <a:pt x="254000" y="115570"/>
                  <a:pt x="254000" y="116840"/>
                </a:cubicBezTo>
                <a:close/>
                <a:moveTo>
                  <a:pt x="204470" y="116840"/>
                </a:moveTo>
                <a:cubicBezTo>
                  <a:pt x="207010" y="123190"/>
                  <a:pt x="212090" y="127000"/>
                  <a:pt x="218440" y="127000"/>
                </a:cubicBezTo>
                <a:cubicBezTo>
                  <a:pt x="224790" y="127000"/>
                  <a:pt x="231140" y="123190"/>
                  <a:pt x="232410" y="116840"/>
                </a:cubicBezTo>
                <a:cubicBezTo>
                  <a:pt x="232410" y="115570"/>
                  <a:pt x="233680" y="113030"/>
                  <a:pt x="233680" y="111760"/>
                </a:cubicBezTo>
                <a:cubicBezTo>
                  <a:pt x="233680" y="102870"/>
                  <a:pt x="227330" y="96520"/>
                  <a:pt x="218440" y="96520"/>
                </a:cubicBezTo>
                <a:cubicBezTo>
                  <a:pt x="209550" y="96520"/>
                  <a:pt x="203200" y="102870"/>
                  <a:pt x="203200" y="111760"/>
                </a:cubicBezTo>
                <a:cubicBezTo>
                  <a:pt x="203200" y="114300"/>
                  <a:pt x="203200" y="115570"/>
                  <a:pt x="204470" y="116840"/>
                </a:cubicBezTo>
                <a:close/>
                <a:moveTo>
                  <a:pt x="81280" y="116840"/>
                </a:moveTo>
                <a:cubicBezTo>
                  <a:pt x="81280" y="115570"/>
                  <a:pt x="82550" y="113030"/>
                  <a:pt x="82550" y="111760"/>
                </a:cubicBezTo>
                <a:cubicBezTo>
                  <a:pt x="82550" y="102870"/>
                  <a:pt x="76200" y="96520"/>
                  <a:pt x="67310" y="96520"/>
                </a:cubicBezTo>
                <a:cubicBezTo>
                  <a:pt x="58420" y="96520"/>
                  <a:pt x="52070" y="102870"/>
                  <a:pt x="52070" y="111760"/>
                </a:cubicBezTo>
                <a:cubicBezTo>
                  <a:pt x="52070" y="113030"/>
                  <a:pt x="52070" y="115570"/>
                  <a:pt x="53340" y="116840"/>
                </a:cubicBezTo>
                <a:cubicBezTo>
                  <a:pt x="55880" y="123190"/>
                  <a:pt x="60960" y="127000"/>
                  <a:pt x="67310" y="127000"/>
                </a:cubicBezTo>
                <a:cubicBezTo>
                  <a:pt x="73660" y="127000"/>
                  <a:pt x="78740" y="123190"/>
                  <a:pt x="81280" y="116840"/>
                </a:cubicBezTo>
                <a:close/>
                <a:moveTo>
                  <a:pt x="39370" y="45720"/>
                </a:moveTo>
                <a:lnTo>
                  <a:pt x="77470" y="45720"/>
                </a:lnTo>
                <a:lnTo>
                  <a:pt x="77470" y="20320"/>
                </a:lnTo>
                <a:lnTo>
                  <a:pt x="71120" y="20320"/>
                </a:lnTo>
                <a:cubicBezTo>
                  <a:pt x="64770" y="20320"/>
                  <a:pt x="59690" y="22860"/>
                  <a:pt x="55880" y="26670"/>
                </a:cubicBezTo>
                <a:lnTo>
                  <a:pt x="39370" y="45720"/>
                </a:lnTo>
                <a:close/>
                <a:moveTo>
                  <a:pt x="96520" y="20320"/>
                </a:moveTo>
                <a:lnTo>
                  <a:pt x="96520" y="45720"/>
                </a:lnTo>
                <a:lnTo>
                  <a:pt x="166370" y="45720"/>
                </a:lnTo>
                <a:lnTo>
                  <a:pt x="129540" y="22860"/>
                </a:lnTo>
                <a:cubicBezTo>
                  <a:pt x="127000" y="21590"/>
                  <a:pt x="123190" y="20320"/>
                  <a:pt x="119380" y="20320"/>
                </a:cubicBezTo>
                <a:lnTo>
                  <a:pt x="96520" y="203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106" name="Рисунок 2">
            <a:extLst>
              <a:ext uri="{FF2B5EF4-FFF2-40B4-BE49-F238E27FC236}">
                <a16:creationId xmlns:a16="http://schemas.microsoft.com/office/drawing/2014/main" id="{84E9A5A1-91BE-EE96-4567-D7FA6061C6A2}"/>
              </a:ext>
            </a:extLst>
          </p:cNvPr>
          <p:cNvGrpSpPr/>
          <p:nvPr/>
        </p:nvGrpSpPr>
        <p:grpSpPr>
          <a:xfrm>
            <a:off x="5612453" y="4464611"/>
            <a:ext cx="279970" cy="223520"/>
            <a:chOff x="5701029" y="4998720"/>
            <a:chExt cx="279970" cy="223520"/>
          </a:xfrm>
          <a:solidFill>
            <a:schemeClr val="tx1"/>
          </a:solidFill>
        </p:grpSpPr>
        <p:sp>
          <p:nvSpPr>
            <p:cNvPr id="1107" name="Полилиния: фигура 893">
              <a:extLst>
                <a:ext uri="{FF2B5EF4-FFF2-40B4-BE49-F238E27FC236}">
                  <a16:creationId xmlns:a16="http://schemas.microsoft.com/office/drawing/2014/main" id="{C06FCF69-E69A-2DDB-43AD-E3AFC39DF929}"/>
                </a:ext>
              </a:extLst>
            </p:cNvPr>
            <p:cNvSpPr/>
            <p:nvPr/>
          </p:nvSpPr>
          <p:spPr>
            <a:xfrm>
              <a:off x="5712459" y="4998720"/>
              <a:ext cx="213360" cy="132079"/>
            </a:xfrm>
            <a:custGeom>
              <a:avLst/>
              <a:gdLst>
                <a:gd name="connsiteX0" fmla="*/ 50800 w 213360"/>
                <a:gd name="connsiteY0" fmla="*/ 0 h 132079"/>
                <a:gd name="connsiteX1" fmla="*/ 60960 w 213360"/>
                <a:gd name="connsiteY1" fmla="*/ 10160 h 132079"/>
                <a:gd name="connsiteX2" fmla="*/ 60960 w 213360"/>
                <a:gd name="connsiteY2" fmla="*/ 40640 h 132079"/>
                <a:gd name="connsiteX3" fmla="*/ 105410 w 213360"/>
                <a:gd name="connsiteY3" fmla="*/ 40640 h 132079"/>
                <a:gd name="connsiteX4" fmla="*/ 135890 w 213360"/>
                <a:gd name="connsiteY4" fmla="*/ 50800 h 132079"/>
                <a:gd name="connsiteX5" fmla="*/ 176530 w 213360"/>
                <a:gd name="connsiteY5" fmla="*/ 81280 h 132079"/>
                <a:gd name="connsiteX6" fmla="*/ 203200 w 213360"/>
                <a:gd name="connsiteY6" fmla="*/ 81280 h 132079"/>
                <a:gd name="connsiteX7" fmla="*/ 213360 w 213360"/>
                <a:gd name="connsiteY7" fmla="*/ 91440 h 132079"/>
                <a:gd name="connsiteX8" fmla="*/ 203200 w 213360"/>
                <a:gd name="connsiteY8" fmla="*/ 101600 h 132079"/>
                <a:gd name="connsiteX9" fmla="*/ 203200 w 213360"/>
                <a:gd name="connsiteY9" fmla="*/ 101600 h 132079"/>
                <a:gd name="connsiteX10" fmla="*/ 203200 w 213360"/>
                <a:gd name="connsiteY10" fmla="*/ 101600 h 132079"/>
                <a:gd name="connsiteX11" fmla="*/ 81280 w 213360"/>
                <a:gd name="connsiteY11" fmla="*/ 101600 h 132079"/>
                <a:gd name="connsiteX12" fmla="*/ 71120 w 213360"/>
                <a:gd name="connsiteY12" fmla="*/ 91440 h 132079"/>
                <a:gd name="connsiteX13" fmla="*/ 81280 w 213360"/>
                <a:gd name="connsiteY13" fmla="*/ 81280 h 132079"/>
                <a:gd name="connsiteX14" fmla="*/ 142240 w 213360"/>
                <a:gd name="connsiteY14" fmla="*/ 81280 h 132079"/>
                <a:gd name="connsiteX15" fmla="*/ 123190 w 213360"/>
                <a:gd name="connsiteY15" fmla="*/ 67310 h 132079"/>
                <a:gd name="connsiteX16" fmla="*/ 105410 w 213360"/>
                <a:gd name="connsiteY16" fmla="*/ 60960 h 132079"/>
                <a:gd name="connsiteX17" fmla="*/ 40640 w 213360"/>
                <a:gd name="connsiteY17" fmla="*/ 60960 h 132079"/>
                <a:gd name="connsiteX18" fmla="*/ 40640 w 213360"/>
                <a:gd name="connsiteY18" fmla="*/ 111760 h 132079"/>
                <a:gd name="connsiteX19" fmla="*/ 66040 w 213360"/>
                <a:gd name="connsiteY19" fmla="*/ 111760 h 132079"/>
                <a:gd name="connsiteX20" fmla="*/ 76200 w 213360"/>
                <a:gd name="connsiteY20" fmla="*/ 121920 h 132079"/>
                <a:gd name="connsiteX21" fmla="*/ 66040 w 213360"/>
                <a:gd name="connsiteY21" fmla="*/ 132080 h 132079"/>
                <a:gd name="connsiteX22" fmla="*/ 10160 w 213360"/>
                <a:gd name="connsiteY22" fmla="*/ 132080 h 132079"/>
                <a:gd name="connsiteX23" fmla="*/ 0 w 213360"/>
                <a:gd name="connsiteY23" fmla="*/ 121920 h 132079"/>
                <a:gd name="connsiteX24" fmla="*/ 10160 w 213360"/>
                <a:gd name="connsiteY24" fmla="*/ 111760 h 132079"/>
                <a:gd name="connsiteX25" fmla="*/ 20320 w 213360"/>
                <a:gd name="connsiteY25" fmla="*/ 111760 h 132079"/>
                <a:gd name="connsiteX26" fmla="*/ 20320 w 213360"/>
                <a:gd name="connsiteY26" fmla="*/ 60960 h 132079"/>
                <a:gd name="connsiteX27" fmla="*/ 40640 w 213360"/>
                <a:gd name="connsiteY27" fmla="*/ 40640 h 132079"/>
                <a:gd name="connsiteX28" fmla="*/ 40640 w 213360"/>
                <a:gd name="connsiteY28" fmla="*/ 10160 h 132079"/>
                <a:gd name="connsiteX29" fmla="*/ 50800 w 213360"/>
                <a:gd name="connsiteY29" fmla="*/ 0 h 1320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213360" h="132079">
                  <a:moveTo>
                    <a:pt x="50800" y="0"/>
                  </a:moveTo>
                  <a:cubicBezTo>
                    <a:pt x="55880" y="0"/>
                    <a:pt x="60960" y="5080"/>
                    <a:pt x="60960" y="10160"/>
                  </a:cubicBezTo>
                  <a:lnTo>
                    <a:pt x="60960" y="40640"/>
                  </a:lnTo>
                  <a:lnTo>
                    <a:pt x="105410" y="40640"/>
                  </a:lnTo>
                  <a:cubicBezTo>
                    <a:pt x="116840" y="40640"/>
                    <a:pt x="127000" y="44450"/>
                    <a:pt x="135890" y="50800"/>
                  </a:cubicBezTo>
                  <a:lnTo>
                    <a:pt x="176530" y="81280"/>
                  </a:lnTo>
                  <a:lnTo>
                    <a:pt x="203200" y="81280"/>
                  </a:lnTo>
                  <a:cubicBezTo>
                    <a:pt x="208280" y="81280"/>
                    <a:pt x="213360" y="86360"/>
                    <a:pt x="213360" y="91440"/>
                  </a:cubicBezTo>
                  <a:cubicBezTo>
                    <a:pt x="213360" y="96520"/>
                    <a:pt x="208280" y="101600"/>
                    <a:pt x="203200" y="101600"/>
                  </a:cubicBezTo>
                  <a:lnTo>
                    <a:pt x="203200" y="101600"/>
                  </a:lnTo>
                  <a:lnTo>
                    <a:pt x="203200" y="101600"/>
                  </a:lnTo>
                  <a:lnTo>
                    <a:pt x="81280" y="101600"/>
                  </a:lnTo>
                  <a:cubicBezTo>
                    <a:pt x="76200" y="101600"/>
                    <a:pt x="71120" y="96520"/>
                    <a:pt x="71120" y="91440"/>
                  </a:cubicBezTo>
                  <a:cubicBezTo>
                    <a:pt x="71120" y="86360"/>
                    <a:pt x="76200" y="81280"/>
                    <a:pt x="81280" y="81280"/>
                  </a:cubicBezTo>
                  <a:lnTo>
                    <a:pt x="142240" y="81280"/>
                  </a:lnTo>
                  <a:lnTo>
                    <a:pt x="123190" y="67310"/>
                  </a:lnTo>
                  <a:cubicBezTo>
                    <a:pt x="118110" y="63500"/>
                    <a:pt x="111760" y="60960"/>
                    <a:pt x="105410" y="60960"/>
                  </a:cubicBezTo>
                  <a:lnTo>
                    <a:pt x="40640" y="60960"/>
                  </a:lnTo>
                  <a:lnTo>
                    <a:pt x="40640" y="111760"/>
                  </a:lnTo>
                  <a:lnTo>
                    <a:pt x="66040" y="111760"/>
                  </a:lnTo>
                  <a:cubicBezTo>
                    <a:pt x="71120" y="111760"/>
                    <a:pt x="76200" y="116840"/>
                    <a:pt x="76200" y="121920"/>
                  </a:cubicBezTo>
                  <a:cubicBezTo>
                    <a:pt x="76200" y="127000"/>
                    <a:pt x="71120" y="132080"/>
                    <a:pt x="66040" y="132080"/>
                  </a:cubicBezTo>
                  <a:lnTo>
                    <a:pt x="10160" y="132080"/>
                  </a:lnTo>
                  <a:cubicBezTo>
                    <a:pt x="5080" y="132080"/>
                    <a:pt x="0" y="127000"/>
                    <a:pt x="0" y="121920"/>
                  </a:cubicBezTo>
                  <a:cubicBezTo>
                    <a:pt x="0" y="116840"/>
                    <a:pt x="5080" y="111760"/>
                    <a:pt x="10160" y="111760"/>
                  </a:cubicBezTo>
                  <a:lnTo>
                    <a:pt x="20320" y="111760"/>
                  </a:lnTo>
                  <a:lnTo>
                    <a:pt x="20320" y="60960"/>
                  </a:lnTo>
                  <a:cubicBezTo>
                    <a:pt x="20320" y="49530"/>
                    <a:pt x="29210" y="40640"/>
                    <a:pt x="40640" y="40640"/>
                  </a:cubicBezTo>
                  <a:lnTo>
                    <a:pt x="40640" y="10160"/>
                  </a:lnTo>
                  <a:cubicBezTo>
                    <a:pt x="40640" y="5080"/>
                    <a:pt x="44450" y="0"/>
                    <a:pt x="50800" y="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08" name="Полилиния: фигура 894">
              <a:extLst>
                <a:ext uri="{FF2B5EF4-FFF2-40B4-BE49-F238E27FC236}">
                  <a16:creationId xmlns:a16="http://schemas.microsoft.com/office/drawing/2014/main" id="{18363151-03B4-C0B2-9A9D-7A2D2F803D65}"/>
                </a:ext>
              </a:extLst>
            </p:cNvPr>
            <p:cNvSpPr/>
            <p:nvPr/>
          </p:nvSpPr>
          <p:spPr>
            <a:xfrm>
              <a:off x="5701029" y="5120640"/>
              <a:ext cx="279970" cy="101600"/>
            </a:xfrm>
            <a:custGeom>
              <a:avLst/>
              <a:gdLst>
                <a:gd name="connsiteX0" fmla="*/ 1270 w 279970"/>
                <a:gd name="connsiteY0" fmla="*/ 50800 h 101600"/>
                <a:gd name="connsiteX1" fmla="*/ 21590 w 279970"/>
                <a:gd name="connsiteY1" fmla="*/ 30480 h 101600"/>
                <a:gd name="connsiteX2" fmla="*/ 31750 w 279970"/>
                <a:gd name="connsiteY2" fmla="*/ 30480 h 101600"/>
                <a:gd name="connsiteX3" fmla="*/ 31750 w 279970"/>
                <a:gd name="connsiteY3" fmla="*/ 30480 h 101600"/>
                <a:gd name="connsiteX4" fmla="*/ 52070 w 279970"/>
                <a:gd name="connsiteY4" fmla="*/ 30480 h 101600"/>
                <a:gd name="connsiteX5" fmla="*/ 52070 w 279970"/>
                <a:gd name="connsiteY5" fmla="*/ 30480 h 101600"/>
                <a:gd name="connsiteX6" fmla="*/ 87630 w 279970"/>
                <a:gd name="connsiteY6" fmla="*/ 30480 h 101600"/>
                <a:gd name="connsiteX7" fmla="*/ 95250 w 279970"/>
                <a:gd name="connsiteY7" fmla="*/ 26670 h 101600"/>
                <a:gd name="connsiteX8" fmla="*/ 110490 w 279970"/>
                <a:gd name="connsiteY8" fmla="*/ 7620 h 101600"/>
                <a:gd name="connsiteX9" fmla="*/ 127000 w 279970"/>
                <a:gd name="connsiteY9" fmla="*/ 0 h 101600"/>
                <a:gd name="connsiteX10" fmla="*/ 208280 w 279970"/>
                <a:gd name="connsiteY10" fmla="*/ 0 h 101600"/>
                <a:gd name="connsiteX11" fmla="*/ 208280 w 279970"/>
                <a:gd name="connsiteY11" fmla="*/ 0 h 101600"/>
                <a:gd name="connsiteX12" fmla="*/ 233680 w 279970"/>
                <a:gd name="connsiteY12" fmla="*/ 0 h 101600"/>
                <a:gd name="connsiteX13" fmla="*/ 233680 w 279970"/>
                <a:gd name="connsiteY13" fmla="*/ 0 h 101600"/>
                <a:gd name="connsiteX14" fmla="*/ 256540 w 279970"/>
                <a:gd name="connsiteY14" fmla="*/ 0 h 101600"/>
                <a:gd name="connsiteX15" fmla="*/ 271780 w 279970"/>
                <a:gd name="connsiteY15" fmla="*/ 40640 h 101600"/>
                <a:gd name="connsiteX16" fmla="*/ 212090 w 279970"/>
                <a:gd name="connsiteY16" fmla="*/ 91440 h 101600"/>
                <a:gd name="connsiteX17" fmla="*/ 185420 w 279970"/>
                <a:gd name="connsiteY17" fmla="*/ 101600 h 101600"/>
                <a:gd name="connsiteX18" fmla="*/ 20320 w 279970"/>
                <a:gd name="connsiteY18" fmla="*/ 101600 h 101600"/>
                <a:gd name="connsiteX19" fmla="*/ 0 w 279970"/>
                <a:gd name="connsiteY19" fmla="*/ 81280 h 101600"/>
                <a:gd name="connsiteX20" fmla="*/ 0 w 279970"/>
                <a:gd name="connsiteY20" fmla="*/ 50800 h 101600"/>
                <a:gd name="connsiteX21" fmla="*/ 125730 w 279970"/>
                <a:gd name="connsiteY21" fmla="*/ 20320 h 101600"/>
                <a:gd name="connsiteX22" fmla="*/ 110490 w 279970"/>
                <a:gd name="connsiteY22" fmla="*/ 39370 h 101600"/>
                <a:gd name="connsiteX23" fmla="*/ 86360 w 279970"/>
                <a:gd name="connsiteY23" fmla="*/ 50800 h 101600"/>
                <a:gd name="connsiteX24" fmla="*/ 20320 w 279970"/>
                <a:gd name="connsiteY24" fmla="*/ 50800 h 101600"/>
                <a:gd name="connsiteX25" fmla="*/ 20320 w 279970"/>
                <a:gd name="connsiteY25" fmla="*/ 81280 h 101600"/>
                <a:gd name="connsiteX26" fmla="*/ 185420 w 279970"/>
                <a:gd name="connsiteY26" fmla="*/ 81280 h 101600"/>
                <a:gd name="connsiteX27" fmla="*/ 194310 w 279970"/>
                <a:gd name="connsiteY27" fmla="*/ 80010 h 101600"/>
                <a:gd name="connsiteX28" fmla="*/ 199390 w 279970"/>
                <a:gd name="connsiteY28" fmla="*/ 77470 h 101600"/>
                <a:gd name="connsiteX29" fmla="*/ 257810 w 279970"/>
                <a:gd name="connsiteY29" fmla="*/ 26670 h 101600"/>
                <a:gd name="connsiteX30" fmla="*/ 255270 w 279970"/>
                <a:gd name="connsiteY30" fmla="*/ 21590 h 101600"/>
                <a:gd name="connsiteX31" fmla="*/ 125730 w 279970"/>
                <a:gd name="connsiteY31" fmla="*/ 2032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</a:cxnLst>
              <a:rect l="l" t="t" r="r" b="b"/>
              <a:pathLst>
                <a:path w="279970" h="101600">
                  <a:moveTo>
                    <a:pt x="1270" y="50800"/>
                  </a:moveTo>
                  <a:cubicBezTo>
                    <a:pt x="1270" y="39370"/>
                    <a:pt x="10160" y="30480"/>
                    <a:pt x="21590" y="30480"/>
                  </a:cubicBezTo>
                  <a:lnTo>
                    <a:pt x="31750" y="30480"/>
                  </a:lnTo>
                  <a:lnTo>
                    <a:pt x="31750" y="30480"/>
                  </a:lnTo>
                  <a:lnTo>
                    <a:pt x="52070" y="30480"/>
                  </a:lnTo>
                  <a:lnTo>
                    <a:pt x="52070" y="30480"/>
                  </a:lnTo>
                  <a:lnTo>
                    <a:pt x="87630" y="30480"/>
                  </a:lnTo>
                  <a:cubicBezTo>
                    <a:pt x="90170" y="30480"/>
                    <a:pt x="93980" y="29210"/>
                    <a:pt x="95250" y="26670"/>
                  </a:cubicBezTo>
                  <a:lnTo>
                    <a:pt x="110490" y="7620"/>
                  </a:lnTo>
                  <a:cubicBezTo>
                    <a:pt x="114300" y="2540"/>
                    <a:pt x="120650" y="0"/>
                    <a:pt x="127000" y="0"/>
                  </a:cubicBezTo>
                  <a:lnTo>
                    <a:pt x="208280" y="0"/>
                  </a:lnTo>
                  <a:cubicBezTo>
                    <a:pt x="208280" y="0"/>
                    <a:pt x="208280" y="0"/>
                    <a:pt x="208280" y="0"/>
                  </a:cubicBezTo>
                  <a:lnTo>
                    <a:pt x="233680" y="0"/>
                  </a:lnTo>
                  <a:cubicBezTo>
                    <a:pt x="233680" y="0"/>
                    <a:pt x="233680" y="0"/>
                    <a:pt x="233680" y="0"/>
                  </a:cubicBezTo>
                  <a:lnTo>
                    <a:pt x="256540" y="0"/>
                  </a:lnTo>
                  <a:cubicBezTo>
                    <a:pt x="278130" y="0"/>
                    <a:pt x="288290" y="26670"/>
                    <a:pt x="271780" y="40640"/>
                  </a:cubicBezTo>
                  <a:lnTo>
                    <a:pt x="212090" y="91440"/>
                  </a:lnTo>
                  <a:cubicBezTo>
                    <a:pt x="204470" y="97790"/>
                    <a:pt x="195580" y="101600"/>
                    <a:pt x="185420" y="101600"/>
                  </a:cubicBezTo>
                  <a:lnTo>
                    <a:pt x="20320" y="101600"/>
                  </a:lnTo>
                  <a:cubicBezTo>
                    <a:pt x="8890" y="101600"/>
                    <a:pt x="0" y="92710"/>
                    <a:pt x="0" y="81280"/>
                  </a:cubicBezTo>
                  <a:lnTo>
                    <a:pt x="0" y="50800"/>
                  </a:lnTo>
                  <a:close/>
                  <a:moveTo>
                    <a:pt x="125730" y="20320"/>
                  </a:moveTo>
                  <a:lnTo>
                    <a:pt x="110490" y="39370"/>
                  </a:lnTo>
                  <a:cubicBezTo>
                    <a:pt x="104140" y="46990"/>
                    <a:pt x="95250" y="50800"/>
                    <a:pt x="86360" y="50800"/>
                  </a:cubicBezTo>
                  <a:lnTo>
                    <a:pt x="20320" y="50800"/>
                  </a:lnTo>
                  <a:lnTo>
                    <a:pt x="20320" y="81280"/>
                  </a:lnTo>
                  <a:lnTo>
                    <a:pt x="185420" y="81280"/>
                  </a:lnTo>
                  <a:cubicBezTo>
                    <a:pt x="187960" y="81280"/>
                    <a:pt x="191770" y="80010"/>
                    <a:pt x="194310" y="80010"/>
                  </a:cubicBezTo>
                  <a:cubicBezTo>
                    <a:pt x="195580" y="78740"/>
                    <a:pt x="198120" y="78740"/>
                    <a:pt x="199390" y="77470"/>
                  </a:cubicBezTo>
                  <a:lnTo>
                    <a:pt x="257810" y="26670"/>
                  </a:lnTo>
                  <a:cubicBezTo>
                    <a:pt x="260350" y="25400"/>
                    <a:pt x="259080" y="21590"/>
                    <a:pt x="255270" y="21590"/>
                  </a:cubicBezTo>
                  <a:lnTo>
                    <a:pt x="125730" y="2032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09" name="Полилиния: фигура 895">
            <a:extLst>
              <a:ext uri="{FF2B5EF4-FFF2-40B4-BE49-F238E27FC236}">
                <a16:creationId xmlns:a16="http://schemas.microsoft.com/office/drawing/2014/main" id="{38A1D6E6-4A7A-C1E6-499E-4C6360C78588}"/>
              </a:ext>
            </a:extLst>
          </p:cNvPr>
          <p:cNvSpPr/>
          <p:nvPr/>
        </p:nvSpPr>
        <p:spPr>
          <a:xfrm>
            <a:off x="6169983" y="4479850"/>
            <a:ext cx="284145" cy="193040"/>
          </a:xfrm>
          <a:custGeom>
            <a:avLst/>
            <a:gdLst>
              <a:gd name="connsiteX0" fmla="*/ 135890 w 284145"/>
              <a:gd name="connsiteY0" fmla="*/ 91440 h 193040"/>
              <a:gd name="connsiteX1" fmla="*/ 113030 w 284145"/>
              <a:gd name="connsiteY1" fmla="*/ 20320 h 193040"/>
              <a:gd name="connsiteX2" fmla="*/ 152400 w 284145"/>
              <a:gd name="connsiteY2" fmla="*/ 20320 h 193040"/>
              <a:gd name="connsiteX3" fmla="*/ 162560 w 284145"/>
              <a:gd name="connsiteY3" fmla="*/ 10160 h 193040"/>
              <a:gd name="connsiteX4" fmla="*/ 152400 w 284145"/>
              <a:gd name="connsiteY4" fmla="*/ 0 h 193040"/>
              <a:gd name="connsiteX5" fmla="*/ 10160 w 284145"/>
              <a:gd name="connsiteY5" fmla="*/ 0 h 193040"/>
              <a:gd name="connsiteX6" fmla="*/ 0 w 284145"/>
              <a:gd name="connsiteY6" fmla="*/ 10160 h 193040"/>
              <a:gd name="connsiteX7" fmla="*/ 10160 w 284145"/>
              <a:gd name="connsiteY7" fmla="*/ 20320 h 193040"/>
              <a:gd name="connsiteX8" fmla="*/ 55880 w 284145"/>
              <a:gd name="connsiteY8" fmla="*/ 20320 h 193040"/>
              <a:gd name="connsiteX9" fmla="*/ 55880 w 284145"/>
              <a:gd name="connsiteY9" fmla="*/ 93980 h 193040"/>
              <a:gd name="connsiteX10" fmla="*/ 50800 w 284145"/>
              <a:gd name="connsiteY10" fmla="*/ 96520 h 193040"/>
              <a:gd name="connsiteX11" fmla="*/ 39370 w 284145"/>
              <a:gd name="connsiteY11" fmla="*/ 107950 h 193040"/>
              <a:gd name="connsiteX12" fmla="*/ 36830 w 284145"/>
              <a:gd name="connsiteY12" fmla="*/ 125730 h 193040"/>
              <a:gd name="connsiteX13" fmla="*/ 49530 w 284145"/>
              <a:gd name="connsiteY13" fmla="*/ 146050 h 193040"/>
              <a:gd name="connsiteX14" fmla="*/ 68580 w 284145"/>
              <a:gd name="connsiteY14" fmla="*/ 160020 h 193040"/>
              <a:gd name="connsiteX15" fmla="*/ 80010 w 284145"/>
              <a:gd name="connsiteY15" fmla="*/ 166370 h 193040"/>
              <a:gd name="connsiteX16" fmla="*/ 85090 w 284145"/>
              <a:gd name="connsiteY16" fmla="*/ 168910 h 193040"/>
              <a:gd name="connsiteX17" fmla="*/ 95250 w 284145"/>
              <a:gd name="connsiteY17" fmla="*/ 172720 h 193040"/>
              <a:gd name="connsiteX18" fmla="*/ 33020 w 284145"/>
              <a:gd name="connsiteY18" fmla="*/ 172720 h 193040"/>
              <a:gd name="connsiteX19" fmla="*/ 22860 w 284145"/>
              <a:gd name="connsiteY19" fmla="*/ 162560 h 193040"/>
              <a:gd name="connsiteX20" fmla="*/ 22860 w 284145"/>
              <a:gd name="connsiteY20" fmla="*/ 142240 h 193040"/>
              <a:gd name="connsiteX21" fmla="*/ 12700 w 284145"/>
              <a:gd name="connsiteY21" fmla="*/ 132080 h 193040"/>
              <a:gd name="connsiteX22" fmla="*/ 2540 w 284145"/>
              <a:gd name="connsiteY22" fmla="*/ 142240 h 193040"/>
              <a:gd name="connsiteX23" fmla="*/ 2540 w 284145"/>
              <a:gd name="connsiteY23" fmla="*/ 162560 h 193040"/>
              <a:gd name="connsiteX24" fmla="*/ 33020 w 284145"/>
              <a:gd name="connsiteY24" fmla="*/ 193040 h 193040"/>
              <a:gd name="connsiteX25" fmla="*/ 243840 w 284145"/>
              <a:gd name="connsiteY25" fmla="*/ 193040 h 193040"/>
              <a:gd name="connsiteX26" fmla="*/ 262890 w 284145"/>
              <a:gd name="connsiteY26" fmla="*/ 190500 h 193040"/>
              <a:gd name="connsiteX27" fmla="*/ 280670 w 284145"/>
              <a:gd name="connsiteY27" fmla="*/ 177800 h 193040"/>
              <a:gd name="connsiteX28" fmla="*/ 280670 w 284145"/>
              <a:gd name="connsiteY28" fmla="*/ 152400 h 193040"/>
              <a:gd name="connsiteX29" fmla="*/ 270510 w 284145"/>
              <a:gd name="connsiteY29" fmla="*/ 140970 h 193040"/>
              <a:gd name="connsiteX30" fmla="*/ 231140 w 284145"/>
              <a:gd name="connsiteY30" fmla="*/ 120650 h 193040"/>
              <a:gd name="connsiteX31" fmla="*/ 220980 w 284145"/>
              <a:gd name="connsiteY31" fmla="*/ 104140 h 193040"/>
              <a:gd name="connsiteX32" fmla="*/ 187960 w 284145"/>
              <a:gd name="connsiteY32" fmla="*/ 91440 h 193040"/>
              <a:gd name="connsiteX33" fmla="*/ 135890 w 284145"/>
              <a:gd name="connsiteY33" fmla="*/ 91440 h 193040"/>
              <a:gd name="connsiteX34" fmla="*/ 245110 w 284145"/>
              <a:gd name="connsiteY34" fmla="*/ 172720 h 193040"/>
              <a:gd name="connsiteX35" fmla="*/ 246380 w 284145"/>
              <a:gd name="connsiteY35" fmla="*/ 149860 h 193040"/>
              <a:gd name="connsiteX36" fmla="*/ 233680 w 284145"/>
              <a:gd name="connsiteY36" fmla="*/ 147320 h 193040"/>
              <a:gd name="connsiteX37" fmla="*/ 193040 w 284145"/>
              <a:gd name="connsiteY37" fmla="*/ 147320 h 193040"/>
              <a:gd name="connsiteX38" fmla="*/ 182880 w 284145"/>
              <a:gd name="connsiteY38" fmla="*/ 137160 h 193040"/>
              <a:gd name="connsiteX39" fmla="*/ 193040 w 284145"/>
              <a:gd name="connsiteY39" fmla="*/ 127000 h 193040"/>
              <a:gd name="connsiteX40" fmla="*/ 212090 w 284145"/>
              <a:gd name="connsiteY40" fmla="*/ 127000 h 193040"/>
              <a:gd name="connsiteX41" fmla="*/ 187960 w 284145"/>
              <a:gd name="connsiteY41" fmla="*/ 111760 h 193040"/>
              <a:gd name="connsiteX42" fmla="*/ 91440 w 284145"/>
              <a:gd name="connsiteY42" fmla="*/ 111760 h 193040"/>
              <a:gd name="connsiteX43" fmla="*/ 111760 w 284145"/>
              <a:gd name="connsiteY43" fmla="*/ 91440 h 193040"/>
              <a:gd name="connsiteX44" fmla="*/ 114300 w 284145"/>
              <a:gd name="connsiteY44" fmla="*/ 91440 h 193040"/>
              <a:gd name="connsiteX45" fmla="*/ 91440 w 284145"/>
              <a:gd name="connsiteY45" fmla="*/ 20320 h 193040"/>
              <a:gd name="connsiteX46" fmla="*/ 76200 w 284145"/>
              <a:gd name="connsiteY46" fmla="*/ 20320 h 193040"/>
              <a:gd name="connsiteX47" fmla="*/ 76200 w 284145"/>
              <a:gd name="connsiteY47" fmla="*/ 111760 h 193040"/>
              <a:gd name="connsiteX48" fmla="*/ 187960 w 284145"/>
              <a:gd name="connsiteY48" fmla="*/ 172720 h 193040"/>
              <a:gd name="connsiteX49" fmla="*/ 245110 w 284145"/>
              <a:gd name="connsiteY49" fmla="*/ 172720 h 193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84145" h="193040">
                <a:moveTo>
                  <a:pt x="135890" y="91440"/>
                </a:moveTo>
                <a:lnTo>
                  <a:pt x="113030" y="20320"/>
                </a:lnTo>
                <a:lnTo>
                  <a:pt x="152400" y="20320"/>
                </a:lnTo>
                <a:cubicBezTo>
                  <a:pt x="157480" y="20320"/>
                  <a:pt x="162560" y="15240"/>
                  <a:pt x="162560" y="10160"/>
                </a:cubicBezTo>
                <a:cubicBezTo>
                  <a:pt x="162560" y="5080"/>
                  <a:pt x="157480" y="0"/>
                  <a:pt x="152400" y="0"/>
                </a:cubicBezTo>
                <a:lnTo>
                  <a:pt x="10160" y="0"/>
                </a:lnTo>
                <a:cubicBezTo>
                  <a:pt x="5080" y="0"/>
                  <a:pt x="0" y="5080"/>
                  <a:pt x="0" y="10160"/>
                </a:cubicBezTo>
                <a:cubicBezTo>
                  <a:pt x="0" y="15240"/>
                  <a:pt x="5080" y="20320"/>
                  <a:pt x="10160" y="20320"/>
                </a:cubicBezTo>
                <a:lnTo>
                  <a:pt x="55880" y="20320"/>
                </a:lnTo>
                <a:lnTo>
                  <a:pt x="55880" y="93980"/>
                </a:lnTo>
                <a:cubicBezTo>
                  <a:pt x="54610" y="93980"/>
                  <a:pt x="52070" y="95250"/>
                  <a:pt x="50800" y="96520"/>
                </a:cubicBezTo>
                <a:cubicBezTo>
                  <a:pt x="46990" y="99060"/>
                  <a:pt x="41910" y="101600"/>
                  <a:pt x="39370" y="107950"/>
                </a:cubicBezTo>
                <a:cubicBezTo>
                  <a:pt x="35560" y="114300"/>
                  <a:pt x="35560" y="120650"/>
                  <a:pt x="36830" y="125730"/>
                </a:cubicBezTo>
                <a:cubicBezTo>
                  <a:pt x="38100" y="134620"/>
                  <a:pt x="44450" y="142240"/>
                  <a:pt x="49530" y="146050"/>
                </a:cubicBezTo>
                <a:cubicBezTo>
                  <a:pt x="54610" y="151130"/>
                  <a:pt x="60960" y="156210"/>
                  <a:pt x="68580" y="160020"/>
                </a:cubicBezTo>
                <a:cubicBezTo>
                  <a:pt x="72390" y="162560"/>
                  <a:pt x="76200" y="163830"/>
                  <a:pt x="80010" y="166370"/>
                </a:cubicBezTo>
                <a:cubicBezTo>
                  <a:pt x="81280" y="167640"/>
                  <a:pt x="83820" y="167640"/>
                  <a:pt x="85090" y="168910"/>
                </a:cubicBezTo>
                <a:cubicBezTo>
                  <a:pt x="87630" y="170180"/>
                  <a:pt x="91440" y="171450"/>
                  <a:pt x="95250" y="172720"/>
                </a:cubicBezTo>
                <a:lnTo>
                  <a:pt x="33020" y="172720"/>
                </a:lnTo>
                <a:cubicBezTo>
                  <a:pt x="27940" y="172720"/>
                  <a:pt x="22860" y="167640"/>
                  <a:pt x="22860" y="162560"/>
                </a:cubicBezTo>
                <a:lnTo>
                  <a:pt x="22860" y="142240"/>
                </a:lnTo>
                <a:cubicBezTo>
                  <a:pt x="22860" y="137160"/>
                  <a:pt x="17780" y="132080"/>
                  <a:pt x="12700" y="132080"/>
                </a:cubicBezTo>
                <a:cubicBezTo>
                  <a:pt x="7620" y="132080"/>
                  <a:pt x="2540" y="137160"/>
                  <a:pt x="2540" y="142240"/>
                </a:cubicBezTo>
                <a:lnTo>
                  <a:pt x="2540" y="162560"/>
                </a:lnTo>
                <a:cubicBezTo>
                  <a:pt x="2540" y="179070"/>
                  <a:pt x="16510" y="193040"/>
                  <a:pt x="33020" y="193040"/>
                </a:cubicBezTo>
                <a:lnTo>
                  <a:pt x="243840" y="193040"/>
                </a:lnTo>
                <a:cubicBezTo>
                  <a:pt x="250190" y="193040"/>
                  <a:pt x="256540" y="193040"/>
                  <a:pt x="262890" y="190500"/>
                </a:cubicBezTo>
                <a:cubicBezTo>
                  <a:pt x="267970" y="189230"/>
                  <a:pt x="275590" y="186690"/>
                  <a:pt x="280670" y="177800"/>
                </a:cubicBezTo>
                <a:cubicBezTo>
                  <a:pt x="287020" y="167640"/>
                  <a:pt x="283210" y="158750"/>
                  <a:pt x="280670" y="152400"/>
                </a:cubicBezTo>
                <a:cubicBezTo>
                  <a:pt x="278130" y="147320"/>
                  <a:pt x="274320" y="143510"/>
                  <a:pt x="270510" y="140970"/>
                </a:cubicBezTo>
                <a:cubicBezTo>
                  <a:pt x="260350" y="133350"/>
                  <a:pt x="245110" y="124460"/>
                  <a:pt x="231140" y="120650"/>
                </a:cubicBezTo>
                <a:cubicBezTo>
                  <a:pt x="228600" y="114300"/>
                  <a:pt x="226060" y="109220"/>
                  <a:pt x="220980" y="104140"/>
                </a:cubicBezTo>
                <a:cubicBezTo>
                  <a:pt x="212090" y="95250"/>
                  <a:pt x="199390" y="91440"/>
                  <a:pt x="187960" y="91440"/>
                </a:cubicBezTo>
                <a:lnTo>
                  <a:pt x="135890" y="91440"/>
                </a:lnTo>
                <a:close/>
                <a:moveTo>
                  <a:pt x="245110" y="172720"/>
                </a:moveTo>
                <a:cubicBezTo>
                  <a:pt x="274320" y="172720"/>
                  <a:pt x="261620" y="157480"/>
                  <a:pt x="246380" y="149860"/>
                </a:cubicBezTo>
                <a:cubicBezTo>
                  <a:pt x="241300" y="147320"/>
                  <a:pt x="238760" y="147320"/>
                  <a:pt x="233680" y="147320"/>
                </a:cubicBezTo>
                <a:lnTo>
                  <a:pt x="193040" y="147320"/>
                </a:lnTo>
                <a:cubicBezTo>
                  <a:pt x="187960" y="147320"/>
                  <a:pt x="182880" y="142240"/>
                  <a:pt x="182880" y="137160"/>
                </a:cubicBezTo>
                <a:cubicBezTo>
                  <a:pt x="182880" y="132080"/>
                  <a:pt x="187960" y="127000"/>
                  <a:pt x="193040" y="127000"/>
                </a:cubicBezTo>
                <a:lnTo>
                  <a:pt x="212090" y="127000"/>
                </a:lnTo>
                <a:cubicBezTo>
                  <a:pt x="209550" y="118110"/>
                  <a:pt x="200660" y="111760"/>
                  <a:pt x="187960" y="111760"/>
                </a:cubicBezTo>
                <a:lnTo>
                  <a:pt x="91440" y="111760"/>
                </a:lnTo>
                <a:cubicBezTo>
                  <a:pt x="91440" y="100330"/>
                  <a:pt x="100330" y="91440"/>
                  <a:pt x="111760" y="91440"/>
                </a:cubicBezTo>
                <a:lnTo>
                  <a:pt x="114300" y="91440"/>
                </a:lnTo>
                <a:lnTo>
                  <a:pt x="91440" y="20320"/>
                </a:lnTo>
                <a:lnTo>
                  <a:pt x="76200" y="20320"/>
                </a:lnTo>
                <a:lnTo>
                  <a:pt x="76200" y="111760"/>
                </a:lnTo>
                <a:cubicBezTo>
                  <a:pt x="15240" y="111760"/>
                  <a:pt x="104140" y="172720"/>
                  <a:pt x="187960" y="172720"/>
                </a:cubicBezTo>
                <a:lnTo>
                  <a:pt x="245110" y="1727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110" name="Рисунок 2">
            <a:extLst>
              <a:ext uri="{FF2B5EF4-FFF2-40B4-BE49-F238E27FC236}">
                <a16:creationId xmlns:a16="http://schemas.microsoft.com/office/drawing/2014/main" id="{5C4FA053-E15C-5363-2E28-30C3DD4CB038}"/>
              </a:ext>
            </a:extLst>
          </p:cNvPr>
          <p:cNvGrpSpPr/>
          <p:nvPr/>
        </p:nvGrpSpPr>
        <p:grpSpPr>
          <a:xfrm>
            <a:off x="10112703" y="4425241"/>
            <a:ext cx="226051" cy="303529"/>
            <a:chOff x="10201279" y="4959350"/>
            <a:chExt cx="226051" cy="303529"/>
          </a:xfrm>
          <a:solidFill>
            <a:schemeClr val="tx1"/>
          </a:solidFill>
        </p:grpSpPr>
        <p:sp>
          <p:nvSpPr>
            <p:cNvPr id="1111" name="Полилиния: фигура 899">
              <a:extLst>
                <a:ext uri="{FF2B5EF4-FFF2-40B4-BE49-F238E27FC236}">
                  <a16:creationId xmlns:a16="http://schemas.microsoft.com/office/drawing/2014/main" id="{D22863CE-0496-ECDE-512C-110F2C977250}"/>
                </a:ext>
              </a:extLst>
            </p:cNvPr>
            <p:cNvSpPr/>
            <p:nvPr/>
          </p:nvSpPr>
          <p:spPr>
            <a:xfrm>
              <a:off x="10222665" y="4959350"/>
              <a:ext cx="184240" cy="162559"/>
            </a:xfrm>
            <a:custGeom>
              <a:avLst/>
              <a:gdLst>
                <a:gd name="connsiteX0" fmla="*/ 91004 w 184240"/>
                <a:gd name="connsiteY0" fmla="*/ 0 h 162559"/>
                <a:gd name="connsiteX1" fmla="*/ 47824 w 184240"/>
                <a:gd name="connsiteY1" fmla="*/ 8890 h 162559"/>
                <a:gd name="connsiteX2" fmla="*/ 16074 w 184240"/>
                <a:gd name="connsiteY2" fmla="*/ 55880 h 162559"/>
                <a:gd name="connsiteX3" fmla="*/ 2104 w 184240"/>
                <a:gd name="connsiteY3" fmla="*/ 115570 h 162559"/>
                <a:gd name="connsiteX4" fmla="*/ 834 w 184240"/>
                <a:gd name="connsiteY4" fmla="*/ 133350 h 162559"/>
                <a:gd name="connsiteX5" fmla="*/ 12264 w 184240"/>
                <a:gd name="connsiteY5" fmla="*/ 151130 h 162559"/>
                <a:gd name="connsiteX6" fmla="*/ 26234 w 184240"/>
                <a:gd name="connsiteY6" fmla="*/ 156210 h 162559"/>
                <a:gd name="connsiteX7" fmla="*/ 42744 w 184240"/>
                <a:gd name="connsiteY7" fmla="*/ 160020 h 162559"/>
                <a:gd name="connsiteX8" fmla="*/ 71954 w 184240"/>
                <a:gd name="connsiteY8" fmla="*/ 162560 h 162559"/>
                <a:gd name="connsiteX9" fmla="*/ 83384 w 184240"/>
                <a:gd name="connsiteY9" fmla="*/ 151130 h 162559"/>
                <a:gd name="connsiteX10" fmla="*/ 83384 w 184240"/>
                <a:gd name="connsiteY10" fmla="*/ 127000 h 162559"/>
                <a:gd name="connsiteX11" fmla="*/ 77034 w 184240"/>
                <a:gd name="connsiteY11" fmla="*/ 116840 h 162559"/>
                <a:gd name="connsiteX12" fmla="*/ 74494 w 184240"/>
                <a:gd name="connsiteY12" fmla="*/ 115570 h 162559"/>
                <a:gd name="connsiteX13" fmla="*/ 69414 w 184240"/>
                <a:gd name="connsiteY13" fmla="*/ 113030 h 162559"/>
                <a:gd name="connsiteX14" fmla="*/ 66874 w 184240"/>
                <a:gd name="connsiteY14" fmla="*/ 105410 h 162559"/>
                <a:gd name="connsiteX15" fmla="*/ 66874 w 184240"/>
                <a:gd name="connsiteY15" fmla="*/ 74930 h 162559"/>
                <a:gd name="connsiteX16" fmla="*/ 92274 w 184240"/>
                <a:gd name="connsiteY16" fmla="*/ 67310 h 162559"/>
                <a:gd name="connsiteX17" fmla="*/ 117674 w 184240"/>
                <a:gd name="connsiteY17" fmla="*/ 74930 h 162559"/>
                <a:gd name="connsiteX18" fmla="*/ 117674 w 184240"/>
                <a:gd name="connsiteY18" fmla="*/ 104140 h 162559"/>
                <a:gd name="connsiteX19" fmla="*/ 115134 w 184240"/>
                <a:gd name="connsiteY19" fmla="*/ 111760 h 162559"/>
                <a:gd name="connsiteX20" fmla="*/ 110054 w 184240"/>
                <a:gd name="connsiteY20" fmla="*/ 114300 h 162559"/>
                <a:gd name="connsiteX21" fmla="*/ 107514 w 184240"/>
                <a:gd name="connsiteY21" fmla="*/ 115570 h 162559"/>
                <a:gd name="connsiteX22" fmla="*/ 101164 w 184240"/>
                <a:gd name="connsiteY22" fmla="*/ 125730 h 162559"/>
                <a:gd name="connsiteX23" fmla="*/ 101164 w 184240"/>
                <a:gd name="connsiteY23" fmla="*/ 149860 h 162559"/>
                <a:gd name="connsiteX24" fmla="*/ 112594 w 184240"/>
                <a:gd name="connsiteY24" fmla="*/ 161290 h 162559"/>
                <a:gd name="connsiteX25" fmla="*/ 141804 w 184240"/>
                <a:gd name="connsiteY25" fmla="*/ 158750 h 162559"/>
                <a:gd name="connsiteX26" fmla="*/ 158314 w 184240"/>
                <a:gd name="connsiteY26" fmla="*/ 154940 h 162559"/>
                <a:gd name="connsiteX27" fmla="*/ 172284 w 184240"/>
                <a:gd name="connsiteY27" fmla="*/ 149860 h 162559"/>
                <a:gd name="connsiteX28" fmla="*/ 183714 w 184240"/>
                <a:gd name="connsiteY28" fmla="*/ 132080 h 162559"/>
                <a:gd name="connsiteX29" fmla="*/ 182444 w 184240"/>
                <a:gd name="connsiteY29" fmla="*/ 114300 h 162559"/>
                <a:gd name="connsiteX30" fmla="*/ 168474 w 184240"/>
                <a:gd name="connsiteY30" fmla="*/ 54610 h 162559"/>
                <a:gd name="connsiteX31" fmla="*/ 136724 w 184240"/>
                <a:gd name="connsiteY31" fmla="*/ 7620 h 162559"/>
                <a:gd name="connsiteX32" fmla="*/ 91004 w 184240"/>
                <a:gd name="connsiteY32" fmla="*/ 0 h 162559"/>
                <a:gd name="connsiteX33" fmla="*/ 35124 w 184240"/>
                <a:gd name="connsiteY33" fmla="*/ 54610 h 162559"/>
                <a:gd name="connsiteX34" fmla="*/ 55444 w 184240"/>
                <a:gd name="connsiteY34" fmla="*/ 26670 h 162559"/>
                <a:gd name="connsiteX35" fmla="*/ 91004 w 184240"/>
                <a:gd name="connsiteY35" fmla="*/ 19050 h 162559"/>
                <a:gd name="connsiteX36" fmla="*/ 126564 w 184240"/>
                <a:gd name="connsiteY36" fmla="*/ 26670 h 162559"/>
                <a:gd name="connsiteX37" fmla="*/ 146884 w 184240"/>
                <a:gd name="connsiteY37" fmla="*/ 54610 h 162559"/>
                <a:gd name="connsiteX38" fmla="*/ 163394 w 184240"/>
                <a:gd name="connsiteY38" fmla="*/ 121920 h 162559"/>
                <a:gd name="connsiteX39" fmla="*/ 163394 w 184240"/>
                <a:gd name="connsiteY39" fmla="*/ 128270 h 162559"/>
                <a:gd name="connsiteX40" fmla="*/ 162124 w 184240"/>
                <a:gd name="connsiteY40" fmla="*/ 130810 h 162559"/>
                <a:gd name="connsiteX41" fmla="*/ 162124 w 184240"/>
                <a:gd name="connsiteY41" fmla="*/ 130810 h 162559"/>
                <a:gd name="connsiteX42" fmla="*/ 153234 w 184240"/>
                <a:gd name="connsiteY42" fmla="*/ 133350 h 162559"/>
                <a:gd name="connsiteX43" fmla="*/ 137994 w 184240"/>
                <a:gd name="connsiteY43" fmla="*/ 135890 h 162559"/>
                <a:gd name="connsiteX44" fmla="*/ 120214 w 184240"/>
                <a:gd name="connsiteY44" fmla="*/ 138430 h 162559"/>
                <a:gd name="connsiteX45" fmla="*/ 120214 w 184240"/>
                <a:gd name="connsiteY45" fmla="*/ 130810 h 162559"/>
                <a:gd name="connsiteX46" fmla="*/ 126564 w 184240"/>
                <a:gd name="connsiteY46" fmla="*/ 125730 h 162559"/>
                <a:gd name="connsiteX47" fmla="*/ 135454 w 184240"/>
                <a:gd name="connsiteY47" fmla="*/ 104140 h 162559"/>
                <a:gd name="connsiteX48" fmla="*/ 135454 w 184240"/>
                <a:gd name="connsiteY48" fmla="*/ 64770 h 162559"/>
                <a:gd name="connsiteX49" fmla="*/ 121484 w 184240"/>
                <a:gd name="connsiteY49" fmla="*/ 53340 h 162559"/>
                <a:gd name="connsiteX50" fmla="*/ 97354 w 184240"/>
                <a:gd name="connsiteY50" fmla="*/ 46990 h 162559"/>
                <a:gd name="connsiteX51" fmla="*/ 80844 w 184240"/>
                <a:gd name="connsiteY51" fmla="*/ 46990 h 162559"/>
                <a:gd name="connsiteX52" fmla="*/ 56714 w 184240"/>
                <a:gd name="connsiteY52" fmla="*/ 52070 h 162559"/>
                <a:gd name="connsiteX53" fmla="*/ 42744 w 184240"/>
                <a:gd name="connsiteY53" fmla="*/ 63500 h 162559"/>
                <a:gd name="connsiteX54" fmla="*/ 42744 w 184240"/>
                <a:gd name="connsiteY54" fmla="*/ 104140 h 162559"/>
                <a:gd name="connsiteX55" fmla="*/ 51634 w 184240"/>
                <a:gd name="connsiteY55" fmla="*/ 125730 h 162559"/>
                <a:gd name="connsiteX56" fmla="*/ 57984 w 184240"/>
                <a:gd name="connsiteY56" fmla="*/ 130810 h 162559"/>
                <a:gd name="connsiteX57" fmla="*/ 57984 w 184240"/>
                <a:gd name="connsiteY57" fmla="*/ 138430 h 162559"/>
                <a:gd name="connsiteX58" fmla="*/ 40204 w 184240"/>
                <a:gd name="connsiteY58" fmla="*/ 135890 h 162559"/>
                <a:gd name="connsiteX59" fmla="*/ 24964 w 184240"/>
                <a:gd name="connsiteY59" fmla="*/ 133350 h 162559"/>
                <a:gd name="connsiteX60" fmla="*/ 16074 w 184240"/>
                <a:gd name="connsiteY60" fmla="*/ 130810 h 162559"/>
                <a:gd name="connsiteX61" fmla="*/ 16074 w 184240"/>
                <a:gd name="connsiteY61" fmla="*/ 130810 h 162559"/>
                <a:gd name="connsiteX62" fmla="*/ 14804 w 184240"/>
                <a:gd name="connsiteY62" fmla="*/ 128270 h 162559"/>
                <a:gd name="connsiteX63" fmla="*/ 14804 w 184240"/>
                <a:gd name="connsiteY63" fmla="*/ 121920 h 162559"/>
                <a:gd name="connsiteX64" fmla="*/ 14804 w 184240"/>
                <a:gd name="connsiteY64" fmla="*/ 121920 h 162559"/>
                <a:gd name="connsiteX65" fmla="*/ 14804 w 184240"/>
                <a:gd name="connsiteY65" fmla="*/ 121920 h 162559"/>
                <a:gd name="connsiteX66" fmla="*/ 35124 w 184240"/>
                <a:gd name="connsiteY66" fmla="*/ 54610 h 1625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</a:cxnLst>
              <a:rect l="l" t="t" r="r" b="b"/>
              <a:pathLst>
                <a:path w="184240" h="162559">
                  <a:moveTo>
                    <a:pt x="91004" y="0"/>
                  </a:moveTo>
                  <a:cubicBezTo>
                    <a:pt x="80844" y="0"/>
                    <a:pt x="63064" y="1270"/>
                    <a:pt x="47824" y="8890"/>
                  </a:cubicBezTo>
                  <a:cubicBezTo>
                    <a:pt x="31314" y="16510"/>
                    <a:pt x="16074" y="30480"/>
                    <a:pt x="16074" y="55880"/>
                  </a:cubicBezTo>
                  <a:cubicBezTo>
                    <a:pt x="16074" y="76200"/>
                    <a:pt x="9724" y="95250"/>
                    <a:pt x="2104" y="115570"/>
                  </a:cubicBezTo>
                  <a:cubicBezTo>
                    <a:pt x="-436" y="120650"/>
                    <a:pt x="-436" y="128270"/>
                    <a:pt x="834" y="133350"/>
                  </a:cubicBezTo>
                  <a:cubicBezTo>
                    <a:pt x="2104" y="139700"/>
                    <a:pt x="4644" y="146050"/>
                    <a:pt x="12264" y="151130"/>
                  </a:cubicBezTo>
                  <a:cubicBezTo>
                    <a:pt x="16074" y="153670"/>
                    <a:pt x="21154" y="154940"/>
                    <a:pt x="26234" y="156210"/>
                  </a:cubicBezTo>
                  <a:cubicBezTo>
                    <a:pt x="31314" y="157480"/>
                    <a:pt x="36394" y="158750"/>
                    <a:pt x="42744" y="160020"/>
                  </a:cubicBezTo>
                  <a:cubicBezTo>
                    <a:pt x="54174" y="161290"/>
                    <a:pt x="65604" y="162560"/>
                    <a:pt x="71954" y="162560"/>
                  </a:cubicBezTo>
                  <a:cubicBezTo>
                    <a:pt x="78304" y="162560"/>
                    <a:pt x="83384" y="157480"/>
                    <a:pt x="83384" y="151130"/>
                  </a:cubicBezTo>
                  <a:lnTo>
                    <a:pt x="83384" y="127000"/>
                  </a:lnTo>
                  <a:cubicBezTo>
                    <a:pt x="83384" y="123190"/>
                    <a:pt x="80844" y="119380"/>
                    <a:pt x="77034" y="116840"/>
                  </a:cubicBezTo>
                  <a:cubicBezTo>
                    <a:pt x="75764" y="116840"/>
                    <a:pt x="75764" y="115570"/>
                    <a:pt x="74494" y="115570"/>
                  </a:cubicBezTo>
                  <a:cubicBezTo>
                    <a:pt x="71954" y="114300"/>
                    <a:pt x="70684" y="114300"/>
                    <a:pt x="69414" y="113030"/>
                  </a:cubicBezTo>
                  <a:cubicBezTo>
                    <a:pt x="69414" y="111760"/>
                    <a:pt x="66874" y="110490"/>
                    <a:pt x="66874" y="105410"/>
                  </a:cubicBezTo>
                  <a:lnTo>
                    <a:pt x="66874" y="74930"/>
                  </a:lnTo>
                  <a:cubicBezTo>
                    <a:pt x="74494" y="74930"/>
                    <a:pt x="83384" y="73660"/>
                    <a:pt x="92274" y="67310"/>
                  </a:cubicBezTo>
                  <a:cubicBezTo>
                    <a:pt x="101164" y="73660"/>
                    <a:pt x="110054" y="74930"/>
                    <a:pt x="117674" y="74930"/>
                  </a:cubicBezTo>
                  <a:lnTo>
                    <a:pt x="117674" y="104140"/>
                  </a:lnTo>
                  <a:cubicBezTo>
                    <a:pt x="117674" y="109220"/>
                    <a:pt x="116404" y="110490"/>
                    <a:pt x="115134" y="111760"/>
                  </a:cubicBezTo>
                  <a:cubicBezTo>
                    <a:pt x="113864" y="113030"/>
                    <a:pt x="112594" y="113030"/>
                    <a:pt x="110054" y="114300"/>
                  </a:cubicBezTo>
                  <a:cubicBezTo>
                    <a:pt x="110054" y="114300"/>
                    <a:pt x="108784" y="114300"/>
                    <a:pt x="107514" y="115570"/>
                  </a:cubicBezTo>
                  <a:cubicBezTo>
                    <a:pt x="103704" y="116840"/>
                    <a:pt x="101164" y="121920"/>
                    <a:pt x="101164" y="125730"/>
                  </a:cubicBezTo>
                  <a:lnTo>
                    <a:pt x="101164" y="149860"/>
                  </a:lnTo>
                  <a:cubicBezTo>
                    <a:pt x="101164" y="156210"/>
                    <a:pt x="106244" y="161290"/>
                    <a:pt x="112594" y="161290"/>
                  </a:cubicBezTo>
                  <a:cubicBezTo>
                    <a:pt x="118944" y="161290"/>
                    <a:pt x="130374" y="160020"/>
                    <a:pt x="141804" y="158750"/>
                  </a:cubicBezTo>
                  <a:cubicBezTo>
                    <a:pt x="146884" y="157480"/>
                    <a:pt x="153234" y="156210"/>
                    <a:pt x="158314" y="154940"/>
                  </a:cubicBezTo>
                  <a:cubicBezTo>
                    <a:pt x="163394" y="153670"/>
                    <a:pt x="168474" y="152400"/>
                    <a:pt x="172284" y="149860"/>
                  </a:cubicBezTo>
                  <a:cubicBezTo>
                    <a:pt x="179904" y="146050"/>
                    <a:pt x="182444" y="138430"/>
                    <a:pt x="183714" y="132080"/>
                  </a:cubicBezTo>
                  <a:cubicBezTo>
                    <a:pt x="184984" y="125730"/>
                    <a:pt x="183714" y="119380"/>
                    <a:pt x="182444" y="114300"/>
                  </a:cubicBezTo>
                  <a:cubicBezTo>
                    <a:pt x="173554" y="93980"/>
                    <a:pt x="168474" y="74930"/>
                    <a:pt x="168474" y="54610"/>
                  </a:cubicBezTo>
                  <a:cubicBezTo>
                    <a:pt x="168474" y="29210"/>
                    <a:pt x="151964" y="15240"/>
                    <a:pt x="136724" y="7620"/>
                  </a:cubicBezTo>
                  <a:cubicBezTo>
                    <a:pt x="118944" y="1270"/>
                    <a:pt x="101164" y="0"/>
                    <a:pt x="91004" y="0"/>
                  </a:cubicBezTo>
                  <a:close/>
                  <a:moveTo>
                    <a:pt x="35124" y="54610"/>
                  </a:moveTo>
                  <a:cubicBezTo>
                    <a:pt x="35124" y="40640"/>
                    <a:pt x="44014" y="31750"/>
                    <a:pt x="55444" y="26670"/>
                  </a:cubicBezTo>
                  <a:cubicBezTo>
                    <a:pt x="68144" y="20320"/>
                    <a:pt x="83384" y="19050"/>
                    <a:pt x="91004" y="19050"/>
                  </a:cubicBezTo>
                  <a:cubicBezTo>
                    <a:pt x="98624" y="19050"/>
                    <a:pt x="113864" y="20320"/>
                    <a:pt x="126564" y="26670"/>
                  </a:cubicBezTo>
                  <a:cubicBezTo>
                    <a:pt x="139264" y="31750"/>
                    <a:pt x="146884" y="40640"/>
                    <a:pt x="146884" y="54610"/>
                  </a:cubicBezTo>
                  <a:cubicBezTo>
                    <a:pt x="146884" y="78740"/>
                    <a:pt x="153234" y="100330"/>
                    <a:pt x="163394" y="121920"/>
                  </a:cubicBezTo>
                  <a:cubicBezTo>
                    <a:pt x="163394" y="123190"/>
                    <a:pt x="164664" y="125730"/>
                    <a:pt x="163394" y="128270"/>
                  </a:cubicBezTo>
                  <a:cubicBezTo>
                    <a:pt x="163394" y="130810"/>
                    <a:pt x="162124" y="130810"/>
                    <a:pt x="162124" y="130810"/>
                  </a:cubicBezTo>
                  <a:lnTo>
                    <a:pt x="162124" y="130810"/>
                  </a:lnTo>
                  <a:cubicBezTo>
                    <a:pt x="160854" y="132080"/>
                    <a:pt x="157044" y="132080"/>
                    <a:pt x="153234" y="133350"/>
                  </a:cubicBezTo>
                  <a:cubicBezTo>
                    <a:pt x="149424" y="134620"/>
                    <a:pt x="144344" y="135890"/>
                    <a:pt x="137994" y="135890"/>
                  </a:cubicBezTo>
                  <a:cubicBezTo>
                    <a:pt x="131644" y="137160"/>
                    <a:pt x="125294" y="137160"/>
                    <a:pt x="120214" y="138430"/>
                  </a:cubicBezTo>
                  <a:lnTo>
                    <a:pt x="120214" y="130810"/>
                  </a:lnTo>
                  <a:cubicBezTo>
                    <a:pt x="122754" y="129540"/>
                    <a:pt x="125294" y="128270"/>
                    <a:pt x="126564" y="125730"/>
                  </a:cubicBezTo>
                  <a:cubicBezTo>
                    <a:pt x="131644" y="120650"/>
                    <a:pt x="135454" y="113030"/>
                    <a:pt x="135454" y="104140"/>
                  </a:cubicBezTo>
                  <a:lnTo>
                    <a:pt x="135454" y="64770"/>
                  </a:lnTo>
                  <a:cubicBezTo>
                    <a:pt x="135454" y="57150"/>
                    <a:pt x="129104" y="52070"/>
                    <a:pt x="121484" y="53340"/>
                  </a:cubicBezTo>
                  <a:cubicBezTo>
                    <a:pt x="116404" y="54610"/>
                    <a:pt x="104974" y="54610"/>
                    <a:pt x="97354" y="46990"/>
                  </a:cubicBezTo>
                  <a:cubicBezTo>
                    <a:pt x="92274" y="41910"/>
                    <a:pt x="84654" y="41910"/>
                    <a:pt x="80844" y="46990"/>
                  </a:cubicBezTo>
                  <a:cubicBezTo>
                    <a:pt x="74494" y="54610"/>
                    <a:pt x="64334" y="53340"/>
                    <a:pt x="56714" y="52070"/>
                  </a:cubicBezTo>
                  <a:cubicBezTo>
                    <a:pt x="50364" y="50800"/>
                    <a:pt x="42744" y="55880"/>
                    <a:pt x="42744" y="63500"/>
                  </a:cubicBezTo>
                  <a:lnTo>
                    <a:pt x="42744" y="104140"/>
                  </a:lnTo>
                  <a:cubicBezTo>
                    <a:pt x="42744" y="114300"/>
                    <a:pt x="45284" y="120650"/>
                    <a:pt x="51634" y="125730"/>
                  </a:cubicBezTo>
                  <a:cubicBezTo>
                    <a:pt x="54174" y="128270"/>
                    <a:pt x="56714" y="129540"/>
                    <a:pt x="57984" y="130810"/>
                  </a:cubicBezTo>
                  <a:lnTo>
                    <a:pt x="57984" y="138430"/>
                  </a:lnTo>
                  <a:cubicBezTo>
                    <a:pt x="52904" y="138430"/>
                    <a:pt x="46554" y="137160"/>
                    <a:pt x="40204" y="135890"/>
                  </a:cubicBezTo>
                  <a:cubicBezTo>
                    <a:pt x="35124" y="134620"/>
                    <a:pt x="30044" y="134620"/>
                    <a:pt x="24964" y="133350"/>
                  </a:cubicBezTo>
                  <a:cubicBezTo>
                    <a:pt x="19884" y="132080"/>
                    <a:pt x="17344" y="130810"/>
                    <a:pt x="16074" y="130810"/>
                  </a:cubicBezTo>
                  <a:lnTo>
                    <a:pt x="16074" y="130810"/>
                  </a:lnTo>
                  <a:cubicBezTo>
                    <a:pt x="16074" y="130810"/>
                    <a:pt x="14804" y="129540"/>
                    <a:pt x="14804" y="128270"/>
                  </a:cubicBezTo>
                  <a:cubicBezTo>
                    <a:pt x="14804" y="125730"/>
                    <a:pt x="14804" y="123190"/>
                    <a:pt x="14804" y="121920"/>
                  </a:cubicBezTo>
                  <a:lnTo>
                    <a:pt x="14804" y="121920"/>
                  </a:lnTo>
                  <a:lnTo>
                    <a:pt x="14804" y="121920"/>
                  </a:lnTo>
                  <a:cubicBezTo>
                    <a:pt x="27504" y="101600"/>
                    <a:pt x="35124" y="80010"/>
                    <a:pt x="35124" y="5461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12" name="Полилиния: фигура 900">
              <a:extLst>
                <a:ext uri="{FF2B5EF4-FFF2-40B4-BE49-F238E27FC236}">
                  <a16:creationId xmlns:a16="http://schemas.microsoft.com/office/drawing/2014/main" id="{D7C80A87-A421-79F4-061B-14D63E408DE3}"/>
                </a:ext>
              </a:extLst>
            </p:cNvPr>
            <p:cNvSpPr/>
            <p:nvPr/>
          </p:nvSpPr>
          <p:spPr>
            <a:xfrm>
              <a:off x="10201279" y="5137150"/>
              <a:ext cx="226051" cy="125729"/>
            </a:xfrm>
            <a:custGeom>
              <a:avLst/>
              <a:gdLst>
                <a:gd name="connsiteX0" fmla="*/ 69211 w 226051"/>
                <a:gd name="connsiteY0" fmla="*/ 3810 h 125729"/>
                <a:gd name="connsiteX1" fmla="*/ 61590 w 226051"/>
                <a:gd name="connsiteY1" fmla="*/ 0 h 125729"/>
                <a:gd name="connsiteX2" fmla="*/ 8251 w 226051"/>
                <a:gd name="connsiteY2" fmla="*/ 38100 h 125729"/>
                <a:gd name="connsiteX3" fmla="*/ 3171 w 226051"/>
                <a:gd name="connsiteY3" fmla="*/ 52070 h 125729"/>
                <a:gd name="connsiteX4" fmla="*/ 19680 w 226051"/>
                <a:gd name="connsiteY4" fmla="*/ 119380 h 125729"/>
                <a:gd name="connsiteX5" fmla="*/ 36190 w 226051"/>
                <a:gd name="connsiteY5" fmla="*/ 125730 h 125729"/>
                <a:gd name="connsiteX6" fmla="*/ 189861 w 226051"/>
                <a:gd name="connsiteY6" fmla="*/ 125730 h 125729"/>
                <a:gd name="connsiteX7" fmla="*/ 206371 w 226051"/>
                <a:gd name="connsiteY7" fmla="*/ 119380 h 125729"/>
                <a:gd name="connsiteX8" fmla="*/ 222880 w 226051"/>
                <a:gd name="connsiteY8" fmla="*/ 52070 h 125729"/>
                <a:gd name="connsiteX9" fmla="*/ 217801 w 226051"/>
                <a:gd name="connsiteY9" fmla="*/ 38100 h 125729"/>
                <a:gd name="connsiteX10" fmla="*/ 164461 w 226051"/>
                <a:gd name="connsiteY10" fmla="*/ 0 h 125729"/>
                <a:gd name="connsiteX11" fmla="*/ 156840 w 226051"/>
                <a:gd name="connsiteY11" fmla="*/ 3810 h 125729"/>
                <a:gd name="connsiteX12" fmla="*/ 140330 w 226051"/>
                <a:gd name="connsiteY12" fmla="*/ 29210 h 125729"/>
                <a:gd name="connsiteX13" fmla="*/ 133980 w 226051"/>
                <a:gd name="connsiteY13" fmla="*/ 7620 h 125729"/>
                <a:gd name="connsiteX14" fmla="*/ 123821 w 226051"/>
                <a:gd name="connsiteY14" fmla="*/ 0 h 125729"/>
                <a:gd name="connsiteX15" fmla="*/ 104771 w 226051"/>
                <a:gd name="connsiteY15" fmla="*/ 0 h 125729"/>
                <a:gd name="connsiteX16" fmla="*/ 94611 w 226051"/>
                <a:gd name="connsiteY16" fmla="*/ 7620 h 125729"/>
                <a:gd name="connsiteX17" fmla="*/ 88261 w 226051"/>
                <a:gd name="connsiteY17" fmla="*/ 29210 h 125729"/>
                <a:gd name="connsiteX18" fmla="*/ 69211 w 226051"/>
                <a:gd name="connsiteY18" fmla="*/ 3810 h 125729"/>
                <a:gd name="connsiteX19" fmla="*/ 56511 w 226051"/>
                <a:gd name="connsiteY19" fmla="*/ 20320 h 125729"/>
                <a:gd name="connsiteX20" fmla="*/ 28571 w 226051"/>
                <a:gd name="connsiteY20" fmla="*/ 44450 h 125729"/>
                <a:gd name="connsiteX21" fmla="*/ 23490 w 226051"/>
                <a:gd name="connsiteY21" fmla="*/ 58420 h 125729"/>
                <a:gd name="connsiteX22" fmla="*/ 34921 w 226051"/>
                <a:gd name="connsiteY22" fmla="*/ 105410 h 125729"/>
                <a:gd name="connsiteX23" fmla="*/ 36190 w 226051"/>
                <a:gd name="connsiteY23" fmla="*/ 106680 h 125729"/>
                <a:gd name="connsiteX24" fmla="*/ 189861 w 226051"/>
                <a:gd name="connsiteY24" fmla="*/ 106680 h 125729"/>
                <a:gd name="connsiteX25" fmla="*/ 191130 w 226051"/>
                <a:gd name="connsiteY25" fmla="*/ 105410 h 125729"/>
                <a:gd name="connsiteX26" fmla="*/ 202561 w 226051"/>
                <a:gd name="connsiteY26" fmla="*/ 58420 h 125729"/>
                <a:gd name="connsiteX27" fmla="*/ 197480 w 226051"/>
                <a:gd name="connsiteY27" fmla="*/ 44450 h 125729"/>
                <a:gd name="connsiteX28" fmla="*/ 169540 w 226051"/>
                <a:gd name="connsiteY28" fmla="*/ 20320 h 125729"/>
                <a:gd name="connsiteX29" fmla="*/ 131440 w 226051"/>
                <a:gd name="connsiteY29" fmla="*/ 80010 h 125729"/>
                <a:gd name="connsiteX30" fmla="*/ 95880 w 226051"/>
                <a:gd name="connsiteY30" fmla="*/ 80010 h 125729"/>
                <a:gd name="connsiteX31" fmla="*/ 56511 w 226051"/>
                <a:gd name="connsiteY31" fmla="*/ 20320 h 125729"/>
                <a:gd name="connsiteX32" fmla="*/ 122551 w 226051"/>
                <a:gd name="connsiteY32" fmla="*/ 46990 h 125729"/>
                <a:gd name="connsiteX33" fmla="*/ 123821 w 226051"/>
                <a:gd name="connsiteY33" fmla="*/ 50800 h 125729"/>
                <a:gd name="connsiteX34" fmla="*/ 112390 w 226051"/>
                <a:gd name="connsiteY34" fmla="*/ 68580 h 125729"/>
                <a:gd name="connsiteX35" fmla="*/ 111121 w 226051"/>
                <a:gd name="connsiteY35" fmla="*/ 68580 h 125729"/>
                <a:gd name="connsiteX36" fmla="*/ 99690 w 226051"/>
                <a:gd name="connsiteY36" fmla="*/ 50800 h 125729"/>
                <a:gd name="connsiteX37" fmla="*/ 100961 w 226051"/>
                <a:gd name="connsiteY37" fmla="*/ 46990 h 125729"/>
                <a:gd name="connsiteX38" fmla="*/ 108580 w 226051"/>
                <a:gd name="connsiteY38" fmla="*/ 19050 h 125729"/>
                <a:gd name="connsiteX39" fmla="*/ 113661 w 226051"/>
                <a:gd name="connsiteY39" fmla="*/ 19050 h 125729"/>
                <a:gd name="connsiteX40" fmla="*/ 122551 w 226051"/>
                <a:gd name="connsiteY40" fmla="*/ 46990 h 1257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</a:cxnLst>
              <a:rect l="l" t="t" r="r" b="b"/>
              <a:pathLst>
                <a:path w="226051" h="125729">
                  <a:moveTo>
                    <a:pt x="69211" y="3810"/>
                  </a:moveTo>
                  <a:cubicBezTo>
                    <a:pt x="67940" y="1270"/>
                    <a:pt x="64130" y="0"/>
                    <a:pt x="61590" y="0"/>
                  </a:cubicBezTo>
                  <a:cubicBezTo>
                    <a:pt x="37461" y="0"/>
                    <a:pt x="15871" y="15240"/>
                    <a:pt x="8251" y="38100"/>
                  </a:cubicBezTo>
                  <a:lnTo>
                    <a:pt x="3171" y="52070"/>
                  </a:lnTo>
                  <a:cubicBezTo>
                    <a:pt x="-4449" y="76200"/>
                    <a:pt x="1901" y="101600"/>
                    <a:pt x="19680" y="119380"/>
                  </a:cubicBezTo>
                  <a:cubicBezTo>
                    <a:pt x="23490" y="123190"/>
                    <a:pt x="29840" y="125730"/>
                    <a:pt x="36190" y="125730"/>
                  </a:cubicBezTo>
                  <a:lnTo>
                    <a:pt x="189861" y="125730"/>
                  </a:lnTo>
                  <a:cubicBezTo>
                    <a:pt x="196211" y="125730"/>
                    <a:pt x="201290" y="123190"/>
                    <a:pt x="206371" y="119380"/>
                  </a:cubicBezTo>
                  <a:cubicBezTo>
                    <a:pt x="224151" y="101600"/>
                    <a:pt x="230501" y="74930"/>
                    <a:pt x="222880" y="52070"/>
                  </a:cubicBezTo>
                  <a:lnTo>
                    <a:pt x="217801" y="38100"/>
                  </a:lnTo>
                  <a:cubicBezTo>
                    <a:pt x="210180" y="15240"/>
                    <a:pt x="188590" y="0"/>
                    <a:pt x="164461" y="0"/>
                  </a:cubicBezTo>
                  <a:cubicBezTo>
                    <a:pt x="161921" y="0"/>
                    <a:pt x="158111" y="1270"/>
                    <a:pt x="156840" y="3810"/>
                  </a:cubicBezTo>
                  <a:lnTo>
                    <a:pt x="140330" y="29210"/>
                  </a:lnTo>
                  <a:lnTo>
                    <a:pt x="133980" y="7620"/>
                  </a:lnTo>
                  <a:cubicBezTo>
                    <a:pt x="132711" y="2540"/>
                    <a:pt x="128901" y="0"/>
                    <a:pt x="123821" y="0"/>
                  </a:cubicBezTo>
                  <a:lnTo>
                    <a:pt x="104771" y="0"/>
                  </a:lnTo>
                  <a:cubicBezTo>
                    <a:pt x="99690" y="0"/>
                    <a:pt x="95880" y="3810"/>
                    <a:pt x="94611" y="7620"/>
                  </a:cubicBezTo>
                  <a:lnTo>
                    <a:pt x="88261" y="29210"/>
                  </a:lnTo>
                  <a:lnTo>
                    <a:pt x="69211" y="3810"/>
                  </a:lnTo>
                  <a:close/>
                  <a:moveTo>
                    <a:pt x="56511" y="20320"/>
                  </a:moveTo>
                  <a:cubicBezTo>
                    <a:pt x="43811" y="22860"/>
                    <a:pt x="32380" y="31750"/>
                    <a:pt x="28571" y="44450"/>
                  </a:cubicBezTo>
                  <a:lnTo>
                    <a:pt x="23490" y="58420"/>
                  </a:lnTo>
                  <a:cubicBezTo>
                    <a:pt x="18411" y="74930"/>
                    <a:pt x="22221" y="92710"/>
                    <a:pt x="34921" y="105410"/>
                  </a:cubicBezTo>
                  <a:cubicBezTo>
                    <a:pt x="34921" y="105410"/>
                    <a:pt x="36190" y="106680"/>
                    <a:pt x="36190" y="106680"/>
                  </a:cubicBezTo>
                  <a:lnTo>
                    <a:pt x="189861" y="106680"/>
                  </a:lnTo>
                  <a:cubicBezTo>
                    <a:pt x="189861" y="106680"/>
                    <a:pt x="191130" y="106680"/>
                    <a:pt x="191130" y="105410"/>
                  </a:cubicBezTo>
                  <a:cubicBezTo>
                    <a:pt x="203830" y="92710"/>
                    <a:pt x="207640" y="74930"/>
                    <a:pt x="202561" y="58420"/>
                  </a:cubicBezTo>
                  <a:lnTo>
                    <a:pt x="197480" y="44450"/>
                  </a:lnTo>
                  <a:cubicBezTo>
                    <a:pt x="193671" y="31750"/>
                    <a:pt x="182240" y="22860"/>
                    <a:pt x="169540" y="20320"/>
                  </a:cubicBezTo>
                  <a:lnTo>
                    <a:pt x="131440" y="80010"/>
                  </a:lnTo>
                  <a:cubicBezTo>
                    <a:pt x="122551" y="92710"/>
                    <a:pt x="103501" y="92710"/>
                    <a:pt x="95880" y="80010"/>
                  </a:cubicBezTo>
                  <a:lnTo>
                    <a:pt x="56511" y="20320"/>
                  </a:lnTo>
                  <a:close/>
                  <a:moveTo>
                    <a:pt x="122551" y="46990"/>
                  </a:moveTo>
                  <a:cubicBezTo>
                    <a:pt x="122551" y="48260"/>
                    <a:pt x="123821" y="49530"/>
                    <a:pt x="123821" y="50800"/>
                  </a:cubicBezTo>
                  <a:lnTo>
                    <a:pt x="112390" y="68580"/>
                  </a:lnTo>
                  <a:cubicBezTo>
                    <a:pt x="112390" y="68580"/>
                    <a:pt x="111121" y="68580"/>
                    <a:pt x="111121" y="68580"/>
                  </a:cubicBezTo>
                  <a:lnTo>
                    <a:pt x="99690" y="50800"/>
                  </a:lnTo>
                  <a:cubicBezTo>
                    <a:pt x="100961" y="49530"/>
                    <a:pt x="100961" y="48260"/>
                    <a:pt x="100961" y="46990"/>
                  </a:cubicBezTo>
                  <a:lnTo>
                    <a:pt x="108580" y="19050"/>
                  </a:lnTo>
                  <a:lnTo>
                    <a:pt x="113661" y="19050"/>
                  </a:lnTo>
                  <a:lnTo>
                    <a:pt x="122551" y="469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113" name="Рисунок 2">
            <a:extLst>
              <a:ext uri="{FF2B5EF4-FFF2-40B4-BE49-F238E27FC236}">
                <a16:creationId xmlns:a16="http://schemas.microsoft.com/office/drawing/2014/main" id="{BD5E7F30-68BB-8BF9-17C3-29CCF8EE1E73}"/>
              </a:ext>
            </a:extLst>
          </p:cNvPr>
          <p:cNvGrpSpPr/>
          <p:nvPr/>
        </p:nvGrpSpPr>
        <p:grpSpPr>
          <a:xfrm>
            <a:off x="11238594" y="4420161"/>
            <a:ext cx="210738" cy="312420"/>
            <a:chOff x="11327170" y="4954270"/>
            <a:chExt cx="210738" cy="312420"/>
          </a:xfrm>
          <a:solidFill>
            <a:schemeClr val="tx1"/>
          </a:solidFill>
        </p:grpSpPr>
        <p:sp>
          <p:nvSpPr>
            <p:cNvPr id="1114" name="Полилиния: фигура 908">
              <a:extLst>
                <a:ext uri="{FF2B5EF4-FFF2-40B4-BE49-F238E27FC236}">
                  <a16:creationId xmlns:a16="http://schemas.microsoft.com/office/drawing/2014/main" id="{F0B3F62B-724D-820D-E1CF-2460D1C4F4DD}"/>
                </a:ext>
              </a:extLst>
            </p:cNvPr>
            <p:cNvSpPr/>
            <p:nvPr/>
          </p:nvSpPr>
          <p:spPr>
            <a:xfrm>
              <a:off x="11341100" y="4954270"/>
              <a:ext cx="182880" cy="172720"/>
            </a:xfrm>
            <a:custGeom>
              <a:avLst/>
              <a:gdLst>
                <a:gd name="connsiteX0" fmla="*/ 21590 w 182880"/>
                <a:gd name="connsiteY0" fmla="*/ 30480 h 172720"/>
                <a:gd name="connsiteX1" fmla="*/ 91440 w 182880"/>
                <a:gd name="connsiteY1" fmla="*/ 0 h 172720"/>
                <a:gd name="connsiteX2" fmla="*/ 161290 w 182880"/>
                <a:gd name="connsiteY2" fmla="*/ 30480 h 172720"/>
                <a:gd name="connsiteX3" fmla="*/ 182880 w 182880"/>
                <a:gd name="connsiteY3" fmla="*/ 91440 h 172720"/>
                <a:gd name="connsiteX4" fmla="*/ 140970 w 182880"/>
                <a:gd name="connsiteY4" fmla="*/ 142240 h 172720"/>
                <a:gd name="connsiteX5" fmla="*/ 91440 w 182880"/>
                <a:gd name="connsiteY5" fmla="*/ 172720 h 172720"/>
                <a:gd name="connsiteX6" fmla="*/ 41910 w 182880"/>
                <a:gd name="connsiteY6" fmla="*/ 142240 h 172720"/>
                <a:gd name="connsiteX7" fmla="*/ 0 w 182880"/>
                <a:gd name="connsiteY7" fmla="*/ 91440 h 172720"/>
                <a:gd name="connsiteX8" fmla="*/ 21590 w 182880"/>
                <a:gd name="connsiteY8" fmla="*/ 30480 h 172720"/>
                <a:gd name="connsiteX9" fmla="*/ 36830 w 182880"/>
                <a:gd name="connsiteY9" fmla="*/ 43180 h 172720"/>
                <a:gd name="connsiteX10" fmla="*/ 19050 w 182880"/>
                <a:gd name="connsiteY10" fmla="*/ 90170 h 172720"/>
                <a:gd name="connsiteX11" fmla="*/ 34290 w 182880"/>
                <a:gd name="connsiteY11" fmla="*/ 118110 h 172720"/>
                <a:gd name="connsiteX12" fmla="*/ 34290 w 182880"/>
                <a:gd name="connsiteY12" fmla="*/ 81280 h 172720"/>
                <a:gd name="connsiteX13" fmla="*/ 45720 w 182880"/>
                <a:gd name="connsiteY13" fmla="*/ 69850 h 172720"/>
                <a:gd name="connsiteX14" fmla="*/ 78740 w 182880"/>
                <a:gd name="connsiteY14" fmla="*/ 67310 h 172720"/>
                <a:gd name="connsiteX15" fmla="*/ 101600 w 182880"/>
                <a:gd name="connsiteY15" fmla="*/ 54610 h 172720"/>
                <a:gd name="connsiteX16" fmla="*/ 119380 w 182880"/>
                <a:gd name="connsiteY16" fmla="*/ 54610 h 172720"/>
                <a:gd name="connsiteX17" fmla="*/ 123190 w 182880"/>
                <a:gd name="connsiteY17" fmla="*/ 62230 h 172720"/>
                <a:gd name="connsiteX18" fmla="*/ 134620 w 182880"/>
                <a:gd name="connsiteY18" fmla="*/ 68580 h 172720"/>
                <a:gd name="connsiteX19" fmla="*/ 146050 w 182880"/>
                <a:gd name="connsiteY19" fmla="*/ 80010 h 172720"/>
                <a:gd name="connsiteX20" fmla="*/ 146050 w 182880"/>
                <a:gd name="connsiteY20" fmla="*/ 115570 h 172720"/>
                <a:gd name="connsiteX21" fmla="*/ 161290 w 182880"/>
                <a:gd name="connsiteY21" fmla="*/ 87630 h 172720"/>
                <a:gd name="connsiteX22" fmla="*/ 143510 w 182880"/>
                <a:gd name="connsiteY22" fmla="*/ 40640 h 172720"/>
                <a:gd name="connsiteX23" fmla="*/ 90170 w 182880"/>
                <a:gd name="connsiteY23" fmla="*/ 16510 h 172720"/>
                <a:gd name="connsiteX24" fmla="*/ 36830 w 182880"/>
                <a:gd name="connsiteY24" fmla="*/ 43180 h 172720"/>
                <a:gd name="connsiteX25" fmla="*/ 125730 w 182880"/>
                <a:gd name="connsiteY25" fmla="*/ 88900 h 172720"/>
                <a:gd name="connsiteX26" fmla="*/ 125730 w 182880"/>
                <a:gd name="connsiteY26" fmla="*/ 115570 h 172720"/>
                <a:gd name="connsiteX27" fmla="*/ 90170 w 182880"/>
                <a:gd name="connsiteY27" fmla="*/ 151130 h 172720"/>
                <a:gd name="connsiteX28" fmla="*/ 54610 w 182880"/>
                <a:gd name="connsiteY28" fmla="*/ 115570 h 172720"/>
                <a:gd name="connsiteX29" fmla="*/ 54610 w 182880"/>
                <a:gd name="connsiteY29" fmla="*/ 90170 h 172720"/>
                <a:gd name="connsiteX30" fmla="*/ 82550 w 182880"/>
                <a:gd name="connsiteY30" fmla="*/ 87630 h 172720"/>
                <a:gd name="connsiteX31" fmla="*/ 109220 w 182880"/>
                <a:gd name="connsiteY31" fmla="*/ 77470 h 172720"/>
                <a:gd name="connsiteX32" fmla="*/ 125730 w 182880"/>
                <a:gd name="connsiteY32" fmla="*/ 88900 h 17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182880" h="172720">
                  <a:moveTo>
                    <a:pt x="21590" y="30480"/>
                  </a:moveTo>
                  <a:cubicBezTo>
                    <a:pt x="36830" y="12700"/>
                    <a:pt x="59690" y="0"/>
                    <a:pt x="91440" y="0"/>
                  </a:cubicBezTo>
                  <a:cubicBezTo>
                    <a:pt x="121920" y="0"/>
                    <a:pt x="146050" y="12700"/>
                    <a:pt x="161290" y="30480"/>
                  </a:cubicBezTo>
                  <a:cubicBezTo>
                    <a:pt x="176530" y="48260"/>
                    <a:pt x="182880" y="71120"/>
                    <a:pt x="182880" y="91440"/>
                  </a:cubicBezTo>
                  <a:cubicBezTo>
                    <a:pt x="182880" y="120650"/>
                    <a:pt x="161290" y="139700"/>
                    <a:pt x="140970" y="142240"/>
                  </a:cubicBezTo>
                  <a:cubicBezTo>
                    <a:pt x="132080" y="160020"/>
                    <a:pt x="113030" y="172720"/>
                    <a:pt x="91440" y="172720"/>
                  </a:cubicBezTo>
                  <a:cubicBezTo>
                    <a:pt x="69850" y="172720"/>
                    <a:pt x="50800" y="160020"/>
                    <a:pt x="41910" y="142240"/>
                  </a:cubicBezTo>
                  <a:cubicBezTo>
                    <a:pt x="21590" y="139700"/>
                    <a:pt x="0" y="120650"/>
                    <a:pt x="0" y="91440"/>
                  </a:cubicBezTo>
                  <a:cubicBezTo>
                    <a:pt x="0" y="71120"/>
                    <a:pt x="6350" y="48260"/>
                    <a:pt x="21590" y="30480"/>
                  </a:cubicBezTo>
                  <a:close/>
                  <a:moveTo>
                    <a:pt x="36830" y="43180"/>
                  </a:moveTo>
                  <a:cubicBezTo>
                    <a:pt x="25400" y="57150"/>
                    <a:pt x="19050" y="74930"/>
                    <a:pt x="19050" y="90170"/>
                  </a:cubicBezTo>
                  <a:cubicBezTo>
                    <a:pt x="19050" y="104140"/>
                    <a:pt x="26670" y="113030"/>
                    <a:pt x="34290" y="118110"/>
                  </a:cubicBezTo>
                  <a:lnTo>
                    <a:pt x="34290" y="81280"/>
                  </a:lnTo>
                  <a:cubicBezTo>
                    <a:pt x="34290" y="74930"/>
                    <a:pt x="39370" y="69850"/>
                    <a:pt x="45720" y="69850"/>
                  </a:cubicBezTo>
                  <a:cubicBezTo>
                    <a:pt x="53340" y="69850"/>
                    <a:pt x="66040" y="69850"/>
                    <a:pt x="78740" y="67310"/>
                  </a:cubicBezTo>
                  <a:cubicBezTo>
                    <a:pt x="91440" y="64770"/>
                    <a:pt x="99060" y="60960"/>
                    <a:pt x="101600" y="54610"/>
                  </a:cubicBezTo>
                  <a:cubicBezTo>
                    <a:pt x="105410" y="46990"/>
                    <a:pt x="115570" y="46990"/>
                    <a:pt x="119380" y="54610"/>
                  </a:cubicBezTo>
                  <a:lnTo>
                    <a:pt x="123190" y="62230"/>
                  </a:lnTo>
                  <a:cubicBezTo>
                    <a:pt x="125730" y="66040"/>
                    <a:pt x="129540" y="68580"/>
                    <a:pt x="134620" y="68580"/>
                  </a:cubicBezTo>
                  <a:cubicBezTo>
                    <a:pt x="140970" y="68580"/>
                    <a:pt x="146050" y="73660"/>
                    <a:pt x="146050" y="80010"/>
                  </a:cubicBezTo>
                  <a:lnTo>
                    <a:pt x="146050" y="115570"/>
                  </a:lnTo>
                  <a:cubicBezTo>
                    <a:pt x="153670" y="110490"/>
                    <a:pt x="161290" y="101600"/>
                    <a:pt x="161290" y="87630"/>
                  </a:cubicBezTo>
                  <a:cubicBezTo>
                    <a:pt x="161290" y="72390"/>
                    <a:pt x="156210" y="54610"/>
                    <a:pt x="143510" y="40640"/>
                  </a:cubicBezTo>
                  <a:cubicBezTo>
                    <a:pt x="132080" y="26670"/>
                    <a:pt x="114300" y="16510"/>
                    <a:pt x="90170" y="16510"/>
                  </a:cubicBezTo>
                  <a:cubicBezTo>
                    <a:pt x="66040" y="20320"/>
                    <a:pt x="48260" y="29210"/>
                    <a:pt x="36830" y="43180"/>
                  </a:cubicBezTo>
                  <a:close/>
                  <a:moveTo>
                    <a:pt x="125730" y="88900"/>
                  </a:moveTo>
                  <a:lnTo>
                    <a:pt x="125730" y="115570"/>
                  </a:lnTo>
                  <a:cubicBezTo>
                    <a:pt x="125730" y="134620"/>
                    <a:pt x="109220" y="151130"/>
                    <a:pt x="90170" y="151130"/>
                  </a:cubicBezTo>
                  <a:cubicBezTo>
                    <a:pt x="71120" y="151130"/>
                    <a:pt x="54610" y="134620"/>
                    <a:pt x="54610" y="115570"/>
                  </a:cubicBezTo>
                  <a:lnTo>
                    <a:pt x="54610" y="90170"/>
                  </a:lnTo>
                  <a:cubicBezTo>
                    <a:pt x="62230" y="90170"/>
                    <a:pt x="72390" y="88900"/>
                    <a:pt x="82550" y="87630"/>
                  </a:cubicBezTo>
                  <a:cubicBezTo>
                    <a:pt x="91440" y="86360"/>
                    <a:pt x="100330" y="82550"/>
                    <a:pt x="109220" y="77470"/>
                  </a:cubicBezTo>
                  <a:cubicBezTo>
                    <a:pt x="113030" y="83820"/>
                    <a:pt x="119380" y="87630"/>
                    <a:pt x="125730" y="889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15" name="Полилиния: фигура 909">
              <a:extLst>
                <a:ext uri="{FF2B5EF4-FFF2-40B4-BE49-F238E27FC236}">
                  <a16:creationId xmlns:a16="http://schemas.microsoft.com/office/drawing/2014/main" id="{1DC26064-BFD4-6627-B04E-19F07F11A771}"/>
                </a:ext>
              </a:extLst>
            </p:cNvPr>
            <p:cNvSpPr/>
            <p:nvPr/>
          </p:nvSpPr>
          <p:spPr>
            <a:xfrm>
              <a:off x="11327170" y="5140959"/>
              <a:ext cx="210738" cy="125730"/>
            </a:xfrm>
            <a:custGeom>
              <a:avLst/>
              <a:gdLst>
                <a:gd name="connsiteX0" fmla="*/ 21549 w 210738"/>
                <a:gd name="connsiteY0" fmla="*/ 72390 h 125730"/>
                <a:gd name="connsiteX1" fmla="*/ 60919 w 210738"/>
                <a:gd name="connsiteY1" fmla="*/ 20320 h 125730"/>
                <a:gd name="connsiteX2" fmla="*/ 64729 w 210738"/>
                <a:gd name="connsiteY2" fmla="*/ 20320 h 125730"/>
                <a:gd name="connsiteX3" fmla="*/ 74889 w 210738"/>
                <a:gd name="connsiteY3" fmla="*/ 10160 h 125730"/>
                <a:gd name="connsiteX4" fmla="*/ 64729 w 210738"/>
                <a:gd name="connsiteY4" fmla="*/ 0 h 125730"/>
                <a:gd name="connsiteX5" fmla="*/ 60919 w 210738"/>
                <a:gd name="connsiteY5" fmla="*/ 0 h 125730"/>
                <a:gd name="connsiteX6" fmla="*/ 2499 w 210738"/>
                <a:gd name="connsiteY6" fmla="*/ 77470 h 125730"/>
                <a:gd name="connsiteX7" fmla="*/ 10119 w 210738"/>
                <a:gd name="connsiteY7" fmla="*/ 104140 h 125730"/>
                <a:gd name="connsiteX8" fmla="*/ 39329 w 210738"/>
                <a:gd name="connsiteY8" fmla="*/ 125730 h 125730"/>
                <a:gd name="connsiteX9" fmla="*/ 171410 w 210738"/>
                <a:gd name="connsiteY9" fmla="*/ 125730 h 125730"/>
                <a:gd name="connsiteX10" fmla="*/ 200619 w 210738"/>
                <a:gd name="connsiteY10" fmla="*/ 104140 h 125730"/>
                <a:gd name="connsiteX11" fmla="*/ 208239 w 210738"/>
                <a:gd name="connsiteY11" fmla="*/ 77470 h 125730"/>
                <a:gd name="connsiteX12" fmla="*/ 149819 w 210738"/>
                <a:gd name="connsiteY12" fmla="*/ 0 h 125730"/>
                <a:gd name="connsiteX13" fmla="*/ 146010 w 210738"/>
                <a:gd name="connsiteY13" fmla="*/ 0 h 125730"/>
                <a:gd name="connsiteX14" fmla="*/ 135849 w 210738"/>
                <a:gd name="connsiteY14" fmla="*/ 10160 h 125730"/>
                <a:gd name="connsiteX15" fmla="*/ 146010 w 210738"/>
                <a:gd name="connsiteY15" fmla="*/ 20320 h 125730"/>
                <a:gd name="connsiteX16" fmla="*/ 149819 w 210738"/>
                <a:gd name="connsiteY16" fmla="*/ 20320 h 125730"/>
                <a:gd name="connsiteX17" fmla="*/ 189189 w 210738"/>
                <a:gd name="connsiteY17" fmla="*/ 72390 h 125730"/>
                <a:gd name="connsiteX18" fmla="*/ 181569 w 210738"/>
                <a:gd name="connsiteY18" fmla="*/ 99060 h 125730"/>
                <a:gd name="connsiteX19" fmla="*/ 171410 w 210738"/>
                <a:gd name="connsiteY19" fmla="*/ 106680 h 125730"/>
                <a:gd name="connsiteX20" fmla="*/ 39329 w 210738"/>
                <a:gd name="connsiteY20" fmla="*/ 106680 h 125730"/>
                <a:gd name="connsiteX21" fmla="*/ 29169 w 210738"/>
                <a:gd name="connsiteY21" fmla="*/ 99060 h 125730"/>
                <a:gd name="connsiteX22" fmla="*/ 21549 w 210738"/>
                <a:gd name="connsiteY22" fmla="*/ 72390 h 1257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210738" h="125730">
                  <a:moveTo>
                    <a:pt x="21549" y="72390"/>
                  </a:moveTo>
                  <a:cubicBezTo>
                    <a:pt x="13929" y="46990"/>
                    <a:pt x="34249" y="20320"/>
                    <a:pt x="60919" y="20320"/>
                  </a:cubicBezTo>
                  <a:lnTo>
                    <a:pt x="64729" y="20320"/>
                  </a:lnTo>
                  <a:cubicBezTo>
                    <a:pt x="69810" y="20320"/>
                    <a:pt x="74889" y="15240"/>
                    <a:pt x="74889" y="10160"/>
                  </a:cubicBezTo>
                  <a:cubicBezTo>
                    <a:pt x="74889" y="5080"/>
                    <a:pt x="69810" y="0"/>
                    <a:pt x="64729" y="0"/>
                  </a:cubicBezTo>
                  <a:lnTo>
                    <a:pt x="60919" y="0"/>
                  </a:lnTo>
                  <a:cubicBezTo>
                    <a:pt x="20279" y="0"/>
                    <a:pt x="-8931" y="38100"/>
                    <a:pt x="2499" y="77470"/>
                  </a:cubicBezTo>
                  <a:lnTo>
                    <a:pt x="10119" y="104140"/>
                  </a:lnTo>
                  <a:cubicBezTo>
                    <a:pt x="13929" y="116840"/>
                    <a:pt x="25360" y="125730"/>
                    <a:pt x="39329" y="125730"/>
                  </a:cubicBezTo>
                  <a:lnTo>
                    <a:pt x="171410" y="125730"/>
                  </a:lnTo>
                  <a:cubicBezTo>
                    <a:pt x="185379" y="125730"/>
                    <a:pt x="196810" y="116840"/>
                    <a:pt x="200619" y="104140"/>
                  </a:cubicBezTo>
                  <a:lnTo>
                    <a:pt x="208239" y="77470"/>
                  </a:lnTo>
                  <a:cubicBezTo>
                    <a:pt x="219669" y="38100"/>
                    <a:pt x="190460" y="0"/>
                    <a:pt x="149819" y="0"/>
                  </a:cubicBezTo>
                  <a:lnTo>
                    <a:pt x="146010" y="0"/>
                  </a:lnTo>
                  <a:cubicBezTo>
                    <a:pt x="140929" y="0"/>
                    <a:pt x="135849" y="5080"/>
                    <a:pt x="135849" y="10160"/>
                  </a:cubicBezTo>
                  <a:cubicBezTo>
                    <a:pt x="135849" y="15240"/>
                    <a:pt x="140929" y="20320"/>
                    <a:pt x="146010" y="20320"/>
                  </a:cubicBezTo>
                  <a:lnTo>
                    <a:pt x="149819" y="20320"/>
                  </a:lnTo>
                  <a:cubicBezTo>
                    <a:pt x="176489" y="20320"/>
                    <a:pt x="196810" y="45720"/>
                    <a:pt x="189189" y="72390"/>
                  </a:cubicBezTo>
                  <a:lnTo>
                    <a:pt x="181569" y="99060"/>
                  </a:lnTo>
                  <a:cubicBezTo>
                    <a:pt x="180299" y="102870"/>
                    <a:pt x="176489" y="106680"/>
                    <a:pt x="171410" y="106680"/>
                  </a:cubicBezTo>
                  <a:lnTo>
                    <a:pt x="39329" y="106680"/>
                  </a:lnTo>
                  <a:cubicBezTo>
                    <a:pt x="34249" y="106680"/>
                    <a:pt x="30439" y="104140"/>
                    <a:pt x="29169" y="99060"/>
                  </a:cubicBezTo>
                  <a:lnTo>
                    <a:pt x="21549" y="7239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16" name="Полилиния: фигура 910">
              <a:extLst>
                <a:ext uri="{FF2B5EF4-FFF2-40B4-BE49-F238E27FC236}">
                  <a16:creationId xmlns:a16="http://schemas.microsoft.com/office/drawing/2014/main" id="{5E56CB8C-D94A-69AB-A755-C310AD2B389D}"/>
                </a:ext>
              </a:extLst>
            </p:cNvPr>
            <p:cNvSpPr/>
            <p:nvPr/>
          </p:nvSpPr>
          <p:spPr>
            <a:xfrm>
              <a:off x="11397253" y="5143182"/>
              <a:ext cx="70074" cy="74973"/>
            </a:xfrm>
            <a:custGeom>
              <a:avLst/>
              <a:gdLst>
                <a:gd name="connsiteX0" fmla="*/ 69577 w 70074"/>
                <a:gd name="connsiteY0" fmla="*/ 60008 h 74973"/>
                <a:gd name="connsiteX1" fmla="*/ 45447 w 70074"/>
                <a:gd name="connsiteY1" fmla="*/ 6668 h 74973"/>
                <a:gd name="connsiteX2" fmla="*/ 25127 w 70074"/>
                <a:gd name="connsiteY2" fmla="*/ 6668 h 74973"/>
                <a:gd name="connsiteX3" fmla="*/ 997 w 70074"/>
                <a:gd name="connsiteY3" fmla="*/ 60008 h 74973"/>
                <a:gd name="connsiteX4" fmla="*/ 6077 w 70074"/>
                <a:gd name="connsiteY4" fmla="*/ 73977 h 74973"/>
                <a:gd name="connsiteX5" fmla="*/ 20047 w 70074"/>
                <a:gd name="connsiteY5" fmla="*/ 68898 h 74973"/>
                <a:gd name="connsiteX6" fmla="*/ 36556 w 70074"/>
                <a:gd name="connsiteY6" fmla="*/ 33338 h 74973"/>
                <a:gd name="connsiteX7" fmla="*/ 53066 w 70074"/>
                <a:gd name="connsiteY7" fmla="*/ 68898 h 74973"/>
                <a:gd name="connsiteX8" fmla="*/ 67037 w 70074"/>
                <a:gd name="connsiteY8" fmla="*/ 73977 h 74973"/>
                <a:gd name="connsiteX9" fmla="*/ 69577 w 70074"/>
                <a:gd name="connsiteY9" fmla="*/ 60008 h 749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70074" h="74973">
                  <a:moveTo>
                    <a:pt x="69577" y="60008"/>
                  </a:moveTo>
                  <a:lnTo>
                    <a:pt x="45447" y="6668"/>
                  </a:lnTo>
                  <a:cubicBezTo>
                    <a:pt x="41637" y="-2223"/>
                    <a:pt x="28937" y="-2223"/>
                    <a:pt x="25127" y="6668"/>
                  </a:cubicBezTo>
                  <a:lnTo>
                    <a:pt x="997" y="60008"/>
                  </a:lnTo>
                  <a:cubicBezTo>
                    <a:pt x="-1544" y="65088"/>
                    <a:pt x="997" y="71438"/>
                    <a:pt x="6077" y="73977"/>
                  </a:cubicBezTo>
                  <a:cubicBezTo>
                    <a:pt x="11156" y="76518"/>
                    <a:pt x="17506" y="73977"/>
                    <a:pt x="20047" y="68898"/>
                  </a:cubicBezTo>
                  <a:lnTo>
                    <a:pt x="36556" y="33338"/>
                  </a:lnTo>
                  <a:lnTo>
                    <a:pt x="53066" y="68898"/>
                  </a:lnTo>
                  <a:cubicBezTo>
                    <a:pt x="55606" y="73977"/>
                    <a:pt x="61956" y="76518"/>
                    <a:pt x="67037" y="73977"/>
                  </a:cubicBezTo>
                  <a:cubicBezTo>
                    <a:pt x="69577" y="71438"/>
                    <a:pt x="70847" y="65088"/>
                    <a:pt x="69577" y="6000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17" name="Полилиния: фигура 916">
            <a:extLst>
              <a:ext uri="{FF2B5EF4-FFF2-40B4-BE49-F238E27FC236}">
                <a16:creationId xmlns:a16="http://schemas.microsoft.com/office/drawing/2014/main" id="{47BDE41B-E112-4FE5-5B6C-1A183477618C}"/>
              </a:ext>
            </a:extLst>
          </p:cNvPr>
          <p:cNvSpPr/>
          <p:nvPr/>
        </p:nvSpPr>
        <p:spPr>
          <a:xfrm>
            <a:off x="7859083" y="4444291"/>
            <a:ext cx="259080" cy="266700"/>
          </a:xfrm>
          <a:custGeom>
            <a:avLst/>
            <a:gdLst>
              <a:gd name="connsiteX0" fmla="*/ 259080 w 259080"/>
              <a:gd name="connsiteY0" fmla="*/ 68580 h 266700"/>
              <a:gd name="connsiteX1" fmla="*/ 259080 w 259080"/>
              <a:gd name="connsiteY1" fmla="*/ 35560 h 266700"/>
              <a:gd name="connsiteX2" fmla="*/ 246380 w 259080"/>
              <a:gd name="connsiteY2" fmla="*/ 12700 h 266700"/>
              <a:gd name="connsiteX3" fmla="*/ 229870 w 259080"/>
              <a:gd name="connsiteY3" fmla="*/ 5080 h 266700"/>
              <a:gd name="connsiteX4" fmla="*/ 187960 w 259080"/>
              <a:gd name="connsiteY4" fmla="*/ 0 h 266700"/>
              <a:gd name="connsiteX5" fmla="*/ 146050 w 259080"/>
              <a:gd name="connsiteY5" fmla="*/ 5080 h 266700"/>
              <a:gd name="connsiteX6" fmla="*/ 129540 w 259080"/>
              <a:gd name="connsiteY6" fmla="*/ 12700 h 266700"/>
              <a:gd name="connsiteX7" fmla="*/ 116840 w 259080"/>
              <a:gd name="connsiteY7" fmla="*/ 35560 h 266700"/>
              <a:gd name="connsiteX8" fmla="*/ 116840 w 259080"/>
              <a:gd name="connsiteY8" fmla="*/ 69850 h 266700"/>
              <a:gd name="connsiteX9" fmla="*/ 116840 w 259080"/>
              <a:gd name="connsiteY9" fmla="*/ 71120 h 266700"/>
              <a:gd name="connsiteX10" fmla="*/ 116840 w 259080"/>
              <a:gd name="connsiteY10" fmla="*/ 71120 h 266700"/>
              <a:gd name="connsiteX11" fmla="*/ 116840 w 259080"/>
              <a:gd name="connsiteY11" fmla="*/ 76200 h 266700"/>
              <a:gd name="connsiteX12" fmla="*/ 85090 w 259080"/>
              <a:gd name="connsiteY12" fmla="*/ 81280 h 266700"/>
              <a:gd name="connsiteX13" fmla="*/ 68580 w 259080"/>
              <a:gd name="connsiteY13" fmla="*/ 88900 h 266700"/>
              <a:gd name="connsiteX14" fmla="*/ 55880 w 259080"/>
              <a:gd name="connsiteY14" fmla="*/ 111760 h 266700"/>
              <a:gd name="connsiteX15" fmla="*/ 55880 w 259080"/>
              <a:gd name="connsiteY15" fmla="*/ 146050 h 266700"/>
              <a:gd name="connsiteX16" fmla="*/ 55880 w 259080"/>
              <a:gd name="connsiteY16" fmla="*/ 147320 h 266700"/>
              <a:gd name="connsiteX17" fmla="*/ 55880 w 259080"/>
              <a:gd name="connsiteY17" fmla="*/ 147320 h 266700"/>
              <a:gd name="connsiteX18" fmla="*/ 55880 w 259080"/>
              <a:gd name="connsiteY18" fmla="*/ 153670 h 266700"/>
              <a:gd name="connsiteX19" fmla="*/ 29210 w 259080"/>
              <a:gd name="connsiteY19" fmla="*/ 158750 h 266700"/>
              <a:gd name="connsiteX20" fmla="*/ 12700 w 259080"/>
              <a:gd name="connsiteY20" fmla="*/ 166370 h 266700"/>
              <a:gd name="connsiteX21" fmla="*/ 0 w 259080"/>
              <a:gd name="connsiteY21" fmla="*/ 189230 h 266700"/>
              <a:gd name="connsiteX22" fmla="*/ 0 w 259080"/>
              <a:gd name="connsiteY22" fmla="*/ 228600 h 266700"/>
              <a:gd name="connsiteX23" fmla="*/ 11430 w 259080"/>
              <a:gd name="connsiteY23" fmla="*/ 251460 h 266700"/>
              <a:gd name="connsiteX24" fmla="*/ 27940 w 259080"/>
              <a:gd name="connsiteY24" fmla="*/ 260350 h 266700"/>
              <a:gd name="connsiteX25" fmla="*/ 69850 w 259080"/>
              <a:gd name="connsiteY25" fmla="*/ 266700 h 266700"/>
              <a:gd name="connsiteX26" fmla="*/ 113030 w 259080"/>
              <a:gd name="connsiteY26" fmla="*/ 259080 h 266700"/>
              <a:gd name="connsiteX27" fmla="*/ 129540 w 259080"/>
              <a:gd name="connsiteY27" fmla="*/ 250190 h 266700"/>
              <a:gd name="connsiteX28" fmla="*/ 140970 w 259080"/>
              <a:gd name="connsiteY28" fmla="*/ 228600 h 266700"/>
              <a:gd name="connsiteX29" fmla="*/ 140970 w 259080"/>
              <a:gd name="connsiteY29" fmla="*/ 224790 h 266700"/>
              <a:gd name="connsiteX30" fmla="*/ 168910 w 259080"/>
              <a:gd name="connsiteY30" fmla="*/ 218440 h 266700"/>
              <a:gd name="connsiteX31" fmla="*/ 185420 w 259080"/>
              <a:gd name="connsiteY31" fmla="*/ 209550 h 266700"/>
              <a:gd name="connsiteX32" fmla="*/ 196850 w 259080"/>
              <a:gd name="connsiteY32" fmla="*/ 191770 h 266700"/>
              <a:gd name="connsiteX33" fmla="*/ 229870 w 259080"/>
              <a:gd name="connsiteY33" fmla="*/ 184150 h 266700"/>
              <a:gd name="connsiteX34" fmla="*/ 246380 w 259080"/>
              <a:gd name="connsiteY34" fmla="*/ 175260 h 266700"/>
              <a:gd name="connsiteX35" fmla="*/ 257810 w 259080"/>
              <a:gd name="connsiteY35" fmla="*/ 153670 h 266700"/>
              <a:gd name="connsiteX36" fmla="*/ 257810 w 259080"/>
              <a:gd name="connsiteY36" fmla="*/ 115570 h 266700"/>
              <a:gd name="connsiteX37" fmla="*/ 257810 w 259080"/>
              <a:gd name="connsiteY37" fmla="*/ 115570 h 266700"/>
              <a:gd name="connsiteX38" fmla="*/ 257810 w 259080"/>
              <a:gd name="connsiteY38" fmla="*/ 113030 h 266700"/>
              <a:gd name="connsiteX39" fmla="*/ 257810 w 259080"/>
              <a:gd name="connsiteY39" fmla="*/ 74930 h 266700"/>
              <a:gd name="connsiteX40" fmla="*/ 257810 w 259080"/>
              <a:gd name="connsiteY40" fmla="*/ 74930 h 266700"/>
              <a:gd name="connsiteX41" fmla="*/ 259080 w 259080"/>
              <a:gd name="connsiteY41" fmla="*/ 68580 h 266700"/>
              <a:gd name="connsiteX42" fmla="*/ 198120 w 259080"/>
              <a:gd name="connsiteY42" fmla="*/ 167640 h 266700"/>
              <a:gd name="connsiteX43" fmla="*/ 238760 w 259080"/>
              <a:gd name="connsiteY43" fmla="*/ 149860 h 266700"/>
              <a:gd name="connsiteX44" fmla="*/ 238760 w 259080"/>
              <a:gd name="connsiteY44" fmla="*/ 137160 h 266700"/>
              <a:gd name="connsiteX45" fmla="*/ 231140 w 259080"/>
              <a:gd name="connsiteY45" fmla="*/ 140970 h 266700"/>
              <a:gd name="connsiteX46" fmla="*/ 198120 w 259080"/>
              <a:gd name="connsiteY46" fmla="*/ 148590 h 266700"/>
              <a:gd name="connsiteX47" fmla="*/ 198120 w 259080"/>
              <a:gd name="connsiteY47" fmla="*/ 167640 h 266700"/>
              <a:gd name="connsiteX48" fmla="*/ 198120 w 259080"/>
              <a:gd name="connsiteY48" fmla="*/ 127000 h 266700"/>
              <a:gd name="connsiteX49" fmla="*/ 238760 w 259080"/>
              <a:gd name="connsiteY49" fmla="*/ 109220 h 266700"/>
              <a:gd name="connsiteX50" fmla="*/ 238760 w 259080"/>
              <a:gd name="connsiteY50" fmla="*/ 96520 h 266700"/>
              <a:gd name="connsiteX51" fmla="*/ 231140 w 259080"/>
              <a:gd name="connsiteY51" fmla="*/ 100330 h 266700"/>
              <a:gd name="connsiteX52" fmla="*/ 198120 w 259080"/>
              <a:gd name="connsiteY52" fmla="*/ 107950 h 266700"/>
              <a:gd name="connsiteX53" fmla="*/ 198120 w 259080"/>
              <a:gd name="connsiteY53" fmla="*/ 111760 h 266700"/>
              <a:gd name="connsiteX54" fmla="*/ 198120 w 259080"/>
              <a:gd name="connsiteY54" fmla="*/ 127000 h 266700"/>
              <a:gd name="connsiteX55" fmla="*/ 184150 w 259080"/>
              <a:gd name="connsiteY55" fmla="*/ 87630 h 266700"/>
              <a:gd name="connsiteX56" fmla="*/ 187960 w 259080"/>
              <a:gd name="connsiteY56" fmla="*/ 87630 h 266700"/>
              <a:gd name="connsiteX57" fmla="*/ 238760 w 259080"/>
              <a:gd name="connsiteY57" fmla="*/ 68580 h 266700"/>
              <a:gd name="connsiteX58" fmla="*/ 238760 w 259080"/>
              <a:gd name="connsiteY58" fmla="*/ 57150 h 266700"/>
              <a:gd name="connsiteX59" fmla="*/ 236220 w 259080"/>
              <a:gd name="connsiteY59" fmla="*/ 58420 h 266700"/>
              <a:gd name="connsiteX60" fmla="*/ 228600 w 259080"/>
              <a:gd name="connsiteY60" fmla="*/ 60960 h 266700"/>
              <a:gd name="connsiteX61" fmla="*/ 201930 w 259080"/>
              <a:gd name="connsiteY61" fmla="*/ 66040 h 266700"/>
              <a:gd name="connsiteX62" fmla="*/ 200660 w 259080"/>
              <a:gd name="connsiteY62" fmla="*/ 66040 h 266700"/>
              <a:gd name="connsiteX63" fmla="*/ 193040 w 259080"/>
              <a:gd name="connsiteY63" fmla="*/ 58420 h 266700"/>
              <a:gd name="connsiteX64" fmla="*/ 200660 w 259080"/>
              <a:gd name="connsiteY64" fmla="*/ 50800 h 266700"/>
              <a:gd name="connsiteX65" fmla="*/ 200660 w 259080"/>
              <a:gd name="connsiteY65" fmla="*/ 50800 h 266700"/>
              <a:gd name="connsiteX66" fmla="*/ 238760 w 259080"/>
              <a:gd name="connsiteY66" fmla="*/ 35560 h 266700"/>
              <a:gd name="connsiteX67" fmla="*/ 187960 w 259080"/>
              <a:gd name="connsiteY67" fmla="*/ 20320 h 266700"/>
              <a:gd name="connsiteX68" fmla="*/ 137160 w 259080"/>
              <a:gd name="connsiteY68" fmla="*/ 35560 h 266700"/>
              <a:gd name="connsiteX69" fmla="*/ 151130 w 259080"/>
              <a:gd name="connsiteY69" fmla="*/ 45720 h 266700"/>
              <a:gd name="connsiteX70" fmla="*/ 151130 w 259080"/>
              <a:gd name="connsiteY70" fmla="*/ 45720 h 266700"/>
              <a:gd name="connsiteX71" fmla="*/ 157480 w 259080"/>
              <a:gd name="connsiteY71" fmla="*/ 53340 h 266700"/>
              <a:gd name="connsiteX72" fmla="*/ 149860 w 259080"/>
              <a:gd name="connsiteY72" fmla="*/ 60960 h 266700"/>
              <a:gd name="connsiteX73" fmla="*/ 147320 w 259080"/>
              <a:gd name="connsiteY73" fmla="*/ 60960 h 266700"/>
              <a:gd name="connsiteX74" fmla="*/ 137160 w 259080"/>
              <a:gd name="connsiteY74" fmla="*/ 57150 h 266700"/>
              <a:gd name="connsiteX75" fmla="*/ 137160 w 259080"/>
              <a:gd name="connsiteY75" fmla="*/ 69850 h 266700"/>
              <a:gd name="connsiteX76" fmla="*/ 139700 w 259080"/>
              <a:gd name="connsiteY76" fmla="*/ 74930 h 266700"/>
              <a:gd name="connsiteX77" fmla="*/ 167640 w 259080"/>
              <a:gd name="connsiteY77" fmla="*/ 80010 h 266700"/>
              <a:gd name="connsiteX78" fmla="*/ 184150 w 259080"/>
              <a:gd name="connsiteY78" fmla="*/ 87630 h 266700"/>
              <a:gd name="connsiteX79" fmla="*/ 76200 w 259080"/>
              <a:gd name="connsiteY79" fmla="*/ 146050 h 266700"/>
              <a:gd name="connsiteX80" fmla="*/ 81280 w 259080"/>
              <a:gd name="connsiteY80" fmla="*/ 153670 h 266700"/>
              <a:gd name="connsiteX81" fmla="*/ 113030 w 259080"/>
              <a:gd name="connsiteY81" fmla="*/ 158750 h 266700"/>
              <a:gd name="connsiteX82" fmla="*/ 125730 w 259080"/>
              <a:gd name="connsiteY82" fmla="*/ 163830 h 266700"/>
              <a:gd name="connsiteX83" fmla="*/ 128270 w 259080"/>
              <a:gd name="connsiteY83" fmla="*/ 163830 h 266700"/>
              <a:gd name="connsiteX84" fmla="*/ 179070 w 259080"/>
              <a:gd name="connsiteY84" fmla="*/ 144780 h 266700"/>
              <a:gd name="connsiteX85" fmla="*/ 179070 w 259080"/>
              <a:gd name="connsiteY85" fmla="*/ 133350 h 266700"/>
              <a:gd name="connsiteX86" fmla="*/ 176530 w 259080"/>
              <a:gd name="connsiteY86" fmla="*/ 134620 h 266700"/>
              <a:gd name="connsiteX87" fmla="*/ 168910 w 259080"/>
              <a:gd name="connsiteY87" fmla="*/ 137160 h 266700"/>
              <a:gd name="connsiteX88" fmla="*/ 142240 w 259080"/>
              <a:gd name="connsiteY88" fmla="*/ 142240 h 266700"/>
              <a:gd name="connsiteX89" fmla="*/ 140970 w 259080"/>
              <a:gd name="connsiteY89" fmla="*/ 142240 h 266700"/>
              <a:gd name="connsiteX90" fmla="*/ 133350 w 259080"/>
              <a:gd name="connsiteY90" fmla="*/ 134620 h 266700"/>
              <a:gd name="connsiteX91" fmla="*/ 140970 w 259080"/>
              <a:gd name="connsiteY91" fmla="*/ 127000 h 266700"/>
              <a:gd name="connsiteX92" fmla="*/ 140970 w 259080"/>
              <a:gd name="connsiteY92" fmla="*/ 127000 h 266700"/>
              <a:gd name="connsiteX93" fmla="*/ 179070 w 259080"/>
              <a:gd name="connsiteY93" fmla="*/ 111760 h 266700"/>
              <a:gd name="connsiteX94" fmla="*/ 128270 w 259080"/>
              <a:gd name="connsiteY94" fmla="*/ 96520 h 266700"/>
              <a:gd name="connsiteX95" fmla="*/ 77470 w 259080"/>
              <a:gd name="connsiteY95" fmla="*/ 111760 h 266700"/>
              <a:gd name="connsiteX96" fmla="*/ 91440 w 259080"/>
              <a:gd name="connsiteY96" fmla="*/ 121920 h 266700"/>
              <a:gd name="connsiteX97" fmla="*/ 91440 w 259080"/>
              <a:gd name="connsiteY97" fmla="*/ 121920 h 266700"/>
              <a:gd name="connsiteX98" fmla="*/ 97790 w 259080"/>
              <a:gd name="connsiteY98" fmla="*/ 129540 h 266700"/>
              <a:gd name="connsiteX99" fmla="*/ 90170 w 259080"/>
              <a:gd name="connsiteY99" fmla="*/ 137160 h 266700"/>
              <a:gd name="connsiteX100" fmla="*/ 87630 w 259080"/>
              <a:gd name="connsiteY100" fmla="*/ 137160 h 266700"/>
              <a:gd name="connsiteX101" fmla="*/ 77470 w 259080"/>
              <a:gd name="connsiteY101" fmla="*/ 133350 h 266700"/>
              <a:gd name="connsiteX102" fmla="*/ 77470 w 259080"/>
              <a:gd name="connsiteY102" fmla="*/ 146050 h 266700"/>
              <a:gd name="connsiteX103" fmla="*/ 142240 w 259080"/>
              <a:gd name="connsiteY103" fmla="*/ 187960 h 266700"/>
              <a:gd name="connsiteX104" fmla="*/ 140970 w 259080"/>
              <a:gd name="connsiteY104" fmla="*/ 181610 h 266700"/>
              <a:gd name="connsiteX105" fmla="*/ 170180 w 259080"/>
              <a:gd name="connsiteY105" fmla="*/ 175260 h 266700"/>
              <a:gd name="connsiteX106" fmla="*/ 177800 w 259080"/>
              <a:gd name="connsiteY106" fmla="*/ 171450 h 266700"/>
              <a:gd name="connsiteX107" fmla="*/ 177800 w 259080"/>
              <a:gd name="connsiteY107" fmla="*/ 184150 h 266700"/>
              <a:gd name="connsiteX108" fmla="*/ 142240 w 259080"/>
              <a:gd name="connsiteY108" fmla="*/ 201930 h 266700"/>
              <a:gd name="connsiteX109" fmla="*/ 142240 w 259080"/>
              <a:gd name="connsiteY109" fmla="*/ 187960 h 266700"/>
              <a:gd name="connsiteX110" fmla="*/ 121920 w 259080"/>
              <a:gd name="connsiteY110" fmla="*/ 208280 h 266700"/>
              <a:gd name="connsiteX111" fmla="*/ 119380 w 259080"/>
              <a:gd name="connsiteY111" fmla="*/ 209550 h 266700"/>
              <a:gd name="connsiteX112" fmla="*/ 111760 w 259080"/>
              <a:gd name="connsiteY112" fmla="*/ 212090 h 266700"/>
              <a:gd name="connsiteX113" fmla="*/ 85090 w 259080"/>
              <a:gd name="connsiteY113" fmla="*/ 217170 h 266700"/>
              <a:gd name="connsiteX114" fmla="*/ 85090 w 259080"/>
              <a:gd name="connsiteY114" fmla="*/ 217170 h 266700"/>
              <a:gd name="connsiteX115" fmla="*/ 85090 w 259080"/>
              <a:gd name="connsiteY115" fmla="*/ 217170 h 266700"/>
              <a:gd name="connsiteX116" fmla="*/ 77470 w 259080"/>
              <a:gd name="connsiteY116" fmla="*/ 209550 h 266700"/>
              <a:gd name="connsiteX117" fmla="*/ 85090 w 259080"/>
              <a:gd name="connsiteY117" fmla="*/ 201930 h 266700"/>
              <a:gd name="connsiteX118" fmla="*/ 85090 w 259080"/>
              <a:gd name="connsiteY118" fmla="*/ 201930 h 266700"/>
              <a:gd name="connsiteX119" fmla="*/ 123190 w 259080"/>
              <a:gd name="connsiteY119" fmla="*/ 186690 h 266700"/>
              <a:gd name="connsiteX120" fmla="*/ 72390 w 259080"/>
              <a:gd name="connsiteY120" fmla="*/ 171450 h 266700"/>
              <a:gd name="connsiteX121" fmla="*/ 21590 w 259080"/>
              <a:gd name="connsiteY121" fmla="*/ 186690 h 266700"/>
              <a:gd name="connsiteX122" fmla="*/ 35560 w 259080"/>
              <a:gd name="connsiteY122" fmla="*/ 196850 h 266700"/>
              <a:gd name="connsiteX123" fmla="*/ 35560 w 259080"/>
              <a:gd name="connsiteY123" fmla="*/ 196850 h 266700"/>
              <a:gd name="connsiteX124" fmla="*/ 41910 w 259080"/>
              <a:gd name="connsiteY124" fmla="*/ 204470 h 266700"/>
              <a:gd name="connsiteX125" fmla="*/ 34290 w 259080"/>
              <a:gd name="connsiteY125" fmla="*/ 212090 h 266700"/>
              <a:gd name="connsiteX126" fmla="*/ 33020 w 259080"/>
              <a:gd name="connsiteY126" fmla="*/ 212090 h 266700"/>
              <a:gd name="connsiteX127" fmla="*/ 31750 w 259080"/>
              <a:gd name="connsiteY127" fmla="*/ 212090 h 266700"/>
              <a:gd name="connsiteX128" fmla="*/ 21590 w 259080"/>
              <a:gd name="connsiteY128" fmla="*/ 208280 h 266700"/>
              <a:gd name="connsiteX129" fmla="*/ 21590 w 259080"/>
              <a:gd name="connsiteY129" fmla="*/ 227330 h 266700"/>
              <a:gd name="connsiteX130" fmla="*/ 72390 w 259080"/>
              <a:gd name="connsiteY130" fmla="*/ 243840 h 266700"/>
              <a:gd name="connsiteX131" fmla="*/ 123190 w 259080"/>
              <a:gd name="connsiteY131" fmla="*/ 224790 h 266700"/>
              <a:gd name="connsiteX132" fmla="*/ 123190 w 259080"/>
              <a:gd name="connsiteY132" fmla="*/ 208280 h 2667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</a:cxnLst>
            <a:rect l="l" t="t" r="r" b="b"/>
            <a:pathLst>
              <a:path w="259080" h="266700">
                <a:moveTo>
                  <a:pt x="259080" y="68580"/>
                </a:moveTo>
                <a:lnTo>
                  <a:pt x="259080" y="35560"/>
                </a:lnTo>
                <a:cubicBezTo>
                  <a:pt x="259080" y="24130"/>
                  <a:pt x="251460" y="16510"/>
                  <a:pt x="246380" y="12700"/>
                </a:cubicBezTo>
                <a:cubicBezTo>
                  <a:pt x="241300" y="8890"/>
                  <a:pt x="234950" y="6350"/>
                  <a:pt x="229870" y="5080"/>
                </a:cubicBezTo>
                <a:cubicBezTo>
                  <a:pt x="218440" y="1270"/>
                  <a:pt x="203200" y="0"/>
                  <a:pt x="187960" y="0"/>
                </a:cubicBezTo>
                <a:cubicBezTo>
                  <a:pt x="172720" y="0"/>
                  <a:pt x="157480" y="1270"/>
                  <a:pt x="146050" y="5080"/>
                </a:cubicBezTo>
                <a:cubicBezTo>
                  <a:pt x="140970" y="6350"/>
                  <a:pt x="134620" y="8890"/>
                  <a:pt x="129540" y="12700"/>
                </a:cubicBezTo>
                <a:cubicBezTo>
                  <a:pt x="124460" y="16510"/>
                  <a:pt x="116840" y="22860"/>
                  <a:pt x="116840" y="35560"/>
                </a:cubicBezTo>
                <a:lnTo>
                  <a:pt x="116840" y="69850"/>
                </a:lnTo>
                <a:cubicBezTo>
                  <a:pt x="116840" y="69850"/>
                  <a:pt x="116840" y="69850"/>
                  <a:pt x="116840" y="71120"/>
                </a:cubicBezTo>
                <a:lnTo>
                  <a:pt x="116840" y="71120"/>
                </a:lnTo>
                <a:lnTo>
                  <a:pt x="116840" y="76200"/>
                </a:lnTo>
                <a:cubicBezTo>
                  <a:pt x="105410" y="76200"/>
                  <a:pt x="93980" y="78740"/>
                  <a:pt x="85090" y="81280"/>
                </a:cubicBezTo>
                <a:cubicBezTo>
                  <a:pt x="80010" y="82550"/>
                  <a:pt x="73660" y="85090"/>
                  <a:pt x="68580" y="88900"/>
                </a:cubicBezTo>
                <a:cubicBezTo>
                  <a:pt x="63500" y="92710"/>
                  <a:pt x="55880" y="99060"/>
                  <a:pt x="55880" y="111760"/>
                </a:cubicBezTo>
                <a:lnTo>
                  <a:pt x="55880" y="146050"/>
                </a:lnTo>
                <a:cubicBezTo>
                  <a:pt x="55880" y="146050"/>
                  <a:pt x="55880" y="146050"/>
                  <a:pt x="55880" y="147320"/>
                </a:cubicBezTo>
                <a:lnTo>
                  <a:pt x="55880" y="147320"/>
                </a:lnTo>
                <a:lnTo>
                  <a:pt x="55880" y="153670"/>
                </a:lnTo>
                <a:cubicBezTo>
                  <a:pt x="45720" y="154940"/>
                  <a:pt x="36830" y="156210"/>
                  <a:pt x="29210" y="158750"/>
                </a:cubicBezTo>
                <a:cubicBezTo>
                  <a:pt x="24130" y="160020"/>
                  <a:pt x="17780" y="162560"/>
                  <a:pt x="12700" y="166370"/>
                </a:cubicBezTo>
                <a:cubicBezTo>
                  <a:pt x="7620" y="170180"/>
                  <a:pt x="0" y="176530"/>
                  <a:pt x="0" y="189230"/>
                </a:cubicBezTo>
                <a:lnTo>
                  <a:pt x="0" y="228600"/>
                </a:lnTo>
                <a:cubicBezTo>
                  <a:pt x="0" y="240030"/>
                  <a:pt x="7620" y="247650"/>
                  <a:pt x="11430" y="251460"/>
                </a:cubicBezTo>
                <a:cubicBezTo>
                  <a:pt x="16510" y="255270"/>
                  <a:pt x="22860" y="257810"/>
                  <a:pt x="27940" y="260350"/>
                </a:cubicBezTo>
                <a:cubicBezTo>
                  <a:pt x="39370" y="264160"/>
                  <a:pt x="54610" y="266700"/>
                  <a:pt x="69850" y="266700"/>
                </a:cubicBezTo>
                <a:cubicBezTo>
                  <a:pt x="86360" y="266700"/>
                  <a:pt x="101600" y="264160"/>
                  <a:pt x="113030" y="259080"/>
                </a:cubicBezTo>
                <a:cubicBezTo>
                  <a:pt x="119380" y="256540"/>
                  <a:pt x="124460" y="254000"/>
                  <a:pt x="129540" y="250190"/>
                </a:cubicBezTo>
                <a:cubicBezTo>
                  <a:pt x="133350" y="246380"/>
                  <a:pt x="140970" y="238760"/>
                  <a:pt x="140970" y="228600"/>
                </a:cubicBezTo>
                <a:lnTo>
                  <a:pt x="140970" y="224790"/>
                </a:lnTo>
                <a:cubicBezTo>
                  <a:pt x="151130" y="223520"/>
                  <a:pt x="161290" y="220980"/>
                  <a:pt x="168910" y="218440"/>
                </a:cubicBezTo>
                <a:cubicBezTo>
                  <a:pt x="175260" y="215900"/>
                  <a:pt x="180340" y="213360"/>
                  <a:pt x="185420" y="209550"/>
                </a:cubicBezTo>
                <a:cubicBezTo>
                  <a:pt x="189230" y="207010"/>
                  <a:pt x="195580" y="200660"/>
                  <a:pt x="196850" y="191770"/>
                </a:cubicBezTo>
                <a:cubicBezTo>
                  <a:pt x="209550" y="190500"/>
                  <a:pt x="220980" y="187960"/>
                  <a:pt x="229870" y="184150"/>
                </a:cubicBezTo>
                <a:cubicBezTo>
                  <a:pt x="236220" y="181610"/>
                  <a:pt x="241300" y="179070"/>
                  <a:pt x="246380" y="175260"/>
                </a:cubicBezTo>
                <a:cubicBezTo>
                  <a:pt x="250190" y="171450"/>
                  <a:pt x="257810" y="163830"/>
                  <a:pt x="257810" y="153670"/>
                </a:cubicBezTo>
                <a:lnTo>
                  <a:pt x="257810" y="115570"/>
                </a:lnTo>
                <a:lnTo>
                  <a:pt x="257810" y="115570"/>
                </a:lnTo>
                <a:cubicBezTo>
                  <a:pt x="257810" y="114300"/>
                  <a:pt x="257810" y="114300"/>
                  <a:pt x="257810" y="113030"/>
                </a:cubicBezTo>
                <a:lnTo>
                  <a:pt x="257810" y="74930"/>
                </a:lnTo>
                <a:lnTo>
                  <a:pt x="257810" y="74930"/>
                </a:lnTo>
                <a:cubicBezTo>
                  <a:pt x="259080" y="71120"/>
                  <a:pt x="259080" y="69850"/>
                  <a:pt x="259080" y="68580"/>
                </a:cubicBezTo>
                <a:close/>
                <a:moveTo>
                  <a:pt x="198120" y="167640"/>
                </a:moveTo>
                <a:cubicBezTo>
                  <a:pt x="220980" y="165100"/>
                  <a:pt x="238760" y="157480"/>
                  <a:pt x="238760" y="149860"/>
                </a:cubicBezTo>
                <a:lnTo>
                  <a:pt x="238760" y="137160"/>
                </a:lnTo>
                <a:cubicBezTo>
                  <a:pt x="236220" y="138430"/>
                  <a:pt x="233680" y="139700"/>
                  <a:pt x="231140" y="140970"/>
                </a:cubicBezTo>
                <a:cubicBezTo>
                  <a:pt x="222250" y="144780"/>
                  <a:pt x="210820" y="147320"/>
                  <a:pt x="198120" y="148590"/>
                </a:cubicBezTo>
                <a:lnTo>
                  <a:pt x="198120" y="167640"/>
                </a:lnTo>
                <a:close/>
                <a:moveTo>
                  <a:pt x="198120" y="127000"/>
                </a:moveTo>
                <a:cubicBezTo>
                  <a:pt x="220980" y="124460"/>
                  <a:pt x="238760" y="116840"/>
                  <a:pt x="238760" y="109220"/>
                </a:cubicBezTo>
                <a:lnTo>
                  <a:pt x="238760" y="96520"/>
                </a:lnTo>
                <a:cubicBezTo>
                  <a:pt x="236220" y="97790"/>
                  <a:pt x="233680" y="99060"/>
                  <a:pt x="231140" y="100330"/>
                </a:cubicBezTo>
                <a:cubicBezTo>
                  <a:pt x="222250" y="104140"/>
                  <a:pt x="210820" y="106680"/>
                  <a:pt x="198120" y="107950"/>
                </a:cubicBezTo>
                <a:cubicBezTo>
                  <a:pt x="198120" y="109220"/>
                  <a:pt x="198120" y="110490"/>
                  <a:pt x="198120" y="111760"/>
                </a:cubicBezTo>
                <a:lnTo>
                  <a:pt x="198120" y="127000"/>
                </a:lnTo>
                <a:close/>
                <a:moveTo>
                  <a:pt x="184150" y="87630"/>
                </a:moveTo>
                <a:cubicBezTo>
                  <a:pt x="185420" y="87630"/>
                  <a:pt x="186690" y="87630"/>
                  <a:pt x="187960" y="87630"/>
                </a:cubicBezTo>
                <a:cubicBezTo>
                  <a:pt x="215900" y="87630"/>
                  <a:pt x="238760" y="77470"/>
                  <a:pt x="238760" y="68580"/>
                </a:cubicBezTo>
                <a:lnTo>
                  <a:pt x="238760" y="57150"/>
                </a:lnTo>
                <a:cubicBezTo>
                  <a:pt x="237490" y="57150"/>
                  <a:pt x="237490" y="58420"/>
                  <a:pt x="236220" y="58420"/>
                </a:cubicBezTo>
                <a:cubicBezTo>
                  <a:pt x="233680" y="59690"/>
                  <a:pt x="231140" y="60960"/>
                  <a:pt x="228600" y="60960"/>
                </a:cubicBezTo>
                <a:cubicBezTo>
                  <a:pt x="220980" y="63500"/>
                  <a:pt x="212090" y="64770"/>
                  <a:pt x="201930" y="66040"/>
                </a:cubicBezTo>
                <a:cubicBezTo>
                  <a:pt x="201930" y="66040"/>
                  <a:pt x="200660" y="66040"/>
                  <a:pt x="200660" y="66040"/>
                </a:cubicBezTo>
                <a:cubicBezTo>
                  <a:pt x="196850" y="66040"/>
                  <a:pt x="193040" y="62230"/>
                  <a:pt x="193040" y="58420"/>
                </a:cubicBezTo>
                <a:cubicBezTo>
                  <a:pt x="193040" y="54610"/>
                  <a:pt x="196850" y="50800"/>
                  <a:pt x="200660" y="50800"/>
                </a:cubicBezTo>
                <a:lnTo>
                  <a:pt x="200660" y="50800"/>
                </a:lnTo>
                <a:cubicBezTo>
                  <a:pt x="222250" y="49530"/>
                  <a:pt x="238760" y="43180"/>
                  <a:pt x="238760" y="35560"/>
                </a:cubicBezTo>
                <a:cubicBezTo>
                  <a:pt x="238760" y="27940"/>
                  <a:pt x="215900" y="20320"/>
                  <a:pt x="187960" y="20320"/>
                </a:cubicBezTo>
                <a:cubicBezTo>
                  <a:pt x="160020" y="20320"/>
                  <a:pt x="137160" y="27940"/>
                  <a:pt x="137160" y="35560"/>
                </a:cubicBezTo>
                <a:cubicBezTo>
                  <a:pt x="137160" y="39370"/>
                  <a:pt x="142240" y="43180"/>
                  <a:pt x="151130" y="45720"/>
                </a:cubicBezTo>
                <a:lnTo>
                  <a:pt x="151130" y="45720"/>
                </a:lnTo>
                <a:cubicBezTo>
                  <a:pt x="154940" y="46990"/>
                  <a:pt x="157480" y="49530"/>
                  <a:pt x="157480" y="53340"/>
                </a:cubicBezTo>
                <a:cubicBezTo>
                  <a:pt x="157480" y="57150"/>
                  <a:pt x="153670" y="60960"/>
                  <a:pt x="149860" y="60960"/>
                </a:cubicBezTo>
                <a:cubicBezTo>
                  <a:pt x="148590" y="60960"/>
                  <a:pt x="148590" y="60960"/>
                  <a:pt x="147320" y="60960"/>
                </a:cubicBezTo>
                <a:cubicBezTo>
                  <a:pt x="143510" y="59690"/>
                  <a:pt x="139700" y="58420"/>
                  <a:pt x="137160" y="57150"/>
                </a:cubicBezTo>
                <a:lnTo>
                  <a:pt x="137160" y="69850"/>
                </a:lnTo>
                <a:cubicBezTo>
                  <a:pt x="137160" y="71120"/>
                  <a:pt x="138430" y="73660"/>
                  <a:pt x="139700" y="74930"/>
                </a:cubicBezTo>
                <a:cubicBezTo>
                  <a:pt x="149860" y="76200"/>
                  <a:pt x="160020" y="77470"/>
                  <a:pt x="167640" y="80010"/>
                </a:cubicBezTo>
                <a:cubicBezTo>
                  <a:pt x="173990" y="82550"/>
                  <a:pt x="179070" y="83820"/>
                  <a:pt x="184150" y="87630"/>
                </a:cubicBezTo>
                <a:close/>
                <a:moveTo>
                  <a:pt x="76200" y="146050"/>
                </a:moveTo>
                <a:cubicBezTo>
                  <a:pt x="76200" y="148590"/>
                  <a:pt x="77470" y="151130"/>
                  <a:pt x="81280" y="153670"/>
                </a:cubicBezTo>
                <a:cubicBezTo>
                  <a:pt x="92710" y="153670"/>
                  <a:pt x="104140" y="156210"/>
                  <a:pt x="113030" y="158750"/>
                </a:cubicBezTo>
                <a:cubicBezTo>
                  <a:pt x="116840" y="160020"/>
                  <a:pt x="120650" y="161290"/>
                  <a:pt x="125730" y="163830"/>
                </a:cubicBezTo>
                <a:cubicBezTo>
                  <a:pt x="125730" y="163830"/>
                  <a:pt x="127000" y="163830"/>
                  <a:pt x="128270" y="163830"/>
                </a:cubicBezTo>
                <a:cubicBezTo>
                  <a:pt x="156210" y="163830"/>
                  <a:pt x="179070" y="153670"/>
                  <a:pt x="179070" y="144780"/>
                </a:cubicBezTo>
                <a:lnTo>
                  <a:pt x="179070" y="133350"/>
                </a:lnTo>
                <a:cubicBezTo>
                  <a:pt x="177800" y="133350"/>
                  <a:pt x="177800" y="134620"/>
                  <a:pt x="176530" y="134620"/>
                </a:cubicBezTo>
                <a:cubicBezTo>
                  <a:pt x="173990" y="135890"/>
                  <a:pt x="171450" y="137160"/>
                  <a:pt x="168910" y="137160"/>
                </a:cubicBezTo>
                <a:cubicBezTo>
                  <a:pt x="161290" y="139700"/>
                  <a:pt x="152400" y="140970"/>
                  <a:pt x="142240" y="142240"/>
                </a:cubicBezTo>
                <a:cubicBezTo>
                  <a:pt x="142240" y="142240"/>
                  <a:pt x="140970" y="142240"/>
                  <a:pt x="140970" y="142240"/>
                </a:cubicBezTo>
                <a:cubicBezTo>
                  <a:pt x="137160" y="142240"/>
                  <a:pt x="133350" y="138430"/>
                  <a:pt x="133350" y="134620"/>
                </a:cubicBezTo>
                <a:cubicBezTo>
                  <a:pt x="133350" y="130810"/>
                  <a:pt x="137160" y="127000"/>
                  <a:pt x="140970" y="127000"/>
                </a:cubicBezTo>
                <a:lnTo>
                  <a:pt x="140970" y="127000"/>
                </a:lnTo>
                <a:cubicBezTo>
                  <a:pt x="162560" y="125730"/>
                  <a:pt x="179070" y="119380"/>
                  <a:pt x="179070" y="111760"/>
                </a:cubicBezTo>
                <a:cubicBezTo>
                  <a:pt x="179070" y="104140"/>
                  <a:pt x="156210" y="96520"/>
                  <a:pt x="128270" y="96520"/>
                </a:cubicBezTo>
                <a:cubicBezTo>
                  <a:pt x="100330" y="96520"/>
                  <a:pt x="77470" y="104140"/>
                  <a:pt x="77470" y="111760"/>
                </a:cubicBezTo>
                <a:cubicBezTo>
                  <a:pt x="77470" y="115570"/>
                  <a:pt x="82550" y="119380"/>
                  <a:pt x="91440" y="121920"/>
                </a:cubicBezTo>
                <a:lnTo>
                  <a:pt x="91440" y="121920"/>
                </a:lnTo>
                <a:cubicBezTo>
                  <a:pt x="95250" y="123190"/>
                  <a:pt x="97790" y="125730"/>
                  <a:pt x="97790" y="129540"/>
                </a:cubicBezTo>
                <a:cubicBezTo>
                  <a:pt x="97790" y="133350"/>
                  <a:pt x="93980" y="137160"/>
                  <a:pt x="90170" y="137160"/>
                </a:cubicBezTo>
                <a:cubicBezTo>
                  <a:pt x="88900" y="137160"/>
                  <a:pt x="88900" y="137160"/>
                  <a:pt x="87630" y="137160"/>
                </a:cubicBezTo>
                <a:cubicBezTo>
                  <a:pt x="83820" y="135890"/>
                  <a:pt x="80010" y="134620"/>
                  <a:pt x="77470" y="133350"/>
                </a:cubicBezTo>
                <a:lnTo>
                  <a:pt x="77470" y="146050"/>
                </a:lnTo>
                <a:close/>
                <a:moveTo>
                  <a:pt x="142240" y="187960"/>
                </a:moveTo>
                <a:cubicBezTo>
                  <a:pt x="142240" y="185420"/>
                  <a:pt x="142240" y="184150"/>
                  <a:pt x="140970" y="181610"/>
                </a:cubicBezTo>
                <a:cubicBezTo>
                  <a:pt x="151130" y="180340"/>
                  <a:pt x="161290" y="177800"/>
                  <a:pt x="170180" y="175260"/>
                </a:cubicBezTo>
                <a:cubicBezTo>
                  <a:pt x="172720" y="173990"/>
                  <a:pt x="175260" y="172720"/>
                  <a:pt x="177800" y="171450"/>
                </a:cubicBezTo>
                <a:lnTo>
                  <a:pt x="177800" y="184150"/>
                </a:lnTo>
                <a:cubicBezTo>
                  <a:pt x="177800" y="190500"/>
                  <a:pt x="162560" y="199390"/>
                  <a:pt x="142240" y="201930"/>
                </a:cubicBezTo>
                <a:lnTo>
                  <a:pt x="142240" y="187960"/>
                </a:lnTo>
                <a:close/>
                <a:moveTo>
                  <a:pt x="121920" y="208280"/>
                </a:moveTo>
                <a:cubicBezTo>
                  <a:pt x="120650" y="208280"/>
                  <a:pt x="120650" y="209550"/>
                  <a:pt x="119380" y="209550"/>
                </a:cubicBezTo>
                <a:cubicBezTo>
                  <a:pt x="116840" y="210820"/>
                  <a:pt x="114300" y="212090"/>
                  <a:pt x="111760" y="212090"/>
                </a:cubicBezTo>
                <a:cubicBezTo>
                  <a:pt x="104140" y="214630"/>
                  <a:pt x="95250" y="215900"/>
                  <a:pt x="85090" y="217170"/>
                </a:cubicBezTo>
                <a:cubicBezTo>
                  <a:pt x="85090" y="217170"/>
                  <a:pt x="85090" y="217170"/>
                  <a:pt x="85090" y="217170"/>
                </a:cubicBezTo>
                <a:cubicBezTo>
                  <a:pt x="85090" y="217170"/>
                  <a:pt x="85090" y="217170"/>
                  <a:pt x="85090" y="217170"/>
                </a:cubicBezTo>
                <a:cubicBezTo>
                  <a:pt x="81280" y="217170"/>
                  <a:pt x="77470" y="213360"/>
                  <a:pt x="77470" y="209550"/>
                </a:cubicBezTo>
                <a:cubicBezTo>
                  <a:pt x="77470" y="205740"/>
                  <a:pt x="81280" y="201930"/>
                  <a:pt x="85090" y="201930"/>
                </a:cubicBezTo>
                <a:lnTo>
                  <a:pt x="85090" y="201930"/>
                </a:lnTo>
                <a:cubicBezTo>
                  <a:pt x="106680" y="200660"/>
                  <a:pt x="123190" y="194310"/>
                  <a:pt x="123190" y="186690"/>
                </a:cubicBezTo>
                <a:cubicBezTo>
                  <a:pt x="123190" y="179070"/>
                  <a:pt x="100330" y="171450"/>
                  <a:pt x="72390" y="171450"/>
                </a:cubicBezTo>
                <a:cubicBezTo>
                  <a:pt x="44450" y="171450"/>
                  <a:pt x="21590" y="179070"/>
                  <a:pt x="21590" y="186690"/>
                </a:cubicBezTo>
                <a:cubicBezTo>
                  <a:pt x="21590" y="190500"/>
                  <a:pt x="26670" y="194310"/>
                  <a:pt x="35560" y="196850"/>
                </a:cubicBezTo>
                <a:lnTo>
                  <a:pt x="35560" y="196850"/>
                </a:lnTo>
                <a:cubicBezTo>
                  <a:pt x="39370" y="198120"/>
                  <a:pt x="41910" y="200660"/>
                  <a:pt x="41910" y="204470"/>
                </a:cubicBezTo>
                <a:cubicBezTo>
                  <a:pt x="41910" y="208280"/>
                  <a:pt x="38100" y="212090"/>
                  <a:pt x="34290" y="212090"/>
                </a:cubicBezTo>
                <a:cubicBezTo>
                  <a:pt x="34290" y="212090"/>
                  <a:pt x="33020" y="212090"/>
                  <a:pt x="33020" y="212090"/>
                </a:cubicBezTo>
                <a:cubicBezTo>
                  <a:pt x="33020" y="212090"/>
                  <a:pt x="33020" y="212090"/>
                  <a:pt x="31750" y="212090"/>
                </a:cubicBezTo>
                <a:cubicBezTo>
                  <a:pt x="27940" y="210820"/>
                  <a:pt x="24130" y="209550"/>
                  <a:pt x="21590" y="208280"/>
                </a:cubicBezTo>
                <a:lnTo>
                  <a:pt x="21590" y="227330"/>
                </a:lnTo>
                <a:cubicBezTo>
                  <a:pt x="21590" y="236220"/>
                  <a:pt x="44450" y="243840"/>
                  <a:pt x="72390" y="243840"/>
                </a:cubicBezTo>
                <a:cubicBezTo>
                  <a:pt x="100330" y="243840"/>
                  <a:pt x="123190" y="233680"/>
                  <a:pt x="123190" y="224790"/>
                </a:cubicBezTo>
                <a:lnTo>
                  <a:pt x="123190" y="2082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118" name="Рисунок 2">
            <a:extLst>
              <a:ext uri="{FF2B5EF4-FFF2-40B4-BE49-F238E27FC236}">
                <a16:creationId xmlns:a16="http://schemas.microsoft.com/office/drawing/2014/main" id="{A4E830D7-A836-C678-8FD5-5C367BDC2592}"/>
              </a:ext>
            </a:extLst>
          </p:cNvPr>
          <p:cNvGrpSpPr/>
          <p:nvPr/>
        </p:nvGrpSpPr>
        <p:grpSpPr>
          <a:xfrm>
            <a:off x="7811045" y="3533589"/>
            <a:ext cx="243839" cy="325120"/>
            <a:chOff x="7955280" y="3036570"/>
            <a:chExt cx="243839" cy="325120"/>
          </a:xfrm>
          <a:solidFill>
            <a:schemeClr val="tx1"/>
          </a:solidFill>
        </p:grpSpPr>
        <p:sp>
          <p:nvSpPr>
            <p:cNvPr id="1119" name="Полилиния: фигура 726">
              <a:extLst>
                <a:ext uri="{FF2B5EF4-FFF2-40B4-BE49-F238E27FC236}">
                  <a16:creationId xmlns:a16="http://schemas.microsoft.com/office/drawing/2014/main" id="{86126AE6-9252-071D-2E29-A78B807B08D2}"/>
                </a:ext>
              </a:extLst>
            </p:cNvPr>
            <p:cNvSpPr/>
            <p:nvPr/>
          </p:nvSpPr>
          <p:spPr>
            <a:xfrm>
              <a:off x="8006079" y="3036570"/>
              <a:ext cx="142240" cy="36829"/>
            </a:xfrm>
            <a:custGeom>
              <a:avLst/>
              <a:gdLst>
                <a:gd name="connsiteX0" fmla="*/ 71120 w 142240"/>
                <a:gd name="connsiteY0" fmla="*/ 20320 h 36829"/>
                <a:gd name="connsiteX1" fmla="*/ 15240 w 142240"/>
                <a:gd name="connsiteY1" fmla="*/ 35560 h 36829"/>
                <a:gd name="connsiteX2" fmla="*/ 1270 w 142240"/>
                <a:gd name="connsiteY2" fmla="*/ 31750 h 36829"/>
                <a:gd name="connsiteX3" fmla="*/ 5080 w 142240"/>
                <a:gd name="connsiteY3" fmla="*/ 17780 h 36829"/>
                <a:gd name="connsiteX4" fmla="*/ 71120 w 142240"/>
                <a:gd name="connsiteY4" fmla="*/ 0 h 36829"/>
                <a:gd name="connsiteX5" fmla="*/ 137160 w 142240"/>
                <a:gd name="connsiteY5" fmla="*/ 17780 h 36829"/>
                <a:gd name="connsiteX6" fmla="*/ 140970 w 142240"/>
                <a:gd name="connsiteY6" fmla="*/ 31750 h 36829"/>
                <a:gd name="connsiteX7" fmla="*/ 127000 w 142240"/>
                <a:gd name="connsiteY7" fmla="*/ 35560 h 36829"/>
                <a:gd name="connsiteX8" fmla="*/ 71120 w 142240"/>
                <a:gd name="connsiteY8" fmla="*/ 20320 h 3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42240" h="36829">
                  <a:moveTo>
                    <a:pt x="71120" y="20320"/>
                  </a:moveTo>
                  <a:cubicBezTo>
                    <a:pt x="50800" y="20320"/>
                    <a:pt x="31750" y="25400"/>
                    <a:pt x="15240" y="35560"/>
                  </a:cubicBezTo>
                  <a:cubicBezTo>
                    <a:pt x="10160" y="38100"/>
                    <a:pt x="3810" y="36830"/>
                    <a:pt x="1270" y="31750"/>
                  </a:cubicBezTo>
                  <a:cubicBezTo>
                    <a:pt x="-1270" y="26670"/>
                    <a:pt x="0" y="20320"/>
                    <a:pt x="5080" y="17780"/>
                  </a:cubicBezTo>
                  <a:cubicBezTo>
                    <a:pt x="24130" y="6350"/>
                    <a:pt x="46990" y="0"/>
                    <a:pt x="71120" y="0"/>
                  </a:cubicBezTo>
                  <a:cubicBezTo>
                    <a:pt x="95250" y="0"/>
                    <a:pt x="118110" y="6350"/>
                    <a:pt x="137160" y="17780"/>
                  </a:cubicBezTo>
                  <a:cubicBezTo>
                    <a:pt x="142240" y="20320"/>
                    <a:pt x="143510" y="26670"/>
                    <a:pt x="140970" y="31750"/>
                  </a:cubicBezTo>
                  <a:cubicBezTo>
                    <a:pt x="138430" y="36830"/>
                    <a:pt x="132080" y="38100"/>
                    <a:pt x="127000" y="35560"/>
                  </a:cubicBezTo>
                  <a:cubicBezTo>
                    <a:pt x="111760" y="26670"/>
                    <a:pt x="91440" y="20320"/>
                    <a:pt x="71120" y="2032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20" name="Полилиния: фигура 727">
              <a:extLst>
                <a:ext uri="{FF2B5EF4-FFF2-40B4-BE49-F238E27FC236}">
                  <a16:creationId xmlns:a16="http://schemas.microsoft.com/office/drawing/2014/main" id="{E141A37D-92DB-4067-84EC-3717D0D1D21C}"/>
                </a:ext>
              </a:extLst>
            </p:cNvPr>
            <p:cNvSpPr/>
            <p:nvPr/>
          </p:nvSpPr>
          <p:spPr>
            <a:xfrm>
              <a:off x="8138159" y="3178810"/>
              <a:ext cx="20320" cy="20319"/>
            </a:xfrm>
            <a:custGeom>
              <a:avLst/>
              <a:gdLst>
                <a:gd name="connsiteX0" fmla="*/ 0 w 20320"/>
                <a:gd name="connsiteY0" fmla="*/ 0 h 20319"/>
                <a:gd name="connsiteX1" fmla="*/ 0 w 20320"/>
                <a:gd name="connsiteY1" fmla="*/ 20320 h 20319"/>
                <a:gd name="connsiteX2" fmla="*/ 20320 w 20320"/>
                <a:gd name="connsiteY2" fmla="*/ 20320 h 20319"/>
                <a:gd name="connsiteX3" fmla="*/ 20320 w 20320"/>
                <a:gd name="connsiteY3" fmla="*/ 0 h 20319"/>
                <a:gd name="connsiteX4" fmla="*/ 0 w 20320"/>
                <a:gd name="connsiteY4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20320" h="20319">
                  <a:moveTo>
                    <a:pt x="0" y="0"/>
                  </a:moveTo>
                  <a:lnTo>
                    <a:pt x="0" y="20320"/>
                  </a:lnTo>
                  <a:lnTo>
                    <a:pt x="20320" y="20320"/>
                  </a:lnTo>
                  <a:lnTo>
                    <a:pt x="2032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21" name="Полилиния: фигура 728">
              <a:extLst>
                <a:ext uri="{FF2B5EF4-FFF2-40B4-BE49-F238E27FC236}">
                  <a16:creationId xmlns:a16="http://schemas.microsoft.com/office/drawing/2014/main" id="{5ADFFF65-F95C-5678-FBB3-D33C9434BAA9}"/>
                </a:ext>
              </a:extLst>
            </p:cNvPr>
            <p:cNvSpPr/>
            <p:nvPr/>
          </p:nvSpPr>
          <p:spPr>
            <a:xfrm>
              <a:off x="8026400" y="3158489"/>
              <a:ext cx="101600" cy="101600"/>
            </a:xfrm>
            <a:custGeom>
              <a:avLst/>
              <a:gdLst>
                <a:gd name="connsiteX0" fmla="*/ 101600 w 101600"/>
                <a:gd name="connsiteY0" fmla="*/ 50800 h 101600"/>
                <a:gd name="connsiteX1" fmla="*/ 50800 w 101600"/>
                <a:gd name="connsiteY1" fmla="*/ 101600 h 101600"/>
                <a:gd name="connsiteX2" fmla="*/ 0 w 101600"/>
                <a:gd name="connsiteY2" fmla="*/ 50800 h 101600"/>
                <a:gd name="connsiteX3" fmla="*/ 50800 w 101600"/>
                <a:gd name="connsiteY3" fmla="*/ 0 h 101600"/>
                <a:gd name="connsiteX4" fmla="*/ 101600 w 101600"/>
                <a:gd name="connsiteY4" fmla="*/ 50800 h 101600"/>
                <a:gd name="connsiteX5" fmla="*/ 81280 w 101600"/>
                <a:gd name="connsiteY5" fmla="*/ 50800 h 101600"/>
                <a:gd name="connsiteX6" fmla="*/ 50800 w 101600"/>
                <a:gd name="connsiteY6" fmla="*/ 81280 h 101600"/>
                <a:gd name="connsiteX7" fmla="*/ 20320 w 101600"/>
                <a:gd name="connsiteY7" fmla="*/ 50800 h 101600"/>
                <a:gd name="connsiteX8" fmla="*/ 50800 w 101600"/>
                <a:gd name="connsiteY8" fmla="*/ 20320 h 101600"/>
                <a:gd name="connsiteX9" fmla="*/ 81280 w 101600"/>
                <a:gd name="connsiteY9" fmla="*/ 508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01600" h="101600">
                  <a:moveTo>
                    <a:pt x="101600" y="50800"/>
                  </a:moveTo>
                  <a:cubicBezTo>
                    <a:pt x="101600" y="78740"/>
                    <a:pt x="78740" y="101600"/>
                    <a:pt x="50800" y="101600"/>
                  </a:cubicBezTo>
                  <a:cubicBezTo>
                    <a:pt x="22860" y="101600"/>
                    <a:pt x="0" y="78740"/>
                    <a:pt x="0" y="50800"/>
                  </a:cubicBezTo>
                  <a:cubicBezTo>
                    <a:pt x="0" y="22860"/>
                    <a:pt x="22860" y="0"/>
                    <a:pt x="50800" y="0"/>
                  </a:cubicBezTo>
                  <a:cubicBezTo>
                    <a:pt x="78740" y="0"/>
                    <a:pt x="101600" y="22860"/>
                    <a:pt x="101600" y="50800"/>
                  </a:cubicBezTo>
                  <a:close/>
                  <a:moveTo>
                    <a:pt x="81280" y="50800"/>
                  </a:moveTo>
                  <a:cubicBezTo>
                    <a:pt x="81280" y="67310"/>
                    <a:pt x="67310" y="81280"/>
                    <a:pt x="50800" y="81280"/>
                  </a:cubicBezTo>
                  <a:cubicBezTo>
                    <a:pt x="34290" y="81280"/>
                    <a:pt x="20320" y="67310"/>
                    <a:pt x="20320" y="50800"/>
                  </a:cubicBezTo>
                  <a:cubicBezTo>
                    <a:pt x="20320" y="34290"/>
                    <a:pt x="34290" y="20320"/>
                    <a:pt x="50800" y="20320"/>
                  </a:cubicBezTo>
                  <a:cubicBezTo>
                    <a:pt x="67310" y="20320"/>
                    <a:pt x="81280" y="34290"/>
                    <a:pt x="81280" y="5080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22" name="Полилиния: фигура 729">
              <a:extLst>
                <a:ext uri="{FF2B5EF4-FFF2-40B4-BE49-F238E27FC236}">
                  <a16:creationId xmlns:a16="http://schemas.microsoft.com/office/drawing/2014/main" id="{044D2B24-2F0E-ADBE-D672-02AE7553FDEC}"/>
                </a:ext>
              </a:extLst>
            </p:cNvPr>
            <p:cNvSpPr/>
            <p:nvPr/>
          </p:nvSpPr>
          <p:spPr>
            <a:xfrm>
              <a:off x="7955280" y="3117850"/>
              <a:ext cx="243839" cy="172720"/>
            </a:xfrm>
            <a:custGeom>
              <a:avLst/>
              <a:gdLst>
                <a:gd name="connsiteX0" fmla="*/ 71120 w 243839"/>
                <a:gd name="connsiteY0" fmla="*/ 0 h 172720"/>
                <a:gd name="connsiteX1" fmla="*/ 41910 w 243839"/>
                <a:gd name="connsiteY1" fmla="*/ 20320 h 172720"/>
                <a:gd name="connsiteX2" fmla="*/ 30480 w 243839"/>
                <a:gd name="connsiteY2" fmla="*/ 20320 h 172720"/>
                <a:gd name="connsiteX3" fmla="*/ 0 w 243839"/>
                <a:gd name="connsiteY3" fmla="*/ 50800 h 172720"/>
                <a:gd name="connsiteX4" fmla="*/ 0 w 243839"/>
                <a:gd name="connsiteY4" fmla="*/ 142240 h 172720"/>
                <a:gd name="connsiteX5" fmla="*/ 30480 w 243839"/>
                <a:gd name="connsiteY5" fmla="*/ 172720 h 172720"/>
                <a:gd name="connsiteX6" fmla="*/ 213360 w 243839"/>
                <a:gd name="connsiteY6" fmla="*/ 172720 h 172720"/>
                <a:gd name="connsiteX7" fmla="*/ 243839 w 243839"/>
                <a:gd name="connsiteY7" fmla="*/ 142240 h 172720"/>
                <a:gd name="connsiteX8" fmla="*/ 243839 w 243839"/>
                <a:gd name="connsiteY8" fmla="*/ 50800 h 172720"/>
                <a:gd name="connsiteX9" fmla="*/ 213360 w 243839"/>
                <a:gd name="connsiteY9" fmla="*/ 20320 h 172720"/>
                <a:gd name="connsiteX10" fmla="*/ 201930 w 243839"/>
                <a:gd name="connsiteY10" fmla="*/ 20320 h 172720"/>
                <a:gd name="connsiteX11" fmla="*/ 172720 w 243839"/>
                <a:gd name="connsiteY11" fmla="*/ 0 h 172720"/>
                <a:gd name="connsiteX12" fmla="*/ 71120 w 243839"/>
                <a:gd name="connsiteY12" fmla="*/ 0 h 172720"/>
                <a:gd name="connsiteX13" fmla="*/ 60960 w 243839"/>
                <a:gd name="connsiteY13" fmla="*/ 30480 h 172720"/>
                <a:gd name="connsiteX14" fmla="*/ 71120 w 243839"/>
                <a:gd name="connsiteY14" fmla="*/ 20320 h 172720"/>
                <a:gd name="connsiteX15" fmla="*/ 172720 w 243839"/>
                <a:gd name="connsiteY15" fmla="*/ 20320 h 172720"/>
                <a:gd name="connsiteX16" fmla="*/ 182880 w 243839"/>
                <a:gd name="connsiteY16" fmla="*/ 30480 h 172720"/>
                <a:gd name="connsiteX17" fmla="*/ 182880 w 243839"/>
                <a:gd name="connsiteY17" fmla="*/ 40640 h 172720"/>
                <a:gd name="connsiteX18" fmla="*/ 213360 w 243839"/>
                <a:gd name="connsiteY18" fmla="*/ 40640 h 172720"/>
                <a:gd name="connsiteX19" fmla="*/ 223520 w 243839"/>
                <a:gd name="connsiteY19" fmla="*/ 50800 h 172720"/>
                <a:gd name="connsiteX20" fmla="*/ 223520 w 243839"/>
                <a:gd name="connsiteY20" fmla="*/ 142240 h 172720"/>
                <a:gd name="connsiteX21" fmla="*/ 213360 w 243839"/>
                <a:gd name="connsiteY21" fmla="*/ 152400 h 172720"/>
                <a:gd name="connsiteX22" fmla="*/ 30480 w 243839"/>
                <a:gd name="connsiteY22" fmla="*/ 152400 h 172720"/>
                <a:gd name="connsiteX23" fmla="*/ 20320 w 243839"/>
                <a:gd name="connsiteY23" fmla="*/ 142240 h 172720"/>
                <a:gd name="connsiteX24" fmla="*/ 20320 w 243839"/>
                <a:gd name="connsiteY24" fmla="*/ 50800 h 172720"/>
                <a:gd name="connsiteX25" fmla="*/ 30480 w 243839"/>
                <a:gd name="connsiteY25" fmla="*/ 40640 h 172720"/>
                <a:gd name="connsiteX26" fmla="*/ 60960 w 243839"/>
                <a:gd name="connsiteY26" fmla="*/ 40640 h 172720"/>
                <a:gd name="connsiteX27" fmla="*/ 60960 w 243839"/>
                <a:gd name="connsiteY27" fmla="*/ 30480 h 1727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243839" h="172720">
                  <a:moveTo>
                    <a:pt x="71120" y="0"/>
                  </a:moveTo>
                  <a:cubicBezTo>
                    <a:pt x="58420" y="0"/>
                    <a:pt x="46989" y="8890"/>
                    <a:pt x="41910" y="20320"/>
                  </a:cubicBezTo>
                  <a:lnTo>
                    <a:pt x="30480" y="20320"/>
                  </a:lnTo>
                  <a:cubicBezTo>
                    <a:pt x="13970" y="20320"/>
                    <a:pt x="0" y="34290"/>
                    <a:pt x="0" y="50800"/>
                  </a:cubicBezTo>
                  <a:lnTo>
                    <a:pt x="0" y="142240"/>
                  </a:lnTo>
                  <a:cubicBezTo>
                    <a:pt x="0" y="158750"/>
                    <a:pt x="13970" y="172720"/>
                    <a:pt x="30480" y="172720"/>
                  </a:cubicBezTo>
                  <a:lnTo>
                    <a:pt x="213360" y="172720"/>
                  </a:lnTo>
                  <a:cubicBezTo>
                    <a:pt x="229870" y="172720"/>
                    <a:pt x="243839" y="158750"/>
                    <a:pt x="243839" y="142240"/>
                  </a:cubicBezTo>
                  <a:lnTo>
                    <a:pt x="243839" y="50800"/>
                  </a:lnTo>
                  <a:cubicBezTo>
                    <a:pt x="243839" y="34290"/>
                    <a:pt x="229870" y="20320"/>
                    <a:pt x="213360" y="20320"/>
                  </a:cubicBezTo>
                  <a:lnTo>
                    <a:pt x="201930" y="20320"/>
                  </a:lnTo>
                  <a:cubicBezTo>
                    <a:pt x="198120" y="8890"/>
                    <a:pt x="186689" y="0"/>
                    <a:pt x="172720" y="0"/>
                  </a:cubicBezTo>
                  <a:lnTo>
                    <a:pt x="71120" y="0"/>
                  </a:lnTo>
                  <a:close/>
                  <a:moveTo>
                    <a:pt x="60960" y="30480"/>
                  </a:moveTo>
                  <a:cubicBezTo>
                    <a:pt x="60960" y="25400"/>
                    <a:pt x="66039" y="20320"/>
                    <a:pt x="71120" y="20320"/>
                  </a:cubicBezTo>
                  <a:lnTo>
                    <a:pt x="172720" y="20320"/>
                  </a:lnTo>
                  <a:cubicBezTo>
                    <a:pt x="177800" y="20320"/>
                    <a:pt x="182880" y="25400"/>
                    <a:pt x="182880" y="30480"/>
                  </a:cubicBezTo>
                  <a:lnTo>
                    <a:pt x="182880" y="40640"/>
                  </a:lnTo>
                  <a:lnTo>
                    <a:pt x="213360" y="40640"/>
                  </a:lnTo>
                  <a:cubicBezTo>
                    <a:pt x="218439" y="40640"/>
                    <a:pt x="223520" y="45720"/>
                    <a:pt x="223520" y="50800"/>
                  </a:cubicBezTo>
                  <a:lnTo>
                    <a:pt x="223520" y="142240"/>
                  </a:lnTo>
                  <a:cubicBezTo>
                    <a:pt x="223520" y="147320"/>
                    <a:pt x="218439" y="152400"/>
                    <a:pt x="213360" y="152400"/>
                  </a:cubicBezTo>
                  <a:lnTo>
                    <a:pt x="30480" y="152400"/>
                  </a:lnTo>
                  <a:cubicBezTo>
                    <a:pt x="25400" y="152400"/>
                    <a:pt x="20320" y="147320"/>
                    <a:pt x="20320" y="142240"/>
                  </a:cubicBezTo>
                  <a:lnTo>
                    <a:pt x="20320" y="50800"/>
                  </a:lnTo>
                  <a:cubicBezTo>
                    <a:pt x="20320" y="45720"/>
                    <a:pt x="25400" y="40640"/>
                    <a:pt x="30480" y="40640"/>
                  </a:cubicBezTo>
                  <a:lnTo>
                    <a:pt x="60960" y="40640"/>
                  </a:lnTo>
                  <a:lnTo>
                    <a:pt x="60960" y="304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23" name="Полилиния: фигура 730">
              <a:extLst>
                <a:ext uri="{FF2B5EF4-FFF2-40B4-BE49-F238E27FC236}">
                  <a16:creationId xmlns:a16="http://schemas.microsoft.com/office/drawing/2014/main" id="{E9F74205-ADAF-1912-54F7-42ACFEF6C50F}"/>
                </a:ext>
              </a:extLst>
            </p:cNvPr>
            <p:cNvSpPr/>
            <p:nvPr/>
          </p:nvSpPr>
          <p:spPr>
            <a:xfrm>
              <a:off x="8036560" y="3078479"/>
              <a:ext cx="81279" cy="27940"/>
            </a:xfrm>
            <a:custGeom>
              <a:avLst/>
              <a:gdLst>
                <a:gd name="connsiteX0" fmla="*/ 15240 w 81279"/>
                <a:gd name="connsiteY0" fmla="*/ 26670 h 27940"/>
                <a:gd name="connsiteX1" fmla="*/ 40640 w 81279"/>
                <a:gd name="connsiteY1" fmla="*/ 20320 h 27940"/>
                <a:gd name="connsiteX2" fmla="*/ 66040 w 81279"/>
                <a:gd name="connsiteY2" fmla="*/ 26670 h 27940"/>
                <a:gd name="connsiteX3" fmla="*/ 80010 w 81279"/>
                <a:gd name="connsiteY3" fmla="*/ 22860 h 27940"/>
                <a:gd name="connsiteX4" fmla="*/ 76200 w 81279"/>
                <a:gd name="connsiteY4" fmla="*/ 8890 h 27940"/>
                <a:gd name="connsiteX5" fmla="*/ 40640 w 81279"/>
                <a:gd name="connsiteY5" fmla="*/ 0 h 27940"/>
                <a:gd name="connsiteX6" fmla="*/ 5080 w 81279"/>
                <a:gd name="connsiteY6" fmla="*/ 8890 h 27940"/>
                <a:gd name="connsiteX7" fmla="*/ 1270 w 81279"/>
                <a:gd name="connsiteY7" fmla="*/ 22860 h 27940"/>
                <a:gd name="connsiteX8" fmla="*/ 15240 w 81279"/>
                <a:gd name="connsiteY8" fmla="*/ 26670 h 279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81279" h="27940">
                  <a:moveTo>
                    <a:pt x="15240" y="26670"/>
                  </a:moveTo>
                  <a:cubicBezTo>
                    <a:pt x="22860" y="22860"/>
                    <a:pt x="31750" y="20320"/>
                    <a:pt x="40640" y="20320"/>
                  </a:cubicBezTo>
                  <a:cubicBezTo>
                    <a:pt x="49530" y="20320"/>
                    <a:pt x="58420" y="22860"/>
                    <a:pt x="66040" y="26670"/>
                  </a:cubicBezTo>
                  <a:cubicBezTo>
                    <a:pt x="71120" y="29210"/>
                    <a:pt x="77470" y="27940"/>
                    <a:pt x="80010" y="22860"/>
                  </a:cubicBezTo>
                  <a:cubicBezTo>
                    <a:pt x="82550" y="17780"/>
                    <a:pt x="81280" y="11430"/>
                    <a:pt x="76200" y="8890"/>
                  </a:cubicBezTo>
                  <a:cubicBezTo>
                    <a:pt x="66040" y="2540"/>
                    <a:pt x="53340" y="0"/>
                    <a:pt x="40640" y="0"/>
                  </a:cubicBezTo>
                  <a:cubicBezTo>
                    <a:pt x="27940" y="0"/>
                    <a:pt x="15240" y="3810"/>
                    <a:pt x="5080" y="8890"/>
                  </a:cubicBezTo>
                  <a:cubicBezTo>
                    <a:pt x="0" y="11430"/>
                    <a:pt x="-1270" y="17780"/>
                    <a:pt x="1270" y="22860"/>
                  </a:cubicBezTo>
                  <a:cubicBezTo>
                    <a:pt x="5080" y="27940"/>
                    <a:pt x="10160" y="29210"/>
                    <a:pt x="15240" y="2667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24" name="Полилиния: фигура 731">
              <a:extLst>
                <a:ext uri="{FF2B5EF4-FFF2-40B4-BE49-F238E27FC236}">
                  <a16:creationId xmlns:a16="http://schemas.microsoft.com/office/drawing/2014/main" id="{AC3B802A-F5A2-4F04-8EF4-73DC63195587}"/>
                </a:ext>
              </a:extLst>
            </p:cNvPr>
            <p:cNvSpPr/>
            <p:nvPr/>
          </p:nvSpPr>
          <p:spPr>
            <a:xfrm>
              <a:off x="8026639" y="3310890"/>
              <a:ext cx="101120" cy="50800"/>
            </a:xfrm>
            <a:custGeom>
              <a:avLst/>
              <a:gdLst>
                <a:gd name="connsiteX0" fmla="*/ 30241 w 101120"/>
                <a:gd name="connsiteY0" fmla="*/ 0 h 50800"/>
                <a:gd name="connsiteX1" fmla="*/ 2300 w 101120"/>
                <a:gd name="connsiteY1" fmla="*/ 34290 h 50800"/>
                <a:gd name="connsiteX2" fmla="*/ 3570 w 101120"/>
                <a:gd name="connsiteY2" fmla="*/ 48260 h 50800"/>
                <a:gd name="connsiteX3" fmla="*/ 17541 w 101120"/>
                <a:gd name="connsiteY3" fmla="*/ 46990 h 50800"/>
                <a:gd name="connsiteX4" fmla="*/ 40400 w 101120"/>
                <a:gd name="connsiteY4" fmla="*/ 19050 h 50800"/>
                <a:gd name="connsiteX5" fmla="*/ 40400 w 101120"/>
                <a:gd name="connsiteY5" fmla="*/ 40640 h 50800"/>
                <a:gd name="connsiteX6" fmla="*/ 50560 w 101120"/>
                <a:gd name="connsiteY6" fmla="*/ 50800 h 50800"/>
                <a:gd name="connsiteX7" fmla="*/ 60720 w 101120"/>
                <a:gd name="connsiteY7" fmla="*/ 40640 h 50800"/>
                <a:gd name="connsiteX8" fmla="*/ 60720 w 101120"/>
                <a:gd name="connsiteY8" fmla="*/ 19050 h 50800"/>
                <a:gd name="connsiteX9" fmla="*/ 83580 w 101120"/>
                <a:gd name="connsiteY9" fmla="*/ 46990 h 50800"/>
                <a:gd name="connsiteX10" fmla="*/ 97550 w 101120"/>
                <a:gd name="connsiteY10" fmla="*/ 48260 h 50800"/>
                <a:gd name="connsiteX11" fmla="*/ 98820 w 101120"/>
                <a:gd name="connsiteY11" fmla="*/ 34290 h 50800"/>
                <a:gd name="connsiteX12" fmla="*/ 70880 w 101120"/>
                <a:gd name="connsiteY12" fmla="*/ 0 h 50800"/>
                <a:gd name="connsiteX13" fmla="*/ 30241 w 101120"/>
                <a:gd name="connsiteY13" fmla="*/ 0 h 508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01120" h="50800">
                  <a:moveTo>
                    <a:pt x="30241" y="0"/>
                  </a:moveTo>
                  <a:lnTo>
                    <a:pt x="2300" y="34290"/>
                  </a:lnTo>
                  <a:cubicBezTo>
                    <a:pt x="-1509" y="38100"/>
                    <a:pt x="-240" y="44450"/>
                    <a:pt x="3570" y="48260"/>
                  </a:cubicBezTo>
                  <a:cubicBezTo>
                    <a:pt x="7380" y="52070"/>
                    <a:pt x="13730" y="50800"/>
                    <a:pt x="17541" y="46990"/>
                  </a:cubicBezTo>
                  <a:lnTo>
                    <a:pt x="40400" y="19050"/>
                  </a:lnTo>
                  <a:lnTo>
                    <a:pt x="40400" y="40640"/>
                  </a:lnTo>
                  <a:cubicBezTo>
                    <a:pt x="40400" y="45720"/>
                    <a:pt x="45480" y="50800"/>
                    <a:pt x="50560" y="50800"/>
                  </a:cubicBezTo>
                  <a:cubicBezTo>
                    <a:pt x="55641" y="50800"/>
                    <a:pt x="60720" y="45720"/>
                    <a:pt x="60720" y="40640"/>
                  </a:cubicBezTo>
                  <a:lnTo>
                    <a:pt x="60720" y="19050"/>
                  </a:lnTo>
                  <a:lnTo>
                    <a:pt x="83580" y="46990"/>
                  </a:lnTo>
                  <a:cubicBezTo>
                    <a:pt x="87391" y="50800"/>
                    <a:pt x="93741" y="52070"/>
                    <a:pt x="97550" y="48260"/>
                  </a:cubicBezTo>
                  <a:cubicBezTo>
                    <a:pt x="101360" y="44450"/>
                    <a:pt x="102630" y="38100"/>
                    <a:pt x="98820" y="34290"/>
                  </a:cubicBezTo>
                  <a:lnTo>
                    <a:pt x="70880" y="0"/>
                  </a:lnTo>
                  <a:lnTo>
                    <a:pt x="30241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174" name="Группа 1173">
            <a:extLst>
              <a:ext uri="{FF2B5EF4-FFF2-40B4-BE49-F238E27FC236}">
                <a16:creationId xmlns:a16="http://schemas.microsoft.com/office/drawing/2014/main" id="{5FD09862-BBEA-11C3-33FB-F1055D186A12}"/>
              </a:ext>
            </a:extLst>
          </p:cNvPr>
          <p:cNvGrpSpPr/>
          <p:nvPr/>
        </p:nvGrpSpPr>
        <p:grpSpPr>
          <a:xfrm>
            <a:off x="1699033" y="5005029"/>
            <a:ext cx="203200" cy="242252"/>
            <a:chOff x="1714457" y="5049010"/>
            <a:chExt cx="203200" cy="242252"/>
          </a:xfrm>
        </p:grpSpPr>
        <p:sp>
          <p:nvSpPr>
            <p:cNvPr id="1125" name="Полилиния: фигура 552">
              <a:extLst>
                <a:ext uri="{FF2B5EF4-FFF2-40B4-BE49-F238E27FC236}">
                  <a16:creationId xmlns:a16="http://schemas.microsoft.com/office/drawing/2014/main" id="{EC855F2A-9FD0-A77F-4959-543B8C064908}"/>
                </a:ext>
              </a:extLst>
            </p:cNvPr>
            <p:cNvSpPr/>
            <p:nvPr/>
          </p:nvSpPr>
          <p:spPr>
            <a:xfrm>
              <a:off x="1776926" y="5125450"/>
              <a:ext cx="80800" cy="90960"/>
            </a:xfrm>
            <a:custGeom>
              <a:avLst/>
              <a:gdLst>
                <a:gd name="connsiteX0" fmla="*/ 78500 w 80800"/>
                <a:gd name="connsiteY0" fmla="*/ 16271 h 90960"/>
                <a:gd name="connsiteX1" fmla="*/ 77231 w 80800"/>
                <a:gd name="connsiteY1" fmla="*/ 2300 h 90960"/>
                <a:gd name="connsiteX2" fmla="*/ 63261 w 80800"/>
                <a:gd name="connsiteY2" fmla="*/ 3571 h 90960"/>
                <a:gd name="connsiteX3" fmla="*/ 2300 w 80800"/>
                <a:gd name="connsiteY3" fmla="*/ 74691 h 90960"/>
                <a:gd name="connsiteX4" fmla="*/ 3571 w 80800"/>
                <a:gd name="connsiteY4" fmla="*/ 88660 h 90960"/>
                <a:gd name="connsiteX5" fmla="*/ 17540 w 80800"/>
                <a:gd name="connsiteY5" fmla="*/ 87391 h 90960"/>
                <a:gd name="connsiteX6" fmla="*/ 78500 w 80800"/>
                <a:gd name="connsiteY6" fmla="*/ 16271 h 909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80800" h="90960">
                  <a:moveTo>
                    <a:pt x="78500" y="16271"/>
                  </a:moveTo>
                  <a:cubicBezTo>
                    <a:pt x="82311" y="12460"/>
                    <a:pt x="81040" y="6110"/>
                    <a:pt x="77231" y="2300"/>
                  </a:cubicBezTo>
                  <a:cubicBezTo>
                    <a:pt x="73421" y="-1509"/>
                    <a:pt x="67071" y="-240"/>
                    <a:pt x="63261" y="3571"/>
                  </a:cubicBezTo>
                  <a:lnTo>
                    <a:pt x="2300" y="74691"/>
                  </a:lnTo>
                  <a:cubicBezTo>
                    <a:pt x="-1510" y="78500"/>
                    <a:pt x="-239" y="84850"/>
                    <a:pt x="3571" y="88660"/>
                  </a:cubicBezTo>
                  <a:cubicBezTo>
                    <a:pt x="7381" y="92471"/>
                    <a:pt x="13731" y="91200"/>
                    <a:pt x="17540" y="87391"/>
                  </a:cubicBezTo>
                  <a:lnTo>
                    <a:pt x="78500" y="16271"/>
                  </a:ln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26" name="Полилиния: фигура 553">
              <a:extLst>
                <a:ext uri="{FF2B5EF4-FFF2-40B4-BE49-F238E27FC236}">
                  <a16:creationId xmlns:a16="http://schemas.microsoft.com/office/drawing/2014/main" id="{510DC055-DBFC-7F28-6D8C-2768CD4CC73E}"/>
                </a:ext>
              </a:extLst>
            </p:cNvPr>
            <p:cNvSpPr/>
            <p:nvPr/>
          </p:nvSpPr>
          <p:spPr>
            <a:xfrm>
              <a:off x="1800816" y="5155691"/>
              <a:ext cx="30480" cy="30479"/>
            </a:xfrm>
            <a:custGeom>
              <a:avLst/>
              <a:gdLst>
                <a:gd name="connsiteX0" fmla="*/ 30480 w 30480"/>
                <a:gd name="connsiteY0" fmla="*/ 15240 h 30479"/>
                <a:gd name="connsiteX1" fmla="*/ 15240 w 30480"/>
                <a:gd name="connsiteY1" fmla="*/ 30480 h 30479"/>
                <a:gd name="connsiteX2" fmla="*/ 0 w 30480"/>
                <a:gd name="connsiteY2" fmla="*/ 15240 h 30479"/>
                <a:gd name="connsiteX3" fmla="*/ 15240 w 30480"/>
                <a:gd name="connsiteY3" fmla="*/ 0 h 30479"/>
                <a:gd name="connsiteX4" fmla="*/ 30480 w 30480"/>
                <a:gd name="connsiteY4" fmla="*/ 15240 h 30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80" h="30479">
                  <a:moveTo>
                    <a:pt x="30480" y="15240"/>
                  </a:moveTo>
                  <a:cubicBezTo>
                    <a:pt x="30480" y="24130"/>
                    <a:pt x="24130" y="30480"/>
                    <a:pt x="15240" y="30480"/>
                  </a:cubicBezTo>
                  <a:cubicBezTo>
                    <a:pt x="6350" y="30480"/>
                    <a:pt x="0" y="24130"/>
                    <a:pt x="0" y="15240"/>
                  </a:cubicBezTo>
                  <a:cubicBezTo>
                    <a:pt x="0" y="6350"/>
                    <a:pt x="6350" y="0"/>
                    <a:pt x="15240" y="0"/>
                  </a:cubicBezTo>
                  <a:cubicBezTo>
                    <a:pt x="24130" y="0"/>
                    <a:pt x="30480" y="6350"/>
                    <a:pt x="30480" y="15240"/>
                  </a:cubicBez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27" name="Полилиния: фигура 554">
              <a:extLst>
                <a:ext uri="{FF2B5EF4-FFF2-40B4-BE49-F238E27FC236}">
                  <a16:creationId xmlns:a16="http://schemas.microsoft.com/office/drawing/2014/main" id="{B53E1562-4586-0D75-DF85-66259424E0B0}"/>
                </a:ext>
              </a:extLst>
            </p:cNvPr>
            <p:cNvSpPr/>
            <p:nvPr/>
          </p:nvSpPr>
          <p:spPr>
            <a:xfrm>
              <a:off x="1802087" y="5155691"/>
              <a:ext cx="30479" cy="30479"/>
            </a:xfrm>
            <a:custGeom>
              <a:avLst/>
              <a:gdLst>
                <a:gd name="connsiteX0" fmla="*/ 15240 w 30479"/>
                <a:gd name="connsiteY0" fmla="*/ 30480 h 30479"/>
                <a:gd name="connsiteX1" fmla="*/ 30480 w 30479"/>
                <a:gd name="connsiteY1" fmla="*/ 15240 h 30479"/>
                <a:gd name="connsiteX2" fmla="*/ 15240 w 30479"/>
                <a:gd name="connsiteY2" fmla="*/ 0 h 30479"/>
                <a:gd name="connsiteX3" fmla="*/ 0 w 30479"/>
                <a:gd name="connsiteY3" fmla="*/ 15240 h 30479"/>
                <a:gd name="connsiteX4" fmla="*/ 15240 w 30479"/>
                <a:gd name="connsiteY4" fmla="*/ 30480 h 304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0479" h="30479">
                  <a:moveTo>
                    <a:pt x="15240" y="30480"/>
                  </a:moveTo>
                  <a:cubicBezTo>
                    <a:pt x="24130" y="30480"/>
                    <a:pt x="30480" y="24130"/>
                    <a:pt x="30480" y="15240"/>
                  </a:cubicBezTo>
                  <a:cubicBezTo>
                    <a:pt x="30480" y="6350"/>
                    <a:pt x="24130" y="0"/>
                    <a:pt x="15240" y="0"/>
                  </a:cubicBezTo>
                  <a:cubicBezTo>
                    <a:pt x="6350" y="0"/>
                    <a:pt x="0" y="6350"/>
                    <a:pt x="0" y="15240"/>
                  </a:cubicBezTo>
                  <a:cubicBezTo>
                    <a:pt x="0" y="24130"/>
                    <a:pt x="6350" y="30480"/>
                    <a:pt x="15240" y="30480"/>
                  </a:cubicBez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28" name="Полилиния: фигура 555">
              <a:extLst>
                <a:ext uri="{FF2B5EF4-FFF2-40B4-BE49-F238E27FC236}">
                  <a16:creationId xmlns:a16="http://schemas.microsoft.com/office/drawing/2014/main" id="{76E208A5-5648-38BB-ECEC-8C14EE9FC45C}"/>
                </a:ext>
              </a:extLst>
            </p:cNvPr>
            <p:cNvSpPr/>
            <p:nvPr/>
          </p:nvSpPr>
          <p:spPr>
            <a:xfrm>
              <a:off x="1714457" y="5049010"/>
              <a:ext cx="203200" cy="242252"/>
            </a:xfrm>
            <a:custGeom>
              <a:avLst/>
              <a:gdLst>
                <a:gd name="connsiteX0" fmla="*/ 201930 w 203200"/>
                <a:gd name="connsiteY0" fmla="*/ 152400 h 242252"/>
                <a:gd name="connsiteX1" fmla="*/ 201930 w 203200"/>
                <a:gd name="connsiteY1" fmla="*/ 149860 h 242252"/>
                <a:gd name="connsiteX2" fmla="*/ 203200 w 203200"/>
                <a:gd name="connsiteY2" fmla="*/ 133350 h 242252"/>
                <a:gd name="connsiteX3" fmla="*/ 203200 w 203200"/>
                <a:gd name="connsiteY3" fmla="*/ 10160 h 242252"/>
                <a:gd name="connsiteX4" fmla="*/ 193040 w 203200"/>
                <a:gd name="connsiteY4" fmla="*/ 0 h 242252"/>
                <a:gd name="connsiteX5" fmla="*/ 10160 w 203200"/>
                <a:gd name="connsiteY5" fmla="*/ 0 h 242252"/>
                <a:gd name="connsiteX6" fmla="*/ 0 w 203200"/>
                <a:gd name="connsiteY6" fmla="*/ 10160 h 242252"/>
                <a:gd name="connsiteX7" fmla="*/ 0 w 203200"/>
                <a:gd name="connsiteY7" fmla="*/ 133350 h 242252"/>
                <a:gd name="connsiteX8" fmla="*/ 1270 w 203200"/>
                <a:gd name="connsiteY8" fmla="*/ 149860 h 242252"/>
                <a:gd name="connsiteX9" fmla="*/ 1270 w 203200"/>
                <a:gd name="connsiteY9" fmla="*/ 152400 h 242252"/>
                <a:gd name="connsiteX10" fmla="*/ 44450 w 203200"/>
                <a:gd name="connsiteY10" fmla="*/ 213360 h 242252"/>
                <a:gd name="connsiteX11" fmla="*/ 95250 w 203200"/>
                <a:gd name="connsiteY11" fmla="*/ 241300 h 242252"/>
                <a:gd name="connsiteX12" fmla="*/ 105410 w 203200"/>
                <a:gd name="connsiteY12" fmla="*/ 241300 h 242252"/>
                <a:gd name="connsiteX13" fmla="*/ 156210 w 203200"/>
                <a:gd name="connsiteY13" fmla="*/ 213360 h 242252"/>
                <a:gd name="connsiteX14" fmla="*/ 201930 w 203200"/>
                <a:gd name="connsiteY14" fmla="*/ 152400 h 242252"/>
                <a:gd name="connsiteX15" fmla="*/ 21590 w 203200"/>
                <a:gd name="connsiteY15" fmla="*/ 134620 h 242252"/>
                <a:gd name="connsiteX16" fmla="*/ 21590 w 203200"/>
                <a:gd name="connsiteY16" fmla="*/ 20320 h 242252"/>
                <a:gd name="connsiteX17" fmla="*/ 182880 w 203200"/>
                <a:gd name="connsiteY17" fmla="*/ 20320 h 242252"/>
                <a:gd name="connsiteX18" fmla="*/ 182880 w 203200"/>
                <a:gd name="connsiteY18" fmla="*/ 134620 h 242252"/>
                <a:gd name="connsiteX19" fmla="*/ 182880 w 203200"/>
                <a:gd name="connsiteY19" fmla="*/ 139700 h 242252"/>
                <a:gd name="connsiteX20" fmla="*/ 181610 w 203200"/>
                <a:gd name="connsiteY20" fmla="*/ 146050 h 242252"/>
                <a:gd name="connsiteX21" fmla="*/ 181610 w 203200"/>
                <a:gd name="connsiteY21" fmla="*/ 148590 h 242252"/>
                <a:gd name="connsiteX22" fmla="*/ 148590 w 203200"/>
                <a:gd name="connsiteY22" fmla="*/ 195580 h 242252"/>
                <a:gd name="connsiteX23" fmla="*/ 102870 w 203200"/>
                <a:gd name="connsiteY23" fmla="*/ 220980 h 242252"/>
                <a:gd name="connsiteX24" fmla="*/ 57150 w 203200"/>
                <a:gd name="connsiteY24" fmla="*/ 195580 h 242252"/>
                <a:gd name="connsiteX25" fmla="*/ 24130 w 203200"/>
                <a:gd name="connsiteY25" fmla="*/ 148590 h 242252"/>
                <a:gd name="connsiteX26" fmla="*/ 24130 w 203200"/>
                <a:gd name="connsiteY26" fmla="*/ 146050 h 242252"/>
                <a:gd name="connsiteX27" fmla="*/ 22860 w 203200"/>
                <a:gd name="connsiteY27" fmla="*/ 139700 h 242252"/>
                <a:gd name="connsiteX28" fmla="*/ 21590 w 203200"/>
                <a:gd name="connsiteY28" fmla="*/ 134620 h 242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203200" h="242252">
                  <a:moveTo>
                    <a:pt x="201930" y="152400"/>
                  </a:moveTo>
                  <a:lnTo>
                    <a:pt x="201930" y="149860"/>
                  </a:lnTo>
                  <a:cubicBezTo>
                    <a:pt x="203200" y="144780"/>
                    <a:pt x="203200" y="139700"/>
                    <a:pt x="203200" y="133350"/>
                  </a:cubicBezTo>
                  <a:lnTo>
                    <a:pt x="203200" y="10160"/>
                  </a:ln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133350"/>
                  </a:lnTo>
                  <a:cubicBezTo>
                    <a:pt x="0" y="138430"/>
                    <a:pt x="0" y="143510"/>
                    <a:pt x="1270" y="149860"/>
                  </a:cubicBezTo>
                  <a:lnTo>
                    <a:pt x="1270" y="152400"/>
                  </a:lnTo>
                  <a:cubicBezTo>
                    <a:pt x="6350" y="177800"/>
                    <a:pt x="22860" y="199390"/>
                    <a:pt x="44450" y="213360"/>
                  </a:cubicBezTo>
                  <a:lnTo>
                    <a:pt x="95250" y="241300"/>
                  </a:lnTo>
                  <a:cubicBezTo>
                    <a:pt x="97790" y="242570"/>
                    <a:pt x="101600" y="242570"/>
                    <a:pt x="105410" y="241300"/>
                  </a:cubicBezTo>
                  <a:lnTo>
                    <a:pt x="156210" y="213360"/>
                  </a:lnTo>
                  <a:cubicBezTo>
                    <a:pt x="180340" y="200660"/>
                    <a:pt x="196850" y="179070"/>
                    <a:pt x="201930" y="152400"/>
                  </a:cubicBezTo>
                  <a:close/>
                  <a:moveTo>
                    <a:pt x="21590" y="134620"/>
                  </a:moveTo>
                  <a:lnTo>
                    <a:pt x="21590" y="20320"/>
                  </a:lnTo>
                  <a:lnTo>
                    <a:pt x="182880" y="20320"/>
                  </a:lnTo>
                  <a:lnTo>
                    <a:pt x="182880" y="134620"/>
                  </a:lnTo>
                  <a:cubicBezTo>
                    <a:pt x="182880" y="135890"/>
                    <a:pt x="182880" y="138430"/>
                    <a:pt x="182880" y="139700"/>
                  </a:cubicBezTo>
                  <a:cubicBezTo>
                    <a:pt x="182880" y="142240"/>
                    <a:pt x="182880" y="143510"/>
                    <a:pt x="181610" y="146050"/>
                  </a:cubicBezTo>
                  <a:lnTo>
                    <a:pt x="181610" y="148590"/>
                  </a:lnTo>
                  <a:cubicBezTo>
                    <a:pt x="177800" y="167640"/>
                    <a:pt x="165100" y="185420"/>
                    <a:pt x="148590" y="195580"/>
                  </a:cubicBezTo>
                  <a:lnTo>
                    <a:pt x="102870" y="220980"/>
                  </a:lnTo>
                  <a:lnTo>
                    <a:pt x="57150" y="195580"/>
                  </a:lnTo>
                  <a:cubicBezTo>
                    <a:pt x="39370" y="185420"/>
                    <a:pt x="27940" y="168910"/>
                    <a:pt x="24130" y="148590"/>
                  </a:cubicBezTo>
                  <a:lnTo>
                    <a:pt x="24130" y="146050"/>
                  </a:lnTo>
                  <a:cubicBezTo>
                    <a:pt x="24130" y="143510"/>
                    <a:pt x="22860" y="142240"/>
                    <a:pt x="22860" y="139700"/>
                  </a:cubicBezTo>
                  <a:cubicBezTo>
                    <a:pt x="21590" y="138430"/>
                    <a:pt x="21590" y="135890"/>
                    <a:pt x="21590" y="134620"/>
                  </a:cubicBez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29" name="Полилиния: фигура 558">
            <a:extLst>
              <a:ext uri="{FF2B5EF4-FFF2-40B4-BE49-F238E27FC236}">
                <a16:creationId xmlns:a16="http://schemas.microsoft.com/office/drawing/2014/main" id="{5B90F8E8-814C-9BF8-133B-42DD24F9B992}"/>
              </a:ext>
            </a:extLst>
          </p:cNvPr>
          <p:cNvSpPr/>
          <p:nvPr/>
        </p:nvSpPr>
        <p:spPr>
          <a:xfrm>
            <a:off x="588666" y="5005029"/>
            <a:ext cx="203200" cy="241617"/>
          </a:xfrm>
          <a:custGeom>
            <a:avLst/>
            <a:gdLst>
              <a:gd name="connsiteX0" fmla="*/ 20320 w 203200"/>
              <a:gd name="connsiteY0" fmla="*/ 0 h 241617"/>
              <a:gd name="connsiteX1" fmla="*/ 0 w 203200"/>
              <a:gd name="connsiteY1" fmla="*/ 20320 h 241617"/>
              <a:gd name="connsiteX2" fmla="*/ 0 w 203200"/>
              <a:gd name="connsiteY2" fmla="*/ 124460 h 241617"/>
              <a:gd name="connsiteX3" fmla="*/ 17780 w 203200"/>
              <a:gd name="connsiteY3" fmla="*/ 133350 h 241617"/>
              <a:gd name="connsiteX4" fmla="*/ 113030 w 203200"/>
              <a:gd name="connsiteY4" fmla="*/ 72390 h 241617"/>
              <a:gd name="connsiteX5" fmla="*/ 121920 w 203200"/>
              <a:gd name="connsiteY5" fmla="*/ 74930 h 241617"/>
              <a:gd name="connsiteX6" fmla="*/ 142240 w 203200"/>
              <a:gd name="connsiteY6" fmla="*/ 54610 h 241617"/>
              <a:gd name="connsiteX7" fmla="*/ 121920 w 203200"/>
              <a:gd name="connsiteY7" fmla="*/ 34290 h 241617"/>
              <a:gd name="connsiteX8" fmla="*/ 101600 w 203200"/>
              <a:gd name="connsiteY8" fmla="*/ 54610 h 241617"/>
              <a:gd name="connsiteX9" fmla="*/ 101600 w 203200"/>
              <a:gd name="connsiteY9" fmla="*/ 55880 h 241617"/>
              <a:gd name="connsiteX10" fmla="*/ 20320 w 203200"/>
              <a:gd name="connsiteY10" fmla="*/ 107950 h 241617"/>
              <a:gd name="connsiteX11" fmla="*/ 20320 w 203200"/>
              <a:gd name="connsiteY11" fmla="*/ 20320 h 241617"/>
              <a:gd name="connsiteX12" fmla="*/ 182880 w 203200"/>
              <a:gd name="connsiteY12" fmla="*/ 20320 h 241617"/>
              <a:gd name="connsiteX13" fmla="*/ 182880 w 203200"/>
              <a:gd name="connsiteY13" fmla="*/ 50800 h 241617"/>
              <a:gd name="connsiteX14" fmla="*/ 193040 w 203200"/>
              <a:gd name="connsiteY14" fmla="*/ 60960 h 241617"/>
              <a:gd name="connsiteX15" fmla="*/ 203200 w 203200"/>
              <a:gd name="connsiteY15" fmla="*/ 50800 h 241617"/>
              <a:gd name="connsiteX16" fmla="*/ 203200 w 203200"/>
              <a:gd name="connsiteY16" fmla="*/ 20320 h 241617"/>
              <a:gd name="connsiteX17" fmla="*/ 182880 w 203200"/>
              <a:gd name="connsiteY17" fmla="*/ 0 h 241617"/>
              <a:gd name="connsiteX18" fmla="*/ 20320 w 203200"/>
              <a:gd name="connsiteY18" fmla="*/ 0 h 241617"/>
              <a:gd name="connsiteX19" fmla="*/ 203200 w 203200"/>
              <a:gd name="connsiteY19" fmla="*/ 93980 h 241617"/>
              <a:gd name="connsiteX20" fmla="*/ 186690 w 203200"/>
              <a:gd name="connsiteY20" fmla="*/ 83820 h 241617"/>
              <a:gd name="connsiteX21" fmla="*/ 91440 w 203200"/>
              <a:gd name="connsiteY21" fmla="*/ 139700 h 241617"/>
              <a:gd name="connsiteX22" fmla="*/ 81280 w 203200"/>
              <a:gd name="connsiteY22" fmla="*/ 137160 h 241617"/>
              <a:gd name="connsiteX23" fmla="*/ 60960 w 203200"/>
              <a:gd name="connsiteY23" fmla="*/ 157480 h 241617"/>
              <a:gd name="connsiteX24" fmla="*/ 81280 w 203200"/>
              <a:gd name="connsiteY24" fmla="*/ 177800 h 241617"/>
              <a:gd name="connsiteX25" fmla="*/ 101600 w 203200"/>
              <a:gd name="connsiteY25" fmla="*/ 157480 h 241617"/>
              <a:gd name="connsiteX26" fmla="*/ 101600 w 203200"/>
              <a:gd name="connsiteY26" fmla="*/ 157480 h 241617"/>
              <a:gd name="connsiteX27" fmla="*/ 182880 w 203200"/>
              <a:gd name="connsiteY27" fmla="*/ 109220 h 241617"/>
              <a:gd name="connsiteX28" fmla="*/ 182880 w 203200"/>
              <a:gd name="connsiteY28" fmla="*/ 132080 h 241617"/>
              <a:gd name="connsiteX29" fmla="*/ 181610 w 203200"/>
              <a:gd name="connsiteY29" fmla="*/ 144780 h 241617"/>
              <a:gd name="connsiteX30" fmla="*/ 181610 w 203200"/>
              <a:gd name="connsiteY30" fmla="*/ 147320 h 241617"/>
              <a:gd name="connsiteX31" fmla="*/ 147320 w 203200"/>
              <a:gd name="connsiteY31" fmla="*/ 195580 h 241617"/>
              <a:gd name="connsiteX32" fmla="*/ 101600 w 203200"/>
              <a:gd name="connsiteY32" fmla="*/ 220980 h 241617"/>
              <a:gd name="connsiteX33" fmla="*/ 55880 w 203200"/>
              <a:gd name="connsiteY33" fmla="*/ 195580 h 241617"/>
              <a:gd name="connsiteX34" fmla="*/ 55880 w 203200"/>
              <a:gd name="connsiteY34" fmla="*/ 195580 h 241617"/>
              <a:gd name="connsiteX35" fmla="*/ 36830 w 203200"/>
              <a:gd name="connsiteY35" fmla="*/ 179070 h 241617"/>
              <a:gd name="connsiteX36" fmla="*/ 24130 w 203200"/>
              <a:gd name="connsiteY36" fmla="*/ 157480 h 241617"/>
              <a:gd name="connsiteX37" fmla="*/ 11430 w 203200"/>
              <a:gd name="connsiteY37" fmla="*/ 151130 h 241617"/>
              <a:gd name="connsiteX38" fmla="*/ 5080 w 203200"/>
              <a:gd name="connsiteY38" fmla="*/ 163830 h 241617"/>
              <a:gd name="connsiteX39" fmla="*/ 20320 w 203200"/>
              <a:gd name="connsiteY39" fmla="*/ 191770 h 241617"/>
              <a:gd name="connsiteX40" fmla="*/ 45720 w 203200"/>
              <a:gd name="connsiteY40" fmla="*/ 213360 h 241617"/>
              <a:gd name="connsiteX41" fmla="*/ 90170 w 203200"/>
              <a:gd name="connsiteY41" fmla="*/ 238760 h 241617"/>
              <a:gd name="connsiteX42" fmla="*/ 110490 w 203200"/>
              <a:gd name="connsiteY42" fmla="*/ 238760 h 241617"/>
              <a:gd name="connsiteX43" fmla="*/ 156210 w 203200"/>
              <a:gd name="connsiteY43" fmla="*/ 213360 h 241617"/>
              <a:gd name="connsiteX44" fmla="*/ 156210 w 203200"/>
              <a:gd name="connsiteY44" fmla="*/ 213360 h 241617"/>
              <a:gd name="connsiteX45" fmla="*/ 200660 w 203200"/>
              <a:gd name="connsiteY45" fmla="*/ 151130 h 241617"/>
              <a:gd name="connsiteX46" fmla="*/ 200660 w 203200"/>
              <a:gd name="connsiteY46" fmla="*/ 148590 h 241617"/>
              <a:gd name="connsiteX47" fmla="*/ 201930 w 203200"/>
              <a:gd name="connsiteY47" fmla="*/ 132080 h 241617"/>
              <a:gd name="connsiteX48" fmla="*/ 201930 w 203200"/>
              <a:gd name="connsiteY48" fmla="*/ 93980 h 2416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</a:cxnLst>
            <a:rect l="l" t="t" r="r" b="b"/>
            <a:pathLst>
              <a:path w="203200" h="241617">
                <a:moveTo>
                  <a:pt x="20320" y="0"/>
                </a:moveTo>
                <a:cubicBezTo>
                  <a:pt x="8890" y="0"/>
                  <a:pt x="0" y="8890"/>
                  <a:pt x="0" y="20320"/>
                </a:cubicBezTo>
                <a:lnTo>
                  <a:pt x="0" y="124460"/>
                </a:lnTo>
                <a:cubicBezTo>
                  <a:pt x="0" y="133350"/>
                  <a:pt x="10160" y="138430"/>
                  <a:pt x="17780" y="133350"/>
                </a:cubicBezTo>
                <a:lnTo>
                  <a:pt x="113030" y="72390"/>
                </a:lnTo>
                <a:cubicBezTo>
                  <a:pt x="115570" y="73660"/>
                  <a:pt x="119380" y="74930"/>
                  <a:pt x="121920" y="74930"/>
                </a:cubicBezTo>
                <a:cubicBezTo>
                  <a:pt x="133350" y="74930"/>
                  <a:pt x="142240" y="66040"/>
                  <a:pt x="142240" y="54610"/>
                </a:cubicBezTo>
                <a:cubicBezTo>
                  <a:pt x="142240" y="43180"/>
                  <a:pt x="133350" y="34290"/>
                  <a:pt x="121920" y="34290"/>
                </a:cubicBezTo>
                <a:cubicBezTo>
                  <a:pt x="110490" y="34290"/>
                  <a:pt x="101600" y="43180"/>
                  <a:pt x="101600" y="54610"/>
                </a:cubicBezTo>
                <a:cubicBezTo>
                  <a:pt x="101600" y="54610"/>
                  <a:pt x="101600" y="54610"/>
                  <a:pt x="101600" y="55880"/>
                </a:cubicBezTo>
                <a:lnTo>
                  <a:pt x="20320" y="107950"/>
                </a:lnTo>
                <a:lnTo>
                  <a:pt x="20320" y="20320"/>
                </a:lnTo>
                <a:lnTo>
                  <a:pt x="182880" y="20320"/>
                </a:lnTo>
                <a:lnTo>
                  <a:pt x="182880" y="50800"/>
                </a:lnTo>
                <a:cubicBezTo>
                  <a:pt x="182880" y="55880"/>
                  <a:pt x="187960" y="60960"/>
                  <a:pt x="193040" y="60960"/>
                </a:cubicBezTo>
                <a:cubicBezTo>
                  <a:pt x="198120" y="60960"/>
                  <a:pt x="203200" y="55880"/>
                  <a:pt x="203200" y="50800"/>
                </a:cubicBezTo>
                <a:lnTo>
                  <a:pt x="203200" y="20320"/>
                </a:lnTo>
                <a:cubicBezTo>
                  <a:pt x="203200" y="8890"/>
                  <a:pt x="194310" y="0"/>
                  <a:pt x="182880" y="0"/>
                </a:cubicBezTo>
                <a:lnTo>
                  <a:pt x="20320" y="0"/>
                </a:lnTo>
                <a:close/>
                <a:moveTo>
                  <a:pt x="203200" y="93980"/>
                </a:moveTo>
                <a:cubicBezTo>
                  <a:pt x="203200" y="85090"/>
                  <a:pt x="194310" y="80010"/>
                  <a:pt x="186690" y="83820"/>
                </a:cubicBezTo>
                <a:lnTo>
                  <a:pt x="91440" y="139700"/>
                </a:lnTo>
                <a:cubicBezTo>
                  <a:pt x="88900" y="138430"/>
                  <a:pt x="85090" y="137160"/>
                  <a:pt x="81280" y="137160"/>
                </a:cubicBezTo>
                <a:cubicBezTo>
                  <a:pt x="69850" y="137160"/>
                  <a:pt x="60960" y="146050"/>
                  <a:pt x="60960" y="157480"/>
                </a:cubicBezTo>
                <a:cubicBezTo>
                  <a:pt x="60960" y="168910"/>
                  <a:pt x="69850" y="177800"/>
                  <a:pt x="81280" y="177800"/>
                </a:cubicBezTo>
                <a:cubicBezTo>
                  <a:pt x="92710" y="177800"/>
                  <a:pt x="101600" y="168910"/>
                  <a:pt x="101600" y="157480"/>
                </a:cubicBezTo>
                <a:cubicBezTo>
                  <a:pt x="101600" y="157480"/>
                  <a:pt x="101600" y="157480"/>
                  <a:pt x="101600" y="157480"/>
                </a:cubicBezTo>
                <a:lnTo>
                  <a:pt x="182880" y="109220"/>
                </a:lnTo>
                <a:lnTo>
                  <a:pt x="182880" y="132080"/>
                </a:lnTo>
                <a:cubicBezTo>
                  <a:pt x="182880" y="135890"/>
                  <a:pt x="182880" y="140970"/>
                  <a:pt x="181610" y="144780"/>
                </a:cubicBezTo>
                <a:lnTo>
                  <a:pt x="181610" y="147320"/>
                </a:lnTo>
                <a:cubicBezTo>
                  <a:pt x="177800" y="167640"/>
                  <a:pt x="165100" y="185420"/>
                  <a:pt x="147320" y="195580"/>
                </a:cubicBezTo>
                <a:lnTo>
                  <a:pt x="101600" y="220980"/>
                </a:lnTo>
                <a:lnTo>
                  <a:pt x="55880" y="195580"/>
                </a:lnTo>
                <a:lnTo>
                  <a:pt x="55880" y="195580"/>
                </a:lnTo>
                <a:cubicBezTo>
                  <a:pt x="49530" y="193040"/>
                  <a:pt x="43180" y="186690"/>
                  <a:pt x="36830" y="179070"/>
                </a:cubicBezTo>
                <a:cubicBezTo>
                  <a:pt x="30480" y="171450"/>
                  <a:pt x="26670" y="163830"/>
                  <a:pt x="24130" y="157480"/>
                </a:cubicBezTo>
                <a:cubicBezTo>
                  <a:pt x="22860" y="152400"/>
                  <a:pt x="16510" y="149860"/>
                  <a:pt x="11430" y="151130"/>
                </a:cubicBezTo>
                <a:cubicBezTo>
                  <a:pt x="6350" y="152400"/>
                  <a:pt x="3810" y="158750"/>
                  <a:pt x="5080" y="163830"/>
                </a:cubicBezTo>
                <a:cubicBezTo>
                  <a:pt x="7620" y="172720"/>
                  <a:pt x="13970" y="182880"/>
                  <a:pt x="20320" y="191770"/>
                </a:cubicBezTo>
                <a:cubicBezTo>
                  <a:pt x="26670" y="200660"/>
                  <a:pt x="35560" y="208280"/>
                  <a:pt x="45720" y="213360"/>
                </a:cubicBezTo>
                <a:lnTo>
                  <a:pt x="90170" y="238760"/>
                </a:lnTo>
                <a:cubicBezTo>
                  <a:pt x="96520" y="242570"/>
                  <a:pt x="104140" y="242570"/>
                  <a:pt x="110490" y="238760"/>
                </a:cubicBezTo>
                <a:lnTo>
                  <a:pt x="156210" y="213360"/>
                </a:lnTo>
                <a:lnTo>
                  <a:pt x="156210" y="213360"/>
                </a:lnTo>
                <a:cubicBezTo>
                  <a:pt x="179070" y="200660"/>
                  <a:pt x="195580" y="177800"/>
                  <a:pt x="200660" y="151130"/>
                </a:cubicBezTo>
                <a:lnTo>
                  <a:pt x="200660" y="148590"/>
                </a:lnTo>
                <a:cubicBezTo>
                  <a:pt x="201930" y="143510"/>
                  <a:pt x="201930" y="137160"/>
                  <a:pt x="201930" y="132080"/>
                </a:cubicBezTo>
                <a:lnTo>
                  <a:pt x="201930" y="9398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175" name="Группа 1174">
            <a:extLst>
              <a:ext uri="{FF2B5EF4-FFF2-40B4-BE49-F238E27FC236}">
                <a16:creationId xmlns:a16="http://schemas.microsoft.com/office/drawing/2014/main" id="{47F99373-9540-642B-C6C1-493E9B2A9F8D}"/>
              </a:ext>
            </a:extLst>
          </p:cNvPr>
          <p:cNvGrpSpPr/>
          <p:nvPr/>
        </p:nvGrpSpPr>
        <p:grpSpPr>
          <a:xfrm>
            <a:off x="2248689" y="5005029"/>
            <a:ext cx="203200" cy="242252"/>
            <a:chOff x="2273257" y="5049010"/>
            <a:chExt cx="203200" cy="242252"/>
          </a:xfrm>
        </p:grpSpPr>
        <p:sp>
          <p:nvSpPr>
            <p:cNvPr id="1130" name="Полилиния: фигура 561">
              <a:extLst>
                <a:ext uri="{FF2B5EF4-FFF2-40B4-BE49-F238E27FC236}">
                  <a16:creationId xmlns:a16="http://schemas.microsoft.com/office/drawing/2014/main" id="{78C9E7D5-143D-99F6-7D48-F9BF79AC6BFD}"/>
                </a:ext>
              </a:extLst>
            </p:cNvPr>
            <p:cNvSpPr/>
            <p:nvPr/>
          </p:nvSpPr>
          <p:spPr>
            <a:xfrm>
              <a:off x="2317511" y="5140451"/>
              <a:ext cx="118501" cy="60959"/>
            </a:xfrm>
            <a:custGeom>
              <a:avLst/>
              <a:gdLst>
                <a:gd name="connsiteX0" fmla="*/ 4006 w 118501"/>
                <a:gd name="connsiteY0" fmla="*/ 25400 h 60959"/>
                <a:gd name="connsiteX1" fmla="*/ 34486 w 118501"/>
                <a:gd name="connsiteY1" fmla="*/ 0 h 60959"/>
                <a:gd name="connsiteX2" fmla="*/ 84016 w 118501"/>
                <a:gd name="connsiteY2" fmla="*/ 0 h 60959"/>
                <a:gd name="connsiteX3" fmla="*/ 114496 w 118501"/>
                <a:gd name="connsiteY3" fmla="*/ 25400 h 60959"/>
                <a:gd name="connsiteX4" fmla="*/ 118306 w 118501"/>
                <a:gd name="connsiteY4" fmla="*/ 49530 h 60959"/>
                <a:gd name="connsiteX5" fmla="*/ 108146 w 118501"/>
                <a:gd name="connsiteY5" fmla="*/ 60960 h 60959"/>
                <a:gd name="connsiteX6" fmla="*/ 10356 w 118501"/>
                <a:gd name="connsiteY6" fmla="*/ 60960 h 60959"/>
                <a:gd name="connsiteX7" fmla="*/ 196 w 118501"/>
                <a:gd name="connsiteY7" fmla="*/ 49530 h 60959"/>
                <a:gd name="connsiteX8" fmla="*/ 4006 w 118501"/>
                <a:gd name="connsiteY8" fmla="*/ 25400 h 60959"/>
                <a:gd name="connsiteX9" fmla="*/ 33216 w 118501"/>
                <a:gd name="connsiteY9" fmla="*/ 20320 h 60959"/>
                <a:gd name="connsiteX10" fmla="*/ 82746 w 118501"/>
                <a:gd name="connsiteY10" fmla="*/ 20320 h 60959"/>
                <a:gd name="connsiteX11" fmla="*/ 92906 w 118501"/>
                <a:gd name="connsiteY11" fmla="*/ 29210 h 60959"/>
                <a:gd name="connsiteX12" fmla="*/ 95446 w 118501"/>
                <a:gd name="connsiteY12" fmla="*/ 40640 h 60959"/>
                <a:gd name="connsiteX13" fmla="*/ 21786 w 118501"/>
                <a:gd name="connsiteY13" fmla="*/ 40640 h 60959"/>
                <a:gd name="connsiteX14" fmla="*/ 24326 w 118501"/>
                <a:gd name="connsiteY14" fmla="*/ 29210 h 60959"/>
                <a:gd name="connsiteX15" fmla="*/ 33216 w 118501"/>
                <a:gd name="connsiteY15" fmla="*/ 20320 h 6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18501" h="60959">
                  <a:moveTo>
                    <a:pt x="4006" y="25400"/>
                  </a:moveTo>
                  <a:cubicBezTo>
                    <a:pt x="6546" y="10160"/>
                    <a:pt x="19246" y="0"/>
                    <a:pt x="34486" y="0"/>
                  </a:cubicBezTo>
                  <a:lnTo>
                    <a:pt x="84016" y="0"/>
                  </a:lnTo>
                  <a:cubicBezTo>
                    <a:pt x="99256" y="0"/>
                    <a:pt x="111956" y="10160"/>
                    <a:pt x="114496" y="25400"/>
                  </a:cubicBezTo>
                  <a:lnTo>
                    <a:pt x="118306" y="49530"/>
                  </a:lnTo>
                  <a:cubicBezTo>
                    <a:pt x="119576" y="55880"/>
                    <a:pt x="114496" y="60960"/>
                    <a:pt x="108146" y="60960"/>
                  </a:cubicBezTo>
                  <a:lnTo>
                    <a:pt x="10356" y="60960"/>
                  </a:lnTo>
                  <a:cubicBezTo>
                    <a:pt x="4006" y="60960"/>
                    <a:pt x="-1074" y="55880"/>
                    <a:pt x="196" y="49530"/>
                  </a:cubicBezTo>
                  <a:lnTo>
                    <a:pt x="4006" y="25400"/>
                  </a:lnTo>
                  <a:close/>
                  <a:moveTo>
                    <a:pt x="33216" y="20320"/>
                  </a:moveTo>
                  <a:lnTo>
                    <a:pt x="82746" y="20320"/>
                  </a:lnTo>
                  <a:cubicBezTo>
                    <a:pt x="87826" y="20320"/>
                    <a:pt x="91636" y="24130"/>
                    <a:pt x="92906" y="29210"/>
                  </a:cubicBezTo>
                  <a:lnTo>
                    <a:pt x="95446" y="40640"/>
                  </a:lnTo>
                  <a:lnTo>
                    <a:pt x="21786" y="40640"/>
                  </a:lnTo>
                  <a:lnTo>
                    <a:pt x="24326" y="29210"/>
                  </a:lnTo>
                  <a:cubicBezTo>
                    <a:pt x="24326" y="22860"/>
                    <a:pt x="28136" y="20320"/>
                    <a:pt x="33216" y="20320"/>
                  </a:cubicBez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31" name="Полилиния: фигура 562">
              <a:extLst>
                <a:ext uri="{FF2B5EF4-FFF2-40B4-BE49-F238E27FC236}">
                  <a16:creationId xmlns:a16="http://schemas.microsoft.com/office/drawing/2014/main" id="{AABFEE49-6F9D-95AE-370F-68A87515CDC2}"/>
                </a:ext>
              </a:extLst>
            </p:cNvPr>
            <p:cNvSpPr/>
            <p:nvPr/>
          </p:nvSpPr>
          <p:spPr>
            <a:xfrm>
              <a:off x="2345647" y="5140451"/>
              <a:ext cx="60960" cy="60959"/>
            </a:xfrm>
            <a:custGeom>
              <a:avLst/>
              <a:gdLst>
                <a:gd name="connsiteX0" fmla="*/ 30480 w 60960"/>
                <a:gd name="connsiteY0" fmla="*/ 0 h 60959"/>
                <a:gd name="connsiteX1" fmla="*/ 0 w 60960"/>
                <a:gd name="connsiteY1" fmla="*/ 30480 h 60959"/>
                <a:gd name="connsiteX2" fmla="*/ 30480 w 60960"/>
                <a:gd name="connsiteY2" fmla="*/ 60960 h 60959"/>
                <a:gd name="connsiteX3" fmla="*/ 60960 w 60960"/>
                <a:gd name="connsiteY3" fmla="*/ 30480 h 60959"/>
                <a:gd name="connsiteX4" fmla="*/ 30480 w 60960"/>
                <a:gd name="connsiteY4" fmla="*/ 0 h 60959"/>
                <a:gd name="connsiteX5" fmla="*/ 20320 w 60960"/>
                <a:gd name="connsiteY5" fmla="*/ 30480 h 60959"/>
                <a:gd name="connsiteX6" fmla="*/ 30480 w 60960"/>
                <a:gd name="connsiteY6" fmla="*/ 40640 h 60959"/>
                <a:gd name="connsiteX7" fmla="*/ 40640 w 60960"/>
                <a:gd name="connsiteY7" fmla="*/ 30480 h 60959"/>
                <a:gd name="connsiteX8" fmla="*/ 30480 w 60960"/>
                <a:gd name="connsiteY8" fmla="*/ 20320 h 60959"/>
                <a:gd name="connsiteX9" fmla="*/ 20320 w 60960"/>
                <a:gd name="connsiteY9" fmla="*/ 30480 h 609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0960" h="60959">
                  <a:moveTo>
                    <a:pt x="30480" y="0"/>
                  </a:moveTo>
                  <a:cubicBezTo>
                    <a:pt x="13970" y="0"/>
                    <a:pt x="0" y="13970"/>
                    <a:pt x="0" y="30480"/>
                  </a:cubicBezTo>
                  <a:cubicBezTo>
                    <a:pt x="0" y="46990"/>
                    <a:pt x="13970" y="60960"/>
                    <a:pt x="30480" y="60960"/>
                  </a:cubicBezTo>
                  <a:cubicBezTo>
                    <a:pt x="46990" y="60960"/>
                    <a:pt x="60960" y="46990"/>
                    <a:pt x="60960" y="30480"/>
                  </a:cubicBezTo>
                  <a:cubicBezTo>
                    <a:pt x="60960" y="13970"/>
                    <a:pt x="46990" y="0"/>
                    <a:pt x="30480" y="0"/>
                  </a:cubicBezTo>
                  <a:close/>
                  <a:moveTo>
                    <a:pt x="20320" y="30480"/>
                  </a:moveTo>
                  <a:cubicBezTo>
                    <a:pt x="20320" y="35560"/>
                    <a:pt x="25400" y="40640"/>
                    <a:pt x="30480" y="40640"/>
                  </a:cubicBezTo>
                  <a:cubicBezTo>
                    <a:pt x="35560" y="40640"/>
                    <a:pt x="40640" y="35560"/>
                    <a:pt x="40640" y="30480"/>
                  </a:cubicBezTo>
                  <a:cubicBezTo>
                    <a:pt x="40640" y="25400"/>
                    <a:pt x="35560" y="20320"/>
                    <a:pt x="30480" y="20320"/>
                  </a:cubicBezTo>
                  <a:cubicBezTo>
                    <a:pt x="24130" y="20320"/>
                    <a:pt x="20320" y="24130"/>
                    <a:pt x="20320" y="30480"/>
                  </a:cubicBez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32" name="Полилиния: фигура 563">
              <a:extLst>
                <a:ext uri="{FF2B5EF4-FFF2-40B4-BE49-F238E27FC236}">
                  <a16:creationId xmlns:a16="http://schemas.microsoft.com/office/drawing/2014/main" id="{44366CDD-77EC-E10C-9248-963EA6F66059}"/>
                </a:ext>
              </a:extLst>
            </p:cNvPr>
            <p:cNvSpPr/>
            <p:nvPr/>
          </p:nvSpPr>
          <p:spPr>
            <a:xfrm>
              <a:off x="2273257" y="5049010"/>
              <a:ext cx="203200" cy="242252"/>
            </a:xfrm>
            <a:custGeom>
              <a:avLst/>
              <a:gdLst>
                <a:gd name="connsiteX0" fmla="*/ 201930 w 203200"/>
                <a:gd name="connsiteY0" fmla="*/ 152400 h 242252"/>
                <a:gd name="connsiteX1" fmla="*/ 201930 w 203200"/>
                <a:gd name="connsiteY1" fmla="*/ 149860 h 242252"/>
                <a:gd name="connsiteX2" fmla="*/ 203200 w 203200"/>
                <a:gd name="connsiteY2" fmla="*/ 133350 h 242252"/>
                <a:gd name="connsiteX3" fmla="*/ 203200 w 203200"/>
                <a:gd name="connsiteY3" fmla="*/ 10160 h 242252"/>
                <a:gd name="connsiteX4" fmla="*/ 193040 w 203200"/>
                <a:gd name="connsiteY4" fmla="*/ 0 h 242252"/>
                <a:gd name="connsiteX5" fmla="*/ 10160 w 203200"/>
                <a:gd name="connsiteY5" fmla="*/ 0 h 242252"/>
                <a:gd name="connsiteX6" fmla="*/ 0 w 203200"/>
                <a:gd name="connsiteY6" fmla="*/ 10160 h 242252"/>
                <a:gd name="connsiteX7" fmla="*/ 0 w 203200"/>
                <a:gd name="connsiteY7" fmla="*/ 133350 h 242252"/>
                <a:gd name="connsiteX8" fmla="*/ 1270 w 203200"/>
                <a:gd name="connsiteY8" fmla="*/ 149860 h 242252"/>
                <a:gd name="connsiteX9" fmla="*/ 1270 w 203200"/>
                <a:gd name="connsiteY9" fmla="*/ 152400 h 242252"/>
                <a:gd name="connsiteX10" fmla="*/ 44450 w 203200"/>
                <a:gd name="connsiteY10" fmla="*/ 213360 h 242252"/>
                <a:gd name="connsiteX11" fmla="*/ 95250 w 203200"/>
                <a:gd name="connsiteY11" fmla="*/ 241300 h 242252"/>
                <a:gd name="connsiteX12" fmla="*/ 105410 w 203200"/>
                <a:gd name="connsiteY12" fmla="*/ 241300 h 242252"/>
                <a:gd name="connsiteX13" fmla="*/ 156210 w 203200"/>
                <a:gd name="connsiteY13" fmla="*/ 213360 h 242252"/>
                <a:gd name="connsiteX14" fmla="*/ 201930 w 203200"/>
                <a:gd name="connsiteY14" fmla="*/ 152400 h 242252"/>
                <a:gd name="connsiteX15" fmla="*/ 21590 w 203200"/>
                <a:gd name="connsiteY15" fmla="*/ 134620 h 242252"/>
                <a:gd name="connsiteX16" fmla="*/ 21590 w 203200"/>
                <a:gd name="connsiteY16" fmla="*/ 20320 h 242252"/>
                <a:gd name="connsiteX17" fmla="*/ 184150 w 203200"/>
                <a:gd name="connsiteY17" fmla="*/ 20320 h 242252"/>
                <a:gd name="connsiteX18" fmla="*/ 184150 w 203200"/>
                <a:gd name="connsiteY18" fmla="*/ 134620 h 242252"/>
                <a:gd name="connsiteX19" fmla="*/ 182880 w 203200"/>
                <a:gd name="connsiteY19" fmla="*/ 149860 h 242252"/>
                <a:gd name="connsiteX20" fmla="*/ 149860 w 203200"/>
                <a:gd name="connsiteY20" fmla="*/ 196850 h 242252"/>
                <a:gd name="connsiteX21" fmla="*/ 104140 w 203200"/>
                <a:gd name="connsiteY21" fmla="*/ 222250 h 242252"/>
                <a:gd name="connsiteX22" fmla="*/ 58420 w 203200"/>
                <a:gd name="connsiteY22" fmla="*/ 196850 h 242252"/>
                <a:gd name="connsiteX23" fmla="*/ 25400 w 203200"/>
                <a:gd name="connsiteY23" fmla="*/ 149860 h 242252"/>
                <a:gd name="connsiteX24" fmla="*/ 21590 w 203200"/>
                <a:gd name="connsiteY24" fmla="*/ 134620 h 242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3200" h="242252">
                  <a:moveTo>
                    <a:pt x="201930" y="152400"/>
                  </a:moveTo>
                  <a:lnTo>
                    <a:pt x="201930" y="149860"/>
                  </a:lnTo>
                  <a:cubicBezTo>
                    <a:pt x="203200" y="144780"/>
                    <a:pt x="203200" y="139700"/>
                    <a:pt x="203200" y="133350"/>
                  </a:cubicBezTo>
                  <a:lnTo>
                    <a:pt x="203200" y="10160"/>
                  </a:ln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133350"/>
                  </a:lnTo>
                  <a:cubicBezTo>
                    <a:pt x="0" y="138430"/>
                    <a:pt x="0" y="143510"/>
                    <a:pt x="1270" y="149860"/>
                  </a:cubicBezTo>
                  <a:lnTo>
                    <a:pt x="1270" y="152400"/>
                  </a:lnTo>
                  <a:cubicBezTo>
                    <a:pt x="6350" y="177800"/>
                    <a:pt x="22860" y="199390"/>
                    <a:pt x="44450" y="213360"/>
                  </a:cubicBezTo>
                  <a:lnTo>
                    <a:pt x="95250" y="241300"/>
                  </a:lnTo>
                  <a:cubicBezTo>
                    <a:pt x="97790" y="242570"/>
                    <a:pt x="101600" y="242570"/>
                    <a:pt x="105410" y="241300"/>
                  </a:cubicBezTo>
                  <a:lnTo>
                    <a:pt x="156210" y="213360"/>
                  </a:lnTo>
                  <a:cubicBezTo>
                    <a:pt x="180340" y="200660"/>
                    <a:pt x="196850" y="179070"/>
                    <a:pt x="201930" y="152400"/>
                  </a:cubicBezTo>
                  <a:close/>
                  <a:moveTo>
                    <a:pt x="21590" y="134620"/>
                  </a:moveTo>
                  <a:lnTo>
                    <a:pt x="21590" y="20320"/>
                  </a:lnTo>
                  <a:lnTo>
                    <a:pt x="184150" y="20320"/>
                  </a:lnTo>
                  <a:lnTo>
                    <a:pt x="184150" y="134620"/>
                  </a:lnTo>
                  <a:cubicBezTo>
                    <a:pt x="184150" y="139700"/>
                    <a:pt x="182880" y="144780"/>
                    <a:pt x="182880" y="149860"/>
                  </a:cubicBezTo>
                  <a:cubicBezTo>
                    <a:pt x="179070" y="168910"/>
                    <a:pt x="166370" y="186690"/>
                    <a:pt x="149860" y="196850"/>
                  </a:cubicBezTo>
                  <a:lnTo>
                    <a:pt x="104140" y="222250"/>
                  </a:lnTo>
                  <a:lnTo>
                    <a:pt x="58420" y="196850"/>
                  </a:lnTo>
                  <a:cubicBezTo>
                    <a:pt x="40640" y="186690"/>
                    <a:pt x="29210" y="170180"/>
                    <a:pt x="25400" y="149860"/>
                  </a:cubicBezTo>
                  <a:cubicBezTo>
                    <a:pt x="21590" y="144780"/>
                    <a:pt x="21590" y="139700"/>
                    <a:pt x="21590" y="134620"/>
                  </a:cubicBez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33" name="Полилиния: фигура 566">
            <a:extLst>
              <a:ext uri="{FF2B5EF4-FFF2-40B4-BE49-F238E27FC236}">
                <a16:creationId xmlns:a16="http://schemas.microsoft.com/office/drawing/2014/main" id="{C8008B25-375E-87BE-FDCE-8ADD3026CC2E}"/>
              </a:ext>
            </a:extLst>
          </p:cNvPr>
          <p:cNvSpPr/>
          <p:nvPr/>
        </p:nvSpPr>
        <p:spPr>
          <a:xfrm>
            <a:off x="2786406" y="5015190"/>
            <a:ext cx="284480" cy="222250"/>
          </a:xfrm>
          <a:custGeom>
            <a:avLst/>
            <a:gdLst>
              <a:gd name="connsiteX0" fmla="*/ 19050 w 284480"/>
              <a:gd name="connsiteY0" fmla="*/ 101600 h 222250"/>
              <a:gd name="connsiteX1" fmla="*/ 142240 w 284480"/>
              <a:gd name="connsiteY1" fmla="*/ 20320 h 222250"/>
              <a:gd name="connsiteX2" fmla="*/ 265430 w 284480"/>
              <a:gd name="connsiteY2" fmla="*/ 101600 h 222250"/>
              <a:gd name="connsiteX3" fmla="*/ 279400 w 284480"/>
              <a:gd name="connsiteY3" fmla="*/ 105410 h 222250"/>
              <a:gd name="connsiteX4" fmla="*/ 283210 w 284480"/>
              <a:gd name="connsiteY4" fmla="*/ 91440 h 222250"/>
              <a:gd name="connsiteX5" fmla="*/ 142240 w 284480"/>
              <a:gd name="connsiteY5" fmla="*/ 0 h 222250"/>
              <a:gd name="connsiteX6" fmla="*/ 1270 w 284480"/>
              <a:gd name="connsiteY6" fmla="*/ 91440 h 222250"/>
              <a:gd name="connsiteX7" fmla="*/ 5080 w 284480"/>
              <a:gd name="connsiteY7" fmla="*/ 105410 h 222250"/>
              <a:gd name="connsiteX8" fmla="*/ 19050 w 284480"/>
              <a:gd name="connsiteY8" fmla="*/ 101600 h 222250"/>
              <a:gd name="connsiteX9" fmla="*/ 193040 w 284480"/>
              <a:gd name="connsiteY9" fmla="*/ 111760 h 222250"/>
              <a:gd name="connsiteX10" fmla="*/ 142240 w 284480"/>
              <a:gd name="connsiteY10" fmla="*/ 162560 h 222250"/>
              <a:gd name="connsiteX11" fmla="*/ 91440 w 284480"/>
              <a:gd name="connsiteY11" fmla="*/ 111760 h 222250"/>
              <a:gd name="connsiteX12" fmla="*/ 142240 w 284480"/>
              <a:gd name="connsiteY12" fmla="*/ 60960 h 222250"/>
              <a:gd name="connsiteX13" fmla="*/ 193040 w 284480"/>
              <a:gd name="connsiteY13" fmla="*/ 111760 h 222250"/>
              <a:gd name="connsiteX14" fmla="*/ 213360 w 284480"/>
              <a:gd name="connsiteY14" fmla="*/ 111760 h 222250"/>
              <a:gd name="connsiteX15" fmla="*/ 142240 w 284480"/>
              <a:gd name="connsiteY15" fmla="*/ 182880 h 222250"/>
              <a:gd name="connsiteX16" fmla="*/ 71120 w 284480"/>
              <a:gd name="connsiteY16" fmla="*/ 111760 h 222250"/>
              <a:gd name="connsiteX17" fmla="*/ 142240 w 284480"/>
              <a:gd name="connsiteY17" fmla="*/ 40640 h 222250"/>
              <a:gd name="connsiteX18" fmla="*/ 213360 w 284480"/>
              <a:gd name="connsiteY18" fmla="*/ 111760 h 222250"/>
              <a:gd name="connsiteX19" fmla="*/ 48260 w 284480"/>
              <a:gd name="connsiteY19" fmla="*/ 170180 h 222250"/>
              <a:gd name="connsiteX20" fmla="*/ 62230 w 284480"/>
              <a:gd name="connsiteY20" fmla="*/ 170180 h 222250"/>
              <a:gd name="connsiteX21" fmla="*/ 140970 w 284480"/>
              <a:gd name="connsiteY21" fmla="*/ 203200 h 222250"/>
              <a:gd name="connsiteX22" fmla="*/ 219710 w 284480"/>
              <a:gd name="connsiteY22" fmla="*/ 170180 h 222250"/>
              <a:gd name="connsiteX23" fmla="*/ 233680 w 284480"/>
              <a:gd name="connsiteY23" fmla="*/ 170180 h 222250"/>
              <a:gd name="connsiteX24" fmla="*/ 233680 w 284480"/>
              <a:gd name="connsiteY24" fmla="*/ 184150 h 222250"/>
              <a:gd name="connsiteX25" fmla="*/ 140970 w 284480"/>
              <a:gd name="connsiteY25" fmla="*/ 222250 h 222250"/>
              <a:gd name="connsiteX26" fmla="*/ 48260 w 284480"/>
              <a:gd name="connsiteY26" fmla="*/ 184150 h 222250"/>
              <a:gd name="connsiteX27" fmla="*/ 48260 w 284480"/>
              <a:gd name="connsiteY27" fmla="*/ 170180 h 222250"/>
              <a:gd name="connsiteX28" fmla="*/ 172720 w 284480"/>
              <a:gd name="connsiteY28" fmla="*/ 111760 h 222250"/>
              <a:gd name="connsiteX29" fmla="*/ 142240 w 284480"/>
              <a:gd name="connsiteY29" fmla="*/ 142240 h 222250"/>
              <a:gd name="connsiteX30" fmla="*/ 111760 w 284480"/>
              <a:gd name="connsiteY30" fmla="*/ 111760 h 222250"/>
              <a:gd name="connsiteX31" fmla="*/ 142240 w 284480"/>
              <a:gd name="connsiteY31" fmla="*/ 81280 h 222250"/>
              <a:gd name="connsiteX32" fmla="*/ 153670 w 284480"/>
              <a:gd name="connsiteY32" fmla="*/ 83820 h 222250"/>
              <a:gd name="connsiteX33" fmla="*/ 147320 w 284480"/>
              <a:gd name="connsiteY33" fmla="*/ 96520 h 222250"/>
              <a:gd name="connsiteX34" fmla="*/ 162560 w 284480"/>
              <a:gd name="connsiteY34" fmla="*/ 111760 h 222250"/>
              <a:gd name="connsiteX35" fmla="*/ 172720 w 284480"/>
              <a:gd name="connsiteY35" fmla="*/ 107950 h 222250"/>
              <a:gd name="connsiteX36" fmla="*/ 172720 w 284480"/>
              <a:gd name="connsiteY36" fmla="*/ 111760 h 222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284480" h="222250">
                <a:moveTo>
                  <a:pt x="19050" y="101600"/>
                </a:moveTo>
                <a:cubicBezTo>
                  <a:pt x="38100" y="67310"/>
                  <a:pt x="81280" y="20320"/>
                  <a:pt x="142240" y="20320"/>
                </a:cubicBezTo>
                <a:cubicBezTo>
                  <a:pt x="203200" y="20320"/>
                  <a:pt x="245110" y="67310"/>
                  <a:pt x="265430" y="101600"/>
                </a:cubicBezTo>
                <a:cubicBezTo>
                  <a:pt x="267970" y="106680"/>
                  <a:pt x="274320" y="107950"/>
                  <a:pt x="279400" y="105410"/>
                </a:cubicBezTo>
                <a:cubicBezTo>
                  <a:pt x="284480" y="102870"/>
                  <a:pt x="285750" y="96520"/>
                  <a:pt x="283210" y="91440"/>
                </a:cubicBezTo>
                <a:cubicBezTo>
                  <a:pt x="262890" y="54610"/>
                  <a:pt x="213360" y="0"/>
                  <a:pt x="142240" y="0"/>
                </a:cubicBezTo>
                <a:cubicBezTo>
                  <a:pt x="71120" y="0"/>
                  <a:pt x="22860" y="54610"/>
                  <a:pt x="1270" y="91440"/>
                </a:cubicBezTo>
                <a:cubicBezTo>
                  <a:pt x="-1270" y="96520"/>
                  <a:pt x="0" y="102870"/>
                  <a:pt x="5080" y="105410"/>
                </a:cubicBezTo>
                <a:cubicBezTo>
                  <a:pt x="10160" y="107950"/>
                  <a:pt x="16510" y="105410"/>
                  <a:pt x="19050" y="101600"/>
                </a:cubicBezTo>
                <a:close/>
                <a:moveTo>
                  <a:pt x="193040" y="111760"/>
                </a:moveTo>
                <a:cubicBezTo>
                  <a:pt x="193040" y="139700"/>
                  <a:pt x="170180" y="162560"/>
                  <a:pt x="142240" y="162560"/>
                </a:cubicBezTo>
                <a:cubicBezTo>
                  <a:pt x="114300" y="162560"/>
                  <a:pt x="91440" y="139700"/>
                  <a:pt x="91440" y="111760"/>
                </a:cubicBezTo>
                <a:cubicBezTo>
                  <a:pt x="91440" y="83820"/>
                  <a:pt x="114300" y="60960"/>
                  <a:pt x="142240" y="60960"/>
                </a:cubicBezTo>
                <a:cubicBezTo>
                  <a:pt x="170180" y="60960"/>
                  <a:pt x="193040" y="83820"/>
                  <a:pt x="193040" y="111760"/>
                </a:cubicBezTo>
                <a:close/>
                <a:moveTo>
                  <a:pt x="213360" y="111760"/>
                </a:moveTo>
                <a:cubicBezTo>
                  <a:pt x="213360" y="151130"/>
                  <a:pt x="181610" y="182880"/>
                  <a:pt x="142240" y="182880"/>
                </a:cubicBezTo>
                <a:cubicBezTo>
                  <a:pt x="102870" y="182880"/>
                  <a:pt x="71120" y="151130"/>
                  <a:pt x="71120" y="111760"/>
                </a:cubicBezTo>
                <a:cubicBezTo>
                  <a:pt x="71120" y="72390"/>
                  <a:pt x="102870" y="40640"/>
                  <a:pt x="142240" y="40640"/>
                </a:cubicBezTo>
                <a:cubicBezTo>
                  <a:pt x="181610" y="40640"/>
                  <a:pt x="213360" y="72390"/>
                  <a:pt x="213360" y="111760"/>
                </a:cubicBezTo>
                <a:close/>
                <a:moveTo>
                  <a:pt x="48260" y="170180"/>
                </a:moveTo>
                <a:cubicBezTo>
                  <a:pt x="52070" y="166370"/>
                  <a:pt x="58420" y="166370"/>
                  <a:pt x="62230" y="170180"/>
                </a:cubicBezTo>
                <a:cubicBezTo>
                  <a:pt x="72390" y="180340"/>
                  <a:pt x="97790" y="203200"/>
                  <a:pt x="140970" y="203200"/>
                </a:cubicBezTo>
                <a:cubicBezTo>
                  <a:pt x="184150" y="203200"/>
                  <a:pt x="209550" y="180340"/>
                  <a:pt x="219710" y="170180"/>
                </a:cubicBezTo>
                <a:cubicBezTo>
                  <a:pt x="223520" y="166370"/>
                  <a:pt x="229870" y="166370"/>
                  <a:pt x="233680" y="170180"/>
                </a:cubicBezTo>
                <a:cubicBezTo>
                  <a:pt x="237490" y="173990"/>
                  <a:pt x="237490" y="180340"/>
                  <a:pt x="233680" y="184150"/>
                </a:cubicBezTo>
                <a:cubicBezTo>
                  <a:pt x="222250" y="194310"/>
                  <a:pt x="191770" y="222250"/>
                  <a:pt x="140970" y="222250"/>
                </a:cubicBezTo>
                <a:cubicBezTo>
                  <a:pt x="90170" y="222250"/>
                  <a:pt x="59690" y="194310"/>
                  <a:pt x="48260" y="184150"/>
                </a:cubicBezTo>
                <a:cubicBezTo>
                  <a:pt x="45720" y="180340"/>
                  <a:pt x="44450" y="173990"/>
                  <a:pt x="48260" y="170180"/>
                </a:cubicBezTo>
                <a:close/>
                <a:moveTo>
                  <a:pt x="172720" y="111760"/>
                </a:moveTo>
                <a:cubicBezTo>
                  <a:pt x="172720" y="128270"/>
                  <a:pt x="158750" y="142240"/>
                  <a:pt x="142240" y="142240"/>
                </a:cubicBezTo>
                <a:cubicBezTo>
                  <a:pt x="125730" y="142240"/>
                  <a:pt x="111760" y="128270"/>
                  <a:pt x="111760" y="111760"/>
                </a:cubicBezTo>
                <a:cubicBezTo>
                  <a:pt x="111760" y="95250"/>
                  <a:pt x="125730" y="81280"/>
                  <a:pt x="142240" y="81280"/>
                </a:cubicBezTo>
                <a:cubicBezTo>
                  <a:pt x="146050" y="81280"/>
                  <a:pt x="151130" y="82550"/>
                  <a:pt x="153670" y="83820"/>
                </a:cubicBezTo>
                <a:cubicBezTo>
                  <a:pt x="149860" y="86360"/>
                  <a:pt x="147320" y="91440"/>
                  <a:pt x="147320" y="96520"/>
                </a:cubicBezTo>
                <a:cubicBezTo>
                  <a:pt x="147320" y="105410"/>
                  <a:pt x="153670" y="111760"/>
                  <a:pt x="162560" y="111760"/>
                </a:cubicBezTo>
                <a:cubicBezTo>
                  <a:pt x="166370" y="111760"/>
                  <a:pt x="170180" y="110490"/>
                  <a:pt x="172720" y="107950"/>
                </a:cubicBezTo>
                <a:cubicBezTo>
                  <a:pt x="172720" y="109220"/>
                  <a:pt x="172720" y="110490"/>
                  <a:pt x="172720" y="1117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34" name="Полилиния: фигура 571">
            <a:extLst>
              <a:ext uri="{FF2B5EF4-FFF2-40B4-BE49-F238E27FC236}">
                <a16:creationId xmlns:a16="http://schemas.microsoft.com/office/drawing/2014/main" id="{FD6120BD-BD6A-C1E0-E4B0-CC31FFF8FAFD}"/>
              </a:ext>
            </a:extLst>
          </p:cNvPr>
          <p:cNvSpPr/>
          <p:nvPr/>
        </p:nvSpPr>
        <p:spPr>
          <a:xfrm>
            <a:off x="10630190" y="4994870"/>
            <a:ext cx="223520" cy="264159"/>
          </a:xfrm>
          <a:custGeom>
            <a:avLst/>
            <a:gdLst>
              <a:gd name="connsiteX0" fmla="*/ 20320 w 223520"/>
              <a:gd name="connsiteY0" fmla="*/ 40640 h 264159"/>
              <a:gd name="connsiteX1" fmla="*/ 40640 w 223520"/>
              <a:gd name="connsiteY1" fmla="*/ 20320 h 264159"/>
              <a:gd name="connsiteX2" fmla="*/ 60960 w 223520"/>
              <a:gd name="connsiteY2" fmla="*/ 40640 h 264159"/>
              <a:gd name="connsiteX3" fmla="*/ 71120 w 223520"/>
              <a:gd name="connsiteY3" fmla="*/ 50800 h 264159"/>
              <a:gd name="connsiteX4" fmla="*/ 81280 w 223520"/>
              <a:gd name="connsiteY4" fmla="*/ 40640 h 264159"/>
              <a:gd name="connsiteX5" fmla="*/ 40640 w 223520"/>
              <a:gd name="connsiteY5" fmla="*/ 0 h 264159"/>
              <a:gd name="connsiteX6" fmla="*/ 0 w 223520"/>
              <a:gd name="connsiteY6" fmla="*/ 40640 h 264159"/>
              <a:gd name="connsiteX7" fmla="*/ 30480 w 223520"/>
              <a:gd name="connsiteY7" fmla="*/ 80010 h 264159"/>
              <a:gd name="connsiteX8" fmla="*/ 30480 w 223520"/>
              <a:gd name="connsiteY8" fmla="*/ 102870 h 264159"/>
              <a:gd name="connsiteX9" fmla="*/ 10160 w 223520"/>
              <a:gd name="connsiteY9" fmla="*/ 132080 h 264159"/>
              <a:gd name="connsiteX10" fmla="*/ 24130 w 223520"/>
              <a:gd name="connsiteY10" fmla="*/ 157480 h 264159"/>
              <a:gd name="connsiteX11" fmla="*/ 11430 w 223520"/>
              <a:gd name="connsiteY11" fmla="*/ 179070 h 264159"/>
              <a:gd name="connsiteX12" fmla="*/ 0 w 223520"/>
              <a:gd name="connsiteY12" fmla="*/ 219710 h 264159"/>
              <a:gd name="connsiteX13" fmla="*/ 12700 w 223520"/>
              <a:gd name="connsiteY13" fmla="*/ 252730 h 264159"/>
              <a:gd name="connsiteX14" fmla="*/ 40640 w 223520"/>
              <a:gd name="connsiteY14" fmla="*/ 264160 h 264159"/>
              <a:gd name="connsiteX15" fmla="*/ 68580 w 223520"/>
              <a:gd name="connsiteY15" fmla="*/ 252730 h 264159"/>
              <a:gd name="connsiteX16" fmla="*/ 81280 w 223520"/>
              <a:gd name="connsiteY16" fmla="*/ 219710 h 264159"/>
              <a:gd name="connsiteX17" fmla="*/ 69850 w 223520"/>
              <a:gd name="connsiteY17" fmla="*/ 179070 h 264159"/>
              <a:gd name="connsiteX18" fmla="*/ 57150 w 223520"/>
              <a:gd name="connsiteY18" fmla="*/ 157480 h 264159"/>
              <a:gd name="connsiteX19" fmla="*/ 71120 w 223520"/>
              <a:gd name="connsiteY19" fmla="*/ 132080 h 264159"/>
              <a:gd name="connsiteX20" fmla="*/ 50800 w 223520"/>
              <a:gd name="connsiteY20" fmla="*/ 102870 h 264159"/>
              <a:gd name="connsiteX21" fmla="*/ 50800 w 223520"/>
              <a:gd name="connsiteY21" fmla="*/ 71120 h 264159"/>
              <a:gd name="connsiteX22" fmla="*/ 40640 w 223520"/>
              <a:gd name="connsiteY22" fmla="*/ 59690 h 264159"/>
              <a:gd name="connsiteX23" fmla="*/ 20320 w 223520"/>
              <a:gd name="connsiteY23" fmla="*/ 40640 h 264159"/>
              <a:gd name="connsiteX24" fmla="*/ 20320 w 223520"/>
              <a:gd name="connsiteY24" fmla="*/ 219710 h 264159"/>
              <a:gd name="connsiteX25" fmla="*/ 30480 w 223520"/>
              <a:gd name="connsiteY25" fmla="*/ 187960 h 264159"/>
              <a:gd name="connsiteX26" fmla="*/ 40640 w 223520"/>
              <a:gd name="connsiteY26" fmla="*/ 170180 h 264159"/>
              <a:gd name="connsiteX27" fmla="*/ 50800 w 223520"/>
              <a:gd name="connsiteY27" fmla="*/ 187960 h 264159"/>
              <a:gd name="connsiteX28" fmla="*/ 60960 w 223520"/>
              <a:gd name="connsiteY28" fmla="*/ 219710 h 264159"/>
              <a:gd name="connsiteX29" fmla="*/ 54610 w 223520"/>
              <a:gd name="connsiteY29" fmla="*/ 237490 h 264159"/>
              <a:gd name="connsiteX30" fmla="*/ 40640 w 223520"/>
              <a:gd name="connsiteY30" fmla="*/ 242570 h 264159"/>
              <a:gd name="connsiteX31" fmla="*/ 26670 w 223520"/>
              <a:gd name="connsiteY31" fmla="*/ 237490 h 264159"/>
              <a:gd name="connsiteX32" fmla="*/ 20320 w 223520"/>
              <a:gd name="connsiteY32" fmla="*/ 219710 h 264159"/>
              <a:gd name="connsiteX33" fmla="*/ 40640 w 223520"/>
              <a:gd name="connsiteY33" fmla="*/ 121920 h 264159"/>
              <a:gd name="connsiteX34" fmla="*/ 30480 w 223520"/>
              <a:gd name="connsiteY34" fmla="*/ 132080 h 264159"/>
              <a:gd name="connsiteX35" fmla="*/ 40640 w 223520"/>
              <a:gd name="connsiteY35" fmla="*/ 142240 h 264159"/>
              <a:gd name="connsiteX36" fmla="*/ 50800 w 223520"/>
              <a:gd name="connsiteY36" fmla="*/ 132080 h 264159"/>
              <a:gd name="connsiteX37" fmla="*/ 40640 w 223520"/>
              <a:gd name="connsiteY37" fmla="*/ 121920 h 264159"/>
              <a:gd name="connsiteX38" fmla="*/ 203200 w 223520"/>
              <a:gd name="connsiteY38" fmla="*/ 40640 h 264159"/>
              <a:gd name="connsiteX39" fmla="*/ 182880 w 223520"/>
              <a:gd name="connsiteY39" fmla="*/ 20320 h 264159"/>
              <a:gd name="connsiteX40" fmla="*/ 162560 w 223520"/>
              <a:gd name="connsiteY40" fmla="*/ 40640 h 264159"/>
              <a:gd name="connsiteX41" fmla="*/ 152400 w 223520"/>
              <a:gd name="connsiteY41" fmla="*/ 50800 h 264159"/>
              <a:gd name="connsiteX42" fmla="*/ 142240 w 223520"/>
              <a:gd name="connsiteY42" fmla="*/ 40640 h 264159"/>
              <a:gd name="connsiteX43" fmla="*/ 182880 w 223520"/>
              <a:gd name="connsiteY43" fmla="*/ 0 h 264159"/>
              <a:gd name="connsiteX44" fmla="*/ 223520 w 223520"/>
              <a:gd name="connsiteY44" fmla="*/ 40640 h 264159"/>
              <a:gd name="connsiteX45" fmla="*/ 193040 w 223520"/>
              <a:gd name="connsiteY45" fmla="*/ 80010 h 264159"/>
              <a:gd name="connsiteX46" fmla="*/ 193040 w 223520"/>
              <a:gd name="connsiteY46" fmla="*/ 102870 h 264159"/>
              <a:gd name="connsiteX47" fmla="*/ 213360 w 223520"/>
              <a:gd name="connsiteY47" fmla="*/ 132080 h 264159"/>
              <a:gd name="connsiteX48" fmla="*/ 199390 w 223520"/>
              <a:gd name="connsiteY48" fmla="*/ 157480 h 264159"/>
              <a:gd name="connsiteX49" fmla="*/ 212090 w 223520"/>
              <a:gd name="connsiteY49" fmla="*/ 179070 h 264159"/>
              <a:gd name="connsiteX50" fmla="*/ 223520 w 223520"/>
              <a:gd name="connsiteY50" fmla="*/ 219710 h 264159"/>
              <a:gd name="connsiteX51" fmla="*/ 210820 w 223520"/>
              <a:gd name="connsiteY51" fmla="*/ 252730 h 264159"/>
              <a:gd name="connsiteX52" fmla="*/ 182880 w 223520"/>
              <a:gd name="connsiteY52" fmla="*/ 264160 h 264159"/>
              <a:gd name="connsiteX53" fmla="*/ 154940 w 223520"/>
              <a:gd name="connsiteY53" fmla="*/ 252730 h 264159"/>
              <a:gd name="connsiteX54" fmla="*/ 142240 w 223520"/>
              <a:gd name="connsiteY54" fmla="*/ 219710 h 264159"/>
              <a:gd name="connsiteX55" fmla="*/ 153670 w 223520"/>
              <a:gd name="connsiteY55" fmla="*/ 179070 h 264159"/>
              <a:gd name="connsiteX56" fmla="*/ 166370 w 223520"/>
              <a:gd name="connsiteY56" fmla="*/ 157480 h 264159"/>
              <a:gd name="connsiteX57" fmla="*/ 152400 w 223520"/>
              <a:gd name="connsiteY57" fmla="*/ 132080 h 264159"/>
              <a:gd name="connsiteX58" fmla="*/ 172720 w 223520"/>
              <a:gd name="connsiteY58" fmla="*/ 102870 h 264159"/>
              <a:gd name="connsiteX59" fmla="*/ 172720 w 223520"/>
              <a:gd name="connsiteY59" fmla="*/ 71120 h 264159"/>
              <a:gd name="connsiteX60" fmla="*/ 182880 w 223520"/>
              <a:gd name="connsiteY60" fmla="*/ 59690 h 264159"/>
              <a:gd name="connsiteX61" fmla="*/ 203200 w 223520"/>
              <a:gd name="connsiteY61" fmla="*/ 40640 h 264159"/>
              <a:gd name="connsiteX62" fmla="*/ 193040 w 223520"/>
              <a:gd name="connsiteY62" fmla="*/ 187960 h 264159"/>
              <a:gd name="connsiteX63" fmla="*/ 203200 w 223520"/>
              <a:gd name="connsiteY63" fmla="*/ 219710 h 264159"/>
              <a:gd name="connsiteX64" fmla="*/ 196850 w 223520"/>
              <a:gd name="connsiteY64" fmla="*/ 237490 h 264159"/>
              <a:gd name="connsiteX65" fmla="*/ 182880 w 223520"/>
              <a:gd name="connsiteY65" fmla="*/ 242570 h 264159"/>
              <a:gd name="connsiteX66" fmla="*/ 168910 w 223520"/>
              <a:gd name="connsiteY66" fmla="*/ 237490 h 264159"/>
              <a:gd name="connsiteX67" fmla="*/ 162560 w 223520"/>
              <a:gd name="connsiteY67" fmla="*/ 219710 h 264159"/>
              <a:gd name="connsiteX68" fmla="*/ 172720 w 223520"/>
              <a:gd name="connsiteY68" fmla="*/ 187960 h 264159"/>
              <a:gd name="connsiteX69" fmla="*/ 182880 w 223520"/>
              <a:gd name="connsiteY69" fmla="*/ 170180 h 264159"/>
              <a:gd name="connsiteX70" fmla="*/ 193040 w 223520"/>
              <a:gd name="connsiteY70" fmla="*/ 187960 h 264159"/>
              <a:gd name="connsiteX71" fmla="*/ 193040 w 223520"/>
              <a:gd name="connsiteY71" fmla="*/ 132080 h 264159"/>
              <a:gd name="connsiteX72" fmla="*/ 182880 w 223520"/>
              <a:gd name="connsiteY72" fmla="*/ 121920 h 264159"/>
              <a:gd name="connsiteX73" fmla="*/ 172720 w 223520"/>
              <a:gd name="connsiteY73" fmla="*/ 132080 h 264159"/>
              <a:gd name="connsiteX74" fmla="*/ 182880 w 223520"/>
              <a:gd name="connsiteY74" fmla="*/ 142240 h 264159"/>
              <a:gd name="connsiteX75" fmla="*/ 193040 w 223520"/>
              <a:gd name="connsiteY75" fmla="*/ 132080 h 2641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</a:cxnLst>
            <a:rect l="l" t="t" r="r" b="b"/>
            <a:pathLst>
              <a:path w="223520" h="264159">
                <a:moveTo>
                  <a:pt x="20320" y="40640"/>
                </a:moveTo>
                <a:cubicBezTo>
                  <a:pt x="20320" y="30480"/>
                  <a:pt x="29210" y="20320"/>
                  <a:pt x="40640" y="20320"/>
                </a:cubicBezTo>
                <a:cubicBezTo>
                  <a:pt x="52070" y="20320"/>
                  <a:pt x="60960" y="30480"/>
                  <a:pt x="60960" y="40640"/>
                </a:cubicBezTo>
                <a:cubicBezTo>
                  <a:pt x="60960" y="45720"/>
                  <a:pt x="66040" y="50800"/>
                  <a:pt x="71120" y="50800"/>
                </a:cubicBezTo>
                <a:cubicBezTo>
                  <a:pt x="76200" y="50800"/>
                  <a:pt x="81280" y="45720"/>
                  <a:pt x="81280" y="40640"/>
                </a:cubicBezTo>
                <a:cubicBezTo>
                  <a:pt x="81280" y="20320"/>
                  <a:pt x="63500" y="0"/>
                  <a:pt x="40640" y="0"/>
                </a:cubicBezTo>
                <a:cubicBezTo>
                  <a:pt x="17780" y="0"/>
                  <a:pt x="0" y="20320"/>
                  <a:pt x="0" y="40640"/>
                </a:cubicBezTo>
                <a:cubicBezTo>
                  <a:pt x="0" y="58420"/>
                  <a:pt x="12700" y="74930"/>
                  <a:pt x="30480" y="80010"/>
                </a:cubicBezTo>
                <a:lnTo>
                  <a:pt x="30480" y="102870"/>
                </a:lnTo>
                <a:cubicBezTo>
                  <a:pt x="19050" y="106680"/>
                  <a:pt x="10160" y="118110"/>
                  <a:pt x="10160" y="132080"/>
                </a:cubicBezTo>
                <a:cubicBezTo>
                  <a:pt x="10160" y="143510"/>
                  <a:pt x="15240" y="152400"/>
                  <a:pt x="24130" y="157480"/>
                </a:cubicBezTo>
                <a:cubicBezTo>
                  <a:pt x="20320" y="163830"/>
                  <a:pt x="15240" y="171450"/>
                  <a:pt x="11430" y="179070"/>
                </a:cubicBezTo>
                <a:cubicBezTo>
                  <a:pt x="5080" y="191770"/>
                  <a:pt x="0" y="205740"/>
                  <a:pt x="0" y="219710"/>
                </a:cubicBezTo>
                <a:cubicBezTo>
                  <a:pt x="0" y="233680"/>
                  <a:pt x="5080" y="245110"/>
                  <a:pt x="12700" y="252730"/>
                </a:cubicBezTo>
                <a:cubicBezTo>
                  <a:pt x="20320" y="260350"/>
                  <a:pt x="30480" y="264160"/>
                  <a:pt x="40640" y="264160"/>
                </a:cubicBezTo>
                <a:cubicBezTo>
                  <a:pt x="50800" y="264160"/>
                  <a:pt x="60960" y="260350"/>
                  <a:pt x="68580" y="252730"/>
                </a:cubicBezTo>
                <a:cubicBezTo>
                  <a:pt x="76200" y="245110"/>
                  <a:pt x="81280" y="233680"/>
                  <a:pt x="81280" y="219710"/>
                </a:cubicBezTo>
                <a:cubicBezTo>
                  <a:pt x="81280" y="205740"/>
                  <a:pt x="76200" y="191770"/>
                  <a:pt x="69850" y="179070"/>
                </a:cubicBezTo>
                <a:cubicBezTo>
                  <a:pt x="66040" y="171450"/>
                  <a:pt x="60960" y="163830"/>
                  <a:pt x="57150" y="157480"/>
                </a:cubicBezTo>
                <a:cubicBezTo>
                  <a:pt x="66040" y="152400"/>
                  <a:pt x="71120" y="142240"/>
                  <a:pt x="71120" y="132080"/>
                </a:cubicBezTo>
                <a:cubicBezTo>
                  <a:pt x="71120" y="119380"/>
                  <a:pt x="62230" y="107950"/>
                  <a:pt x="50800" y="102870"/>
                </a:cubicBezTo>
                <a:lnTo>
                  <a:pt x="50800" y="71120"/>
                </a:lnTo>
                <a:cubicBezTo>
                  <a:pt x="50800" y="64770"/>
                  <a:pt x="45720" y="59690"/>
                  <a:pt x="40640" y="59690"/>
                </a:cubicBezTo>
                <a:cubicBezTo>
                  <a:pt x="29210" y="59690"/>
                  <a:pt x="20320" y="49530"/>
                  <a:pt x="20320" y="40640"/>
                </a:cubicBezTo>
                <a:close/>
                <a:moveTo>
                  <a:pt x="20320" y="219710"/>
                </a:moveTo>
                <a:cubicBezTo>
                  <a:pt x="20320" y="210820"/>
                  <a:pt x="24130" y="199390"/>
                  <a:pt x="30480" y="187960"/>
                </a:cubicBezTo>
                <a:cubicBezTo>
                  <a:pt x="34290" y="181610"/>
                  <a:pt x="38100" y="175260"/>
                  <a:pt x="40640" y="170180"/>
                </a:cubicBezTo>
                <a:cubicBezTo>
                  <a:pt x="44450" y="175260"/>
                  <a:pt x="48260" y="181610"/>
                  <a:pt x="50800" y="187960"/>
                </a:cubicBezTo>
                <a:cubicBezTo>
                  <a:pt x="57150" y="199390"/>
                  <a:pt x="60960" y="210820"/>
                  <a:pt x="60960" y="219710"/>
                </a:cubicBezTo>
                <a:cubicBezTo>
                  <a:pt x="60960" y="228600"/>
                  <a:pt x="58420" y="234950"/>
                  <a:pt x="54610" y="237490"/>
                </a:cubicBezTo>
                <a:cubicBezTo>
                  <a:pt x="50800" y="241300"/>
                  <a:pt x="45720" y="242570"/>
                  <a:pt x="40640" y="242570"/>
                </a:cubicBezTo>
                <a:cubicBezTo>
                  <a:pt x="35560" y="242570"/>
                  <a:pt x="30480" y="241300"/>
                  <a:pt x="26670" y="237490"/>
                </a:cubicBezTo>
                <a:cubicBezTo>
                  <a:pt x="24130" y="234950"/>
                  <a:pt x="20320" y="228600"/>
                  <a:pt x="20320" y="219710"/>
                </a:cubicBezTo>
                <a:close/>
                <a:moveTo>
                  <a:pt x="40640" y="121920"/>
                </a:moveTo>
                <a:cubicBezTo>
                  <a:pt x="35560" y="121920"/>
                  <a:pt x="30480" y="127000"/>
                  <a:pt x="30480" y="132080"/>
                </a:cubicBezTo>
                <a:cubicBezTo>
                  <a:pt x="30480" y="137160"/>
                  <a:pt x="35560" y="142240"/>
                  <a:pt x="40640" y="142240"/>
                </a:cubicBezTo>
                <a:cubicBezTo>
                  <a:pt x="45720" y="142240"/>
                  <a:pt x="50800" y="137160"/>
                  <a:pt x="50800" y="132080"/>
                </a:cubicBezTo>
                <a:cubicBezTo>
                  <a:pt x="50800" y="127000"/>
                  <a:pt x="46990" y="121920"/>
                  <a:pt x="40640" y="121920"/>
                </a:cubicBezTo>
                <a:close/>
                <a:moveTo>
                  <a:pt x="203200" y="40640"/>
                </a:moveTo>
                <a:cubicBezTo>
                  <a:pt x="203200" y="30480"/>
                  <a:pt x="194310" y="20320"/>
                  <a:pt x="182880" y="20320"/>
                </a:cubicBezTo>
                <a:cubicBezTo>
                  <a:pt x="171450" y="20320"/>
                  <a:pt x="162560" y="30480"/>
                  <a:pt x="162560" y="40640"/>
                </a:cubicBezTo>
                <a:cubicBezTo>
                  <a:pt x="162560" y="45720"/>
                  <a:pt x="157480" y="50800"/>
                  <a:pt x="152400" y="50800"/>
                </a:cubicBezTo>
                <a:cubicBezTo>
                  <a:pt x="147320" y="50800"/>
                  <a:pt x="142240" y="45720"/>
                  <a:pt x="142240" y="40640"/>
                </a:cubicBezTo>
                <a:cubicBezTo>
                  <a:pt x="142240" y="20320"/>
                  <a:pt x="160020" y="0"/>
                  <a:pt x="182880" y="0"/>
                </a:cubicBezTo>
                <a:cubicBezTo>
                  <a:pt x="205740" y="0"/>
                  <a:pt x="223520" y="20320"/>
                  <a:pt x="223520" y="40640"/>
                </a:cubicBezTo>
                <a:cubicBezTo>
                  <a:pt x="223520" y="58420"/>
                  <a:pt x="210820" y="74930"/>
                  <a:pt x="193040" y="80010"/>
                </a:cubicBezTo>
                <a:lnTo>
                  <a:pt x="193040" y="102870"/>
                </a:lnTo>
                <a:cubicBezTo>
                  <a:pt x="204470" y="106680"/>
                  <a:pt x="213360" y="118110"/>
                  <a:pt x="213360" y="132080"/>
                </a:cubicBezTo>
                <a:cubicBezTo>
                  <a:pt x="213360" y="143510"/>
                  <a:pt x="208280" y="152400"/>
                  <a:pt x="199390" y="157480"/>
                </a:cubicBezTo>
                <a:cubicBezTo>
                  <a:pt x="203200" y="163830"/>
                  <a:pt x="208280" y="171450"/>
                  <a:pt x="212090" y="179070"/>
                </a:cubicBezTo>
                <a:cubicBezTo>
                  <a:pt x="218440" y="191770"/>
                  <a:pt x="223520" y="205740"/>
                  <a:pt x="223520" y="219710"/>
                </a:cubicBezTo>
                <a:cubicBezTo>
                  <a:pt x="223520" y="233680"/>
                  <a:pt x="218440" y="245110"/>
                  <a:pt x="210820" y="252730"/>
                </a:cubicBezTo>
                <a:cubicBezTo>
                  <a:pt x="203200" y="260350"/>
                  <a:pt x="193040" y="264160"/>
                  <a:pt x="182880" y="264160"/>
                </a:cubicBezTo>
                <a:cubicBezTo>
                  <a:pt x="172720" y="264160"/>
                  <a:pt x="162560" y="260350"/>
                  <a:pt x="154940" y="252730"/>
                </a:cubicBezTo>
                <a:cubicBezTo>
                  <a:pt x="147320" y="245110"/>
                  <a:pt x="142240" y="233680"/>
                  <a:pt x="142240" y="219710"/>
                </a:cubicBezTo>
                <a:cubicBezTo>
                  <a:pt x="142240" y="205740"/>
                  <a:pt x="147320" y="191770"/>
                  <a:pt x="153670" y="179070"/>
                </a:cubicBezTo>
                <a:cubicBezTo>
                  <a:pt x="157480" y="171450"/>
                  <a:pt x="162560" y="163830"/>
                  <a:pt x="166370" y="157480"/>
                </a:cubicBezTo>
                <a:cubicBezTo>
                  <a:pt x="157480" y="152400"/>
                  <a:pt x="152400" y="142240"/>
                  <a:pt x="152400" y="132080"/>
                </a:cubicBezTo>
                <a:cubicBezTo>
                  <a:pt x="152400" y="119380"/>
                  <a:pt x="161290" y="107950"/>
                  <a:pt x="172720" y="102870"/>
                </a:cubicBezTo>
                <a:lnTo>
                  <a:pt x="172720" y="71120"/>
                </a:lnTo>
                <a:cubicBezTo>
                  <a:pt x="172720" y="64770"/>
                  <a:pt x="177800" y="59690"/>
                  <a:pt x="182880" y="59690"/>
                </a:cubicBezTo>
                <a:cubicBezTo>
                  <a:pt x="194310" y="59690"/>
                  <a:pt x="203200" y="49530"/>
                  <a:pt x="203200" y="40640"/>
                </a:cubicBezTo>
                <a:close/>
                <a:moveTo>
                  <a:pt x="193040" y="187960"/>
                </a:moveTo>
                <a:cubicBezTo>
                  <a:pt x="199390" y="199390"/>
                  <a:pt x="203200" y="210820"/>
                  <a:pt x="203200" y="219710"/>
                </a:cubicBezTo>
                <a:cubicBezTo>
                  <a:pt x="203200" y="228600"/>
                  <a:pt x="200660" y="234950"/>
                  <a:pt x="196850" y="237490"/>
                </a:cubicBezTo>
                <a:cubicBezTo>
                  <a:pt x="193040" y="241300"/>
                  <a:pt x="187960" y="242570"/>
                  <a:pt x="182880" y="242570"/>
                </a:cubicBezTo>
                <a:cubicBezTo>
                  <a:pt x="177800" y="242570"/>
                  <a:pt x="172720" y="241300"/>
                  <a:pt x="168910" y="237490"/>
                </a:cubicBezTo>
                <a:cubicBezTo>
                  <a:pt x="165100" y="233680"/>
                  <a:pt x="162560" y="228600"/>
                  <a:pt x="162560" y="219710"/>
                </a:cubicBezTo>
                <a:cubicBezTo>
                  <a:pt x="162560" y="210820"/>
                  <a:pt x="166370" y="199390"/>
                  <a:pt x="172720" y="187960"/>
                </a:cubicBezTo>
                <a:cubicBezTo>
                  <a:pt x="176530" y="181610"/>
                  <a:pt x="180340" y="175260"/>
                  <a:pt x="182880" y="170180"/>
                </a:cubicBezTo>
                <a:cubicBezTo>
                  <a:pt x="186690" y="175260"/>
                  <a:pt x="190500" y="181610"/>
                  <a:pt x="193040" y="187960"/>
                </a:cubicBezTo>
                <a:close/>
                <a:moveTo>
                  <a:pt x="193040" y="132080"/>
                </a:moveTo>
                <a:cubicBezTo>
                  <a:pt x="193040" y="127000"/>
                  <a:pt x="187960" y="121920"/>
                  <a:pt x="182880" y="121920"/>
                </a:cubicBezTo>
                <a:cubicBezTo>
                  <a:pt x="177800" y="121920"/>
                  <a:pt x="172720" y="127000"/>
                  <a:pt x="172720" y="132080"/>
                </a:cubicBezTo>
                <a:cubicBezTo>
                  <a:pt x="172720" y="137160"/>
                  <a:pt x="177800" y="142240"/>
                  <a:pt x="182880" y="142240"/>
                </a:cubicBezTo>
                <a:cubicBezTo>
                  <a:pt x="187960" y="142240"/>
                  <a:pt x="193040" y="137160"/>
                  <a:pt x="193040" y="1320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35" name="Полилиния: фигура 573">
            <a:extLst>
              <a:ext uri="{FF2B5EF4-FFF2-40B4-BE49-F238E27FC236}">
                <a16:creationId xmlns:a16="http://schemas.microsoft.com/office/drawing/2014/main" id="{7DD13991-6A0D-8814-1B9C-7BE8C946D670}"/>
              </a:ext>
            </a:extLst>
          </p:cNvPr>
          <p:cNvSpPr/>
          <p:nvPr/>
        </p:nvSpPr>
        <p:spPr>
          <a:xfrm>
            <a:off x="10058271" y="5020270"/>
            <a:ext cx="294640" cy="213359"/>
          </a:xfrm>
          <a:custGeom>
            <a:avLst/>
            <a:gdLst>
              <a:gd name="connsiteX0" fmla="*/ 44450 w 294640"/>
              <a:gd name="connsiteY0" fmla="*/ 40640 h 213359"/>
              <a:gd name="connsiteX1" fmla="*/ 20320 w 294640"/>
              <a:gd name="connsiteY1" fmla="*/ 81280 h 213359"/>
              <a:gd name="connsiteX2" fmla="*/ 44450 w 294640"/>
              <a:gd name="connsiteY2" fmla="*/ 121920 h 213359"/>
              <a:gd name="connsiteX3" fmla="*/ 91440 w 294640"/>
              <a:gd name="connsiteY3" fmla="*/ 142240 h 213359"/>
              <a:gd name="connsiteX4" fmla="*/ 111760 w 294640"/>
              <a:gd name="connsiteY4" fmla="*/ 139700 h 213359"/>
              <a:gd name="connsiteX5" fmla="*/ 123190 w 294640"/>
              <a:gd name="connsiteY5" fmla="*/ 134620 h 213359"/>
              <a:gd name="connsiteX6" fmla="*/ 123190 w 294640"/>
              <a:gd name="connsiteY6" fmla="*/ 134620 h 213359"/>
              <a:gd name="connsiteX7" fmla="*/ 147320 w 294640"/>
              <a:gd name="connsiteY7" fmla="*/ 127000 h 213359"/>
              <a:gd name="connsiteX8" fmla="*/ 171450 w 294640"/>
              <a:gd name="connsiteY8" fmla="*/ 134620 h 213359"/>
              <a:gd name="connsiteX9" fmla="*/ 171450 w 294640"/>
              <a:gd name="connsiteY9" fmla="*/ 134620 h 213359"/>
              <a:gd name="connsiteX10" fmla="*/ 182880 w 294640"/>
              <a:gd name="connsiteY10" fmla="*/ 139700 h 213359"/>
              <a:gd name="connsiteX11" fmla="*/ 203200 w 294640"/>
              <a:gd name="connsiteY11" fmla="*/ 142240 h 213359"/>
              <a:gd name="connsiteX12" fmla="*/ 238760 w 294640"/>
              <a:gd name="connsiteY12" fmla="*/ 133350 h 213359"/>
              <a:gd name="connsiteX13" fmla="*/ 252730 w 294640"/>
              <a:gd name="connsiteY13" fmla="*/ 137160 h 213359"/>
              <a:gd name="connsiteX14" fmla="*/ 248920 w 294640"/>
              <a:gd name="connsiteY14" fmla="*/ 151130 h 213359"/>
              <a:gd name="connsiteX15" fmla="*/ 203200 w 294640"/>
              <a:gd name="connsiteY15" fmla="*/ 162560 h 213359"/>
              <a:gd name="connsiteX16" fmla="*/ 176530 w 294640"/>
              <a:gd name="connsiteY16" fmla="*/ 158750 h 213359"/>
              <a:gd name="connsiteX17" fmla="*/ 161290 w 294640"/>
              <a:gd name="connsiteY17" fmla="*/ 151130 h 213359"/>
              <a:gd name="connsiteX18" fmla="*/ 161290 w 294640"/>
              <a:gd name="connsiteY18" fmla="*/ 151130 h 213359"/>
              <a:gd name="connsiteX19" fmla="*/ 147320 w 294640"/>
              <a:gd name="connsiteY19" fmla="*/ 146050 h 213359"/>
              <a:gd name="connsiteX20" fmla="*/ 133350 w 294640"/>
              <a:gd name="connsiteY20" fmla="*/ 151130 h 213359"/>
              <a:gd name="connsiteX21" fmla="*/ 133350 w 294640"/>
              <a:gd name="connsiteY21" fmla="*/ 151130 h 213359"/>
              <a:gd name="connsiteX22" fmla="*/ 118110 w 294640"/>
              <a:gd name="connsiteY22" fmla="*/ 158750 h 213359"/>
              <a:gd name="connsiteX23" fmla="*/ 91440 w 294640"/>
              <a:gd name="connsiteY23" fmla="*/ 162560 h 213359"/>
              <a:gd name="connsiteX24" fmla="*/ 30480 w 294640"/>
              <a:gd name="connsiteY24" fmla="*/ 137160 h 213359"/>
              <a:gd name="connsiteX25" fmla="*/ 0 w 294640"/>
              <a:gd name="connsiteY25" fmla="*/ 81280 h 213359"/>
              <a:gd name="connsiteX26" fmla="*/ 30480 w 294640"/>
              <a:gd name="connsiteY26" fmla="*/ 25400 h 213359"/>
              <a:gd name="connsiteX27" fmla="*/ 91440 w 294640"/>
              <a:gd name="connsiteY27" fmla="*/ 0 h 213359"/>
              <a:gd name="connsiteX28" fmla="*/ 118110 w 294640"/>
              <a:gd name="connsiteY28" fmla="*/ 3810 h 213359"/>
              <a:gd name="connsiteX29" fmla="*/ 133350 w 294640"/>
              <a:gd name="connsiteY29" fmla="*/ 11430 h 213359"/>
              <a:gd name="connsiteX30" fmla="*/ 133350 w 294640"/>
              <a:gd name="connsiteY30" fmla="*/ 11430 h 213359"/>
              <a:gd name="connsiteX31" fmla="*/ 147320 w 294640"/>
              <a:gd name="connsiteY31" fmla="*/ 16510 h 213359"/>
              <a:gd name="connsiteX32" fmla="*/ 161290 w 294640"/>
              <a:gd name="connsiteY32" fmla="*/ 11430 h 213359"/>
              <a:gd name="connsiteX33" fmla="*/ 161290 w 294640"/>
              <a:gd name="connsiteY33" fmla="*/ 11430 h 213359"/>
              <a:gd name="connsiteX34" fmla="*/ 176530 w 294640"/>
              <a:gd name="connsiteY34" fmla="*/ 3810 h 213359"/>
              <a:gd name="connsiteX35" fmla="*/ 203200 w 294640"/>
              <a:gd name="connsiteY35" fmla="*/ 0 h 213359"/>
              <a:gd name="connsiteX36" fmla="*/ 265430 w 294640"/>
              <a:gd name="connsiteY36" fmla="*/ 25400 h 213359"/>
              <a:gd name="connsiteX37" fmla="*/ 294640 w 294640"/>
              <a:gd name="connsiteY37" fmla="*/ 81280 h 213359"/>
              <a:gd name="connsiteX38" fmla="*/ 294640 w 294640"/>
              <a:gd name="connsiteY38" fmla="*/ 203200 h 213359"/>
              <a:gd name="connsiteX39" fmla="*/ 284480 w 294640"/>
              <a:gd name="connsiteY39" fmla="*/ 213360 h 213359"/>
              <a:gd name="connsiteX40" fmla="*/ 274320 w 294640"/>
              <a:gd name="connsiteY40" fmla="*/ 203200 h 213359"/>
              <a:gd name="connsiteX41" fmla="*/ 274320 w 294640"/>
              <a:gd name="connsiteY41" fmla="*/ 81280 h 213359"/>
              <a:gd name="connsiteX42" fmla="*/ 252730 w 294640"/>
              <a:gd name="connsiteY42" fmla="*/ 40640 h 213359"/>
              <a:gd name="connsiteX43" fmla="*/ 203200 w 294640"/>
              <a:gd name="connsiteY43" fmla="*/ 20320 h 213359"/>
              <a:gd name="connsiteX44" fmla="*/ 182880 w 294640"/>
              <a:gd name="connsiteY44" fmla="*/ 22860 h 213359"/>
              <a:gd name="connsiteX45" fmla="*/ 171450 w 294640"/>
              <a:gd name="connsiteY45" fmla="*/ 27940 h 213359"/>
              <a:gd name="connsiteX46" fmla="*/ 171450 w 294640"/>
              <a:gd name="connsiteY46" fmla="*/ 27940 h 213359"/>
              <a:gd name="connsiteX47" fmla="*/ 147320 w 294640"/>
              <a:gd name="connsiteY47" fmla="*/ 35560 h 213359"/>
              <a:gd name="connsiteX48" fmla="*/ 123190 w 294640"/>
              <a:gd name="connsiteY48" fmla="*/ 27940 h 213359"/>
              <a:gd name="connsiteX49" fmla="*/ 123190 w 294640"/>
              <a:gd name="connsiteY49" fmla="*/ 27940 h 213359"/>
              <a:gd name="connsiteX50" fmla="*/ 111760 w 294640"/>
              <a:gd name="connsiteY50" fmla="*/ 22860 h 213359"/>
              <a:gd name="connsiteX51" fmla="*/ 91440 w 294640"/>
              <a:gd name="connsiteY51" fmla="*/ 20320 h 213359"/>
              <a:gd name="connsiteX52" fmla="*/ 44450 w 294640"/>
              <a:gd name="connsiteY52" fmla="*/ 40640 h 213359"/>
              <a:gd name="connsiteX53" fmla="*/ 62230 w 294640"/>
              <a:gd name="connsiteY53" fmla="*/ 81280 h 213359"/>
              <a:gd name="connsiteX54" fmla="*/ 62230 w 294640"/>
              <a:gd name="connsiteY54" fmla="*/ 81280 h 213359"/>
              <a:gd name="connsiteX55" fmla="*/ 68580 w 294640"/>
              <a:gd name="connsiteY55" fmla="*/ 74930 h 213359"/>
              <a:gd name="connsiteX56" fmla="*/ 91440 w 294640"/>
              <a:gd name="connsiteY56" fmla="*/ 66040 h 213359"/>
              <a:gd name="connsiteX57" fmla="*/ 114300 w 294640"/>
              <a:gd name="connsiteY57" fmla="*/ 74930 h 213359"/>
              <a:gd name="connsiteX58" fmla="*/ 120650 w 294640"/>
              <a:gd name="connsiteY58" fmla="*/ 81280 h 213359"/>
              <a:gd name="connsiteX59" fmla="*/ 120650 w 294640"/>
              <a:gd name="connsiteY59" fmla="*/ 81280 h 213359"/>
              <a:gd name="connsiteX60" fmla="*/ 120650 w 294640"/>
              <a:gd name="connsiteY60" fmla="*/ 81280 h 213359"/>
              <a:gd name="connsiteX61" fmla="*/ 114300 w 294640"/>
              <a:gd name="connsiteY61" fmla="*/ 87630 h 213359"/>
              <a:gd name="connsiteX62" fmla="*/ 91440 w 294640"/>
              <a:gd name="connsiteY62" fmla="*/ 96520 h 213359"/>
              <a:gd name="connsiteX63" fmla="*/ 68580 w 294640"/>
              <a:gd name="connsiteY63" fmla="*/ 87630 h 213359"/>
              <a:gd name="connsiteX64" fmla="*/ 62230 w 294640"/>
              <a:gd name="connsiteY64" fmla="*/ 81280 h 213359"/>
              <a:gd name="connsiteX65" fmla="*/ 62230 w 294640"/>
              <a:gd name="connsiteY65" fmla="*/ 81280 h 213359"/>
              <a:gd name="connsiteX66" fmla="*/ 55880 w 294640"/>
              <a:gd name="connsiteY66" fmla="*/ 58420 h 213359"/>
              <a:gd name="connsiteX67" fmla="*/ 91440 w 294640"/>
              <a:gd name="connsiteY67" fmla="*/ 45720 h 213359"/>
              <a:gd name="connsiteX68" fmla="*/ 127000 w 294640"/>
              <a:gd name="connsiteY68" fmla="*/ 58420 h 213359"/>
              <a:gd name="connsiteX69" fmla="*/ 137160 w 294640"/>
              <a:gd name="connsiteY69" fmla="*/ 68580 h 213359"/>
              <a:gd name="connsiteX70" fmla="*/ 140970 w 294640"/>
              <a:gd name="connsiteY70" fmla="*/ 73660 h 213359"/>
              <a:gd name="connsiteX71" fmla="*/ 142240 w 294640"/>
              <a:gd name="connsiteY71" fmla="*/ 81280 h 213359"/>
              <a:gd name="connsiteX72" fmla="*/ 140970 w 294640"/>
              <a:gd name="connsiteY72" fmla="*/ 88900 h 213359"/>
              <a:gd name="connsiteX73" fmla="*/ 137160 w 294640"/>
              <a:gd name="connsiteY73" fmla="*/ 93980 h 213359"/>
              <a:gd name="connsiteX74" fmla="*/ 127000 w 294640"/>
              <a:gd name="connsiteY74" fmla="*/ 104140 h 213359"/>
              <a:gd name="connsiteX75" fmla="*/ 91440 w 294640"/>
              <a:gd name="connsiteY75" fmla="*/ 116840 h 213359"/>
              <a:gd name="connsiteX76" fmla="*/ 55880 w 294640"/>
              <a:gd name="connsiteY76" fmla="*/ 104140 h 213359"/>
              <a:gd name="connsiteX77" fmla="*/ 45720 w 294640"/>
              <a:gd name="connsiteY77" fmla="*/ 93980 h 213359"/>
              <a:gd name="connsiteX78" fmla="*/ 41910 w 294640"/>
              <a:gd name="connsiteY78" fmla="*/ 88900 h 213359"/>
              <a:gd name="connsiteX79" fmla="*/ 40640 w 294640"/>
              <a:gd name="connsiteY79" fmla="*/ 81280 h 213359"/>
              <a:gd name="connsiteX80" fmla="*/ 41910 w 294640"/>
              <a:gd name="connsiteY80" fmla="*/ 73660 h 213359"/>
              <a:gd name="connsiteX81" fmla="*/ 45720 w 294640"/>
              <a:gd name="connsiteY81" fmla="*/ 68580 h 213359"/>
              <a:gd name="connsiteX82" fmla="*/ 55880 w 294640"/>
              <a:gd name="connsiteY82" fmla="*/ 58420 h 213359"/>
              <a:gd name="connsiteX83" fmla="*/ 167640 w 294640"/>
              <a:gd name="connsiteY83" fmla="*/ 58420 h 213359"/>
              <a:gd name="connsiteX84" fmla="*/ 203200 w 294640"/>
              <a:gd name="connsiteY84" fmla="*/ 45720 h 213359"/>
              <a:gd name="connsiteX85" fmla="*/ 238760 w 294640"/>
              <a:gd name="connsiteY85" fmla="*/ 58420 h 213359"/>
              <a:gd name="connsiteX86" fmla="*/ 248920 w 294640"/>
              <a:gd name="connsiteY86" fmla="*/ 68580 h 213359"/>
              <a:gd name="connsiteX87" fmla="*/ 252730 w 294640"/>
              <a:gd name="connsiteY87" fmla="*/ 73660 h 213359"/>
              <a:gd name="connsiteX88" fmla="*/ 254000 w 294640"/>
              <a:gd name="connsiteY88" fmla="*/ 81280 h 213359"/>
              <a:gd name="connsiteX89" fmla="*/ 252730 w 294640"/>
              <a:gd name="connsiteY89" fmla="*/ 88900 h 213359"/>
              <a:gd name="connsiteX90" fmla="*/ 248920 w 294640"/>
              <a:gd name="connsiteY90" fmla="*/ 93980 h 213359"/>
              <a:gd name="connsiteX91" fmla="*/ 238760 w 294640"/>
              <a:gd name="connsiteY91" fmla="*/ 104140 h 213359"/>
              <a:gd name="connsiteX92" fmla="*/ 203200 w 294640"/>
              <a:gd name="connsiteY92" fmla="*/ 116840 h 213359"/>
              <a:gd name="connsiteX93" fmla="*/ 167640 w 294640"/>
              <a:gd name="connsiteY93" fmla="*/ 104140 h 213359"/>
              <a:gd name="connsiteX94" fmla="*/ 157480 w 294640"/>
              <a:gd name="connsiteY94" fmla="*/ 93980 h 213359"/>
              <a:gd name="connsiteX95" fmla="*/ 153670 w 294640"/>
              <a:gd name="connsiteY95" fmla="*/ 88900 h 213359"/>
              <a:gd name="connsiteX96" fmla="*/ 152400 w 294640"/>
              <a:gd name="connsiteY96" fmla="*/ 81280 h 213359"/>
              <a:gd name="connsiteX97" fmla="*/ 153670 w 294640"/>
              <a:gd name="connsiteY97" fmla="*/ 73660 h 213359"/>
              <a:gd name="connsiteX98" fmla="*/ 157480 w 294640"/>
              <a:gd name="connsiteY98" fmla="*/ 68580 h 213359"/>
              <a:gd name="connsiteX99" fmla="*/ 167640 w 294640"/>
              <a:gd name="connsiteY99" fmla="*/ 58420 h 213359"/>
              <a:gd name="connsiteX100" fmla="*/ 173990 w 294640"/>
              <a:gd name="connsiteY100" fmla="*/ 81280 h 213359"/>
              <a:gd name="connsiteX101" fmla="*/ 173990 w 294640"/>
              <a:gd name="connsiteY101" fmla="*/ 81280 h 213359"/>
              <a:gd name="connsiteX102" fmla="*/ 180340 w 294640"/>
              <a:gd name="connsiteY102" fmla="*/ 74930 h 213359"/>
              <a:gd name="connsiteX103" fmla="*/ 203200 w 294640"/>
              <a:gd name="connsiteY103" fmla="*/ 66040 h 213359"/>
              <a:gd name="connsiteX104" fmla="*/ 226060 w 294640"/>
              <a:gd name="connsiteY104" fmla="*/ 74930 h 213359"/>
              <a:gd name="connsiteX105" fmla="*/ 232410 w 294640"/>
              <a:gd name="connsiteY105" fmla="*/ 81280 h 213359"/>
              <a:gd name="connsiteX106" fmla="*/ 232410 w 294640"/>
              <a:gd name="connsiteY106" fmla="*/ 81280 h 213359"/>
              <a:gd name="connsiteX107" fmla="*/ 232410 w 294640"/>
              <a:gd name="connsiteY107" fmla="*/ 81280 h 213359"/>
              <a:gd name="connsiteX108" fmla="*/ 226060 w 294640"/>
              <a:gd name="connsiteY108" fmla="*/ 87630 h 213359"/>
              <a:gd name="connsiteX109" fmla="*/ 203200 w 294640"/>
              <a:gd name="connsiteY109" fmla="*/ 96520 h 213359"/>
              <a:gd name="connsiteX110" fmla="*/ 180340 w 294640"/>
              <a:gd name="connsiteY110" fmla="*/ 87630 h 213359"/>
              <a:gd name="connsiteX111" fmla="*/ 173990 w 294640"/>
              <a:gd name="connsiteY111" fmla="*/ 81280 h 213359"/>
              <a:gd name="connsiteX112" fmla="*/ 173990 w 294640"/>
              <a:gd name="connsiteY112" fmla="*/ 81280 h 2133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294640" h="213359">
                <a:moveTo>
                  <a:pt x="44450" y="40640"/>
                </a:moveTo>
                <a:cubicBezTo>
                  <a:pt x="29210" y="53340"/>
                  <a:pt x="20320" y="68580"/>
                  <a:pt x="20320" y="81280"/>
                </a:cubicBezTo>
                <a:cubicBezTo>
                  <a:pt x="20320" y="93980"/>
                  <a:pt x="29210" y="107950"/>
                  <a:pt x="44450" y="121920"/>
                </a:cubicBezTo>
                <a:cubicBezTo>
                  <a:pt x="59690" y="134620"/>
                  <a:pt x="77470" y="142240"/>
                  <a:pt x="91440" y="142240"/>
                </a:cubicBezTo>
                <a:cubicBezTo>
                  <a:pt x="100330" y="142240"/>
                  <a:pt x="106680" y="140970"/>
                  <a:pt x="111760" y="139700"/>
                </a:cubicBezTo>
                <a:cubicBezTo>
                  <a:pt x="116840" y="138430"/>
                  <a:pt x="119380" y="135890"/>
                  <a:pt x="123190" y="134620"/>
                </a:cubicBezTo>
                <a:lnTo>
                  <a:pt x="123190" y="134620"/>
                </a:lnTo>
                <a:cubicBezTo>
                  <a:pt x="129540" y="130810"/>
                  <a:pt x="135890" y="127000"/>
                  <a:pt x="147320" y="127000"/>
                </a:cubicBezTo>
                <a:cubicBezTo>
                  <a:pt x="158750" y="127000"/>
                  <a:pt x="166370" y="130810"/>
                  <a:pt x="171450" y="134620"/>
                </a:cubicBezTo>
                <a:lnTo>
                  <a:pt x="171450" y="134620"/>
                </a:lnTo>
                <a:cubicBezTo>
                  <a:pt x="175260" y="137160"/>
                  <a:pt x="177800" y="138430"/>
                  <a:pt x="182880" y="139700"/>
                </a:cubicBezTo>
                <a:cubicBezTo>
                  <a:pt x="187960" y="140970"/>
                  <a:pt x="193040" y="142240"/>
                  <a:pt x="203200" y="142240"/>
                </a:cubicBezTo>
                <a:cubicBezTo>
                  <a:pt x="215900" y="142240"/>
                  <a:pt x="228600" y="139700"/>
                  <a:pt x="238760" y="133350"/>
                </a:cubicBezTo>
                <a:cubicBezTo>
                  <a:pt x="243840" y="130810"/>
                  <a:pt x="250190" y="132080"/>
                  <a:pt x="252730" y="137160"/>
                </a:cubicBezTo>
                <a:cubicBezTo>
                  <a:pt x="255270" y="142240"/>
                  <a:pt x="254000" y="148590"/>
                  <a:pt x="248920" y="151130"/>
                </a:cubicBezTo>
                <a:cubicBezTo>
                  <a:pt x="233680" y="160020"/>
                  <a:pt x="218440" y="162560"/>
                  <a:pt x="203200" y="162560"/>
                </a:cubicBezTo>
                <a:cubicBezTo>
                  <a:pt x="191770" y="162560"/>
                  <a:pt x="184150" y="161290"/>
                  <a:pt x="176530" y="158750"/>
                </a:cubicBezTo>
                <a:cubicBezTo>
                  <a:pt x="170180" y="156210"/>
                  <a:pt x="165100" y="153670"/>
                  <a:pt x="161290" y="151130"/>
                </a:cubicBezTo>
                <a:lnTo>
                  <a:pt x="161290" y="151130"/>
                </a:lnTo>
                <a:cubicBezTo>
                  <a:pt x="156210" y="147320"/>
                  <a:pt x="152400" y="146050"/>
                  <a:pt x="147320" y="146050"/>
                </a:cubicBezTo>
                <a:cubicBezTo>
                  <a:pt x="142240" y="146050"/>
                  <a:pt x="138430" y="147320"/>
                  <a:pt x="133350" y="151130"/>
                </a:cubicBezTo>
                <a:lnTo>
                  <a:pt x="133350" y="151130"/>
                </a:lnTo>
                <a:cubicBezTo>
                  <a:pt x="129540" y="153670"/>
                  <a:pt x="124460" y="156210"/>
                  <a:pt x="118110" y="158750"/>
                </a:cubicBezTo>
                <a:cubicBezTo>
                  <a:pt x="111760" y="161290"/>
                  <a:pt x="102870" y="162560"/>
                  <a:pt x="91440" y="162560"/>
                </a:cubicBezTo>
                <a:cubicBezTo>
                  <a:pt x="69850" y="162560"/>
                  <a:pt x="48260" y="151130"/>
                  <a:pt x="30480" y="137160"/>
                </a:cubicBezTo>
                <a:cubicBezTo>
                  <a:pt x="13970" y="123190"/>
                  <a:pt x="0" y="102870"/>
                  <a:pt x="0" y="81280"/>
                </a:cubicBezTo>
                <a:cubicBezTo>
                  <a:pt x="0" y="60960"/>
                  <a:pt x="13970" y="40640"/>
                  <a:pt x="30480" y="25400"/>
                </a:cubicBezTo>
                <a:cubicBezTo>
                  <a:pt x="46990" y="10160"/>
                  <a:pt x="69850" y="0"/>
                  <a:pt x="91440" y="0"/>
                </a:cubicBezTo>
                <a:cubicBezTo>
                  <a:pt x="102870" y="0"/>
                  <a:pt x="110490" y="1270"/>
                  <a:pt x="118110" y="3810"/>
                </a:cubicBezTo>
                <a:cubicBezTo>
                  <a:pt x="124460" y="6350"/>
                  <a:pt x="129540" y="8890"/>
                  <a:pt x="133350" y="11430"/>
                </a:cubicBezTo>
                <a:lnTo>
                  <a:pt x="133350" y="11430"/>
                </a:lnTo>
                <a:cubicBezTo>
                  <a:pt x="138430" y="15240"/>
                  <a:pt x="142240" y="16510"/>
                  <a:pt x="147320" y="16510"/>
                </a:cubicBezTo>
                <a:cubicBezTo>
                  <a:pt x="152400" y="16510"/>
                  <a:pt x="156210" y="15240"/>
                  <a:pt x="161290" y="11430"/>
                </a:cubicBezTo>
                <a:lnTo>
                  <a:pt x="161290" y="11430"/>
                </a:lnTo>
                <a:cubicBezTo>
                  <a:pt x="165100" y="8890"/>
                  <a:pt x="170180" y="6350"/>
                  <a:pt x="176530" y="3810"/>
                </a:cubicBezTo>
                <a:cubicBezTo>
                  <a:pt x="182880" y="1270"/>
                  <a:pt x="191770" y="0"/>
                  <a:pt x="203200" y="0"/>
                </a:cubicBezTo>
                <a:cubicBezTo>
                  <a:pt x="226060" y="0"/>
                  <a:pt x="248920" y="11430"/>
                  <a:pt x="265430" y="25400"/>
                </a:cubicBezTo>
                <a:cubicBezTo>
                  <a:pt x="281940" y="40640"/>
                  <a:pt x="294640" y="60960"/>
                  <a:pt x="294640" y="81280"/>
                </a:cubicBezTo>
                <a:lnTo>
                  <a:pt x="294640" y="203200"/>
                </a:lnTo>
                <a:cubicBezTo>
                  <a:pt x="294640" y="208280"/>
                  <a:pt x="289560" y="213360"/>
                  <a:pt x="284480" y="213360"/>
                </a:cubicBezTo>
                <a:cubicBezTo>
                  <a:pt x="279400" y="213360"/>
                  <a:pt x="274320" y="208280"/>
                  <a:pt x="274320" y="203200"/>
                </a:cubicBezTo>
                <a:lnTo>
                  <a:pt x="274320" y="81280"/>
                </a:lnTo>
                <a:cubicBezTo>
                  <a:pt x="274320" y="68580"/>
                  <a:pt x="266700" y="53340"/>
                  <a:pt x="252730" y="40640"/>
                </a:cubicBezTo>
                <a:cubicBezTo>
                  <a:pt x="238760" y="27940"/>
                  <a:pt x="220980" y="20320"/>
                  <a:pt x="203200" y="20320"/>
                </a:cubicBezTo>
                <a:cubicBezTo>
                  <a:pt x="194310" y="20320"/>
                  <a:pt x="187960" y="21590"/>
                  <a:pt x="182880" y="22860"/>
                </a:cubicBezTo>
                <a:cubicBezTo>
                  <a:pt x="177800" y="24130"/>
                  <a:pt x="175260" y="26670"/>
                  <a:pt x="171450" y="27940"/>
                </a:cubicBezTo>
                <a:lnTo>
                  <a:pt x="171450" y="27940"/>
                </a:lnTo>
                <a:cubicBezTo>
                  <a:pt x="165100" y="31750"/>
                  <a:pt x="158750" y="35560"/>
                  <a:pt x="147320" y="35560"/>
                </a:cubicBezTo>
                <a:cubicBezTo>
                  <a:pt x="135890" y="35560"/>
                  <a:pt x="128270" y="31750"/>
                  <a:pt x="123190" y="27940"/>
                </a:cubicBezTo>
                <a:lnTo>
                  <a:pt x="123190" y="27940"/>
                </a:lnTo>
                <a:cubicBezTo>
                  <a:pt x="119380" y="25400"/>
                  <a:pt x="116840" y="24130"/>
                  <a:pt x="111760" y="22860"/>
                </a:cubicBezTo>
                <a:cubicBezTo>
                  <a:pt x="106680" y="21590"/>
                  <a:pt x="101600" y="20320"/>
                  <a:pt x="91440" y="20320"/>
                </a:cubicBezTo>
                <a:cubicBezTo>
                  <a:pt x="76200" y="20320"/>
                  <a:pt x="58420" y="27940"/>
                  <a:pt x="44450" y="40640"/>
                </a:cubicBezTo>
                <a:close/>
                <a:moveTo>
                  <a:pt x="62230" y="81280"/>
                </a:moveTo>
                <a:cubicBezTo>
                  <a:pt x="62230" y="81280"/>
                  <a:pt x="62230" y="81280"/>
                  <a:pt x="62230" y="81280"/>
                </a:cubicBezTo>
                <a:cubicBezTo>
                  <a:pt x="63500" y="78740"/>
                  <a:pt x="66040" y="77470"/>
                  <a:pt x="68580" y="74930"/>
                </a:cubicBezTo>
                <a:cubicBezTo>
                  <a:pt x="74930" y="69850"/>
                  <a:pt x="82550" y="66040"/>
                  <a:pt x="91440" y="66040"/>
                </a:cubicBezTo>
                <a:cubicBezTo>
                  <a:pt x="100330" y="66040"/>
                  <a:pt x="107950" y="69850"/>
                  <a:pt x="114300" y="74930"/>
                </a:cubicBezTo>
                <a:cubicBezTo>
                  <a:pt x="116840" y="77470"/>
                  <a:pt x="119380" y="80010"/>
                  <a:pt x="120650" y="81280"/>
                </a:cubicBezTo>
                <a:cubicBezTo>
                  <a:pt x="120650" y="81280"/>
                  <a:pt x="120650" y="81280"/>
                  <a:pt x="120650" y="81280"/>
                </a:cubicBezTo>
                <a:cubicBezTo>
                  <a:pt x="120650" y="81280"/>
                  <a:pt x="120650" y="81280"/>
                  <a:pt x="120650" y="81280"/>
                </a:cubicBezTo>
                <a:cubicBezTo>
                  <a:pt x="119380" y="82550"/>
                  <a:pt x="116840" y="85090"/>
                  <a:pt x="114300" y="87630"/>
                </a:cubicBezTo>
                <a:cubicBezTo>
                  <a:pt x="107950" y="92710"/>
                  <a:pt x="100330" y="96520"/>
                  <a:pt x="91440" y="96520"/>
                </a:cubicBezTo>
                <a:cubicBezTo>
                  <a:pt x="82550" y="96520"/>
                  <a:pt x="74930" y="92710"/>
                  <a:pt x="68580" y="87630"/>
                </a:cubicBezTo>
                <a:cubicBezTo>
                  <a:pt x="66040" y="85090"/>
                  <a:pt x="63500" y="82550"/>
                  <a:pt x="62230" y="81280"/>
                </a:cubicBezTo>
                <a:cubicBezTo>
                  <a:pt x="62230" y="81280"/>
                  <a:pt x="62230" y="81280"/>
                  <a:pt x="62230" y="81280"/>
                </a:cubicBezTo>
                <a:close/>
                <a:moveTo>
                  <a:pt x="55880" y="58420"/>
                </a:moveTo>
                <a:cubicBezTo>
                  <a:pt x="64770" y="52070"/>
                  <a:pt x="76200" y="45720"/>
                  <a:pt x="91440" y="45720"/>
                </a:cubicBezTo>
                <a:cubicBezTo>
                  <a:pt x="105410" y="45720"/>
                  <a:pt x="118110" y="52070"/>
                  <a:pt x="127000" y="58420"/>
                </a:cubicBezTo>
                <a:cubicBezTo>
                  <a:pt x="130810" y="62230"/>
                  <a:pt x="134620" y="64770"/>
                  <a:pt x="137160" y="68580"/>
                </a:cubicBezTo>
                <a:cubicBezTo>
                  <a:pt x="138430" y="69850"/>
                  <a:pt x="139700" y="72390"/>
                  <a:pt x="140970" y="73660"/>
                </a:cubicBezTo>
                <a:cubicBezTo>
                  <a:pt x="142240" y="74930"/>
                  <a:pt x="142240" y="77470"/>
                  <a:pt x="142240" y="81280"/>
                </a:cubicBezTo>
                <a:cubicBezTo>
                  <a:pt x="142240" y="83820"/>
                  <a:pt x="140970" y="86360"/>
                  <a:pt x="140970" y="88900"/>
                </a:cubicBezTo>
                <a:cubicBezTo>
                  <a:pt x="139700" y="90170"/>
                  <a:pt x="138430" y="92710"/>
                  <a:pt x="137160" y="93980"/>
                </a:cubicBezTo>
                <a:cubicBezTo>
                  <a:pt x="134620" y="97790"/>
                  <a:pt x="130810" y="101600"/>
                  <a:pt x="127000" y="104140"/>
                </a:cubicBezTo>
                <a:cubicBezTo>
                  <a:pt x="118110" y="110490"/>
                  <a:pt x="106680" y="116840"/>
                  <a:pt x="91440" y="116840"/>
                </a:cubicBezTo>
                <a:cubicBezTo>
                  <a:pt x="77470" y="116840"/>
                  <a:pt x="64770" y="110490"/>
                  <a:pt x="55880" y="104140"/>
                </a:cubicBezTo>
                <a:cubicBezTo>
                  <a:pt x="52070" y="100330"/>
                  <a:pt x="48260" y="97790"/>
                  <a:pt x="45720" y="93980"/>
                </a:cubicBezTo>
                <a:cubicBezTo>
                  <a:pt x="44450" y="92710"/>
                  <a:pt x="43180" y="90170"/>
                  <a:pt x="41910" y="88900"/>
                </a:cubicBezTo>
                <a:cubicBezTo>
                  <a:pt x="40640" y="87630"/>
                  <a:pt x="40640" y="85090"/>
                  <a:pt x="40640" y="81280"/>
                </a:cubicBezTo>
                <a:cubicBezTo>
                  <a:pt x="40640" y="78740"/>
                  <a:pt x="41910" y="76200"/>
                  <a:pt x="41910" y="73660"/>
                </a:cubicBezTo>
                <a:cubicBezTo>
                  <a:pt x="43180" y="72390"/>
                  <a:pt x="44450" y="69850"/>
                  <a:pt x="45720" y="68580"/>
                </a:cubicBezTo>
                <a:cubicBezTo>
                  <a:pt x="48260" y="64770"/>
                  <a:pt x="52070" y="60960"/>
                  <a:pt x="55880" y="58420"/>
                </a:cubicBezTo>
                <a:close/>
                <a:moveTo>
                  <a:pt x="167640" y="58420"/>
                </a:moveTo>
                <a:cubicBezTo>
                  <a:pt x="176530" y="52070"/>
                  <a:pt x="187960" y="45720"/>
                  <a:pt x="203200" y="45720"/>
                </a:cubicBezTo>
                <a:cubicBezTo>
                  <a:pt x="217170" y="45720"/>
                  <a:pt x="229870" y="52070"/>
                  <a:pt x="238760" y="58420"/>
                </a:cubicBezTo>
                <a:cubicBezTo>
                  <a:pt x="242570" y="62230"/>
                  <a:pt x="246380" y="64770"/>
                  <a:pt x="248920" y="68580"/>
                </a:cubicBezTo>
                <a:cubicBezTo>
                  <a:pt x="250190" y="69850"/>
                  <a:pt x="251460" y="72390"/>
                  <a:pt x="252730" y="73660"/>
                </a:cubicBezTo>
                <a:cubicBezTo>
                  <a:pt x="254000" y="74930"/>
                  <a:pt x="254000" y="77470"/>
                  <a:pt x="254000" y="81280"/>
                </a:cubicBezTo>
                <a:cubicBezTo>
                  <a:pt x="254000" y="83820"/>
                  <a:pt x="252730" y="86360"/>
                  <a:pt x="252730" y="88900"/>
                </a:cubicBezTo>
                <a:cubicBezTo>
                  <a:pt x="251460" y="90170"/>
                  <a:pt x="250190" y="92710"/>
                  <a:pt x="248920" y="93980"/>
                </a:cubicBezTo>
                <a:cubicBezTo>
                  <a:pt x="246380" y="97790"/>
                  <a:pt x="242570" y="101600"/>
                  <a:pt x="238760" y="104140"/>
                </a:cubicBezTo>
                <a:cubicBezTo>
                  <a:pt x="229870" y="110490"/>
                  <a:pt x="218440" y="116840"/>
                  <a:pt x="203200" y="116840"/>
                </a:cubicBezTo>
                <a:cubicBezTo>
                  <a:pt x="189230" y="116840"/>
                  <a:pt x="176530" y="110490"/>
                  <a:pt x="167640" y="104140"/>
                </a:cubicBezTo>
                <a:cubicBezTo>
                  <a:pt x="163830" y="100330"/>
                  <a:pt x="160020" y="97790"/>
                  <a:pt x="157480" y="93980"/>
                </a:cubicBezTo>
                <a:cubicBezTo>
                  <a:pt x="156210" y="92710"/>
                  <a:pt x="154940" y="90170"/>
                  <a:pt x="153670" y="88900"/>
                </a:cubicBezTo>
                <a:cubicBezTo>
                  <a:pt x="152400" y="87630"/>
                  <a:pt x="152400" y="85090"/>
                  <a:pt x="152400" y="81280"/>
                </a:cubicBezTo>
                <a:cubicBezTo>
                  <a:pt x="152400" y="78740"/>
                  <a:pt x="153670" y="76200"/>
                  <a:pt x="153670" y="73660"/>
                </a:cubicBezTo>
                <a:cubicBezTo>
                  <a:pt x="154940" y="72390"/>
                  <a:pt x="156210" y="69850"/>
                  <a:pt x="157480" y="68580"/>
                </a:cubicBezTo>
                <a:cubicBezTo>
                  <a:pt x="160020" y="64770"/>
                  <a:pt x="163830" y="60960"/>
                  <a:pt x="167640" y="58420"/>
                </a:cubicBezTo>
                <a:close/>
                <a:moveTo>
                  <a:pt x="173990" y="81280"/>
                </a:moveTo>
                <a:cubicBezTo>
                  <a:pt x="173990" y="81280"/>
                  <a:pt x="173990" y="81280"/>
                  <a:pt x="173990" y="81280"/>
                </a:cubicBezTo>
                <a:cubicBezTo>
                  <a:pt x="175260" y="78740"/>
                  <a:pt x="177800" y="77470"/>
                  <a:pt x="180340" y="74930"/>
                </a:cubicBezTo>
                <a:cubicBezTo>
                  <a:pt x="186690" y="69850"/>
                  <a:pt x="194310" y="66040"/>
                  <a:pt x="203200" y="66040"/>
                </a:cubicBezTo>
                <a:cubicBezTo>
                  <a:pt x="212090" y="66040"/>
                  <a:pt x="219710" y="69850"/>
                  <a:pt x="226060" y="74930"/>
                </a:cubicBezTo>
                <a:cubicBezTo>
                  <a:pt x="228600" y="77470"/>
                  <a:pt x="231140" y="80010"/>
                  <a:pt x="232410" y="81280"/>
                </a:cubicBezTo>
                <a:cubicBezTo>
                  <a:pt x="232410" y="81280"/>
                  <a:pt x="232410" y="81280"/>
                  <a:pt x="232410" y="81280"/>
                </a:cubicBezTo>
                <a:cubicBezTo>
                  <a:pt x="232410" y="81280"/>
                  <a:pt x="232410" y="81280"/>
                  <a:pt x="232410" y="81280"/>
                </a:cubicBezTo>
                <a:cubicBezTo>
                  <a:pt x="231140" y="82550"/>
                  <a:pt x="228600" y="85090"/>
                  <a:pt x="226060" y="87630"/>
                </a:cubicBezTo>
                <a:cubicBezTo>
                  <a:pt x="219710" y="92710"/>
                  <a:pt x="212090" y="96520"/>
                  <a:pt x="203200" y="96520"/>
                </a:cubicBezTo>
                <a:cubicBezTo>
                  <a:pt x="194310" y="96520"/>
                  <a:pt x="186690" y="92710"/>
                  <a:pt x="180340" y="87630"/>
                </a:cubicBezTo>
                <a:cubicBezTo>
                  <a:pt x="176530" y="85090"/>
                  <a:pt x="175260" y="82550"/>
                  <a:pt x="173990" y="81280"/>
                </a:cubicBezTo>
                <a:cubicBezTo>
                  <a:pt x="173990" y="81280"/>
                  <a:pt x="173990" y="81280"/>
                  <a:pt x="173990" y="8128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36" name="Полилиния: фигура 160">
            <a:extLst>
              <a:ext uri="{FF2B5EF4-FFF2-40B4-BE49-F238E27FC236}">
                <a16:creationId xmlns:a16="http://schemas.microsoft.com/office/drawing/2014/main" id="{98047DC1-C0D8-9670-31EC-7BB1382D225A}"/>
              </a:ext>
            </a:extLst>
          </p:cNvPr>
          <p:cNvSpPr/>
          <p:nvPr/>
        </p:nvSpPr>
        <p:spPr>
          <a:xfrm>
            <a:off x="8912380" y="5014284"/>
            <a:ext cx="262451" cy="223155"/>
          </a:xfrm>
          <a:custGeom>
            <a:avLst/>
            <a:gdLst>
              <a:gd name="connsiteX0" fmla="*/ 202127 w 262451"/>
              <a:gd name="connsiteY0" fmla="*/ 33925 h 223155"/>
              <a:gd name="connsiteX1" fmla="*/ 56077 w 262451"/>
              <a:gd name="connsiteY1" fmla="*/ 33925 h 223155"/>
              <a:gd name="connsiteX2" fmla="*/ 128467 w 262451"/>
              <a:gd name="connsiteY2" fmla="*/ 98695 h 223155"/>
              <a:gd name="connsiteX3" fmla="*/ 202127 w 262451"/>
              <a:gd name="connsiteY3" fmla="*/ 33925 h 223155"/>
              <a:gd name="connsiteX4" fmla="*/ 29406 w 262451"/>
              <a:gd name="connsiteY4" fmla="*/ 26305 h 223155"/>
              <a:gd name="connsiteX5" fmla="*/ 34486 w 262451"/>
              <a:gd name="connsiteY5" fmla="*/ 21225 h 223155"/>
              <a:gd name="connsiteX6" fmla="*/ 226256 w 262451"/>
              <a:gd name="connsiteY6" fmla="*/ 21225 h 223155"/>
              <a:gd name="connsiteX7" fmla="*/ 231336 w 262451"/>
              <a:gd name="connsiteY7" fmla="*/ 26305 h 223155"/>
              <a:gd name="connsiteX8" fmla="*/ 231336 w 262451"/>
              <a:gd name="connsiteY8" fmla="*/ 26305 h 223155"/>
              <a:gd name="connsiteX9" fmla="*/ 260546 w 262451"/>
              <a:gd name="connsiteY9" fmla="*/ 75835 h 223155"/>
              <a:gd name="connsiteX10" fmla="*/ 260546 w 262451"/>
              <a:gd name="connsiteY10" fmla="*/ 87265 h 223155"/>
              <a:gd name="connsiteX11" fmla="*/ 211017 w 262451"/>
              <a:gd name="connsiteY11" fmla="*/ 177435 h 223155"/>
              <a:gd name="connsiteX12" fmla="*/ 194506 w 262451"/>
              <a:gd name="connsiteY12" fmla="*/ 179975 h 223155"/>
              <a:gd name="connsiteX13" fmla="*/ 131006 w 262451"/>
              <a:gd name="connsiteY13" fmla="*/ 125365 h 223155"/>
              <a:gd name="connsiteX14" fmla="*/ 67506 w 262451"/>
              <a:gd name="connsiteY14" fmla="*/ 179975 h 223155"/>
              <a:gd name="connsiteX15" fmla="*/ 50996 w 262451"/>
              <a:gd name="connsiteY15" fmla="*/ 177435 h 223155"/>
              <a:gd name="connsiteX16" fmla="*/ 1467 w 262451"/>
              <a:gd name="connsiteY16" fmla="*/ 87265 h 223155"/>
              <a:gd name="connsiteX17" fmla="*/ 1467 w 262451"/>
              <a:gd name="connsiteY17" fmla="*/ 75835 h 223155"/>
              <a:gd name="connsiteX18" fmla="*/ 29406 w 262451"/>
              <a:gd name="connsiteY18" fmla="*/ 26305 h 223155"/>
              <a:gd name="connsiteX19" fmla="*/ 29406 w 262451"/>
              <a:gd name="connsiteY19" fmla="*/ 26305 h 223155"/>
              <a:gd name="connsiteX20" fmla="*/ 40836 w 262451"/>
              <a:gd name="connsiteY20" fmla="*/ 46625 h 223155"/>
              <a:gd name="connsiteX21" fmla="*/ 19246 w 262451"/>
              <a:gd name="connsiteY21" fmla="*/ 82185 h 223155"/>
              <a:gd name="connsiteX22" fmla="*/ 61156 w 262451"/>
              <a:gd name="connsiteY22" fmla="*/ 157115 h 223155"/>
              <a:gd name="connsiteX23" fmla="*/ 114496 w 262451"/>
              <a:gd name="connsiteY23" fmla="*/ 111395 h 223155"/>
              <a:gd name="connsiteX24" fmla="*/ 40836 w 262451"/>
              <a:gd name="connsiteY24" fmla="*/ 46625 h 223155"/>
              <a:gd name="connsiteX25" fmla="*/ 218636 w 262451"/>
              <a:gd name="connsiteY25" fmla="*/ 46625 h 223155"/>
              <a:gd name="connsiteX26" fmla="*/ 240227 w 262451"/>
              <a:gd name="connsiteY26" fmla="*/ 82185 h 223155"/>
              <a:gd name="connsiteX27" fmla="*/ 198317 w 262451"/>
              <a:gd name="connsiteY27" fmla="*/ 157115 h 223155"/>
              <a:gd name="connsiteX28" fmla="*/ 144977 w 262451"/>
              <a:gd name="connsiteY28" fmla="*/ 111395 h 223155"/>
              <a:gd name="connsiteX29" fmla="*/ 218636 w 262451"/>
              <a:gd name="connsiteY29" fmla="*/ 46625 h 223155"/>
              <a:gd name="connsiteX30" fmla="*/ 119577 w 262451"/>
              <a:gd name="connsiteY30" fmla="*/ 163465 h 223155"/>
              <a:gd name="connsiteX31" fmla="*/ 139896 w 262451"/>
              <a:gd name="connsiteY31" fmla="*/ 163465 h 223155"/>
              <a:gd name="connsiteX32" fmla="*/ 139896 w 262451"/>
              <a:gd name="connsiteY32" fmla="*/ 183785 h 223155"/>
              <a:gd name="connsiteX33" fmla="*/ 119577 w 262451"/>
              <a:gd name="connsiteY33" fmla="*/ 183785 h 223155"/>
              <a:gd name="connsiteX34" fmla="*/ 119577 w 262451"/>
              <a:gd name="connsiteY34" fmla="*/ 163465 h 223155"/>
              <a:gd name="connsiteX35" fmla="*/ 139896 w 262451"/>
              <a:gd name="connsiteY35" fmla="*/ 202835 h 223155"/>
              <a:gd name="connsiteX36" fmla="*/ 119577 w 262451"/>
              <a:gd name="connsiteY36" fmla="*/ 202835 h 223155"/>
              <a:gd name="connsiteX37" fmla="*/ 119577 w 262451"/>
              <a:gd name="connsiteY37" fmla="*/ 223155 h 223155"/>
              <a:gd name="connsiteX38" fmla="*/ 139896 w 262451"/>
              <a:gd name="connsiteY38" fmla="*/ 223155 h 223155"/>
              <a:gd name="connsiteX39" fmla="*/ 139896 w 262451"/>
              <a:gd name="connsiteY39" fmla="*/ 202835 h 223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262451" h="223155">
                <a:moveTo>
                  <a:pt x="202127" y="33925"/>
                </a:moveTo>
                <a:cubicBezTo>
                  <a:pt x="143706" y="12335"/>
                  <a:pt x="87827" y="22495"/>
                  <a:pt x="56077" y="33925"/>
                </a:cubicBezTo>
                <a:lnTo>
                  <a:pt x="128467" y="98695"/>
                </a:lnTo>
                <a:lnTo>
                  <a:pt x="202127" y="33925"/>
                </a:lnTo>
                <a:close/>
                <a:moveTo>
                  <a:pt x="29406" y="26305"/>
                </a:moveTo>
                <a:cubicBezTo>
                  <a:pt x="30677" y="23765"/>
                  <a:pt x="31946" y="22495"/>
                  <a:pt x="34486" y="21225"/>
                </a:cubicBezTo>
                <a:cubicBezTo>
                  <a:pt x="64967" y="4715"/>
                  <a:pt x="144977" y="-16875"/>
                  <a:pt x="226256" y="21225"/>
                </a:cubicBezTo>
                <a:cubicBezTo>
                  <a:pt x="228796" y="22495"/>
                  <a:pt x="230067" y="23765"/>
                  <a:pt x="231336" y="26305"/>
                </a:cubicBezTo>
                <a:lnTo>
                  <a:pt x="231336" y="26305"/>
                </a:lnTo>
                <a:lnTo>
                  <a:pt x="260546" y="75835"/>
                </a:lnTo>
                <a:cubicBezTo>
                  <a:pt x="263086" y="79645"/>
                  <a:pt x="263086" y="83455"/>
                  <a:pt x="260546" y="87265"/>
                </a:cubicBezTo>
                <a:lnTo>
                  <a:pt x="211017" y="177435"/>
                </a:lnTo>
                <a:cubicBezTo>
                  <a:pt x="207206" y="183785"/>
                  <a:pt x="199586" y="185055"/>
                  <a:pt x="194506" y="179975"/>
                </a:cubicBezTo>
                <a:lnTo>
                  <a:pt x="131006" y="125365"/>
                </a:lnTo>
                <a:lnTo>
                  <a:pt x="67506" y="179975"/>
                </a:lnTo>
                <a:cubicBezTo>
                  <a:pt x="62427" y="185055"/>
                  <a:pt x="53536" y="182515"/>
                  <a:pt x="50996" y="177435"/>
                </a:cubicBezTo>
                <a:lnTo>
                  <a:pt x="1467" y="87265"/>
                </a:lnTo>
                <a:cubicBezTo>
                  <a:pt x="-1073" y="83455"/>
                  <a:pt x="196" y="79645"/>
                  <a:pt x="1467" y="75835"/>
                </a:cubicBezTo>
                <a:lnTo>
                  <a:pt x="29406" y="26305"/>
                </a:lnTo>
                <a:lnTo>
                  <a:pt x="29406" y="26305"/>
                </a:lnTo>
                <a:close/>
                <a:moveTo>
                  <a:pt x="40836" y="46625"/>
                </a:moveTo>
                <a:lnTo>
                  <a:pt x="19246" y="82185"/>
                </a:lnTo>
                <a:lnTo>
                  <a:pt x="61156" y="157115"/>
                </a:lnTo>
                <a:lnTo>
                  <a:pt x="114496" y="111395"/>
                </a:lnTo>
                <a:lnTo>
                  <a:pt x="40836" y="46625"/>
                </a:lnTo>
                <a:close/>
                <a:moveTo>
                  <a:pt x="218636" y="46625"/>
                </a:moveTo>
                <a:lnTo>
                  <a:pt x="240227" y="82185"/>
                </a:lnTo>
                <a:lnTo>
                  <a:pt x="198317" y="157115"/>
                </a:lnTo>
                <a:lnTo>
                  <a:pt x="144977" y="111395"/>
                </a:lnTo>
                <a:lnTo>
                  <a:pt x="218636" y="46625"/>
                </a:lnTo>
                <a:close/>
                <a:moveTo>
                  <a:pt x="119577" y="163465"/>
                </a:moveTo>
                <a:lnTo>
                  <a:pt x="139896" y="163465"/>
                </a:lnTo>
                <a:lnTo>
                  <a:pt x="139896" y="183785"/>
                </a:lnTo>
                <a:lnTo>
                  <a:pt x="119577" y="183785"/>
                </a:lnTo>
                <a:lnTo>
                  <a:pt x="119577" y="163465"/>
                </a:lnTo>
                <a:close/>
                <a:moveTo>
                  <a:pt x="139896" y="202835"/>
                </a:moveTo>
                <a:lnTo>
                  <a:pt x="119577" y="202835"/>
                </a:lnTo>
                <a:lnTo>
                  <a:pt x="119577" y="223155"/>
                </a:lnTo>
                <a:lnTo>
                  <a:pt x="139896" y="223155"/>
                </a:lnTo>
                <a:lnTo>
                  <a:pt x="139896" y="202835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37" name="Полилиния: фигура 167">
            <a:extLst>
              <a:ext uri="{FF2B5EF4-FFF2-40B4-BE49-F238E27FC236}">
                <a16:creationId xmlns:a16="http://schemas.microsoft.com/office/drawing/2014/main" id="{D16D9119-AE6A-C362-359C-59A9D6BFAF8C}"/>
              </a:ext>
            </a:extLst>
          </p:cNvPr>
          <p:cNvSpPr/>
          <p:nvPr/>
        </p:nvSpPr>
        <p:spPr>
          <a:xfrm>
            <a:off x="6157076" y="4984710"/>
            <a:ext cx="255797" cy="284479"/>
          </a:xfrm>
          <a:custGeom>
            <a:avLst/>
            <a:gdLst>
              <a:gd name="connsiteX0" fmla="*/ 40551 w 255797"/>
              <a:gd name="connsiteY0" fmla="*/ 91440 h 284479"/>
              <a:gd name="connsiteX1" fmla="*/ 18961 w 255797"/>
              <a:gd name="connsiteY1" fmla="*/ 215900 h 284479"/>
              <a:gd name="connsiteX2" fmla="*/ 18961 w 255797"/>
              <a:gd name="connsiteY2" fmla="*/ 215900 h 284479"/>
              <a:gd name="connsiteX3" fmla="*/ 18961 w 255797"/>
              <a:gd name="connsiteY3" fmla="*/ 215900 h 284479"/>
              <a:gd name="connsiteX4" fmla="*/ 25311 w 255797"/>
              <a:gd name="connsiteY4" fmla="*/ 238760 h 284479"/>
              <a:gd name="connsiteX5" fmla="*/ 60871 w 255797"/>
              <a:gd name="connsiteY5" fmla="*/ 254000 h 284479"/>
              <a:gd name="connsiteX6" fmla="*/ 86271 w 255797"/>
              <a:gd name="connsiteY6" fmla="*/ 261620 h 284479"/>
              <a:gd name="connsiteX7" fmla="*/ 86271 w 255797"/>
              <a:gd name="connsiteY7" fmla="*/ 228600 h 284479"/>
              <a:gd name="connsiteX8" fmla="*/ 69761 w 255797"/>
              <a:gd name="connsiteY8" fmla="*/ 217170 h 284479"/>
              <a:gd name="connsiteX9" fmla="*/ 55791 w 255797"/>
              <a:gd name="connsiteY9" fmla="*/ 181610 h 284479"/>
              <a:gd name="connsiteX10" fmla="*/ 55791 w 255797"/>
              <a:gd name="connsiteY10" fmla="*/ 111760 h 284479"/>
              <a:gd name="connsiteX11" fmla="*/ 69761 w 255797"/>
              <a:gd name="connsiteY11" fmla="*/ 100330 h 284479"/>
              <a:gd name="connsiteX12" fmla="*/ 118021 w 255797"/>
              <a:gd name="connsiteY12" fmla="*/ 83820 h 284479"/>
              <a:gd name="connsiteX13" fmla="*/ 134531 w 255797"/>
              <a:gd name="connsiteY13" fmla="*/ 83820 h 284479"/>
              <a:gd name="connsiteX14" fmla="*/ 182791 w 255797"/>
              <a:gd name="connsiteY14" fmla="*/ 100330 h 284479"/>
              <a:gd name="connsiteX15" fmla="*/ 196761 w 255797"/>
              <a:gd name="connsiteY15" fmla="*/ 111760 h 284479"/>
              <a:gd name="connsiteX16" fmla="*/ 196761 w 255797"/>
              <a:gd name="connsiteY16" fmla="*/ 181610 h 284479"/>
              <a:gd name="connsiteX17" fmla="*/ 182791 w 255797"/>
              <a:gd name="connsiteY17" fmla="*/ 217170 h 284479"/>
              <a:gd name="connsiteX18" fmla="*/ 166281 w 255797"/>
              <a:gd name="connsiteY18" fmla="*/ 228600 h 284479"/>
              <a:gd name="connsiteX19" fmla="*/ 166281 w 255797"/>
              <a:gd name="connsiteY19" fmla="*/ 261620 h 284479"/>
              <a:gd name="connsiteX20" fmla="*/ 191681 w 255797"/>
              <a:gd name="connsiteY20" fmla="*/ 254000 h 284479"/>
              <a:gd name="connsiteX21" fmla="*/ 227241 w 255797"/>
              <a:gd name="connsiteY21" fmla="*/ 238760 h 284479"/>
              <a:gd name="connsiteX22" fmla="*/ 233591 w 255797"/>
              <a:gd name="connsiteY22" fmla="*/ 215900 h 284479"/>
              <a:gd name="connsiteX23" fmla="*/ 212001 w 255797"/>
              <a:gd name="connsiteY23" fmla="*/ 90170 h 284479"/>
              <a:gd name="connsiteX24" fmla="*/ 178981 w 255797"/>
              <a:gd name="connsiteY24" fmla="*/ 31750 h 284479"/>
              <a:gd name="connsiteX25" fmla="*/ 125641 w 255797"/>
              <a:gd name="connsiteY25" fmla="*/ 19050 h 284479"/>
              <a:gd name="connsiteX26" fmla="*/ 72301 w 255797"/>
              <a:gd name="connsiteY26" fmla="*/ 33020 h 284479"/>
              <a:gd name="connsiteX27" fmla="*/ 40551 w 255797"/>
              <a:gd name="connsiteY27" fmla="*/ 91440 h 284479"/>
              <a:gd name="connsiteX28" fmla="*/ 63411 w 255797"/>
              <a:gd name="connsiteY28" fmla="*/ 16510 h 284479"/>
              <a:gd name="connsiteX29" fmla="*/ 126911 w 255797"/>
              <a:gd name="connsiteY29" fmla="*/ 0 h 284479"/>
              <a:gd name="connsiteX30" fmla="*/ 190411 w 255797"/>
              <a:gd name="connsiteY30" fmla="*/ 16510 h 284479"/>
              <a:gd name="connsiteX31" fmla="*/ 233591 w 255797"/>
              <a:gd name="connsiteY31" fmla="*/ 91440 h 284479"/>
              <a:gd name="connsiteX32" fmla="*/ 233591 w 255797"/>
              <a:gd name="connsiteY32" fmla="*/ 91440 h 284479"/>
              <a:gd name="connsiteX33" fmla="*/ 233591 w 255797"/>
              <a:gd name="connsiteY33" fmla="*/ 91440 h 284479"/>
              <a:gd name="connsiteX34" fmla="*/ 252641 w 255797"/>
              <a:gd name="connsiteY34" fmla="*/ 209550 h 284479"/>
              <a:gd name="connsiteX35" fmla="*/ 238671 w 255797"/>
              <a:gd name="connsiteY35" fmla="*/ 257810 h 284479"/>
              <a:gd name="connsiteX36" fmla="*/ 200571 w 255797"/>
              <a:gd name="connsiteY36" fmla="*/ 275590 h 284479"/>
              <a:gd name="connsiteX37" fmla="*/ 159931 w 255797"/>
              <a:gd name="connsiteY37" fmla="*/ 284480 h 284479"/>
              <a:gd name="connsiteX38" fmla="*/ 148501 w 255797"/>
              <a:gd name="connsiteY38" fmla="*/ 273050 h 284479"/>
              <a:gd name="connsiteX39" fmla="*/ 148501 w 255797"/>
              <a:gd name="connsiteY39" fmla="*/ 223520 h 284479"/>
              <a:gd name="connsiteX40" fmla="*/ 154851 w 255797"/>
              <a:gd name="connsiteY40" fmla="*/ 213360 h 284479"/>
              <a:gd name="connsiteX41" fmla="*/ 157391 w 255797"/>
              <a:gd name="connsiteY41" fmla="*/ 212090 h 284479"/>
              <a:gd name="connsiteX42" fmla="*/ 171361 w 255797"/>
              <a:gd name="connsiteY42" fmla="*/ 203200 h 284479"/>
              <a:gd name="connsiteX43" fmla="*/ 178981 w 255797"/>
              <a:gd name="connsiteY43" fmla="*/ 181610 h 284479"/>
              <a:gd name="connsiteX44" fmla="*/ 178981 w 255797"/>
              <a:gd name="connsiteY44" fmla="*/ 121920 h 284479"/>
              <a:gd name="connsiteX45" fmla="*/ 128181 w 255797"/>
              <a:gd name="connsiteY45" fmla="*/ 104140 h 284479"/>
              <a:gd name="connsiteX46" fmla="*/ 77381 w 255797"/>
              <a:gd name="connsiteY46" fmla="*/ 121920 h 284479"/>
              <a:gd name="connsiteX47" fmla="*/ 77381 w 255797"/>
              <a:gd name="connsiteY47" fmla="*/ 180340 h 284479"/>
              <a:gd name="connsiteX48" fmla="*/ 85001 w 255797"/>
              <a:gd name="connsiteY48" fmla="*/ 201930 h 284479"/>
              <a:gd name="connsiteX49" fmla="*/ 98971 w 255797"/>
              <a:gd name="connsiteY49" fmla="*/ 210820 h 284479"/>
              <a:gd name="connsiteX50" fmla="*/ 101511 w 255797"/>
              <a:gd name="connsiteY50" fmla="*/ 212090 h 284479"/>
              <a:gd name="connsiteX51" fmla="*/ 107861 w 255797"/>
              <a:gd name="connsiteY51" fmla="*/ 222250 h 284479"/>
              <a:gd name="connsiteX52" fmla="*/ 107861 w 255797"/>
              <a:gd name="connsiteY52" fmla="*/ 271780 h 284479"/>
              <a:gd name="connsiteX53" fmla="*/ 96431 w 255797"/>
              <a:gd name="connsiteY53" fmla="*/ 283210 h 284479"/>
              <a:gd name="connsiteX54" fmla="*/ 55791 w 255797"/>
              <a:gd name="connsiteY54" fmla="*/ 274320 h 284479"/>
              <a:gd name="connsiteX55" fmla="*/ 17691 w 255797"/>
              <a:gd name="connsiteY55" fmla="*/ 256540 h 284479"/>
              <a:gd name="connsiteX56" fmla="*/ 3721 w 255797"/>
              <a:gd name="connsiteY56" fmla="*/ 208280 h 284479"/>
              <a:gd name="connsiteX57" fmla="*/ 22771 w 255797"/>
              <a:gd name="connsiteY57" fmla="*/ 90170 h 284479"/>
              <a:gd name="connsiteX58" fmla="*/ 22771 w 255797"/>
              <a:gd name="connsiteY58" fmla="*/ 90170 h 284479"/>
              <a:gd name="connsiteX59" fmla="*/ 22771 w 255797"/>
              <a:gd name="connsiteY59" fmla="*/ 90170 h 284479"/>
              <a:gd name="connsiteX60" fmla="*/ 63411 w 255797"/>
              <a:gd name="connsiteY60" fmla="*/ 16510 h 2844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</a:cxnLst>
            <a:rect l="l" t="t" r="r" b="b"/>
            <a:pathLst>
              <a:path w="255797" h="284479">
                <a:moveTo>
                  <a:pt x="40551" y="91440"/>
                </a:moveTo>
                <a:cubicBezTo>
                  <a:pt x="40551" y="134620"/>
                  <a:pt x="35471" y="175260"/>
                  <a:pt x="18961" y="215900"/>
                </a:cubicBezTo>
                <a:lnTo>
                  <a:pt x="18961" y="215900"/>
                </a:lnTo>
                <a:lnTo>
                  <a:pt x="18961" y="215900"/>
                </a:lnTo>
                <a:cubicBezTo>
                  <a:pt x="15151" y="226060"/>
                  <a:pt x="17691" y="234950"/>
                  <a:pt x="25311" y="238760"/>
                </a:cubicBezTo>
                <a:cubicBezTo>
                  <a:pt x="34201" y="243840"/>
                  <a:pt x="46901" y="250190"/>
                  <a:pt x="60871" y="254000"/>
                </a:cubicBezTo>
                <a:cubicBezTo>
                  <a:pt x="69761" y="257810"/>
                  <a:pt x="78651" y="260350"/>
                  <a:pt x="86271" y="261620"/>
                </a:cubicBezTo>
                <a:lnTo>
                  <a:pt x="86271" y="228600"/>
                </a:lnTo>
                <a:cubicBezTo>
                  <a:pt x="81191" y="226060"/>
                  <a:pt x="74841" y="222250"/>
                  <a:pt x="69761" y="217170"/>
                </a:cubicBezTo>
                <a:cubicBezTo>
                  <a:pt x="62141" y="209550"/>
                  <a:pt x="55791" y="198120"/>
                  <a:pt x="55791" y="181610"/>
                </a:cubicBezTo>
                <a:lnTo>
                  <a:pt x="55791" y="111760"/>
                </a:lnTo>
                <a:cubicBezTo>
                  <a:pt x="55791" y="104140"/>
                  <a:pt x="62141" y="99060"/>
                  <a:pt x="69761" y="100330"/>
                </a:cubicBezTo>
                <a:cubicBezTo>
                  <a:pt x="79921" y="102870"/>
                  <a:pt x="102781" y="102870"/>
                  <a:pt x="118021" y="83820"/>
                </a:cubicBezTo>
                <a:cubicBezTo>
                  <a:pt x="121831" y="78740"/>
                  <a:pt x="130721" y="78740"/>
                  <a:pt x="134531" y="83820"/>
                </a:cubicBezTo>
                <a:cubicBezTo>
                  <a:pt x="151041" y="102870"/>
                  <a:pt x="172631" y="102870"/>
                  <a:pt x="182791" y="100330"/>
                </a:cubicBezTo>
                <a:cubicBezTo>
                  <a:pt x="189141" y="99060"/>
                  <a:pt x="196761" y="104140"/>
                  <a:pt x="196761" y="111760"/>
                </a:cubicBezTo>
                <a:lnTo>
                  <a:pt x="196761" y="181610"/>
                </a:lnTo>
                <a:cubicBezTo>
                  <a:pt x="196761" y="198120"/>
                  <a:pt x="190411" y="209550"/>
                  <a:pt x="182791" y="217170"/>
                </a:cubicBezTo>
                <a:cubicBezTo>
                  <a:pt x="177711" y="222250"/>
                  <a:pt x="171361" y="226060"/>
                  <a:pt x="166281" y="228600"/>
                </a:cubicBezTo>
                <a:lnTo>
                  <a:pt x="166281" y="261620"/>
                </a:lnTo>
                <a:cubicBezTo>
                  <a:pt x="173901" y="260350"/>
                  <a:pt x="182791" y="257810"/>
                  <a:pt x="191681" y="254000"/>
                </a:cubicBezTo>
                <a:cubicBezTo>
                  <a:pt x="205651" y="248920"/>
                  <a:pt x="218351" y="243840"/>
                  <a:pt x="227241" y="238760"/>
                </a:cubicBezTo>
                <a:cubicBezTo>
                  <a:pt x="233591" y="234950"/>
                  <a:pt x="237400" y="226060"/>
                  <a:pt x="233591" y="215900"/>
                </a:cubicBezTo>
                <a:cubicBezTo>
                  <a:pt x="217081" y="175260"/>
                  <a:pt x="212001" y="133350"/>
                  <a:pt x="212001" y="90170"/>
                </a:cubicBezTo>
                <a:cubicBezTo>
                  <a:pt x="209461" y="59690"/>
                  <a:pt x="195491" y="41910"/>
                  <a:pt x="178981" y="31750"/>
                </a:cubicBezTo>
                <a:cubicBezTo>
                  <a:pt x="161201" y="21590"/>
                  <a:pt x="140881" y="19050"/>
                  <a:pt x="125641" y="19050"/>
                </a:cubicBezTo>
                <a:cubicBezTo>
                  <a:pt x="110401" y="19050"/>
                  <a:pt x="90081" y="21590"/>
                  <a:pt x="72301" y="33020"/>
                </a:cubicBezTo>
                <a:cubicBezTo>
                  <a:pt x="57061" y="43180"/>
                  <a:pt x="41821" y="60960"/>
                  <a:pt x="40551" y="91440"/>
                </a:cubicBezTo>
                <a:close/>
                <a:moveTo>
                  <a:pt x="63411" y="16510"/>
                </a:moveTo>
                <a:cubicBezTo>
                  <a:pt x="85001" y="3810"/>
                  <a:pt x="110401" y="0"/>
                  <a:pt x="126911" y="0"/>
                </a:cubicBezTo>
                <a:cubicBezTo>
                  <a:pt x="143421" y="0"/>
                  <a:pt x="168821" y="3810"/>
                  <a:pt x="190411" y="16510"/>
                </a:cubicBezTo>
                <a:cubicBezTo>
                  <a:pt x="213271" y="29210"/>
                  <a:pt x="231050" y="53340"/>
                  <a:pt x="233591" y="91440"/>
                </a:cubicBezTo>
                <a:lnTo>
                  <a:pt x="233591" y="91440"/>
                </a:lnTo>
                <a:lnTo>
                  <a:pt x="233591" y="91440"/>
                </a:lnTo>
                <a:cubicBezTo>
                  <a:pt x="233591" y="133350"/>
                  <a:pt x="237400" y="172720"/>
                  <a:pt x="252641" y="209550"/>
                </a:cubicBezTo>
                <a:cubicBezTo>
                  <a:pt x="258991" y="226060"/>
                  <a:pt x="256450" y="247650"/>
                  <a:pt x="238671" y="257810"/>
                </a:cubicBezTo>
                <a:cubicBezTo>
                  <a:pt x="228511" y="262890"/>
                  <a:pt x="214541" y="270510"/>
                  <a:pt x="200571" y="275590"/>
                </a:cubicBezTo>
                <a:cubicBezTo>
                  <a:pt x="186601" y="280670"/>
                  <a:pt x="171361" y="284480"/>
                  <a:pt x="159931" y="284480"/>
                </a:cubicBezTo>
                <a:cubicBezTo>
                  <a:pt x="153581" y="284480"/>
                  <a:pt x="148501" y="279400"/>
                  <a:pt x="148501" y="273050"/>
                </a:cubicBezTo>
                <a:lnTo>
                  <a:pt x="148501" y="223520"/>
                </a:lnTo>
                <a:cubicBezTo>
                  <a:pt x="148501" y="219710"/>
                  <a:pt x="151041" y="215900"/>
                  <a:pt x="154851" y="213360"/>
                </a:cubicBezTo>
                <a:cubicBezTo>
                  <a:pt x="156121" y="213360"/>
                  <a:pt x="156121" y="212090"/>
                  <a:pt x="157391" y="212090"/>
                </a:cubicBezTo>
                <a:cubicBezTo>
                  <a:pt x="162471" y="209550"/>
                  <a:pt x="167551" y="207010"/>
                  <a:pt x="171361" y="203200"/>
                </a:cubicBezTo>
                <a:cubicBezTo>
                  <a:pt x="175171" y="199390"/>
                  <a:pt x="178981" y="193040"/>
                  <a:pt x="178981" y="181610"/>
                </a:cubicBezTo>
                <a:lnTo>
                  <a:pt x="178981" y="121920"/>
                </a:lnTo>
                <a:cubicBezTo>
                  <a:pt x="165011" y="123190"/>
                  <a:pt x="145961" y="119380"/>
                  <a:pt x="128181" y="104140"/>
                </a:cubicBezTo>
                <a:cubicBezTo>
                  <a:pt x="111671" y="119380"/>
                  <a:pt x="91351" y="123190"/>
                  <a:pt x="77381" y="121920"/>
                </a:cubicBezTo>
                <a:lnTo>
                  <a:pt x="77381" y="180340"/>
                </a:lnTo>
                <a:cubicBezTo>
                  <a:pt x="77381" y="191770"/>
                  <a:pt x="81191" y="198120"/>
                  <a:pt x="85001" y="201930"/>
                </a:cubicBezTo>
                <a:cubicBezTo>
                  <a:pt x="88811" y="205740"/>
                  <a:pt x="93891" y="208280"/>
                  <a:pt x="98971" y="210820"/>
                </a:cubicBezTo>
                <a:cubicBezTo>
                  <a:pt x="100241" y="210820"/>
                  <a:pt x="100241" y="212090"/>
                  <a:pt x="101511" y="212090"/>
                </a:cubicBezTo>
                <a:cubicBezTo>
                  <a:pt x="105321" y="214630"/>
                  <a:pt x="107861" y="218440"/>
                  <a:pt x="107861" y="222250"/>
                </a:cubicBezTo>
                <a:lnTo>
                  <a:pt x="107861" y="271780"/>
                </a:lnTo>
                <a:cubicBezTo>
                  <a:pt x="107861" y="278130"/>
                  <a:pt x="102781" y="283210"/>
                  <a:pt x="96431" y="283210"/>
                </a:cubicBezTo>
                <a:cubicBezTo>
                  <a:pt x="85001" y="283210"/>
                  <a:pt x="69761" y="279400"/>
                  <a:pt x="55791" y="274320"/>
                </a:cubicBezTo>
                <a:cubicBezTo>
                  <a:pt x="41821" y="269240"/>
                  <a:pt x="27851" y="262890"/>
                  <a:pt x="17691" y="256540"/>
                </a:cubicBezTo>
                <a:cubicBezTo>
                  <a:pt x="-89" y="246380"/>
                  <a:pt x="-3899" y="224790"/>
                  <a:pt x="3721" y="208280"/>
                </a:cubicBezTo>
                <a:cubicBezTo>
                  <a:pt x="18961" y="170180"/>
                  <a:pt x="22771" y="132080"/>
                  <a:pt x="22771" y="90170"/>
                </a:cubicBezTo>
                <a:lnTo>
                  <a:pt x="22771" y="90170"/>
                </a:lnTo>
                <a:lnTo>
                  <a:pt x="22771" y="90170"/>
                </a:lnTo>
                <a:cubicBezTo>
                  <a:pt x="22771" y="52070"/>
                  <a:pt x="40551" y="29210"/>
                  <a:pt x="63411" y="1651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38" name="Полилиния: фигура 170">
            <a:extLst>
              <a:ext uri="{FF2B5EF4-FFF2-40B4-BE49-F238E27FC236}">
                <a16:creationId xmlns:a16="http://schemas.microsoft.com/office/drawing/2014/main" id="{F212C41C-ED70-43B0-9990-B3D20AB8DAAE}"/>
              </a:ext>
            </a:extLst>
          </p:cNvPr>
          <p:cNvSpPr/>
          <p:nvPr/>
        </p:nvSpPr>
        <p:spPr>
          <a:xfrm>
            <a:off x="5031337" y="5015190"/>
            <a:ext cx="265018" cy="224465"/>
          </a:xfrm>
          <a:custGeom>
            <a:avLst/>
            <a:gdLst>
              <a:gd name="connsiteX0" fmla="*/ 29639 w 265018"/>
              <a:gd name="connsiteY0" fmla="*/ 49530 h 224465"/>
              <a:gd name="connsiteX1" fmla="*/ 133779 w 265018"/>
              <a:gd name="connsiteY1" fmla="*/ 0 h 224465"/>
              <a:gd name="connsiteX2" fmla="*/ 237919 w 265018"/>
              <a:gd name="connsiteY2" fmla="*/ 49530 h 224465"/>
              <a:gd name="connsiteX3" fmla="*/ 256969 w 265018"/>
              <a:gd name="connsiteY3" fmla="*/ 144780 h 224465"/>
              <a:gd name="connsiteX4" fmla="*/ 256969 w 265018"/>
              <a:gd name="connsiteY4" fmla="*/ 147320 h 224465"/>
              <a:gd name="connsiteX5" fmla="*/ 264589 w 265018"/>
              <a:gd name="connsiteY5" fmla="*/ 186690 h 224465"/>
              <a:gd name="connsiteX6" fmla="*/ 253159 w 265018"/>
              <a:gd name="connsiteY6" fmla="*/ 219710 h 224465"/>
              <a:gd name="connsiteX7" fmla="*/ 239189 w 265018"/>
              <a:gd name="connsiteY7" fmla="*/ 222250 h 224465"/>
              <a:gd name="connsiteX8" fmla="*/ 236649 w 265018"/>
              <a:gd name="connsiteY8" fmla="*/ 208280 h 224465"/>
              <a:gd name="connsiteX9" fmla="*/ 244269 w 265018"/>
              <a:gd name="connsiteY9" fmla="*/ 184150 h 224465"/>
              <a:gd name="connsiteX10" fmla="*/ 239189 w 265018"/>
              <a:gd name="connsiteY10" fmla="*/ 157480 h 224465"/>
              <a:gd name="connsiteX11" fmla="*/ 236649 w 265018"/>
              <a:gd name="connsiteY11" fmla="*/ 139700 h 224465"/>
              <a:gd name="connsiteX12" fmla="*/ 221409 w 265018"/>
              <a:gd name="connsiteY12" fmla="*/ 63500 h 224465"/>
              <a:gd name="connsiteX13" fmla="*/ 132509 w 265018"/>
              <a:gd name="connsiteY13" fmla="*/ 21590 h 224465"/>
              <a:gd name="connsiteX14" fmla="*/ 43609 w 265018"/>
              <a:gd name="connsiteY14" fmla="*/ 63500 h 224465"/>
              <a:gd name="connsiteX15" fmla="*/ 28369 w 265018"/>
              <a:gd name="connsiteY15" fmla="*/ 139700 h 224465"/>
              <a:gd name="connsiteX16" fmla="*/ 25829 w 265018"/>
              <a:gd name="connsiteY16" fmla="*/ 157480 h 224465"/>
              <a:gd name="connsiteX17" fmla="*/ 20749 w 265018"/>
              <a:gd name="connsiteY17" fmla="*/ 184150 h 224465"/>
              <a:gd name="connsiteX18" fmla="*/ 28369 w 265018"/>
              <a:gd name="connsiteY18" fmla="*/ 208280 h 224465"/>
              <a:gd name="connsiteX19" fmla="*/ 25829 w 265018"/>
              <a:gd name="connsiteY19" fmla="*/ 222250 h 224465"/>
              <a:gd name="connsiteX20" fmla="*/ 11859 w 265018"/>
              <a:gd name="connsiteY20" fmla="*/ 219710 h 224465"/>
              <a:gd name="connsiteX21" fmla="*/ 429 w 265018"/>
              <a:gd name="connsiteY21" fmla="*/ 186690 h 224465"/>
              <a:gd name="connsiteX22" fmla="*/ 8049 w 265018"/>
              <a:gd name="connsiteY22" fmla="*/ 147320 h 224465"/>
              <a:gd name="connsiteX23" fmla="*/ 8049 w 265018"/>
              <a:gd name="connsiteY23" fmla="*/ 144780 h 224465"/>
              <a:gd name="connsiteX24" fmla="*/ 29639 w 265018"/>
              <a:gd name="connsiteY24" fmla="*/ 49530 h 224465"/>
              <a:gd name="connsiteX25" fmla="*/ 84249 w 265018"/>
              <a:gd name="connsiteY25" fmla="*/ 142240 h 224465"/>
              <a:gd name="connsiteX26" fmla="*/ 65199 w 265018"/>
              <a:gd name="connsiteY26" fmla="*/ 148590 h 224465"/>
              <a:gd name="connsiteX27" fmla="*/ 51229 w 265018"/>
              <a:gd name="connsiteY27" fmla="*/ 148590 h 224465"/>
              <a:gd name="connsiteX28" fmla="*/ 51229 w 265018"/>
              <a:gd name="connsiteY28" fmla="*/ 134620 h 224465"/>
              <a:gd name="connsiteX29" fmla="*/ 86789 w 265018"/>
              <a:gd name="connsiteY29" fmla="*/ 121920 h 224465"/>
              <a:gd name="connsiteX30" fmla="*/ 117269 w 265018"/>
              <a:gd name="connsiteY30" fmla="*/ 134620 h 224465"/>
              <a:gd name="connsiteX31" fmla="*/ 117269 w 265018"/>
              <a:gd name="connsiteY31" fmla="*/ 148590 h 224465"/>
              <a:gd name="connsiteX32" fmla="*/ 103299 w 265018"/>
              <a:gd name="connsiteY32" fmla="*/ 148590 h 224465"/>
              <a:gd name="connsiteX33" fmla="*/ 84249 w 265018"/>
              <a:gd name="connsiteY33" fmla="*/ 142240 h 224465"/>
              <a:gd name="connsiteX34" fmla="*/ 166799 w 265018"/>
              <a:gd name="connsiteY34" fmla="*/ 148590 h 224465"/>
              <a:gd name="connsiteX35" fmla="*/ 183309 w 265018"/>
              <a:gd name="connsiteY35" fmla="*/ 142240 h 224465"/>
              <a:gd name="connsiteX36" fmla="*/ 202359 w 265018"/>
              <a:gd name="connsiteY36" fmla="*/ 148590 h 224465"/>
              <a:gd name="connsiteX37" fmla="*/ 216329 w 265018"/>
              <a:gd name="connsiteY37" fmla="*/ 148590 h 224465"/>
              <a:gd name="connsiteX38" fmla="*/ 216329 w 265018"/>
              <a:gd name="connsiteY38" fmla="*/ 134620 h 224465"/>
              <a:gd name="connsiteX39" fmla="*/ 180769 w 265018"/>
              <a:gd name="connsiteY39" fmla="*/ 121920 h 224465"/>
              <a:gd name="connsiteX40" fmla="*/ 150289 w 265018"/>
              <a:gd name="connsiteY40" fmla="*/ 134620 h 224465"/>
              <a:gd name="connsiteX41" fmla="*/ 150289 w 265018"/>
              <a:gd name="connsiteY41" fmla="*/ 148590 h 224465"/>
              <a:gd name="connsiteX42" fmla="*/ 166799 w 265018"/>
              <a:gd name="connsiteY42" fmla="*/ 148590 h 2244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65018" h="224465">
                <a:moveTo>
                  <a:pt x="29639" y="49530"/>
                </a:moveTo>
                <a:cubicBezTo>
                  <a:pt x="62659" y="6350"/>
                  <a:pt x="112189" y="0"/>
                  <a:pt x="133779" y="0"/>
                </a:cubicBezTo>
                <a:cubicBezTo>
                  <a:pt x="155369" y="0"/>
                  <a:pt x="204899" y="6350"/>
                  <a:pt x="237919" y="49530"/>
                </a:cubicBezTo>
                <a:cubicBezTo>
                  <a:pt x="265859" y="85090"/>
                  <a:pt x="263319" y="123190"/>
                  <a:pt x="256969" y="144780"/>
                </a:cubicBezTo>
                <a:cubicBezTo>
                  <a:pt x="256969" y="144780"/>
                  <a:pt x="256969" y="146050"/>
                  <a:pt x="256969" y="147320"/>
                </a:cubicBezTo>
                <a:cubicBezTo>
                  <a:pt x="264589" y="160020"/>
                  <a:pt x="265859" y="173990"/>
                  <a:pt x="264589" y="186690"/>
                </a:cubicBezTo>
                <a:cubicBezTo>
                  <a:pt x="263319" y="199390"/>
                  <a:pt x="259509" y="210820"/>
                  <a:pt x="253159" y="219710"/>
                </a:cubicBezTo>
                <a:cubicBezTo>
                  <a:pt x="250619" y="224790"/>
                  <a:pt x="244269" y="226060"/>
                  <a:pt x="239189" y="222250"/>
                </a:cubicBezTo>
                <a:cubicBezTo>
                  <a:pt x="234109" y="219710"/>
                  <a:pt x="232839" y="213360"/>
                  <a:pt x="236649" y="208280"/>
                </a:cubicBezTo>
                <a:cubicBezTo>
                  <a:pt x="240459" y="203200"/>
                  <a:pt x="242999" y="194310"/>
                  <a:pt x="244269" y="184150"/>
                </a:cubicBezTo>
                <a:cubicBezTo>
                  <a:pt x="245539" y="175260"/>
                  <a:pt x="244269" y="165100"/>
                  <a:pt x="239189" y="157480"/>
                </a:cubicBezTo>
                <a:cubicBezTo>
                  <a:pt x="236649" y="152400"/>
                  <a:pt x="235379" y="146050"/>
                  <a:pt x="236649" y="139700"/>
                </a:cubicBezTo>
                <a:cubicBezTo>
                  <a:pt x="241729" y="123190"/>
                  <a:pt x="244269" y="91440"/>
                  <a:pt x="221409" y="63500"/>
                </a:cubicBezTo>
                <a:cubicBezTo>
                  <a:pt x="193469" y="27940"/>
                  <a:pt x="151559" y="21590"/>
                  <a:pt x="132509" y="21590"/>
                </a:cubicBezTo>
                <a:cubicBezTo>
                  <a:pt x="113459" y="21590"/>
                  <a:pt x="72819" y="27940"/>
                  <a:pt x="43609" y="63500"/>
                </a:cubicBezTo>
                <a:cubicBezTo>
                  <a:pt x="20749" y="92710"/>
                  <a:pt x="23289" y="123190"/>
                  <a:pt x="28369" y="139700"/>
                </a:cubicBezTo>
                <a:cubicBezTo>
                  <a:pt x="30909" y="146050"/>
                  <a:pt x="29639" y="152400"/>
                  <a:pt x="25829" y="157480"/>
                </a:cubicBezTo>
                <a:cubicBezTo>
                  <a:pt x="22019" y="165100"/>
                  <a:pt x="19479" y="175260"/>
                  <a:pt x="20749" y="184150"/>
                </a:cubicBezTo>
                <a:cubicBezTo>
                  <a:pt x="22019" y="194310"/>
                  <a:pt x="24559" y="201930"/>
                  <a:pt x="28369" y="208280"/>
                </a:cubicBezTo>
                <a:cubicBezTo>
                  <a:pt x="30909" y="213360"/>
                  <a:pt x="30909" y="219710"/>
                  <a:pt x="25829" y="222250"/>
                </a:cubicBezTo>
                <a:cubicBezTo>
                  <a:pt x="20749" y="224790"/>
                  <a:pt x="14399" y="224790"/>
                  <a:pt x="11859" y="219710"/>
                </a:cubicBezTo>
                <a:cubicBezTo>
                  <a:pt x="5509" y="210820"/>
                  <a:pt x="1699" y="199390"/>
                  <a:pt x="429" y="186690"/>
                </a:cubicBezTo>
                <a:cubicBezTo>
                  <a:pt x="-841" y="173990"/>
                  <a:pt x="429" y="160020"/>
                  <a:pt x="8049" y="147320"/>
                </a:cubicBezTo>
                <a:cubicBezTo>
                  <a:pt x="8049" y="146050"/>
                  <a:pt x="8049" y="146050"/>
                  <a:pt x="8049" y="144780"/>
                </a:cubicBezTo>
                <a:cubicBezTo>
                  <a:pt x="4239" y="123190"/>
                  <a:pt x="1699" y="85090"/>
                  <a:pt x="29639" y="49530"/>
                </a:cubicBezTo>
                <a:close/>
                <a:moveTo>
                  <a:pt x="84249" y="142240"/>
                </a:moveTo>
                <a:cubicBezTo>
                  <a:pt x="76629" y="142240"/>
                  <a:pt x="70279" y="143510"/>
                  <a:pt x="65199" y="148590"/>
                </a:cubicBezTo>
                <a:cubicBezTo>
                  <a:pt x="61389" y="152400"/>
                  <a:pt x="55039" y="152400"/>
                  <a:pt x="51229" y="148590"/>
                </a:cubicBezTo>
                <a:cubicBezTo>
                  <a:pt x="47419" y="144780"/>
                  <a:pt x="47419" y="138430"/>
                  <a:pt x="51229" y="134620"/>
                </a:cubicBezTo>
                <a:cubicBezTo>
                  <a:pt x="61389" y="124460"/>
                  <a:pt x="74089" y="121920"/>
                  <a:pt x="86789" y="121920"/>
                </a:cubicBezTo>
                <a:cubicBezTo>
                  <a:pt x="98219" y="123190"/>
                  <a:pt x="109649" y="127000"/>
                  <a:pt x="117269" y="134620"/>
                </a:cubicBezTo>
                <a:cubicBezTo>
                  <a:pt x="121079" y="138430"/>
                  <a:pt x="121079" y="144780"/>
                  <a:pt x="117269" y="148590"/>
                </a:cubicBezTo>
                <a:cubicBezTo>
                  <a:pt x="113459" y="152400"/>
                  <a:pt x="107109" y="152400"/>
                  <a:pt x="103299" y="148590"/>
                </a:cubicBezTo>
                <a:cubicBezTo>
                  <a:pt x="98219" y="146050"/>
                  <a:pt x="91869" y="142240"/>
                  <a:pt x="84249" y="142240"/>
                </a:cubicBezTo>
                <a:close/>
                <a:moveTo>
                  <a:pt x="166799" y="148590"/>
                </a:moveTo>
                <a:cubicBezTo>
                  <a:pt x="169339" y="146050"/>
                  <a:pt x="175689" y="142240"/>
                  <a:pt x="183309" y="142240"/>
                </a:cubicBezTo>
                <a:cubicBezTo>
                  <a:pt x="190929" y="142240"/>
                  <a:pt x="197279" y="143510"/>
                  <a:pt x="202359" y="148590"/>
                </a:cubicBezTo>
                <a:cubicBezTo>
                  <a:pt x="206169" y="152400"/>
                  <a:pt x="212519" y="152400"/>
                  <a:pt x="216329" y="148590"/>
                </a:cubicBezTo>
                <a:cubicBezTo>
                  <a:pt x="220139" y="144780"/>
                  <a:pt x="220139" y="138430"/>
                  <a:pt x="216329" y="134620"/>
                </a:cubicBezTo>
                <a:cubicBezTo>
                  <a:pt x="206169" y="124460"/>
                  <a:pt x="193469" y="121920"/>
                  <a:pt x="180769" y="121920"/>
                </a:cubicBezTo>
                <a:cubicBezTo>
                  <a:pt x="169339" y="123190"/>
                  <a:pt x="157909" y="127000"/>
                  <a:pt x="150289" y="134620"/>
                </a:cubicBezTo>
                <a:cubicBezTo>
                  <a:pt x="146479" y="138430"/>
                  <a:pt x="146479" y="144780"/>
                  <a:pt x="150289" y="148590"/>
                </a:cubicBezTo>
                <a:cubicBezTo>
                  <a:pt x="156639" y="152400"/>
                  <a:pt x="162989" y="152400"/>
                  <a:pt x="166799" y="14859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139" name="Рисунок 2">
            <a:extLst>
              <a:ext uri="{FF2B5EF4-FFF2-40B4-BE49-F238E27FC236}">
                <a16:creationId xmlns:a16="http://schemas.microsoft.com/office/drawing/2014/main" id="{934D790D-0BE1-3FD3-6791-81E218B17202}"/>
              </a:ext>
            </a:extLst>
          </p:cNvPr>
          <p:cNvGrpSpPr/>
          <p:nvPr/>
        </p:nvGrpSpPr>
        <p:grpSpPr>
          <a:xfrm>
            <a:off x="5610569" y="5012967"/>
            <a:ext cx="227330" cy="227329"/>
            <a:chOff x="5726112" y="4971097"/>
            <a:chExt cx="227330" cy="227329"/>
          </a:xfrm>
          <a:solidFill>
            <a:schemeClr val="tx1"/>
          </a:solidFill>
        </p:grpSpPr>
        <p:sp>
          <p:nvSpPr>
            <p:cNvPr id="1140" name="Полилиния: фигура 176">
              <a:extLst>
                <a:ext uri="{FF2B5EF4-FFF2-40B4-BE49-F238E27FC236}">
                  <a16:creationId xmlns:a16="http://schemas.microsoft.com/office/drawing/2014/main" id="{F1318075-4FE7-C8E0-3EDE-0DF7809B6399}"/>
                </a:ext>
              </a:extLst>
            </p:cNvPr>
            <p:cNvSpPr/>
            <p:nvPr/>
          </p:nvSpPr>
          <p:spPr>
            <a:xfrm>
              <a:off x="5726112" y="4971097"/>
              <a:ext cx="227330" cy="227329"/>
            </a:xfrm>
            <a:custGeom>
              <a:avLst/>
              <a:gdLst>
                <a:gd name="connsiteX0" fmla="*/ 200978 w 227330"/>
                <a:gd name="connsiteY0" fmla="*/ 26352 h 227329"/>
                <a:gd name="connsiteX1" fmla="*/ 171768 w 227330"/>
                <a:gd name="connsiteY1" fmla="*/ 26352 h 227329"/>
                <a:gd name="connsiteX2" fmla="*/ 165418 w 227330"/>
                <a:gd name="connsiteY2" fmla="*/ 39052 h 227329"/>
                <a:gd name="connsiteX3" fmla="*/ 148908 w 227330"/>
                <a:gd name="connsiteY3" fmla="*/ 47943 h 227329"/>
                <a:gd name="connsiteX4" fmla="*/ 109538 w 227330"/>
                <a:gd name="connsiteY4" fmla="*/ 27623 h 227329"/>
                <a:gd name="connsiteX5" fmla="*/ 62547 w 227330"/>
                <a:gd name="connsiteY5" fmla="*/ 35243 h 227329"/>
                <a:gd name="connsiteX6" fmla="*/ 16828 w 227330"/>
                <a:gd name="connsiteY6" fmla="*/ 80962 h 227329"/>
                <a:gd name="connsiteX7" fmla="*/ 2858 w 227330"/>
                <a:gd name="connsiteY7" fmla="*/ 80962 h 227329"/>
                <a:gd name="connsiteX8" fmla="*/ 2858 w 227330"/>
                <a:gd name="connsiteY8" fmla="*/ 66993 h 227329"/>
                <a:gd name="connsiteX9" fmla="*/ 48578 w 227330"/>
                <a:gd name="connsiteY9" fmla="*/ 21273 h 227329"/>
                <a:gd name="connsiteX10" fmla="*/ 119697 w 227330"/>
                <a:gd name="connsiteY10" fmla="*/ 9843 h 227329"/>
                <a:gd name="connsiteX11" fmla="*/ 148908 w 227330"/>
                <a:gd name="connsiteY11" fmla="*/ 25082 h 227329"/>
                <a:gd name="connsiteX12" fmla="*/ 157797 w 227330"/>
                <a:gd name="connsiteY12" fmla="*/ 12382 h 227329"/>
                <a:gd name="connsiteX13" fmla="*/ 214947 w 227330"/>
                <a:gd name="connsiteY13" fmla="*/ 12382 h 227329"/>
                <a:gd name="connsiteX14" fmla="*/ 214947 w 227330"/>
                <a:gd name="connsiteY14" fmla="*/ 69532 h 227329"/>
                <a:gd name="connsiteX15" fmla="*/ 202247 w 227330"/>
                <a:gd name="connsiteY15" fmla="*/ 78423 h 227329"/>
                <a:gd name="connsiteX16" fmla="*/ 217488 w 227330"/>
                <a:gd name="connsiteY16" fmla="*/ 107632 h 227329"/>
                <a:gd name="connsiteX17" fmla="*/ 207328 w 227330"/>
                <a:gd name="connsiteY17" fmla="*/ 178752 h 227329"/>
                <a:gd name="connsiteX18" fmla="*/ 161608 w 227330"/>
                <a:gd name="connsiteY18" fmla="*/ 224473 h 227329"/>
                <a:gd name="connsiteX19" fmla="*/ 147638 w 227330"/>
                <a:gd name="connsiteY19" fmla="*/ 224473 h 227329"/>
                <a:gd name="connsiteX20" fmla="*/ 147638 w 227330"/>
                <a:gd name="connsiteY20" fmla="*/ 210502 h 227329"/>
                <a:gd name="connsiteX21" fmla="*/ 193358 w 227330"/>
                <a:gd name="connsiteY21" fmla="*/ 164782 h 227329"/>
                <a:gd name="connsiteX22" fmla="*/ 200978 w 227330"/>
                <a:gd name="connsiteY22" fmla="*/ 117793 h 227329"/>
                <a:gd name="connsiteX23" fmla="*/ 180658 w 227330"/>
                <a:gd name="connsiteY23" fmla="*/ 78423 h 227329"/>
                <a:gd name="connsiteX24" fmla="*/ 189547 w 227330"/>
                <a:gd name="connsiteY24" fmla="*/ 61912 h 227329"/>
                <a:gd name="connsiteX25" fmla="*/ 202247 w 227330"/>
                <a:gd name="connsiteY25" fmla="*/ 55562 h 227329"/>
                <a:gd name="connsiteX26" fmla="*/ 200978 w 227330"/>
                <a:gd name="connsiteY26" fmla="*/ 26352 h 2273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227330" h="227329">
                  <a:moveTo>
                    <a:pt x="200978" y="26352"/>
                  </a:moveTo>
                  <a:cubicBezTo>
                    <a:pt x="193358" y="18732"/>
                    <a:pt x="180658" y="18732"/>
                    <a:pt x="171768" y="26352"/>
                  </a:cubicBezTo>
                  <a:cubicBezTo>
                    <a:pt x="167958" y="30162"/>
                    <a:pt x="166688" y="33973"/>
                    <a:pt x="165418" y="39052"/>
                  </a:cubicBezTo>
                  <a:cubicBezTo>
                    <a:pt x="164147" y="46673"/>
                    <a:pt x="156528" y="51752"/>
                    <a:pt x="148908" y="47943"/>
                  </a:cubicBezTo>
                  <a:lnTo>
                    <a:pt x="109538" y="27623"/>
                  </a:lnTo>
                  <a:cubicBezTo>
                    <a:pt x="94297" y="20002"/>
                    <a:pt x="75247" y="22543"/>
                    <a:pt x="62547" y="35243"/>
                  </a:cubicBezTo>
                  <a:lnTo>
                    <a:pt x="16828" y="80962"/>
                  </a:lnTo>
                  <a:cubicBezTo>
                    <a:pt x="13018" y="84773"/>
                    <a:pt x="6668" y="84773"/>
                    <a:pt x="2858" y="80962"/>
                  </a:cubicBezTo>
                  <a:cubicBezTo>
                    <a:pt x="-953" y="77152"/>
                    <a:pt x="-953" y="70802"/>
                    <a:pt x="2858" y="66993"/>
                  </a:cubicBezTo>
                  <a:lnTo>
                    <a:pt x="48578" y="21273"/>
                  </a:lnTo>
                  <a:cubicBezTo>
                    <a:pt x="67628" y="2223"/>
                    <a:pt x="95568" y="-1588"/>
                    <a:pt x="119697" y="9843"/>
                  </a:cubicBezTo>
                  <a:lnTo>
                    <a:pt x="148908" y="25082"/>
                  </a:lnTo>
                  <a:cubicBezTo>
                    <a:pt x="151447" y="21273"/>
                    <a:pt x="153988" y="16193"/>
                    <a:pt x="157797" y="12382"/>
                  </a:cubicBezTo>
                  <a:cubicBezTo>
                    <a:pt x="173038" y="-4127"/>
                    <a:pt x="199708" y="-4127"/>
                    <a:pt x="214947" y="12382"/>
                  </a:cubicBezTo>
                  <a:cubicBezTo>
                    <a:pt x="231458" y="27623"/>
                    <a:pt x="231458" y="54293"/>
                    <a:pt x="214947" y="69532"/>
                  </a:cubicBezTo>
                  <a:cubicBezTo>
                    <a:pt x="211138" y="73343"/>
                    <a:pt x="207328" y="75882"/>
                    <a:pt x="202247" y="78423"/>
                  </a:cubicBezTo>
                  <a:lnTo>
                    <a:pt x="217488" y="107632"/>
                  </a:lnTo>
                  <a:cubicBezTo>
                    <a:pt x="230188" y="130493"/>
                    <a:pt x="225108" y="159702"/>
                    <a:pt x="207328" y="178752"/>
                  </a:cubicBezTo>
                  <a:lnTo>
                    <a:pt x="161608" y="224473"/>
                  </a:lnTo>
                  <a:cubicBezTo>
                    <a:pt x="157797" y="228282"/>
                    <a:pt x="151447" y="228282"/>
                    <a:pt x="147638" y="224473"/>
                  </a:cubicBezTo>
                  <a:cubicBezTo>
                    <a:pt x="143828" y="220662"/>
                    <a:pt x="143828" y="214312"/>
                    <a:pt x="147638" y="210502"/>
                  </a:cubicBezTo>
                  <a:lnTo>
                    <a:pt x="193358" y="164782"/>
                  </a:lnTo>
                  <a:cubicBezTo>
                    <a:pt x="206058" y="152082"/>
                    <a:pt x="208597" y="133032"/>
                    <a:pt x="200978" y="117793"/>
                  </a:cubicBezTo>
                  <a:lnTo>
                    <a:pt x="180658" y="78423"/>
                  </a:lnTo>
                  <a:cubicBezTo>
                    <a:pt x="176847" y="70802"/>
                    <a:pt x="181928" y="63182"/>
                    <a:pt x="189547" y="61912"/>
                  </a:cubicBezTo>
                  <a:cubicBezTo>
                    <a:pt x="193358" y="61912"/>
                    <a:pt x="198438" y="59373"/>
                    <a:pt x="202247" y="55562"/>
                  </a:cubicBezTo>
                  <a:cubicBezTo>
                    <a:pt x="208597" y="46673"/>
                    <a:pt x="208597" y="33973"/>
                    <a:pt x="200978" y="2635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41" name="Полилиния: фигура 177">
              <a:extLst>
                <a:ext uri="{FF2B5EF4-FFF2-40B4-BE49-F238E27FC236}">
                  <a16:creationId xmlns:a16="http://schemas.microsoft.com/office/drawing/2014/main" id="{4B846AD9-8D4E-6F61-CF8F-7F5043E8D871}"/>
                </a:ext>
              </a:extLst>
            </p:cNvPr>
            <p:cNvSpPr/>
            <p:nvPr/>
          </p:nvSpPr>
          <p:spPr>
            <a:xfrm>
              <a:off x="5756592" y="5027612"/>
              <a:ext cx="55244" cy="55244"/>
            </a:xfrm>
            <a:custGeom>
              <a:avLst/>
              <a:gdLst>
                <a:gd name="connsiteX0" fmla="*/ 52387 w 55244"/>
                <a:gd name="connsiteY0" fmla="*/ 2858 h 55244"/>
                <a:gd name="connsiteX1" fmla="*/ 52387 w 55244"/>
                <a:gd name="connsiteY1" fmla="*/ 16828 h 55244"/>
                <a:gd name="connsiteX2" fmla="*/ 16827 w 55244"/>
                <a:gd name="connsiteY2" fmla="*/ 52388 h 55244"/>
                <a:gd name="connsiteX3" fmla="*/ 2857 w 55244"/>
                <a:gd name="connsiteY3" fmla="*/ 52388 h 55244"/>
                <a:gd name="connsiteX4" fmla="*/ 2857 w 55244"/>
                <a:gd name="connsiteY4" fmla="*/ 38418 h 55244"/>
                <a:gd name="connsiteX5" fmla="*/ 38417 w 55244"/>
                <a:gd name="connsiteY5" fmla="*/ 2858 h 55244"/>
                <a:gd name="connsiteX6" fmla="*/ 52387 w 55244"/>
                <a:gd name="connsiteY6" fmla="*/ 2858 h 5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244" h="55244">
                  <a:moveTo>
                    <a:pt x="52387" y="2858"/>
                  </a:moveTo>
                  <a:cubicBezTo>
                    <a:pt x="56198" y="6668"/>
                    <a:pt x="56198" y="13018"/>
                    <a:pt x="52387" y="16828"/>
                  </a:cubicBezTo>
                  <a:lnTo>
                    <a:pt x="16827" y="52388"/>
                  </a:lnTo>
                  <a:cubicBezTo>
                    <a:pt x="13017" y="56197"/>
                    <a:pt x="6667" y="56197"/>
                    <a:pt x="2857" y="52388"/>
                  </a:cubicBezTo>
                  <a:cubicBezTo>
                    <a:pt x="-952" y="48578"/>
                    <a:pt x="-952" y="42228"/>
                    <a:pt x="2857" y="38418"/>
                  </a:cubicBezTo>
                  <a:lnTo>
                    <a:pt x="38417" y="2858"/>
                  </a:lnTo>
                  <a:cubicBezTo>
                    <a:pt x="42227" y="-953"/>
                    <a:pt x="48577" y="-953"/>
                    <a:pt x="52387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42" name="Полилиния: фигура 178">
              <a:extLst>
                <a:ext uri="{FF2B5EF4-FFF2-40B4-BE49-F238E27FC236}">
                  <a16:creationId xmlns:a16="http://schemas.microsoft.com/office/drawing/2014/main" id="{F421006A-B1BF-F4BE-4584-864E91A6C236}"/>
                </a:ext>
              </a:extLst>
            </p:cNvPr>
            <p:cNvSpPr/>
            <p:nvPr/>
          </p:nvSpPr>
          <p:spPr>
            <a:xfrm>
              <a:off x="5842952" y="5113972"/>
              <a:ext cx="55245" cy="55244"/>
            </a:xfrm>
            <a:custGeom>
              <a:avLst/>
              <a:gdLst>
                <a:gd name="connsiteX0" fmla="*/ 52388 w 55245"/>
                <a:gd name="connsiteY0" fmla="*/ 16827 h 55244"/>
                <a:gd name="connsiteX1" fmla="*/ 52388 w 55245"/>
                <a:gd name="connsiteY1" fmla="*/ 2857 h 55244"/>
                <a:gd name="connsiteX2" fmla="*/ 38418 w 55245"/>
                <a:gd name="connsiteY2" fmla="*/ 2857 h 55244"/>
                <a:gd name="connsiteX3" fmla="*/ 2857 w 55245"/>
                <a:gd name="connsiteY3" fmla="*/ 38418 h 55244"/>
                <a:gd name="connsiteX4" fmla="*/ 2857 w 55245"/>
                <a:gd name="connsiteY4" fmla="*/ 52387 h 55244"/>
                <a:gd name="connsiteX5" fmla="*/ 16827 w 55245"/>
                <a:gd name="connsiteY5" fmla="*/ 52387 h 55244"/>
                <a:gd name="connsiteX6" fmla="*/ 52388 w 55245"/>
                <a:gd name="connsiteY6" fmla="*/ 16827 h 5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245" h="55244">
                  <a:moveTo>
                    <a:pt x="52388" y="16827"/>
                  </a:moveTo>
                  <a:cubicBezTo>
                    <a:pt x="56198" y="13018"/>
                    <a:pt x="56198" y="6668"/>
                    <a:pt x="52388" y="2857"/>
                  </a:cubicBezTo>
                  <a:cubicBezTo>
                    <a:pt x="48577" y="-952"/>
                    <a:pt x="42227" y="-952"/>
                    <a:pt x="38418" y="2857"/>
                  </a:cubicBezTo>
                  <a:lnTo>
                    <a:pt x="2857" y="38418"/>
                  </a:lnTo>
                  <a:cubicBezTo>
                    <a:pt x="-952" y="42227"/>
                    <a:pt x="-952" y="48577"/>
                    <a:pt x="2857" y="52387"/>
                  </a:cubicBezTo>
                  <a:cubicBezTo>
                    <a:pt x="6668" y="56198"/>
                    <a:pt x="13018" y="56198"/>
                    <a:pt x="16827" y="52387"/>
                  </a:cubicBezTo>
                  <a:lnTo>
                    <a:pt x="52388" y="1682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43" name="Полилиния: фигура 179">
              <a:extLst>
                <a:ext uri="{FF2B5EF4-FFF2-40B4-BE49-F238E27FC236}">
                  <a16:creationId xmlns:a16="http://schemas.microsoft.com/office/drawing/2014/main" id="{8E844BAB-60ED-48EF-1EAB-86EF6251DFC7}"/>
                </a:ext>
              </a:extLst>
            </p:cNvPr>
            <p:cNvSpPr/>
            <p:nvPr/>
          </p:nvSpPr>
          <p:spPr>
            <a:xfrm>
              <a:off x="5813742" y="5084762"/>
              <a:ext cx="55244" cy="55244"/>
            </a:xfrm>
            <a:custGeom>
              <a:avLst/>
              <a:gdLst>
                <a:gd name="connsiteX0" fmla="*/ 52387 w 55244"/>
                <a:gd name="connsiteY0" fmla="*/ 2858 h 55244"/>
                <a:gd name="connsiteX1" fmla="*/ 52387 w 55244"/>
                <a:gd name="connsiteY1" fmla="*/ 16828 h 55244"/>
                <a:gd name="connsiteX2" fmla="*/ 16827 w 55244"/>
                <a:gd name="connsiteY2" fmla="*/ 52388 h 55244"/>
                <a:gd name="connsiteX3" fmla="*/ 2857 w 55244"/>
                <a:gd name="connsiteY3" fmla="*/ 52388 h 55244"/>
                <a:gd name="connsiteX4" fmla="*/ 2857 w 55244"/>
                <a:gd name="connsiteY4" fmla="*/ 38418 h 55244"/>
                <a:gd name="connsiteX5" fmla="*/ 38417 w 55244"/>
                <a:gd name="connsiteY5" fmla="*/ 2858 h 55244"/>
                <a:gd name="connsiteX6" fmla="*/ 52387 w 55244"/>
                <a:gd name="connsiteY6" fmla="*/ 2858 h 5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244" h="55244">
                  <a:moveTo>
                    <a:pt x="52387" y="2858"/>
                  </a:moveTo>
                  <a:cubicBezTo>
                    <a:pt x="56198" y="6668"/>
                    <a:pt x="56198" y="13018"/>
                    <a:pt x="52387" y="16828"/>
                  </a:cubicBezTo>
                  <a:lnTo>
                    <a:pt x="16827" y="52388"/>
                  </a:lnTo>
                  <a:cubicBezTo>
                    <a:pt x="13017" y="56197"/>
                    <a:pt x="6667" y="56197"/>
                    <a:pt x="2857" y="52388"/>
                  </a:cubicBezTo>
                  <a:cubicBezTo>
                    <a:pt x="-952" y="48578"/>
                    <a:pt x="-952" y="42228"/>
                    <a:pt x="2857" y="38418"/>
                  </a:cubicBezTo>
                  <a:lnTo>
                    <a:pt x="38417" y="2858"/>
                  </a:lnTo>
                  <a:cubicBezTo>
                    <a:pt x="42227" y="-953"/>
                    <a:pt x="48577" y="-953"/>
                    <a:pt x="52387" y="2858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44" name="Полилиния: фигура 180">
              <a:extLst>
                <a:ext uri="{FF2B5EF4-FFF2-40B4-BE49-F238E27FC236}">
                  <a16:creationId xmlns:a16="http://schemas.microsoft.com/office/drawing/2014/main" id="{C6D69426-DDF9-392E-3023-BC3F27C51746}"/>
                </a:ext>
              </a:extLst>
            </p:cNvPr>
            <p:cNvSpPr/>
            <p:nvPr/>
          </p:nvSpPr>
          <p:spPr>
            <a:xfrm>
              <a:off x="5785802" y="5056822"/>
              <a:ext cx="55245" cy="55244"/>
            </a:xfrm>
            <a:custGeom>
              <a:avLst/>
              <a:gdLst>
                <a:gd name="connsiteX0" fmla="*/ 52388 w 55245"/>
                <a:gd name="connsiteY0" fmla="*/ 16827 h 55244"/>
                <a:gd name="connsiteX1" fmla="*/ 52388 w 55245"/>
                <a:gd name="connsiteY1" fmla="*/ 2857 h 55244"/>
                <a:gd name="connsiteX2" fmla="*/ 38418 w 55245"/>
                <a:gd name="connsiteY2" fmla="*/ 2857 h 55244"/>
                <a:gd name="connsiteX3" fmla="*/ 2857 w 55245"/>
                <a:gd name="connsiteY3" fmla="*/ 38418 h 55244"/>
                <a:gd name="connsiteX4" fmla="*/ 2857 w 55245"/>
                <a:gd name="connsiteY4" fmla="*/ 52387 h 55244"/>
                <a:gd name="connsiteX5" fmla="*/ 16827 w 55245"/>
                <a:gd name="connsiteY5" fmla="*/ 52387 h 55244"/>
                <a:gd name="connsiteX6" fmla="*/ 52388 w 55245"/>
                <a:gd name="connsiteY6" fmla="*/ 16827 h 552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55245" h="55244">
                  <a:moveTo>
                    <a:pt x="52388" y="16827"/>
                  </a:moveTo>
                  <a:cubicBezTo>
                    <a:pt x="56198" y="13018"/>
                    <a:pt x="56198" y="6668"/>
                    <a:pt x="52388" y="2857"/>
                  </a:cubicBezTo>
                  <a:cubicBezTo>
                    <a:pt x="48577" y="-952"/>
                    <a:pt x="42227" y="-952"/>
                    <a:pt x="38418" y="2857"/>
                  </a:cubicBezTo>
                  <a:lnTo>
                    <a:pt x="2857" y="38418"/>
                  </a:lnTo>
                  <a:cubicBezTo>
                    <a:pt x="-952" y="42227"/>
                    <a:pt x="-952" y="48577"/>
                    <a:pt x="2857" y="52387"/>
                  </a:cubicBezTo>
                  <a:cubicBezTo>
                    <a:pt x="6668" y="56198"/>
                    <a:pt x="13018" y="56198"/>
                    <a:pt x="16827" y="52387"/>
                  </a:cubicBezTo>
                  <a:lnTo>
                    <a:pt x="52388" y="16827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145" name="Рисунок 2">
            <a:extLst>
              <a:ext uri="{FF2B5EF4-FFF2-40B4-BE49-F238E27FC236}">
                <a16:creationId xmlns:a16="http://schemas.microsoft.com/office/drawing/2014/main" id="{4DD355B8-064A-3C67-8A1E-2FC6DAF2DA21}"/>
              </a:ext>
            </a:extLst>
          </p:cNvPr>
          <p:cNvGrpSpPr/>
          <p:nvPr/>
        </p:nvGrpSpPr>
        <p:grpSpPr>
          <a:xfrm>
            <a:off x="8350108" y="4999949"/>
            <a:ext cx="243839" cy="254000"/>
            <a:chOff x="8514080" y="4958079"/>
            <a:chExt cx="243839" cy="254000"/>
          </a:xfrm>
          <a:solidFill>
            <a:schemeClr val="tx1"/>
          </a:solidFill>
        </p:grpSpPr>
        <p:sp>
          <p:nvSpPr>
            <p:cNvPr id="1146" name="Полилиния: фигура 182">
              <a:extLst>
                <a:ext uri="{FF2B5EF4-FFF2-40B4-BE49-F238E27FC236}">
                  <a16:creationId xmlns:a16="http://schemas.microsoft.com/office/drawing/2014/main" id="{E582D9A9-7AB2-D768-CBF3-0511EBB405BB}"/>
                </a:ext>
              </a:extLst>
            </p:cNvPr>
            <p:cNvSpPr/>
            <p:nvPr/>
          </p:nvSpPr>
          <p:spPr>
            <a:xfrm>
              <a:off x="8585200" y="5110479"/>
              <a:ext cx="30480" cy="20320"/>
            </a:xfrm>
            <a:custGeom>
              <a:avLst/>
              <a:gdLst>
                <a:gd name="connsiteX0" fmla="*/ 10160 w 30480"/>
                <a:gd name="connsiteY0" fmla="*/ 0 h 20320"/>
                <a:gd name="connsiteX1" fmla="*/ 0 w 30480"/>
                <a:gd name="connsiteY1" fmla="*/ 10160 h 20320"/>
                <a:gd name="connsiteX2" fmla="*/ 10160 w 30480"/>
                <a:gd name="connsiteY2" fmla="*/ 20320 h 20320"/>
                <a:gd name="connsiteX3" fmla="*/ 20320 w 30480"/>
                <a:gd name="connsiteY3" fmla="*/ 20320 h 20320"/>
                <a:gd name="connsiteX4" fmla="*/ 30480 w 30480"/>
                <a:gd name="connsiteY4" fmla="*/ 10160 h 20320"/>
                <a:gd name="connsiteX5" fmla="*/ 20320 w 30480"/>
                <a:gd name="connsiteY5" fmla="*/ 0 h 20320"/>
                <a:gd name="connsiteX6" fmla="*/ 10160 w 3048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480" h="2032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20320" y="20320"/>
                  </a:lnTo>
                  <a:cubicBezTo>
                    <a:pt x="25400" y="20320"/>
                    <a:pt x="30480" y="15240"/>
                    <a:pt x="30480" y="10160"/>
                  </a:cubicBezTo>
                  <a:cubicBezTo>
                    <a:pt x="30480" y="5080"/>
                    <a:pt x="25400" y="0"/>
                    <a:pt x="2032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47" name="Полилиния: фигура 183">
              <a:extLst>
                <a:ext uri="{FF2B5EF4-FFF2-40B4-BE49-F238E27FC236}">
                  <a16:creationId xmlns:a16="http://schemas.microsoft.com/office/drawing/2014/main" id="{444B1668-37EC-7058-DDDE-56B28F5DFC59}"/>
                </a:ext>
              </a:extLst>
            </p:cNvPr>
            <p:cNvSpPr/>
            <p:nvPr/>
          </p:nvSpPr>
          <p:spPr>
            <a:xfrm>
              <a:off x="8656319" y="5110479"/>
              <a:ext cx="30480" cy="20320"/>
            </a:xfrm>
            <a:custGeom>
              <a:avLst/>
              <a:gdLst>
                <a:gd name="connsiteX0" fmla="*/ 10161 w 30480"/>
                <a:gd name="connsiteY0" fmla="*/ 0 h 20320"/>
                <a:gd name="connsiteX1" fmla="*/ 0 w 30480"/>
                <a:gd name="connsiteY1" fmla="*/ 10160 h 20320"/>
                <a:gd name="connsiteX2" fmla="*/ 10161 w 30480"/>
                <a:gd name="connsiteY2" fmla="*/ 20320 h 20320"/>
                <a:gd name="connsiteX3" fmla="*/ 20320 w 30480"/>
                <a:gd name="connsiteY3" fmla="*/ 20320 h 20320"/>
                <a:gd name="connsiteX4" fmla="*/ 30480 w 30480"/>
                <a:gd name="connsiteY4" fmla="*/ 10160 h 20320"/>
                <a:gd name="connsiteX5" fmla="*/ 20320 w 30480"/>
                <a:gd name="connsiteY5" fmla="*/ 0 h 20320"/>
                <a:gd name="connsiteX6" fmla="*/ 10161 w 3048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0480" h="20320">
                  <a:moveTo>
                    <a:pt x="10161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1" y="20320"/>
                  </a:cubicBezTo>
                  <a:lnTo>
                    <a:pt x="20320" y="20320"/>
                  </a:lnTo>
                  <a:cubicBezTo>
                    <a:pt x="25400" y="20320"/>
                    <a:pt x="30480" y="15240"/>
                    <a:pt x="30480" y="10160"/>
                  </a:cubicBezTo>
                  <a:cubicBezTo>
                    <a:pt x="30480" y="5080"/>
                    <a:pt x="25400" y="0"/>
                    <a:pt x="20320" y="0"/>
                  </a:cubicBezTo>
                  <a:lnTo>
                    <a:pt x="10161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48" name="Полилиния: фигура 184">
              <a:extLst>
                <a:ext uri="{FF2B5EF4-FFF2-40B4-BE49-F238E27FC236}">
                  <a16:creationId xmlns:a16="http://schemas.microsoft.com/office/drawing/2014/main" id="{2B7BA638-5774-1F6D-DC6F-05A11B52EACF}"/>
                </a:ext>
              </a:extLst>
            </p:cNvPr>
            <p:cNvSpPr/>
            <p:nvPr/>
          </p:nvSpPr>
          <p:spPr>
            <a:xfrm>
              <a:off x="8514080" y="4958079"/>
              <a:ext cx="243839" cy="254000"/>
            </a:xfrm>
            <a:custGeom>
              <a:avLst/>
              <a:gdLst>
                <a:gd name="connsiteX0" fmla="*/ 203200 w 243839"/>
                <a:gd name="connsiteY0" fmla="*/ 242570 h 254000"/>
                <a:gd name="connsiteX1" fmla="*/ 203200 w 243839"/>
                <a:gd name="connsiteY1" fmla="*/ 172720 h 254000"/>
                <a:gd name="connsiteX2" fmla="*/ 232410 w 243839"/>
                <a:gd name="connsiteY2" fmla="*/ 172720 h 254000"/>
                <a:gd name="connsiteX3" fmla="*/ 243839 w 243839"/>
                <a:gd name="connsiteY3" fmla="*/ 161290 h 254000"/>
                <a:gd name="connsiteX4" fmla="*/ 243839 w 243839"/>
                <a:gd name="connsiteY4" fmla="*/ 81280 h 254000"/>
                <a:gd name="connsiteX5" fmla="*/ 162560 w 243839"/>
                <a:gd name="connsiteY5" fmla="*/ 0 h 254000"/>
                <a:gd name="connsiteX6" fmla="*/ 157480 w 243839"/>
                <a:gd name="connsiteY6" fmla="*/ 0 h 254000"/>
                <a:gd name="connsiteX7" fmla="*/ 148589 w 243839"/>
                <a:gd name="connsiteY7" fmla="*/ 5080 h 254000"/>
                <a:gd name="connsiteX8" fmla="*/ 121920 w 243839"/>
                <a:gd name="connsiteY8" fmla="*/ 43180 h 254000"/>
                <a:gd name="connsiteX9" fmla="*/ 95250 w 243839"/>
                <a:gd name="connsiteY9" fmla="*/ 5080 h 254000"/>
                <a:gd name="connsiteX10" fmla="*/ 86360 w 243839"/>
                <a:gd name="connsiteY10" fmla="*/ 0 h 254000"/>
                <a:gd name="connsiteX11" fmla="*/ 81280 w 243839"/>
                <a:gd name="connsiteY11" fmla="*/ 0 h 254000"/>
                <a:gd name="connsiteX12" fmla="*/ 0 w 243839"/>
                <a:gd name="connsiteY12" fmla="*/ 81280 h 254000"/>
                <a:gd name="connsiteX13" fmla="*/ 0 w 243839"/>
                <a:gd name="connsiteY13" fmla="*/ 161290 h 254000"/>
                <a:gd name="connsiteX14" fmla="*/ 11430 w 243839"/>
                <a:gd name="connsiteY14" fmla="*/ 172720 h 254000"/>
                <a:gd name="connsiteX15" fmla="*/ 40639 w 243839"/>
                <a:gd name="connsiteY15" fmla="*/ 172720 h 254000"/>
                <a:gd name="connsiteX16" fmla="*/ 40639 w 243839"/>
                <a:gd name="connsiteY16" fmla="*/ 242570 h 254000"/>
                <a:gd name="connsiteX17" fmla="*/ 52070 w 243839"/>
                <a:gd name="connsiteY17" fmla="*/ 254000 h 254000"/>
                <a:gd name="connsiteX18" fmla="*/ 191770 w 243839"/>
                <a:gd name="connsiteY18" fmla="*/ 254000 h 254000"/>
                <a:gd name="connsiteX19" fmla="*/ 203200 w 243839"/>
                <a:gd name="connsiteY19" fmla="*/ 242570 h 254000"/>
                <a:gd name="connsiteX20" fmla="*/ 20320 w 243839"/>
                <a:gd name="connsiteY20" fmla="*/ 81280 h 254000"/>
                <a:gd name="connsiteX21" fmla="*/ 81280 w 243839"/>
                <a:gd name="connsiteY21" fmla="*/ 20320 h 254000"/>
                <a:gd name="connsiteX22" fmla="*/ 111760 w 243839"/>
                <a:gd name="connsiteY22" fmla="*/ 63500 h 254000"/>
                <a:gd name="connsiteX23" fmla="*/ 111760 w 243839"/>
                <a:gd name="connsiteY23" fmla="*/ 232410 h 254000"/>
                <a:gd name="connsiteX24" fmla="*/ 60960 w 243839"/>
                <a:gd name="connsiteY24" fmla="*/ 232410 h 254000"/>
                <a:gd name="connsiteX25" fmla="*/ 60960 w 243839"/>
                <a:gd name="connsiteY25" fmla="*/ 71120 h 254000"/>
                <a:gd name="connsiteX26" fmla="*/ 50800 w 243839"/>
                <a:gd name="connsiteY26" fmla="*/ 60960 h 254000"/>
                <a:gd name="connsiteX27" fmla="*/ 40639 w 243839"/>
                <a:gd name="connsiteY27" fmla="*/ 71120 h 254000"/>
                <a:gd name="connsiteX28" fmla="*/ 40639 w 243839"/>
                <a:gd name="connsiteY28" fmla="*/ 152400 h 254000"/>
                <a:gd name="connsiteX29" fmla="*/ 20320 w 243839"/>
                <a:gd name="connsiteY29" fmla="*/ 152400 h 254000"/>
                <a:gd name="connsiteX30" fmla="*/ 20320 w 243839"/>
                <a:gd name="connsiteY30" fmla="*/ 81280 h 254000"/>
                <a:gd name="connsiteX31" fmla="*/ 132080 w 243839"/>
                <a:gd name="connsiteY31" fmla="*/ 232410 h 254000"/>
                <a:gd name="connsiteX32" fmla="*/ 132080 w 243839"/>
                <a:gd name="connsiteY32" fmla="*/ 63500 h 254000"/>
                <a:gd name="connsiteX33" fmla="*/ 162560 w 243839"/>
                <a:gd name="connsiteY33" fmla="*/ 20320 h 254000"/>
                <a:gd name="connsiteX34" fmla="*/ 223520 w 243839"/>
                <a:gd name="connsiteY34" fmla="*/ 81280 h 254000"/>
                <a:gd name="connsiteX35" fmla="*/ 223520 w 243839"/>
                <a:gd name="connsiteY35" fmla="*/ 152400 h 254000"/>
                <a:gd name="connsiteX36" fmla="*/ 203200 w 243839"/>
                <a:gd name="connsiteY36" fmla="*/ 152400 h 254000"/>
                <a:gd name="connsiteX37" fmla="*/ 203200 w 243839"/>
                <a:gd name="connsiteY37" fmla="*/ 71120 h 254000"/>
                <a:gd name="connsiteX38" fmla="*/ 193039 w 243839"/>
                <a:gd name="connsiteY38" fmla="*/ 60960 h 254000"/>
                <a:gd name="connsiteX39" fmla="*/ 182880 w 243839"/>
                <a:gd name="connsiteY39" fmla="*/ 71120 h 254000"/>
                <a:gd name="connsiteX40" fmla="*/ 182880 w 243839"/>
                <a:gd name="connsiteY40" fmla="*/ 233680 h 254000"/>
                <a:gd name="connsiteX41" fmla="*/ 132080 w 243839"/>
                <a:gd name="connsiteY41" fmla="*/ 233680 h 254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243839" h="254000">
                  <a:moveTo>
                    <a:pt x="203200" y="242570"/>
                  </a:moveTo>
                  <a:lnTo>
                    <a:pt x="203200" y="172720"/>
                  </a:lnTo>
                  <a:lnTo>
                    <a:pt x="232410" y="172720"/>
                  </a:lnTo>
                  <a:cubicBezTo>
                    <a:pt x="238760" y="172720"/>
                    <a:pt x="243839" y="167640"/>
                    <a:pt x="243839" y="161290"/>
                  </a:cubicBezTo>
                  <a:lnTo>
                    <a:pt x="243839" y="81280"/>
                  </a:lnTo>
                  <a:cubicBezTo>
                    <a:pt x="243839" y="36830"/>
                    <a:pt x="207010" y="0"/>
                    <a:pt x="162560" y="0"/>
                  </a:cubicBezTo>
                  <a:lnTo>
                    <a:pt x="157480" y="0"/>
                  </a:lnTo>
                  <a:cubicBezTo>
                    <a:pt x="153670" y="0"/>
                    <a:pt x="149860" y="1270"/>
                    <a:pt x="148589" y="5080"/>
                  </a:cubicBezTo>
                  <a:lnTo>
                    <a:pt x="121920" y="43180"/>
                  </a:lnTo>
                  <a:lnTo>
                    <a:pt x="95250" y="5080"/>
                  </a:lnTo>
                  <a:cubicBezTo>
                    <a:pt x="92710" y="2540"/>
                    <a:pt x="90170" y="0"/>
                    <a:pt x="86360" y="0"/>
                  </a:cubicBezTo>
                  <a:lnTo>
                    <a:pt x="81280" y="0"/>
                  </a:lnTo>
                  <a:cubicBezTo>
                    <a:pt x="36830" y="0"/>
                    <a:pt x="0" y="36830"/>
                    <a:pt x="0" y="81280"/>
                  </a:cubicBezTo>
                  <a:lnTo>
                    <a:pt x="0" y="161290"/>
                  </a:lnTo>
                  <a:cubicBezTo>
                    <a:pt x="0" y="167640"/>
                    <a:pt x="5080" y="172720"/>
                    <a:pt x="11430" y="172720"/>
                  </a:cubicBezTo>
                  <a:lnTo>
                    <a:pt x="40639" y="172720"/>
                  </a:lnTo>
                  <a:lnTo>
                    <a:pt x="40639" y="242570"/>
                  </a:lnTo>
                  <a:cubicBezTo>
                    <a:pt x="40639" y="248920"/>
                    <a:pt x="45720" y="254000"/>
                    <a:pt x="52070" y="254000"/>
                  </a:cubicBezTo>
                  <a:lnTo>
                    <a:pt x="191770" y="254000"/>
                  </a:lnTo>
                  <a:cubicBezTo>
                    <a:pt x="198120" y="252730"/>
                    <a:pt x="203200" y="247650"/>
                    <a:pt x="203200" y="242570"/>
                  </a:cubicBezTo>
                  <a:close/>
                  <a:moveTo>
                    <a:pt x="20320" y="81280"/>
                  </a:moveTo>
                  <a:cubicBezTo>
                    <a:pt x="20320" y="48260"/>
                    <a:pt x="46989" y="20320"/>
                    <a:pt x="81280" y="20320"/>
                  </a:cubicBezTo>
                  <a:lnTo>
                    <a:pt x="111760" y="63500"/>
                  </a:lnTo>
                  <a:lnTo>
                    <a:pt x="111760" y="232410"/>
                  </a:lnTo>
                  <a:lnTo>
                    <a:pt x="60960" y="232410"/>
                  </a:lnTo>
                  <a:lnTo>
                    <a:pt x="60960" y="71120"/>
                  </a:lnTo>
                  <a:cubicBezTo>
                    <a:pt x="60960" y="66040"/>
                    <a:pt x="55880" y="60960"/>
                    <a:pt x="50800" y="60960"/>
                  </a:cubicBezTo>
                  <a:cubicBezTo>
                    <a:pt x="45720" y="60960"/>
                    <a:pt x="40639" y="66040"/>
                    <a:pt x="40639" y="71120"/>
                  </a:cubicBezTo>
                  <a:lnTo>
                    <a:pt x="40639" y="152400"/>
                  </a:lnTo>
                  <a:lnTo>
                    <a:pt x="20320" y="152400"/>
                  </a:lnTo>
                  <a:lnTo>
                    <a:pt x="20320" y="81280"/>
                  </a:lnTo>
                  <a:close/>
                  <a:moveTo>
                    <a:pt x="132080" y="232410"/>
                  </a:moveTo>
                  <a:lnTo>
                    <a:pt x="132080" y="63500"/>
                  </a:lnTo>
                  <a:lnTo>
                    <a:pt x="162560" y="20320"/>
                  </a:lnTo>
                  <a:cubicBezTo>
                    <a:pt x="195580" y="20320"/>
                    <a:pt x="223520" y="48260"/>
                    <a:pt x="223520" y="81280"/>
                  </a:cubicBezTo>
                  <a:lnTo>
                    <a:pt x="223520" y="152400"/>
                  </a:lnTo>
                  <a:lnTo>
                    <a:pt x="203200" y="152400"/>
                  </a:lnTo>
                  <a:lnTo>
                    <a:pt x="203200" y="71120"/>
                  </a:lnTo>
                  <a:cubicBezTo>
                    <a:pt x="203200" y="66040"/>
                    <a:pt x="198120" y="60960"/>
                    <a:pt x="193039" y="60960"/>
                  </a:cubicBezTo>
                  <a:cubicBezTo>
                    <a:pt x="187960" y="60960"/>
                    <a:pt x="182880" y="66040"/>
                    <a:pt x="182880" y="71120"/>
                  </a:cubicBezTo>
                  <a:lnTo>
                    <a:pt x="182880" y="233680"/>
                  </a:lnTo>
                  <a:lnTo>
                    <a:pt x="132080" y="23368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grpSp>
        <p:nvGrpSpPr>
          <p:cNvPr id="1149" name="Рисунок 2">
            <a:extLst>
              <a:ext uri="{FF2B5EF4-FFF2-40B4-BE49-F238E27FC236}">
                <a16:creationId xmlns:a16="http://schemas.microsoft.com/office/drawing/2014/main" id="{76B55F5F-A3CD-CD83-04F9-50376C665570}"/>
              </a:ext>
            </a:extLst>
          </p:cNvPr>
          <p:cNvGrpSpPr/>
          <p:nvPr/>
        </p:nvGrpSpPr>
        <p:grpSpPr>
          <a:xfrm>
            <a:off x="11192518" y="4998679"/>
            <a:ext cx="262890" cy="254317"/>
            <a:chOff x="11300459" y="4956809"/>
            <a:chExt cx="262890" cy="254317"/>
          </a:xfrm>
          <a:solidFill>
            <a:schemeClr val="tx1"/>
          </a:solidFill>
        </p:grpSpPr>
        <p:sp>
          <p:nvSpPr>
            <p:cNvPr id="1150" name="Полилиния: фигура 188">
              <a:extLst>
                <a:ext uri="{FF2B5EF4-FFF2-40B4-BE49-F238E27FC236}">
                  <a16:creationId xmlns:a16="http://schemas.microsoft.com/office/drawing/2014/main" id="{E40EDB0A-F5BC-840B-327D-82C0B15052F9}"/>
                </a:ext>
              </a:extLst>
            </p:cNvPr>
            <p:cNvSpPr/>
            <p:nvPr/>
          </p:nvSpPr>
          <p:spPr>
            <a:xfrm>
              <a:off x="11300459" y="4956809"/>
              <a:ext cx="20517" cy="29407"/>
            </a:xfrm>
            <a:custGeom>
              <a:avLst/>
              <a:gdLst>
                <a:gd name="connsiteX0" fmla="*/ 20320 w 20517"/>
                <a:gd name="connsiteY0" fmla="*/ 10160 h 29407"/>
                <a:gd name="connsiteX1" fmla="*/ 10160 w 20517"/>
                <a:gd name="connsiteY1" fmla="*/ 0 h 29407"/>
                <a:gd name="connsiteX2" fmla="*/ 0 w 20517"/>
                <a:gd name="connsiteY2" fmla="*/ 10160 h 29407"/>
                <a:gd name="connsiteX3" fmla="*/ 0 w 20517"/>
                <a:gd name="connsiteY3" fmla="*/ 20320 h 29407"/>
                <a:gd name="connsiteX4" fmla="*/ 11430 w 20517"/>
                <a:gd name="connsiteY4" fmla="*/ 29210 h 29407"/>
                <a:gd name="connsiteX5" fmla="*/ 20320 w 20517"/>
                <a:gd name="connsiteY5" fmla="*/ 17780 h 29407"/>
                <a:gd name="connsiteX6" fmla="*/ 20320 w 20517"/>
                <a:gd name="connsiteY6" fmla="*/ 10160 h 294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517" h="29407">
                  <a:moveTo>
                    <a:pt x="20320" y="10160"/>
                  </a:moveTo>
                  <a:cubicBezTo>
                    <a:pt x="20320" y="5080"/>
                    <a:pt x="15240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3970"/>
                    <a:pt x="0" y="16510"/>
                    <a:pt x="0" y="20320"/>
                  </a:cubicBezTo>
                  <a:cubicBezTo>
                    <a:pt x="0" y="25400"/>
                    <a:pt x="5080" y="30480"/>
                    <a:pt x="11430" y="29210"/>
                  </a:cubicBezTo>
                  <a:cubicBezTo>
                    <a:pt x="16510" y="29210"/>
                    <a:pt x="21590" y="24130"/>
                    <a:pt x="20320" y="17780"/>
                  </a:cubicBezTo>
                  <a:cubicBezTo>
                    <a:pt x="20320" y="16510"/>
                    <a:pt x="20320" y="1397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51" name="Полилиния: фигура 189">
              <a:extLst>
                <a:ext uri="{FF2B5EF4-FFF2-40B4-BE49-F238E27FC236}">
                  <a16:creationId xmlns:a16="http://schemas.microsoft.com/office/drawing/2014/main" id="{21C5A5E8-9140-7096-E44E-985338284AF3}"/>
                </a:ext>
              </a:extLst>
            </p:cNvPr>
            <p:cNvSpPr/>
            <p:nvPr/>
          </p:nvSpPr>
          <p:spPr>
            <a:xfrm>
              <a:off x="11543030" y="4956809"/>
              <a:ext cx="20319" cy="30480"/>
            </a:xfrm>
            <a:custGeom>
              <a:avLst/>
              <a:gdLst>
                <a:gd name="connsiteX0" fmla="*/ 20320 w 20319"/>
                <a:gd name="connsiteY0" fmla="*/ 10160 h 30480"/>
                <a:gd name="connsiteX1" fmla="*/ 10160 w 20319"/>
                <a:gd name="connsiteY1" fmla="*/ 0 h 30480"/>
                <a:gd name="connsiteX2" fmla="*/ 0 w 20319"/>
                <a:gd name="connsiteY2" fmla="*/ 10160 h 30480"/>
                <a:gd name="connsiteX3" fmla="*/ 0 w 20319"/>
                <a:gd name="connsiteY3" fmla="*/ 19050 h 30480"/>
                <a:gd name="connsiteX4" fmla="*/ 8889 w 20319"/>
                <a:gd name="connsiteY4" fmla="*/ 30480 h 30480"/>
                <a:gd name="connsiteX5" fmla="*/ 20320 w 20319"/>
                <a:gd name="connsiteY5" fmla="*/ 21590 h 30480"/>
                <a:gd name="connsiteX6" fmla="*/ 20320 w 20319"/>
                <a:gd name="connsiteY6" fmla="*/ 10160 h 3048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19" h="30480">
                  <a:moveTo>
                    <a:pt x="20320" y="10160"/>
                  </a:moveTo>
                  <a:cubicBezTo>
                    <a:pt x="20320" y="5080"/>
                    <a:pt x="15239" y="0"/>
                    <a:pt x="10160" y="0"/>
                  </a:cubicBezTo>
                  <a:cubicBezTo>
                    <a:pt x="5080" y="0"/>
                    <a:pt x="0" y="5080"/>
                    <a:pt x="0" y="10160"/>
                  </a:cubicBezTo>
                  <a:cubicBezTo>
                    <a:pt x="0" y="12700"/>
                    <a:pt x="0" y="16510"/>
                    <a:pt x="0" y="19050"/>
                  </a:cubicBezTo>
                  <a:cubicBezTo>
                    <a:pt x="0" y="24130"/>
                    <a:pt x="3810" y="29210"/>
                    <a:pt x="8889" y="30480"/>
                  </a:cubicBezTo>
                  <a:cubicBezTo>
                    <a:pt x="13970" y="30480"/>
                    <a:pt x="19050" y="26670"/>
                    <a:pt x="20320" y="21590"/>
                  </a:cubicBezTo>
                  <a:cubicBezTo>
                    <a:pt x="20320" y="17780"/>
                    <a:pt x="20320" y="13970"/>
                    <a:pt x="20320" y="1016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52" name="Полилиния: фигура 190">
              <a:extLst>
                <a:ext uri="{FF2B5EF4-FFF2-40B4-BE49-F238E27FC236}">
                  <a16:creationId xmlns:a16="http://schemas.microsoft.com/office/drawing/2014/main" id="{6DECF89A-A87A-3600-C051-0DDABFB81727}"/>
                </a:ext>
              </a:extLst>
            </p:cNvPr>
            <p:cNvSpPr/>
            <p:nvPr/>
          </p:nvSpPr>
          <p:spPr>
            <a:xfrm>
              <a:off x="11530603" y="4994586"/>
              <a:ext cx="26720" cy="38176"/>
            </a:xfrm>
            <a:custGeom>
              <a:avLst/>
              <a:gdLst>
                <a:gd name="connsiteX0" fmla="*/ 26397 w 26720"/>
                <a:gd name="connsiteY0" fmla="*/ 13024 h 38176"/>
                <a:gd name="connsiteX1" fmla="*/ 20047 w 26720"/>
                <a:gd name="connsiteY1" fmla="*/ 324 h 38176"/>
                <a:gd name="connsiteX2" fmla="*/ 7347 w 26720"/>
                <a:gd name="connsiteY2" fmla="*/ 6674 h 38176"/>
                <a:gd name="connsiteX3" fmla="*/ 997 w 26720"/>
                <a:gd name="connsiteY3" fmla="*/ 23184 h 38176"/>
                <a:gd name="connsiteX4" fmla="*/ 6077 w 26720"/>
                <a:gd name="connsiteY4" fmla="*/ 37154 h 38176"/>
                <a:gd name="connsiteX5" fmla="*/ 20047 w 26720"/>
                <a:gd name="connsiteY5" fmla="*/ 33344 h 38176"/>
                <a:gd name="connsiteX6" fmla="*/ 26397 w 26720"/>
                <a:gd name="connsiteY6" fmla="*/ 13024 h 3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6720" h="38176">
                  <a:moveTo>
                    <a:pt x="26397" y="13024"/>
                  </a:moveTo>
                  <a:cubicBezTo>
                    <a:pt x="27666" y="7944"/>
                    <a:pt x="25127" y="1594"/>
                    <a:pt x="20047" y="324"/>
                  </a:cubicBezTo>
                  <a:cubicBezTo>
                    <a:pt x="14966" y="-946"/>
                    <a:pt x="8616" y="1594"/>
                    <a:pt x="7347" y="6674"/>
                  </a:cubicBezTo>
                  <a:cubicBezTo>
                    <a:pt x="6077" y="11754"/>
                    <a:pt x="3537" y="18104"/>
                    <a:pt x="997" y="23184"/>
                  </a:cubicBezTo>
                  <a:cubicBezTo>
                    <a:pt x="-1544" y="28264"/>
                    <a:pt x="997" y="34614"/>
                    <a:pt x="6077" y="37154"/>
                  </a:cubicBezTo>
                  <a:cubicBezTo>
                    <a:pt x="11156" y="39694"/>
                    <a:pt x="17506" y="37154"/>
                    <a:pt x="20047" y="33344"/>
                  </a:cubicBezTo>
                  <a:cubicBezTo>
                    <a:pt x="21316" y="26994"/>
                    <a:pt x="23856" y="20644"/>
                    <a:pt x="26397" y="13024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53" name="Полилиния: фигура 575">
              <a:extLst>
                <a:ext uri="{FF2B5EF4-FFF2-40B4-BE49-F238E27FC236}">
                  <a16:creationId xmlns:a16="http://schemas.microsoft.com/office/drawing/2014/main" id="{C01B15A9-9BE9-0048-84E0-E5DBF9CC15A0}"/>
                </a:ext>
              </a:extLst>
            </p:cNvPr>
            <p:cNvSpPr/>
            <p:nvPr/>
          </p:nvSpPr>
          <p:spPr>
            <a:xfrm>
              <a:off x="11306001" y="4995856"/>
              <a:ext cx="28475" cy="37153"/>
            </a:xfrm>
            <a:custGeom>
              <a:avLst/>
              <a:gdLst>
                <a:gd name="connsiteX0" fmla="*/ 19858 w 28475"/>
                <a:gd name="connsiteY0" fmla="*/ 6674 h 37153"/>
                <a:gd name="connsiteX1" fmla="*/ 7158 w 28475"/>
                <a:gd name="connsiteY1" fmla="*/ 324 h 37153"/>
                <a:gd name="connsiteX2" fmla="*/ 808 w 28475"/>
                <a:gd name="connsiteY2" fmla="*/ 13024 h 37153"/>
                <a:gd name="connsiteX3" fmla="*/ 8429 w 28475"/>
                <a:gd name="connsiteY3" fmla="*/ 32074 h 37153"/>
                <a:gd name="connsiteX4" fmla="*/ 22399 w 28475"/>
                <a:gd name="connsiteY4" fmla="*/ 35884 h 37153"/>
                <a:gd name="connsiteX5" fmla="*/ 27479 w 28475"/>
                <a:gd name="connsiteY5" fmla="*/ 21914 h 37153"/>
                <a:gd name="connsiteX6" fmla="*/ 19858 w 28475"/>
                <a:gd name="connsiteY6" fmla="*/ 6674 h 3715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8475" h="37153">
                  <a:moveTo>
                    <a:pt x="19858" y="6674"/>
                  </a:moveTo>
                  <a:cubicBezTo>
                    <a:pt x="18589" y="1594"/>
                    <a:pt x="12239" y="-946"/>
                    <a:pt x="7158" y="324"/>
                  </a:cubicBezTo>
                  <a:cubicBezTo>
                    <a:pt x="2079" y="1594"/>
                    <a:pt x="-1732" y="7944"/>
                    <a:pt x="808" y="13024"/>
                  </a:cubicBezTo>
                  <a:cubicBezTo>
                    <a:pt x="3349" y="19374"/>
                    <a:pt x="5889" y="25724"/>
                    <a:pt x="8429" y="32074"/>
                  </a:cubicBezTo>
                  <a:cubicBezTo>
                    <a:pt x="10968" y="37154"/>
                    <a:pt x="17318" y="38424"/>
                    <a:pt x="22399" y="35884"/>
                  </a:cubicBezTo>
                  <a:cubicBezTo>
                    <a:pt x="27479" y="33344"/>
                    <a:pt x="30018" y="26994"/>
                    <a:pt x="27479" y="21914"/>
                  </a:cubicBezTo>
                  <a:cubicBezTo>
                    <a:pt x="23668" y="16834"/>
                    <a:pt x="21129" y="11754"/>
                    <a:pt x="19858" y="6674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54" name="Полилиния: фигура 576">
              <a:extLst>
                <a:ext uri="{FF2B5EF4-FFF2-40B4-BE49-F238E27FC236}">
                  <a16:creationId xmlns:a16="http://schemas.microsoft.com/office/drawing/2014/main" id="{87129E7A-5842-BAF2-D892-53E8C8CE593B}"/>
                </a:ext>
              </a:extLst>
            </p:cNvPr>
            <p:cNvSpPr/>
            <p:nvPr/>
          </p:nvSpPr>
          <p:spPr>
            <a:xfrm>
              <a:off x="11500089" y="5037059"/>
              <a:ext cx="33810" cy="33810"/>
            </a:xfrm>
            <a:custGeom>
              <a:avLst/>
              <a:gdLst>
                <a:gd name="connsiteX0" fmla="*/ 31510 w 33810"/>
                <a:gd name="connsiteY0" fmla="*/ 16270 h 33810"/>
                <a:gd name="connsiteX1" fmla="*/ 30241 w 33810"/>
                <a:gd name="connsiteY1" fmla="*/ 2300 h 33810"/>
                <a:gd name="connsiteX2" fmla="*/ 16270 w 33810"/>
                <a:gd name="connsiteY2" fmla="*/ 3570 h 33810"/>
                <a:gd name="connsiteX3" fmla="*/ 3570 w 33810"/>
                <a:gd name="connsiteY3" fmla="*/ 16270 h 33810"/>
                <a:gd name="connsiteX4" fmla="*/ 2300 w 33810"/>
                <a:gd name="connsiteY4" fmla="*/ 30240 h 33810"/>
                <a:gd name="connsiteX5" fmla="*/ 16270 w 33810"/>
                <a:gd name="connsiteY5" fmla="*/ 31511 h 33810"/>
                <a:gd name="connsiteX6" fmla="*/ 31510 w 33810"/>
                <a:gd name="connsiteY6" fmla="*/ 16270 h 3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10" h="33810">
                  <a:moveTo>
                    <a:pt x="31510" y="16270"/>
                  </a:moveTo>
                  <a:cubicBezTo>
                    <a:pt x="35320" y="12461"/>
                    <a:pt x="34050" y="6111"/>
                    <a:pt x="30241" y="2300"/>
                  </a:cubicBezTo>
                  <a:cubicBezTo>
                    <a:pt x="26430" y="-1510"/>
                    <a:pt x="20080" y="-239"/>
                    <a:pt x="16270" y="3570"/>
                  </a:cubicBezTo>
                  <a:cubicBezTo>
                    <a:pt x="12460" y="7381"/>
                    <a:pt x="8650" y="12461"/>
                    <a:pt x="3570" y="16270"/>
                  </a:cubicBezTo>
                  <a:cubicBezTo>
                    <a:pt x="-240" y="20081"/>
                    <a:pt x="-1509" y="26431"/>
                    <a:pt x="2300" y="30240"/>
                  </a:cubicBezTo>
                  <a:cubicBezTo>
                    <a:pt x="6110" y="34050"/>
                    <a:pt x="12460" y="35320"/>
                    <a:pt x="16270" y="31511"/>
                  </a:cubicBezTo>
                  <a:cubicBezTo>
                    <a:pt x="22620" y="26431"/>
                    <a:pt x="27700" y="21350"/>
                    <a:pt x="31510" y="1627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55" name="Полилиния: фигура 577">
              <a:extLst>
                <a:ext uri="{FF2B5EF4-FFF2-40B4-BE49-F238E27FC236}">
                  <a16:creationId xmlns:a16="http://schemas.microsoft.com/office/drawing/2014/main" id="{BE5B5805-64BD-8787-08D2-26CFC7F6E942}"/>
                </a:ext>
              </a:extLst>
            </p:cNvPr>
            <p:cNvSpPr/>
            <p:nvPr/>
          </p:nvSpPr>
          <p:spPr>
            <a:xfrm>
              <a:off x="11329909" y="5035789"/>
              <a:ext cx="33811" cy="33810"/>
            </a:xfrm>
            <a:custGeom>
              <a:avLst/>
              <a:gdLst>
                <a:gd name="connsiteX0" fmla="*/ 17541 w 33811"/>
                <a:gd name="connsiteY0" fmla="*/ 3570 h 33810"/>
                <a:gd name="connsiteX1" fmla="*/ 3571 w 33811"/>
                <a:gd name="connsiteY1" fmla="*/ 2301 h 33810"/>
                <a:gd name="connsiteX2" fmla="*/ 2300 w 33811"/>
                <a:gd name="connsiteY2" fmla="*/ 16270 h 33810"/>
                <a:gd name="connsiteX3" fmla="*/ 17541 w 33811"/>
                <a:gd name="connsiteY3" fmla="*/ 31510 h 33810"/>
                <a:gd name="connsiteX4" fmla="*/ 31510 w 33811"/>
                <a:gd name="connsiteY4" fmla="*/ 30240 h 33810"/>
                <a:gd name="connsiteX5" fmla="*/ 30241 w 33811"/>
                <a:gd name="connsiteY5" fmla="*/ 16270 h 33810"/>
                <a:gd name="connsiteX6" fmla="*/ 17541 w 33811"/>
                <a:gd name="connsiteY6" fmla="*/ 3570 h 338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3811" h="33810">
                  <a:moveTo>
                    <a:pt x="17541" y="3570"/>
                  </a:moveTo>
                  <a:cubicBezTo>
                    <a:pt x="13731" y="-240"/>
                    <a:pt x="7381" y="-1510"/>
                    <a:pt x="3571" y="2301"/>
                  </a:cubicBezTo>
                  <a:cubicBezTo>
                    <a:pt x="-240" y="6110"/>
                    <a:pt x="-1509" y="12460"/>
                    <a:pt x="2300" y="16270"/>
                  </a:cubicBezTo>
                  <a:cubicBezTo>
                    <a:pt x="7381" y="21351"/>
                    <a:pt x="11191" y="26431"/>
                    <a:pt x="17541" y="31510"/>
                  </a:cubicBezTo>
                  <a:cubicBezTo>
                    <a:pt x="21350" y="35320"/>
                    <a:pt x="27700" y="34051"/>
                    <a:pt x="31510" y="30240"/>
                  </a:cubicBezTo>
                  <a:cubicBezTo>
                    <a:pt x="35321" y="26431"/>
                    <a:pt x="34050" y="20081"/>
                    <a:pt x="30241" y="16270"/>
                  </a:cubicBezTo>
                  <a:cubicBezTo>
                    <a:pt x="25160" y="12460"/>
                    <a:pt x="21350" y="8651"/>
                    <a:pt x="17541" y="357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56" name="Полилиния: фигура 578">
              <a:extLst>
                <a:ext uri="{FF2B5EF4-FFF2-40B4-BE49-F238E27FC236}">
                  <a16:creationId xmlns:a16="http://schemas.microsoft.com/office/drawing/2014/main" id="{AD915246-7EA5-F595-6F3B-D998F2183CD9}"/>
                </a:ext>
              </a:extLst>
            </p:cNvPr>
            <p:cNvSpPr/>
            <p:nvPr/>
          </p:nvSpPr>
          <p:spPr>
            <a:xfrm>
              <a:off x="11460156" y="5066029"/>
              <a:ext cx="38149" cy="26993"/>
            </a:xfrm>
            <a:custGeom>
              <a:avLst/>
              <a:gdLst>
                <a:gd name="connsiteX0" fmla="*/ 32074 w 38149"/>
                <a:gd name="connsiteY0" fmla="*/ 19050 h 26993"/>
                <a:gd name="connsiteX1" fmla="*/ 37153 w 38149"/>
                <a:gd name="connsiteY1" fmla="*/ 5080 h 26993"/>
                <a:gd name="connsiteX2" fmla="*/ 23184 w 38149"/>
                <a:gd name="connsiteY2" fmla="*/ 1270 h 26993"/>
                <a:gd name="connsiteX3" fmla="*/ 6674 w 38149"/>
                <a:gd name="connsiteY3" fmla="*/ 7620 h 26993"/>
                <a:gd name="connsiteX4" fmla="*/ 324 w 38149"/>
                <a:gd name="connsiteY4" fmla="*/ 20320 h 26993"/>
                <a:gd name="connsiteX5" fmla="*/ 13024 w 38149"/>
                <a:gd name="connsiteY5" fmla="*/ 26670 h 26993"/>
                <a:gd name="connsiteX6" fmla="*/ 32074 w 38149"/>
                <a:gd name="connsiteY6" fmla="*/ 19050 h 269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49" h="26993">
                  <a:moveTo>
                    <a:pt x="32074" y="19050"/>
                  </a:moveTo>
                  <a:cubicBezTo>
                    <a:pt x="37153" y="16510"/>
                    <a:pt x="39694" y="10160"/>
                    <a:pt x="37153" y="5080"/>
                  </a:cubicBezTo>
                  <a:cubicBezTo>
                    <a:pt x="34613" y="0"/>
                    <a:pt x="28263" y="-1270"/>
                    <a:pt x="23184" y="1270"/>
                  </a:cubicBezTo>
                  <a:cubicBezTo>
                    <a:pt x="18103" y="3810"/>
                    <a:pt x="13024" y="6350"/>
                    <a:pt x="6674" y="7620"/>
                  </a:cubicBezTo>
                  <a:cubicBezTo>
                    <a:pt x="1594" y="8890"/>
                    <a:pt x="-947" y="15240"/>
                    <a:pt x="324" y="20320"/>
                  </a:cubicBezTo>
                  <a:cubicBezTo>
                    <a:pt x="1594" y="25400"/>
                    <a:pt x="7944" y="27940"/>
                    <a:pt x="13024" y="26670"/>
                  </a:cubicBezTo>
                  <a:cubicBezTo>
                    <a:pt x="19374" y="24130"/>
                    <a:pt x="25724" y="21590"/>
                    <a:pt x="32074" y="19050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57" name="Полилиния: фигура 579">
              <a:extLst>
                <a:ext uri="{FF2B5EF4-FFF2-40B4-BE49-F238E27FC236}">
                  <a16:creationId xmlns:a16="http://schemas.microsoft.com/office/drawing/2014/main" id="{180CF8E9-AB78-2BAE-9F3F-6EDA9230A1B7}"/>
                </a:ext>
              </a:extLst>
            </p:cNvPr>
            <p:cNvSpPr/>
            <p:nvPr/>
          </p:nvSpPr>
          <p:spPr>
            <a:xfrm>
              <a:off x="11366773" y="5066277"/>
              <a:ext cx="38150" cy="26746"/>
            </a:xfrm>
            <a:custGeom>
              <a:avLst/>
              <a:gdLst>
                <a:gd name="connsiteX0" fmla="*/ 14967 w 38150"/>
                <a:gd name="connsiteY0" fmla="*/ 1022 h 26746"/>
                <a:gd name="connsiteX1" fmla="*/ 996 w 38150"/>
                <a:gd name="connsiteY1" fmla="*/ 4832 h 26746"/>
                <a:gd name="connsiteX2" fmla="*/ 6076 w 38150"/>
                <a:gd name="connsiteY2" fmla="*/ 18802 h 26746"/>
                <a:gd name="connsiteX3" fmla="*/ 25126 w 38150"/>
                <a:gd name="connsiteY3" fmla="*/ 26422 h 26746"/>
                <a:gd name="connsiteX4" fmla="*/ 37826 w 38150"/>
                <a:gd name="connsiteY4" fmla="*/ 20072 h 26746"/>
                <a:gd name="connsiteX5" fmla="*/ 31476 w 38150"/>
                <a:gd name="connsiteY5" fmla="*/ 7372 h 26746"/>
                <a:gd name="connsiteX6" fmla="*/ 14967 w 38150"/>
                <a:gd name="connsiteY6" fmla="*/ 1022 h 26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38150" h="26746">
                  <a:moveTo>
                    <a:pt x="14967" y="1022"/>
                  </a:moveTo>
                  <a:cubicBezTo>
                    <a:pt x="9886" y="-1518"/>
                    <a:pt x="3536" y="1022"/>
                    <a:pt x="996" y="4832"/>
                  </a:cubicBezTo>
                  <a:cubicBezTo>
                    <a:pt x="-1543" y="8643"/>
                    <a:pt x="996" y="16263"/>
                    <a:pt x="6076" y="18802"/>
                  </a:cubicBezTo>
                  <a:cubicBezTo>
                    <a:pt x="12426" y="21343"/>
                    <a:pt x="18776" y="25152"/>
                    <a:pt x="25126" y="26422"/>
                  </a:cubicBezTo>
                  <a:cubicBezTo>
                    <a:pt x="30207" y="27693"/>
                    <a:pt x="36557" y="25152"/>
                    <a:pt x="37826" y="20072"/>
                  </a:cubicBezTo>
                  <a:cubicBezTo>
                    <a:pt x="39096" y="14993"/>
                    <a:pt x="36557" y="8643"/>
                    <a:pt x="31476" y="7372"/>
                  </a:cubicBezTo>
                  <a:cubicBezTo>
                    <a:pt x="25126" y="6102"/>
                    <a:pt x="20046" y="3563"/>
                    <a:pt x="14967" y="1022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58" name="Полилиния: фигура 580">
              <a:extLst>
                <a:ext uri="{FF2B5EF4-FFF2-40B4-BE49-F238E27FC236}">
                  <a16:creationId xmlns:a16="http://schemas.microsoft.com/office/drawing/2014/main" id="{512B7DCF-612F-D8A2-B7DB-A1309EB193EF}"/>
                </a:ext>
              </a:extLst>
            </p:cNvPr>
            <p:cNvSpPr/>
            <p:nvPr/>
          </p:nvSpPr>
          <p:spPr>
            <a:xfrm>
              <a:off x="11412219" y="5078532"/>
              <a:ext cx="38297" cy="20517"/>
            </a:xfrm>
            <a:custGeom>
              <a:avLst/>
              <a:gdLst>
                <a:gd name="connsiteX0" fmla="*/ 11430 w 38297"/>
                <a:gd name="connsiteY0" fmla="*/ 197 h 20517"/>
                <a:gd name="connsiteX1" fmla="*/ 0 w 38297"/>
                <a:gd name="connsiteY1" fmla="*/ 9088 h 20517"/>
                <a:gd name="connsiteX2" fmla="*/ 8890 w 38297"/>
                <a:gd name="connsiteY2" fmla="*/ 20517 h 20517"/>
                <a:gd name="connsiteX3" fmla="*/ 19050 w 38297"/>
                <a:gd name="connsiteY3" fmla="*/ 20517 h 20517"/>
                <a:gd name="connsiteX4" fmla="*/ 29211 w 38297"/>
                <a:gd name="connsiteY4" fmla="*/ 20517 h 20517"/>
                <a:gd name="connsiteX5" fmla="*/ 38100 w 38297"/>
                <a:gd name="connsiteY5" fmla="*/ 9088 h 20517"/>
                <a:gd name="connsiteX6" fmla="*/ 26670 w 38297"/>
                <a:gd name="connsiteY6" fmla="*/ 197 h 20517"/>
                <a:gd name="connsiteX7" fmla="*/ 17780 w 38297"/>
                <a:gd name="connsiteY7" fmla="*/ 197 h 20517"/>
                <a:gd name="connsiteX8" fmla="*/ 11430 w 38297"/>
                <a:gd name="connsiteY8" fmla="*/ 197 h 205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8297" h="20517">
                  <a:moveTo>
                    <a:pt x="11430" y="197"/>
                  </a:moveTo>
                  <a:cubicBezTo>
                    <a:pt x="6350" y="197"/>
                    <a:pt x="1270" y="4008"/>
                    <a:pt x="0" y="9088"/>
                  </a:cubicBezTo>
                  <a:cubicBezTo>
                    <a:pt x="0" y="14167"/>
                    <a:pt x="3811" y="19247"/>
                    <a:pt x="8890" y="20517"/>
                  </a:cubicBezTo>
                  <a:cubicBezTo>
                    <a:pt x="12700" y="20517"/>
                    <a:pt x="15240" y="20517"/>
                    <a:pt x="19050" y="20517"/>
                  </a:cubicBezTo>
                  <a:cubicBezTo>
                    <a:pt x="22861" y="20517"/>
                    <a:pt x="25400" y="20517"/>
                    <a:pt x="29211" y="20517"/>
                  </a:cubicBezTo>
                  <a:cubicBezTo>
                    <a:pt x="34290" y="20517"/>
                    <a:pt x="39370" y="15438"/>
                    <a:pt x="38100" y="9088"/>
                  </a:cubicBezTo>
                  <a:cubicBezTo>
                    <a:pt x="38100" y="4008"/>
                    <a:pt x="33020" y="-1073"/>
                    <a:pt x="26670" y="197"/>
                  </a:cubicBezTo>
                  <a:cubicBezTo>
                    <a:pt x="24130" y="197"/>
                    <a:pt x="20320" y="197"/>
                    <a:pt x="17780" y="197"/>
                  </a:cubicBezTo>
                  <a:cubicBezTo>
                    <a:pt x="15240" y="197"/>
                    <a:pt x="13970" y="197"/>
                    <a:pt x="11430" y="197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59" name="Полилиния: фигура 581">
              <a:extLst>
                <a:ext uri="{FF2B5EF4-FFF2-40B4-BE49-F238E27FC236}">
                  <a16:creationId xmlns:a16="http://schemas.microsoft.com/office/drawing/2014/main" id="{BA0DE2E1-8420-560A-6C51-C6897168E1C9}"/>
                </a:ext>
              </a:extLst>
            </p:cNvPr>
            <p:cNvSpPr/>
            <p:nvPr/>
          </p:nvSpPr>
          <p:spPr>
            <a:xfrm>
              <a:off x="11379335" y="5120640"/>
              <a:ext cx="103234" cy="90487"/>
            </a:xfrm>
            <a:custGeom>
              <a:avLst/>
              <a:gdLst>
                <a:gd name="connsiteX0" fmla="*/ 2405 w 103234"/>
                <a:gd name="connsiteY0" fmla="*/ 33020 h 90487"/>
                <a:gd name="connsiteX1" fmla="*/ 23995 w 103234"/>
                <a:gd name="connsiteY1" fmla="*/ 3810 h 90487"/>
                <a:gd name="connsiteX2" fmla="*/ 31614 w 103234"/>
                <a:gd name="connsiteY2" fmla="*/ 0 h 90487"/>
                <a:gd name="connsiteX3" fmla="*/ 72255 w 103234"/>
                <a:gd name="connsiteY3" fmla="*/ 0 h 90487"/>
                <a:gd name="connsiteX4" fmla="*/ 79874 w 103234"/>
                <a:gd name="connsiteY4" fmla="*/ 3810 h 90487"/>
                <a:gd name="connsiteX5" fmla="*/ 101464 w 103234"/>
                <a:gd name="connsiteY5" fmla="*/ 33020 h 90487"/>
                <a:gd name="connsiteX6" fmla="*/ 100195 w 103234"/>
                <a:gd name="connsiteY6" fmla="*/ 45720 h 90487"/>
                <a:gd name="connsiteX7" fmla="*/ 58284 w 103234"/>
                <a:gd name="connsiteY7" fmla="*/ 87630 h 90487"/>
                <a:gd name="connsiteX8" fmla="*/ 44314 w 103234"/>
                <a:gd name="connsiteY8" fmla="*/ 87630 h 90487"/>
                <a:gd name="connsiteX9" fmla="*/ 2405 w 103234"/>
                <a:gd name="connsiteY9" fmla="*/ 45720 h 90487"/>
                <a:gd name="connsiteX10" fmla="*/ 2405 w 103234"/>
                <a:gd name="connsiteY10" fmla="*/ 33020 h 90487"/>
                <a:gd name="connsiteX11" fmla="*/ 51934 w 103234"/>
                <a:gd name="connsiteY11" fmla="*/ 66040 h 90487"/>
                <a:gd name="connsiteX12" fmla="*/ 22724 w 103234"/>
                <a:gd name="connsiteY12" fmla="*/ 36830 h 90487"/>
                <a:gd name="connsiteX13" fmla="*/ 36695 w 103234"/>
                <a:gd name="connsiteY13" fmla="*/ 19050 h 90487"/>
                <a:gd name="connsiteX14" fmla="*/ 67174 w 103234"/>
                <a:gd name="connsiteY14" fmla="*/ 19050 h 90487"/>
                <a:gd name="connsiteX15" fmla="*/ 81145 w 103234"/>
                <a:gd name="connsiteY15" fmla="*/ 36830 h 90487"/>
                <a:gd name="connsiteX16" fmla="*/ 51934 w 103234"/>
                <a:gd name="connsiteY16" fmla="*/ 66040 h 904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03234" h="90487">
                  <a:moveTo>
                    <a:pt x="2405" y="33020"/>
                  </a:moveTo>
                  <a:lnTo>
                    <a:pt x="23995" y="3810"/>
                  </a:lnTo>
                  <a:cubicBezTo>
                    <a:pt x="26534" y="1270"/>
                    <a:pt x="29074" y="0"/>
                    <a:pt x="31614" y="0"/>
                  </a:cubicBezTo>
                  <a:lnTo>
                    <a:pt x="72255" y="0"/>
                  </a:lnTo>
                  <a:cubicBezTo>
                    <a:pt x="74795" y="0"/>
                    <a:pt x="78605" y="1270"/>
                    <a:pt x="79874" y="3810"/>
                  </a:cubicBezTo>
                  <a:lnTo>
                    <a:pt x="101464" y="33020"/>
                  </a:lnTo>
                  <a:cubicBezTo>
                    <a:pt x="104005" y="36830"/>
                    <a:pt x="104005" y="43180"/>
                    <a:pt x="100195" y="45720"/>
                  </a:cubicBezTo>
                  <a:lnTo>
                    <a:pt x="58284" y="87630"/>
                  </a:lnTo>
                  <a:cubicBezTo>
                    <a:pt x="54474" y="91440"/>
                    <a:pt x="48124" y="91440"/>
                    <a:pt x="44314" y="87630"/>
                  </a:cubicBezTo>
                  <a:lnTo>
                    <a:pt x="2405" y="45720"/>
                  </a:lnTo>
                  <a:cubicBezTo>
                    <a:pt x="-136" y="41910"/>
                    <a:pt x="-1405" y="36830"/>
                    <a:pt x="2405" y="33020"/>
                  </a:cubicBezTo>
                  <a:close/>
                  <a:moveTo>
                    <a:pt x="51934" y="66040"/>
                  </a:moveTo>
                  <a:lnTo>
                    <a:pt x="22724" y="36830"/>
                  </a:lnTo>
                  <a:lnTo>
                    <a:pt x="36695" y="19050"/>
                  </a:lnTo>
                  <a:lnTo>
                    <a:pt x="67174" y="19050"/>
                  </a:lnTo>
                  <a:lnTo>
                    <a:pt x="81145" y="36830"/>
                  </a:lnTo>
                  <a:lnTo>
                    <a:pt x="51934" y="6604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60" name="Полилиния: фигура 585">
            <a:extLst>
              <a:ext uri="{FF2B5EF4-FFF2-40B4-BE49-F238E27FC236}">
                <a16:creationId xmlns:a16="http://schemas.microsoft.com/office/drawing/2014/main" id="{0D5B0FB6-3162-C796-7B23-5614D687E7C5}"/>
              </a:ext>
            </a:extLst>
          </p:cNvPr>
          <p:cNvSpPr/>
          <p:nvPr/>
        </p:nvSpPr>
        <p:spPr>
          <a:xfrm>
            <a:off x="7194431" y="5050749"/>
            <a:ext cx="304800" cy="148590"/>
          </a:xfrm>
          <a:custGeom>
            <a:avLst/>
            <a:gdLst>
              <a:gd name="connsiteX0" fmla="*/ 97789 w 304800"/>
              <a:gd name="connsiteY0" fmla="*/ 27940 h 148590"/>
              <a:gd name="connsiteX1" fmla="*/ 83820 w 304800"/>
              <a:gd name="connsiteY1" fmla="*/ 39370 h 148590"/>
              <a:gd name="connsiteX2" fmla="*/ 58420 w 304800"/>
              <a:gd name="connsiteY2" fmla="*/ 64770 h 148590"/>
              <a:gd name="connsiteX3" fmla="*/ 10160 w 304800"/>
              <a:gd name="connsiteY3" fmla="*/ 87630 h 148590"/>
              <a:gd name="connsiteX4" fmla="*/ 0 w 304800"/>
              <a:gd name="connsiteY4" fmla="*/ 77470 h 148590"/>
              <a:gd name="connsiteX5" fmla="*/ 10160 w 304800"/>
              <a:gd name="connsiteY5" fmla="*/ 67310 h 148590"/>
              <a:gd name="connsiteX6" fmla="*/ 43180 w 304800"/>
              <a:gd name="connsiteY6" fmla="*/ 49530 h 148590"/>
              <a:gd name="connsiteX7" fmla="*/ 68580 w 304800"/>
              <a:gd name="connsiteY7" fmla="*/ 24130 h 148590"/>
              <a:gd name="connsiteX8" fmla="*/ 86360 w 304800"/>
              <a:gd name="connsiteY8" fmla="*/ 10160 h 148590"/>
              <a:gd name="connsiteX9" fmla="*/ 111760 w 304800"/>
              <a:gd name="connsiteY9" fmla="*/ 1270 h 148590"/>
              <a:gd name="connsiteX10" fmla="*/ 133350 w 304800"/>
              <a:gd name="connsiteY10" fmla="*/ 6350 h 148590"/>
              <a:gd name="connsiteX11" fmla="*/ 134620 w 304800"/>
              <a:gd name="connsiteY11" fmla="*/ 6350 h 148590"/>
              <a:gd name="connsiteX12" fmla="*/ 152400 w 304800"/>
              <a:gd name="connsiteY12" fmla="*/ 10160 h 148590"/>
              <a:gd name="connsiteX13" fmla="*/ 167639 w 304800"/>
              <a:gd name="connsiteY13" fmla="*/ 6350 h 148590"/>
              <a:gd name="connsiteX14" fmla="*/ 167639 w 304800"/>
              <a:gd name="connsiteY14" fmla="*/ 6350 h 148590"/>
              <a:gd name="connsiteX15" fmla="*/ 193039 w 304800"/>
              <a:gd name="connsiteY15" fmla="*/ 0 h 148590"/>
              <a:gd name="connsiteX16" fmla="*/ 238760 w 304800"/>
              <a:gd name="connsiteY16" fmla="*/ 26670 h 148590"/>
              <a:gd name="connsiteX17" fmla="*/ 240030 w 304800"/>
              <a:gd name="connsiteY17" fmla="*/ 27940 h 148590"/>
              <a:gd name="connsiteX18" fmla="*/ 260350 w 304800"/>
              <a:gd name="connsiteY18" fmla="*/ 48260 h 148590"/>
              <a:gd name="connsiteX19" fmla="*/ 275589 w 304800"/>
              <a:gd name="connsiteY19" fmla="*/ 59690 h 148590"/>
              <a:gd name="connsiteX20" fmla="*/ 294639 w 304800"/>
              <a:gd name="connsiteY20" fmla="*/ 66040 h 148590"/>
              <a:gd name="connsiteX21" fmla="*/ 304800 w 304800"/>
              <a:gd name="connsiteY21" fmla="*/ 76200 h 148590"/>
              <a:gd name="connsiteX22" fmla="*/ 294639 w 304800"/>
              <a:gd name="connsiteY22" fmla="*/ 86360 h 148590"/>
              <a:gd name="connsiteX23" fmla="*/ 265430 w 304800"/>
              <a:gd name="connsiteY23" fmla="*/ 77470 h 148590"/>
              <a:gd name="connsiteX24" fmla="*/ 246380 w 304800"/>
              <a:gd name="connsiteY24" fmla="*/ 63500 h 148590"/>
              <a:gd name="connsiteX25" fmla="*/ 226060 w 304800"/>
              <a:gd name="connsiteY25" fmla="*/ 43180 h 148590"/>
              <a:gd name="connsiteX26" fmla="*/ 193039 w 304800"/>
              <a:gd name="connsiteY26" fmla="*/ 20320 h 148590"/>
              <a:gd name="connsiteX27" fmla="*/ 177800 w 304800"/>
              <a:gd name="connsiteY27" fmla="*/ 24130 h 148590"/>
              <a:gd name="connsiteX28" fmla="*/ 177800 w 304800"/>
              <a:gd name="connsiteY28" fmla="*/ 24130 h 148590"/>
              <a:gd name="connsiteX29" fmla="*/ 152400 w 304800"/>
              <a:gd name="connsiteY29" fmla="*/ 30480 h 148590"/>
              <a:gd name="connsiteX30" fmla="*/ 125730 w 304800"/>
              <a:gd name="connsiteY30" fmla="*/ 24130 h 148590"/>
              <a:gd name="connsiteX31" fmla="*/ 124460 w 304800"/>
              <a:gd name="connsiteY31" fmla="*/ 24130 h 148590"/>
              <a:gd name="connsiteX32" fmla="*/ 110489 w 304800"/>
              <a:gd name="connsiteY32" fmla="*/ 20320 h 148590"/>
              <a:gd name="connsiteX33" fmla="*/ 97789 w 304800"/>
              <a:gd name="connsiteY33" fmla="*/ 27940 h 148590"/>
              <a:gd name="connsiteX34" fmla="*/ 30480 w 304800"/>
              <a:gd name="connsiteY34" fmla="*/ 100330 h 148590"/>
              <a:gd name="connsiteX35" fmla="*/ 44450 w 304800"/>
              <a:gd name="connsiteY35" fmla="*/ 101600 h 148590"/>
              <a:gd name="connsiteX36" fmla="*/ 63500 w 304800"/>
              <a:gd name="connsiteY36" fmla="*/ 118110 h 148590"/>
              <a:gd name="connsiteX37" fmla="*/ 96520 w 304800"/>
              <a:gd name="connsiteY37" fmla="*/ 128270 h 148590"/>
              <a:gd name="connsiteX38" fmla="*/ 143510 w 304800"/>
              <a:gd name="connsiteY38" fmla="*/ 120650 h 148590"/>
              <a:gd name="connsiteX39" fmla="*/ 149860 w 304800"/>
              <a:gd name="connsiteY39" fmla="*/ 119380 h 148590"/>
              <a:gd name="connsiteX40" fmla="*/ 152400 w 304800"/>
              <a:gd name="connsiteY40" fmla="*/ 119380 h 148590"/>
              <a:gd name="connsiteX41" fmla="*/ 154939 w 304800"/>
              <a:gd name="connsiteY41" fmla="*/ 119380 h 148590"/>
              <a:gd name="connsiteX42" fmla="*/ 161289 w 304800"/>
              <a:gd name="connsiteY42" fmla="*/ 120650 h 148590"/>
              <a:gd name="connsiteX43" fmla="*/ 208280 w 304800"/>
              <a:gd name="connsiteY43" fmla="*/ 128270 h 148590"/>
              <a:gd name="connsiteX44" fmla="*/ 241300 w 304800"/>
              <a:gd name="connsiteY44" fmla="*/ 118110 h 148590"/>
              <a:gd name="connsiteX45" fmla="*/ 260350 w 304800"/>
              <a:gd name="connsiteY45" fmla="*/ 101600 h 148590"/>
              <a:gd name="connsiteX46" fmla="*/ 274320 w 304800"/>
              <a:gd name="connsiteY46" fmla="*/ 100330 h 148590"/>
              <a:gd name="connsiteX47" fmla="*/ 275589 w 304800"/>
              <a:gd name="connsiteY47" fmla="*/ 114300 h 148590"/>
              <a:gd name="connsiteX48" fmla="*/ 250189 w 304800"/>
              <a:gd name="connsiteY48" fmla="*/ 134620 h 148590"/>
              <a:gd name="connsiteX49" fmla="*/ 207010 w 304800"/>
              <a:gd name="connsiteY49" fmla="*/ 148590 h 148590"/>
              <a:gd name="connsiteX50" fmla="*/ 152400 w 304800"/>
              <a:gd name="connsiteY50" fmla="*/ 139700 h 148590"/>
              <a:gd name="connsiteX51" fmla="*/ 152400 w 304800"/>
              <a:gd name="connsiteY51" fmla="*/ 139700 h 148590"/>
              <a:gd name="connsiteX52" fmla="*/ 151130 w 304800"/>
              <a:gd name="connsiteY52" fmla="*/ 139700 h 148590"/>
              <a:gd name="connsiteX53" fmla="*/ 149860 w 304800"/>
              <a:gd name="connsiteY53" fmla="*/ 139700 h 148590"/>
              <a:gd name="connsiteX54" fmla="*/ 149860 w 304800"/>
              <a:gd name="connsiteY54" fmla="*/ 139700 h 148590"/>
              <a:gd name="connsiteX55" fmla="*/ 149860 w 304800"/>
              <a:gd name="connsiteY55" fmla="*/ 139700 h 148590"/>
              <a:gd name="connsiteX56" fmla="*/ 95250 w 304800"/>
              <a:gd name="connsiteY56" fmla="*/ 148590 h 148590"/>
              <a:gd name="connsiteX57" fmla="*/ 52070 w 304800"/>
              <a:gd name="connsiteY57" fmla="*/ 134620 h 148590"/>
              <a:gd name="connsiteX58" fmla="*/ 26670 w 304800"/>
              <a:gd name="connsiteY58" fmla="*/ 114300 h 148590"/>
              <a:gd name="connsiteX59" fmla="*/ 30480 w 304800"/>
              <a:gd name="connsiteY59" fmla="*/ 100330 h 148590"/>
              <a:gd name="connsiteX60" fmla="*/ 81280 w 304800"/>
              <a:gd name="connsiteY60" fmla="*/ 99060 h 148590"/>
              <a:gd name="connsiteX61" fmla="*/ 105410 w 304800"/>
              <a:gd name="connsiteY61" fmla="*/ 93980 h 148590"/>
              <a:gd name="connsiteX62" fmla="*/ 105410 w 304800"/>
              <a:gd name="connsiteY62" fmla="*/ 93980 h 148590"/>
              <a:gd name="connsiteX63" fmla="*/ 121920 w 304800"/>
              <a:gd name="connsiteY63" fmla="*/ 90170 h 148590"/>
              <a:gd name="connsiteX64" fmla="*/ 132080 w 304800"/>
              <a:gd name="connsiteY64" fmla="*/ 93980 h 148590"/>
              <a:gd name="connsiteX65" fmla="*/ 132080 w 304800"/>
              <a:gd name="connsiteY65" fmla="*/ 93980 h 148590"/>
              <a:gd name="connsiteX66" fmla="*/ 152400 w 304800"/>
              <a:gd name="connsiteY66" fmla="*/ 100330 h 148590"/>
              <a:gd name="connsiteX67" fmla="*/ 172720 w 304800"/>
              <a:gd name="connsiteY67" fmla="*/ 93980 h 148590"/>
              <a:gd name="connsiteX68" fmla="*/ 172720 w 304800"/>
              <a:gd name="connsiteY68" fmla="*/ 93980 h 148590"/>
              <a:gd name="connsiteX69" fmla="*/ 182880 w 304800"/>
              <a:gd name="connsiteY69" fmla="*/ 90170 h 148590"/>
              <a:gd name="connsiteX70" fmla="*/ 196850 w 304800"/>
              <a:gd name="connsiteY70" fmla="*/ 93980 h 148590"/>
              <a:gd name="connsiteX71" fmla="*/ 198120 w 304800"/>
              <a:gd name="connsiteY71" fmla="*/ 93980 h 148590"/>
              <a:gd name="connsiteX72" fmla="*/ 224789 w 304800"/>
              <a:gd name="connsiteY72" fmla="*/ 100330 h 148590"/>
              <a:gd name="connsiteX73" fmla="*/ 234950 w 304800"/>
              <a:gd name="connsiteY73" fmla="*/ 90170 h 148590"/>
              <a:gd name="connsiteX74" fmla="*/ 224789 w 304800"/>
              <a:gd name="connsiteY74" fmla="*/ 80010 h 148590"/>
              <a:gd name="connsiteX75" fmla="*/ 207010 w 304800"/>
              <a:gd name="connsiteY75" fmla="*/ 76200 h 148590"/>
              <a:gd name="connsiteX76" fmla="*/ 205739 w 304800"/>
              <a:gd name="connsiteY76" fmla="*/ 76200 h 148590"/>
              <a:gd name="connsiteX77" fmla="*/ 184150 w 304800"/>
              <a:gd name="connsiteY77" fmla="*/ 71120 h 148590"/>
              <a:gd name="connsiteX78" fmla="*/ 163830 w 304800"/>
              <a:gd name="connsiteY78" fmla="*/ 77470 h 148590"/>
              <a:gd name="connsiteX79" fmla="*/ 163830 w 304800"/>
              <a:gd name="connsiteY79" fmla="*/ 77470 h 148590"/>
              <a:gd name="connsiteX80" fmla="*/ 153670 w 304800"/>
              <a:gd name="connsiteY80" fmla="*/ 81280 h 148590"/>
              <a:gd name="connsiteX81" fmla="*/ 143510 w 304800"/>
              <a:gd name="connsiteY81" fmla="*/ 77470 h 148590"/>
              <a:gd name="connsiteX82" fmla="*/ 143510 w 304800"/>
              <a:gd name="connsiteY82" fmla="*/ 77470 h 148590"/>
              <a:gd name="connsiteX83" fmla="*/ 123189 w 304800"/>
              <a:gd name="connsiteY83" fmla="*/ 71120 h 148590"/>
              <a:gd name="connsiteX84" fmla="*/ 99060 w 304800"/>
              <a:gd name="connsiteY84" fmla="*/ 76200 h 148590"/>
              <a:gd name="connsiteX85" fmla="*/ 99060 w 304800"/>
              <a:gd name="connsiteY85" fmla="*/ 76200 h 148590"/>
              <a:gd name="connsiteX86" fmla="*/ 82550 w 304800"/>
              <a:gd name="connsiteY86" fmla="*/ 80010 h 148590"/>
              <a:gd name="connsiteX87" fmla="*/ 72389 w 304800"/>
              <a:gd name="connsiteY87" fmla="*/ 90170 h 148590"/>
              <a:gd name="connsiteX88" fmla="*/ 81280 w 304800"/>
              <a:gd name="connsiteY88" fmla="*/ 99060 h 1485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</a:cxnLst>
            <a:rect l="l" t="t" r="r" b="b"/>
            <a:pathLst>
              <a:path w="304800" h="148590">
                <a:moveTo>
                  <a:pt x="97789" y="27940"/>
                </a:moveTo>
                <a:cubicBezTo>
                  <a:pt x="91439" y="31750"/>
                  <a:pt x="86360" y="36830"/>
                  <a:pt x="83820" y="39370"/>
                </a:cubicBezTo>
                <a:lnTo>
                  <a:pt x="58420" y="64770"/>
                </a:lnTo>
                <a:cubicBezTo>
                  <a:pt x="40639" y="82550"/>
                  <a:pt x="20320" y="87630"/>
                  <a:pt x="10160" y="87630"/>
                </a:cubicBezTo>
                <a:cubicBezTo>
                  <a:pt x="5080" y="87630"/>
                  <a:pt x="0" y="82550"/>
                  <a:pt x="0" y="77470"/>
                </a:cubicBezTo>
                <a:cubicBezTo>
                  <a:pt x="0" y="72390"/>
                  <a:pt x="5080" y="67310"/>
                  <a:pt x="10160" y="67310"/>
                </a:cubicBezTo>
                <a:cubicBezTo>
                  <a:pt x="13970" y="67310"/>
                  <a:pt x="29210" y="64770"/>
                  <a:pt x="43180" y="49530"/>
                </a:cubicBezTo>
                <a:lnTo>
                  <a:pt x="68580" y="24130"/>
                </a:lnTo>
                <a:cubicBezTo>
                  <a:pt x="72389" y="20320"/>
                  <a:pt x="78739" y="15240"/>
                  <a:pt x="86360" y="10160"/>
                </a:cubicBezTo>
                <a:cubicBezTo>
                  <a:pt x="92710" y="6350"/>
                  <a:pt x="102870" y="1270"/>
                  <a:pt x="111760" y="1270"/>
                </a:cubicBezTo>
                <a:cubicBezTo>
                  <a:pt x="120650" y="1270"/>
                  <a:pt x="128270" y="3810"/>
                  <a:pt x="133350" y="6350"/>
                </a:cubicBezTo>
                <a:cubicBezTo>
                  <a:pt x="133350" y="6350"/>
                  <a:pt x="134620" y="6350"/>
                  <a:pt x="134620" y="6350"/>
                </a:cubicBezTo>
                <a:cubicBezTo>
                  <a:pt x="139700" y="8890"/>
                  <a:pt x="144780" y="10160"/>
                  <a:pt x="152400" y="10160"/>
                </a:cubicBezTo>
                <a:cubicBezTo>
                  <a:pt x="160020" y="10160"/>
                  <a:pt x="163830" y="8890"/>
                  <a:pt x="167639" y="6350"/>
                </a:cubicBezTo>
                <a:lnTo>
                  <a:pt x="167639" y="6350"/>
                </a:lnTo>
                <a:cubicBezTo>
                  <a:pt x="172720" y="3810"/>
                  <a:pt x="180339" y="0"/>
                  <a:pt x="193039" y="0"/>
                </a:cubicBezTo>
                <a:cubicBezTo>
                  <a:pt x="212089" y="0"/>
                  <a:pt x="226060" y="12700"/>
                  <a:pt x="238760" y="26670"/>
                </a:cubicBezTo>
                <a:lnTo>
                  <a:pt x="240030" y="27940"/>
                </a:lnTo>
                <a:lnTo>
                  <a:pt x="260350" y="48260"/>
                </a:lnTo>
                <a:cubicBezTo>
                  <a:pt x="262889" y="50800"/>
                  <a:pt x="267970" y="55880"/>
                  <a:pt x="275589" y="59690"/>
                </a:cubicBezTo>
                <a:cubicBezTo>
                  <a:pt x="281939" y="63500"/>
                  <a:pt x="288289" y="66040"/>
                  <a:pt x="294639" y="66040"/>
                </a:cubicBezTo>
                <a:cubicBezTo>
                  <a:pt x="299720" y="66040"/>
                  <a:pt x="304800" y="71120"/>
                  <a:pt x="304800" y="76200"/>
                </a:cubicBezTo>
                <a:cubicBezTo>
                  <a:pt x="304800" y="81280"/>
                  <a:pt x="299720" y="86360"/>
                  <a:pt x="294639" y="86360"/>
                </a:cubicBezTo>
                <a:cubicBezTo>
                  <a:pt x="284480" y="86360"/>
                  <a:pt x="273050" y="82550"/>
                  <a:pt x="265430" y="77470"/>
                </a:cubicBezTo>
                <a:cubicBezTo>
                  <a:pt x="257810" y="72390"/>
                  <a:pt x="250189" y="67310"/>
                  <a:pt x="246380" y="63500"/>
                </a:cubicBezTo>
                <a:lnTo>
                  <a:pt x="226060" y="43180"/>
                </a:lnTo>
                <a:cubicBezTo>
                  <a:pt x="209550" y="26670"/>
                  <a:pt x="203200" y="20320"/>
                  <a:pt x="193039" y="20320"/>
                </a:cubicBezTo>
                <a:cubicBezTo>
                  <a:pt x="185420" y="20320"/>
                  <a:pt x="181610" y="21590"/>
                  <a:pt x="177800" y="24130"/>
                </a:cubicBezTo>
                <a:lnTo>
                  <a:pt x="177800" y="24130"/>
                </a:lnTo>
                <a:cubicBezTo>
                  <a:pt x="172720" y="26670"/>
                  <a:pt x="165100" y="30480"/>
                  <a:pt x="152400" y="30480"/>
                </a:cubicBezTo>
                <a:cubicBezTo>
                  <a:pt x="139700" y="30480"/>
                  <a:pt x="132080" y="27940"/>
                  <a:pt x="125730" y="24130"/>
                </a:cubicBezTo>
                <a:lnTo>
                  <a:pt x="124460" y="24130"/>
                </a:lnTo>
                <a:cubicBezTo>
                  <a:pt x="119380" y="21590"/>
                  <a:pt x="115570" y="20320"/>
                  <a:pt x="110489" y="20320"/>
                </a:cubicBezTo>
                <a:cubicBezTo>
                  <a:pt x="109220" y="22860"/>
                  <a:pt x="104139" y="24130"/>
                  <a:pt x="97789" y="27940"/>
                </a:cubicBezTo>
                <a:close/>
                <a:moveTo>
                  <a:pt x="30480" y="100330"/>
                </a:moveTo>
                <a:cubicBezTo>
                  <a:pt x="34289" y="96520"/>
                  <a:pt x="40639" y="97790"/>
                  <a:pt x="44450" y="101600"/>
                </a:cubicBezTo>
                <a:cubicBezTo>
                  <a:pt x="46989" y="104140"/>
                  <a:pt x="54610" y="111760"/>
                  <a:pt x="63500" y="118110"/>
                </a:cubicBezTo>
                <a:cubicBezTo>
                  <a:pt x="73660" y="124460"/>
                  <a:pt x="85089" y="128270"/>
                  <a:pt x="96520" y="128270"/>
                </a:cubicBezTo>
                <a:cubicBezTo>
                  <a:pt x="118110" y="128270"/>
                  <a:pt x="134620" y="123190"/>
                  <a:pt x="143510" y="120650"/>
                </a:cubicBezTo>
                <a:cubicBezTo>
                  <a:pt x="146050" y="119380"/>
                  <a:pt x="148589" y="119380"/>
                  <a:pt x="149860" y="119380"/>
                </a:cubicBezTo>
                <a:lnTo>
                  <a:pt x="152400" y="119380"/>
                </a:lnTo>
                <a:lnTo>
                  <a:pt x="154939" y="119380"/>
                </a:lnTo>
                <a:cubicBezTo>
                  <a:pt x="156210" y="119380"/>
                  <a:pt x="158750" y="120650"/>
                  <a:pt x="161289" y="120650"/>
                </a:cubicBezTo>
                <a:cubicBezTo>
                  <a:pt x="171450" y="123190"/>
                  <a:pt x="186689" y="128270"/>
                  <a:pt x="208280" y="128270"/>
                </a:cubicBezTo>
                <a:cubicBezTo>
                  <a:pt x="219710" y="128270"/>
                  <a:pt x="231139" y="123190"/>
                  <a:pt x="241300" y="118110"/>
                </a:cubicBezTo>
                <a:cubicBezTo>
                  <a:pt x="251460" y="111760"/>
                  <a:pt x="257810" y="105410"/>
                  <a:pt x="260350" y="101600"/>
                </a:cubicBezTo>
                <a:cubicBezTo>
                  <a:pt x="264160" y="97790"/>
                  <a:pt x="270510" y="96520"/>
                  <a:pt x="274320" y="100330"/>
                </a:cubicBezTo>
                <a:cubicBezTo>
                  <a:pt x="279400" y="104140"/>
                  <a:pt x="279400" y="110490"/>
                  <a:pt x="275589" y="114300"/>
                </a:cubicBezTo>
                <a:cubicBezTo>
                  <a:pt x="271780" y="119380"/>
                  <a:pt x="262889" y="128270"/>
                  <a:pt x="250189" y="134620"/>
                </a:cubicBezTo>
                <a:cubicBezTo>
                  <a:pt x="238760" y="142240"/>
                  <a:pt x="223520" y="148590"/>
                  <a:pt x="207010" y="148590"/>
                </a:cubicBezTo>
                <a:cubicBezTo>
                  <a:pt x="181610" y="148590"/>
                  <a:pt x="161289" y="142240"/>
                  <a:pt x="152400" y="139700"/>
                </a:cubicBezTo>
                <a:lnTo>
                  <a:pt x="152400" y="139700"/>
                </a:lnTo>
                <a:cubicBezTo>
                  <a:pt x="152400" y="139700"/>
                  <a:pt x="151130" y="139700"/>
                  <a:pt x="151130" y="139700"/>
                </a:cubicBezTo>
                <a:cubicBezTo>
                  <a:pt x="151130" y="139700"/>
                  <a:pt x="149860" y="139700"/>
                  <a:pt x="149860" y="139700"/>
                </a:cubicBezTo>
                <a:lnTo>
                  <a:pt x="149860" y="139700"/>
                </a:lnTo>
                <a:lnTo>
                  <a:pt x="149860" y="139700"/>
                </a:lnTo>
                <a:cubicBezTo>
                  <a:pt x="140970" y="142240"/>
                  <a:pt x="120650" y="148590"/>
                  <a:pt x="95250" y="148590"/>
                </a:cubicBezTo>
                <a:cubicBezTo>
                  <a:pt x="78739" y="148590"/>
                  <a:pt x="63500" y="142240"/>
                  <a:pt x="52070" y="134620"/>
                </a:cubicBezTo>
                <a:cubicBezTo>
                  <a:pt x="40639" y="127000"/>
                  <a:pt x="31750" y="119380"/>
                  <a:pt x="26670" y="114300"/>
                </a:cubicBezTo>
                <a:cubicBezTo>
                  <a:pt x="25400" y="110490"/>
                  <a:pt x="25400" y="104140"/>
                  <a:pt x="30480" y="100330"/>
                </a:cubicBezTo>
                <a:close/>
                <a:moveTo>
                  <a:pt x="81280" y="99060"/>
                </a:moveTo>
                <a:cubicBezTo>
                  <a:pt x="91439" y="99060"/>
                  <a:pt x="99060" y="96520"/>
                  <a:pt x="105410" y="93980"/>
                </a:cubicBezTo>
                <a:lnTo>
                  <a:pt x="105410" y="93980"/>
                </a:lnTo>
                <a:cubicBezTo>
                  <a:pt x="111760" y="91440"/>
                  <a:pt x="116839" y="90170"/>
                  <a:pt x="121920" y="90170"/>
                </a:cubicBezTo>
                <a:cubicBezTo>
                  <a:pt x="127000" y="90170"/>
                  <a:pt x="128270" y="91440"/>
                  <a:pt x="132080" y="93980"/>
                </a:cubicBezTo>
                <a:lnTo>
                  <a:pt x="132080" y="93980"/>
                </a:lnTo>
                <a:cubicBezTo>
                  <a:pt x="135889" y="96520"/>
                  <a:pt x="142239" y="100330"/>
                  <a:pt x="152400" y="100330"/>
                </a:cubicBezTo>
                <a:cubicBezTo>
                  <a:pt x="162560" y="100330"/>
                  <a:pt x="168910" y="96520"/>
                  <a:pt x="172720" y="93980"/>
                </a:cubicBezTo>
                <a:lnTo>
                  <a:pt x="172720" y="93980"/>
                </a:lnTo>
                <a:cubicBezTo>
                  <a:pt x="176530" y="91440"/>
                  <a:pt x="177800" y="90170"/>
                  <a:pt x="182880" y="90170"/>
                </a:cubicBezTo>
                <a:cubicBezTo>
                  <a:pt x="187960" y="90170"/>
                  <a:pt x="190500" y="91440"/>
                  <a:pt x="196850" y="93980"/>
                </a:cubicBezTo>
                <a:lnTo>
                  <a:pt x="198120" y="93980"/>
                </a:lnTo>
                <a:cubicBezTo>
                  <a:pt x="204470" y="96520"/>
                  <a:pt x="212089" y="100330"/>
                  <a:pt x="224789" y="100330"/>
                </a:cubicBezTo>
                <a:cubicBezTo>
                  <a:pt x="229870" y="100330"/>
                  <a:pt x="234950" y="95250"/>
                  <a:pt x="234950" y="90170"/>
                </a:cubicBezTo>
                <a:cubicBezTo>
                  <a:pt x="234950" y="85090"/>
                  <a:pt x="229870" y="80010"/>
                  <a:pt x="224789" y="80010"/>
                </a:cubicBezTo>
                <a:cubicBezTo>
                  <a:pt x="217170" y="80010"/>
                  <a:pt x="212089" y="77470"/>
                  <a:pt x="207010" y="76200"/>
                </a:cubicBezTo>
                <a:cubicBezTo>
                  <a:pt x="207010" y="76200"/>
                  <a:pt x="205739" y="76200"/>
                  <a:pt x="205739" y="76200"/>
                </a:cubicBezTo>
                <a:cubicBezTo>
                  <a:pt x="200660" y="73660"/>
                  <a:pt x="194310" y="71120"/>
                  <a:pt x="184150" y="71120"/>
                </a:cubicBezTo>
                <a:cubicBezTo>
                  <a:pt x="173989" y="71120"/>
                  <a:pt x="167639" y="74930"/>
                  <a:pt x="163830" y="77470"/>
                </a:cubicBezTo>
                <a:lnTo>
                  <a:pt x="163830" y="77470"/>
                </a:lnTo>
                <a:cubicBezTo>
                  <a:pt x="160020" y="80010"/>
                  <a:pt x="158750" y="81280"/>
                  <a:pt x="153670" y="81280"/>
                </a:cubicBezTo>
                <a:cubicBezTo>
                  <a:pt x="148589" y="81280"/>
                  <a:pt x="147320" y="80010"/>
                  <a:pt x="143510" y="77470"/>
                </a:cubicBezTo>
                <a:lnTo>
                  <a:pt x="143510" y="77470"/>
                </a:lnTo>
                <a:cubicBezTo>
                  <a:pt x="139700" y="74930"/>
                  <a:pt x="133350" y="71120"/>
                  <a:pt x="123189" y="71120"/>
                </a:cubicBezTo>
                <a:cubicBezTo>
                  <a:pt x="113030" y="71120"/>
                  <a:pt x="105410" y="73660"/>
                  <a:pt x="99060" y="76200"/>
                </a:cubicBezTo>
                <a:lnTo>
                  <a:pt x="99060" y="76200"/>
                </a:lnTo>
                <a:cubicBezTo>
                  <a:pt x="92710" y="78740"/>
                  <a:pt x="87630" y="80010"/>
                  <a:pt x="82550" y="80010"/>
                </a:cubicBezTo>
                <a:cubicBezTo>
                  <a:pt x="77470" y="80010"/>
                  <a:pt x="72389" y="85090"/>
                  <a:pt x="72389" y="90170"/>
                </a:cubicBezTo>
                <a:cubicBezTo>
                  <a:pt x="72389" y="95250"/>
                  <a:pt x="76200" y="99060"/>
                  <a:pt x="81280" y="99060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61" name="Полилиния: фигура 587">
            <a:extLst>
              <a:ext uri="{FF2B5EF4-FFF2-40B4-BE49-F238E27FC236}">
                <a16:creationId xmlns:a16="http://schemas.microsoft.com/office/drawing/2014/main" id="{1F33066E-A2B6-929F-AF8B-3A471566F1CB}"/>
              </a:ext>
            </a:extLst>
          </p:cNvPr>
          <p:cNvSpPr/>
          <p:nvPr/>
        </p:nvSpPr>
        <p:spPr>
          <a:xfrm>
            <a:off x="3387845" y="5024079"/>
            <a:ext cx="223045" cy="204152"/>
          </a:xfrm>
          <a:custGeom>
            <a:avLst/>
            <a:gdLst>
              <a:gd name="connsiteX0" fmla="*/ 8415 w 223045"/>
              <a:gd name="connsiteY0" fmla="*/ 0 h 204152"/>
              <a:gd name="connsiteX1" fmla="*/ 18576 w 223045"/>
              <a:gd name="connsiteY1" fmla="*/ 10160 h 204152"/>
              <a:gd name="connsiteX2" fmla="*/ 18576 w 223045"/>
              <a:gd name="connsiteY2" fmla="*/ 106680 h 204152"/>
              <a:gd name="connsiteX3" fmla="*/ 54135 w 223045"/>
              <a:gd name="connsiteY3" fmla="*/ 163830 h 204152"/>
              <a:gd name="connsiteX4" fmla="*/ 83346 w 223045"/>
              <a:gd name="connsiteY4" fmla="*/ 177800 h 204152"/>
              <a:gd name="connsiteX5" fmla="*/ 137956 w 223045"/>
              <a:gd name="connsiteY5" fmla="*/ 177800 h 204152"/>
              <a:gd name="connsiteX6" fmla="*/ 167165 w 223045"/>
              <a:gd name="connsiteY6" fmla="*/ 163830 h 204152"/>
              <a:gd name="connsiteX7" fmla="*/ 202726 w 223045"/>
              <a:gd name="connsiteY7" fmla="*/ 106680 h 204152"/>
              <a:gd name="connsiteX8" fmla="*/ 202726 w 223045"/>
              <a:gd name="connsiteY8" fmla="*/ 10160 h 204152"/>
              <a:gd name="connsiteX9" fmla="*/ 212885 w 223045"/>
              <a:gd name="connsiteY9" fmla="*/ 0 h 204152"/>
              <a:gd name="connsiteX10" fmla="*/ 223046 w 223045"/>
              <a:gd name="connsiteY10" fmla="*/ 10160 h 204152"/>
              <a:gd name="connsiteX11" fmla="*/ 223046 w 223045"/>
              <a:gd name="connsiteY11" fmla="*/ 106680 h 204152"/>
              <a:gd name="connsiteX12" fmla="*/ 177326 w 223045"/>
              <a:gd name="connsiteY12" fmla="*/ 181610 h 204152"/>
              <a:gd name="connsiteX13" fmla="*/ 148115 w 223045"/>
              <a:gd name="connsiteY13" fmla="*/ 195580 h 204152"/>
              <a:gd name="connsiteX14" fmla="*/ 75726 w 223045"/>
              <a:gd name="connsiteY14" fmla="*/ 195580 h 204152"/>
              <a:gd name="connsiteX15" fmla="*/ 46515 w 223045"/>
              <a:gd name="connsiteY15" fmla="*/ 181610 h 204152"/>
              <a:gd name="connsiteX16" fmla="*/ 796 w 223045"/>
              <a:gd name="connsiteY16" fmla="*/ 106680 h 204152"/>
              <a:gd name="connsiteX17" fmla="*/ 796 w 223045"/>
              <a:gd name="connsiteY17" fmla="*/ 10160 h 204152"/>
              <a:gd name="connsiteX18" fmla="*/ 8415 w 223045"/>
              <a:gd name="connsiteY18" fmla="*/ 0 h 204152"/>
              <a:gd name="connsiteX19" fmla="*/ 79535 w 223045"/>
              <a:gd name="connsiteY19" fmla="*/ 46990 h 204152"/>
              <a:gd name="connsiteX20" fmla="*/ 93506 w 223045"/>
              <a:gd name="connsiteY20" fmla="*/ 52070 h 204152"/>
              <a:gd name="connsiteX21" fmla="*/ 97315 w 223045"/>
              <a:gd name="connsiteY21" fmla="*/ 60960 h 204152"/>
              <a:gd name="connsiteX22" fmla="*/ 101126 w 223045"/>
              <a:gd name="connsiteY22" fmla="*/ 62230 h 204152"/>
              <a:gd name="connsiteX23" fmla="*/ 118906 w 223045"/>
              <a:gd name="connsiteY23" fmla="*/ 62230 h 204152"/>
              <a:gd name="connsiteX24" fmla="*/ 122715 w 223045"/>
              <a:gd name="connsiteY24" fmla="*/ 60960 h 204152"/>
              <a:gd name="connsiteX25" fmla="*/ 126526 w 223045"/>
              <a:gd name="connsiteY25" fmla="*/ 52070 h 204152"/>
              <a:gd name="connsiteX26" fmla="*/ 140496 w 223045"/>
              <a:gd name="connsiteY26" fmla="*/ 46990 h 204152"/>
              <a:gd name="connsiteX27" fmla="*/ 145576 w 223045"/>
              <a:gd name="connsiteY27" fmla="*/ 60960 h 204152"/>
              <a:gd name="connsiteX28" fmla="*/ 140496 w 223045"/>
              <a:gd name="connsiteY28" fmla="*/ 69850 h 204152"/>
              <a:gd name="connsiteX29" fmla="*/ 137956 w 223045"/>
              <a:gd name="connsiteY29" fmla="*/ 73660 h 204152"/>
              <a:gd name="connsiteX30" fmla="*/ 120176 w 223045"/>
              <a:gd name="connsiteY30" fmla="*/ 81280 h 204152"/>
              <a:gd name="connsiteX31" fmla="*/ 99856 w 223045"/>
              <a:gd name="connsiteY31" fmla="*/ 81280 h 204152"/>
              <a:gd name="connsiteX32" fmla="*/ 82076 w 223045"/>
              <a:gd name="connsiteY32" fmla="*/ 73660 h 204152"/>
              <a:gd name="connsiteX33" fmla="*/ 79535 w 223045"/>
              <a:gd name="connsiteY33" fmla="*/ 69850 h 204152"/>
              <a:gd name="connsiteX34" fmla="*/ 74456 w 223045"/>
              <a:gd name="connsiteY34" fmla="*/ 60960 h 204152"/>
              <a:gd name="connsiteX35" fmla="*/ 79535 w 223045"/>
              <a:gd name="connsiteY35" fmla="*/ 46990 h 204152"/>
              <a:gd name="connsiteX36" fmla="*/ 83346 w 223045"/>
              <a:gd name="connsiteY36" fmla="*/ 111760 h 204152"/>
              <a:gd name="connsiteX37" fmla="*/ 73185 w 223045"/>
              <a:gd name="connsiteY37" fmla="*/ 121920 h 204152"/>
              <a:gd name="connsiteX38" fmla="*/ 83346 w 223045"/>
              <a:gd name="connsiteY38" fmla="*/ 132080 h 204152"/>
              <a:gd name="connsiteX39" fmla="*/ 134146 w 223045"/>
              <a:gd name="connsiteY39" fmla="*/ 132080 h 204152"/>
              <a:gd name="connsiteX40" fmla="*/ 144306 w 223045"/>
              <a:gd name="connsiteY40" fmla="*/ 121920 h 204152"/>
              <a:gd name="connsiteX41" fmla="*/ 134146 w 223045"/>
              <a:gd name="connsiteY41" fmla="*/ 111760 h 204152"/>
              <a:gd name="connsiteX42" fmla="*/ 83346 w 223045"/>
              <a:gd name="connsiteY42" fmla="*/ 111760 h 2041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223045" h="204152">
                <a:moveTo>
                  <a:pt x="8415" y="0"/>
                </a:moveTo>
                <a:cubicBezTo>
                  <a:pt x="13496" y="0"/>
                  <a:pt x="18576" y="5080"/>
                  <a:pt x="18576" y="10160"/>
                </a:cubicBezTo>
                <a:lnTo>
                  <a:pt x="18576" y="106680"/>
                </a:lnTo>
                <a:cubicBezTo>
                  <a:pt x="18576" y="130810"/>
                  <a:pt x="32546" y="152400"/>
                  <a:pt x="54135" y="163830"/>
                </a:cubicBezTo>
                <a:lnTo>
                  <a:pt x="83346" y="177800"/>
                </a:lnTo>
                <a:cubicBezTo>
                  <a:pt x="99856" y="186690"/>
                  <a:pt x="120176" y="186690"/>
                  <a:pt x="137956" y="177800"/>
                </a:cubicBezTo>
                <a:lnTo>
                  <a:pt x="167165" y="163830"/>
                </a:lnTo>
                <a:cubicBezTo>
                  <a:pt x="188756" y="153670"/>
                  <a:pt x="202726" y="130810"/>
                  <a:pt x="202726" y="106680"/>
                </a:cubicBezTo>
                <a:lnTo>
                  <a:pt x="202726" y="10160"/>
                </a:lnTo>
                <a:cubicBezTo>
                  <a:pt x="202726" y="5080"/>
                  <a:pt x="207806" y="0"/>
                  <a:pt x="212885" y="0"/>
                </a:cubicBezTo>
                <a:cubicBezTo>
                  <a:pt x="217965" y="0"/>
                  <a:pt x="223046" y="5080"/>
                  <a:pt x="223046" y="10160"/>
                </a:cubicBezTo>
                <a:lnTo>
                  <a:pt x="223046" y="106680"/>
                </a:lnTo>
                <a:cubicBezTo>
                  <a:pt x="223046" y="138430"/>
                  <a:pt x="205265" y="167640"/>
                  <a:pt x="177326" y="181610"/>
                </a:cubicBezTo>
                <a:lnTo>
                  <a:pt x="148115" y="195580"/>
                </a:lnTo>
                <a:cubicBezTo>
                  <a:pt x="125256" y="207010"/>
                  <a:pt x="98585" y="207010"/>
                  <a:pt x="75726" y="195580"/>
                </a:cubicBezTo>
                <a:lnTo>
                  <a:pt x="46515" y="181610"/>
                </a:lnTo>
                <a:cubicBezTo>
                  <a:pt x="18576" y="167640"/>
                  <a:pt x="796" y="138430"/>
                  <a:pt x="796" y="106680"/>
                </a:cubicBezTo>
                <a:lnTo>
                  <a:pt x="796" y="10160"/>
                </a:lnTo>
                <a:cubicBezTo>
                  <a:pt x="-1744" y="5080"/>
                  <a:pt x="2065" y="0"/>
                  <a:pt x="8415" y="0"/>
                </a:cubicBezTo>
                <a:close/>
                <a:moveTo>
                  <a:pt x="79535" y="46990"/>
                </a:moveTo>
                <a:cubicBezTo>
                  <a:pt x="84615" y="44450"/>
                  <a:pt x="90965" y="46990"/>
                  <a:pt x="93506" y="52070"/>
                </a:cubicBezTo>
                <a:lnTo>
                  <a:pt x="97315" y="60960"/>
                </a:lnTo>
                <a:cubicBezTo>
                  <a:pt x="98585" y="62230"/>
                  <a:pt x="99856" y="62230"/>
                  <a:pt x="101126" y="62230"/>
                </a:cubicBezTo>
                <a:lnTo>
                  <a:pt x="118906" y="62230"/>
                </a:lnTo>
                <a:cubicBezTo>
                  <a:pt x="120176" y="62230"/>
                  <a:pt x="121446" y="62230"/>
                  <a:pt x="122715" y="60960"/>
                </a:cubicBezTo>
                <a:lnTo>
                  <a:pt x="126526" y="52070"/>
                </a:lnTo>
                <a:cubicBezTo>
                  <a:pt x="129065" y="46990"/>
                  <a:pt x="135415" y="44450"/>
                  <a:pt x="140496" y="46990"/>
                </a:cubicBezTo>
                <a:cubicBezTo>
                  <a:pt x="145576" y="49530"/>
                  <a:pt x="148115" y="55880"/>
                  <a:pt x="145576" y="60960"/>
                </a:cubicBezTo>
                <a:lnTo>
                  <a:pt x="140496" y="69850"/>
                </a:lnTo>
                <a:cubicBezTo>
                  <a:pt x="139226" y="71120"/>
                  <a:pt x="139226" y="72390"/>
                  <a:pt x="137956" y="73660"/>
                </a:cubicBezTo>
                <a:cubicBezTo>
                  <a:pt x="132876" y="78740"/>
                  <a:pt x="126526" y="81280"/>
                  <a:pt x="120176" y="81280"/>
                </a:cubicBezTo>
                <a:lnTo>
                  <a:pt x="99856" y="81280"/>
                </a:lnTo>
                <a:cubicBezTo>
                  <a:pt x="93506" y="81280"/>
                  <a:pt x="87156" y="78740"/>
                  <a:pt x="82076" y="73660"/>
                </a:cubicBezTo>
                <a:cubicBezTo>
                  <a:pt x="80806" y="72390"/>
                  <a:pt x="79535" y="71120"/>
                  <a:pt x="79535" y="69850"/>
                </a:cubicBezTo>
                <a:lnTo>
                  <a:pt x="74456" y="60960"/>
                </a:lnTo>
                <a:cubicBezTo>
                  <a:pt x="71915" y="55880"/>
                  <a:pt x="74456" y="49530"/>
                  <a:pt x="79535" y="46990"/>
                </a:cubicBezTo>
                <a:close/>
                <a:moveTo>
                  <a:pt x="83346" y="111760"/>
                </a:moveTo>
                <a:cubicBezTo>
                  <a:pt x="78265" y="111760"/>
                  <a:pt x="73185" y="116840"/>
                  <a:pt x="73185" y="121920"/>
                </a:cubicBezTo>
                <a:cubicBezTo>
                  <a:pt x="73185" y="127000"/>
                  <a:pt x="78265" y="132080"/>
                  <a:pt x="83346" y="132080"/>
                </a:cubicBezTo>
                <a:lnTo>
                  <a:pt x="134146" y="132080"/>
                </a:lnTo>
                <a:cubicBezTo>
                  <a:pt x="139226" y="132080"/>
                  <a:pt x="144306" y="127000"/>
                  <a:pt x="144306" y="121920"/>
                </a:cubicBezTo>
                <a:cubicBezTo>
                  <a:pt x="144306" y="116840"/>
                  <a:pt x="139226" y="111760"/>
                  <a:pt x="134146" y="111760"/>
                </a:cubicBezTo>
                <a:lnTo>
                  <a:pt x="83346" y="11176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62" name="Полилиния: фигура 590">
            <a:extLst>
              <a:ext uri="{FF2B5EF4-FFF2-40B4-BE49-F238E27FC236}">
                <a16:creationId xmlns:a16="http://schemas.microsoft.com/office/drawing/2014/main" id="{D2260557-27D9-DF90-4C44-12310BC01DC9}"/>
              </a:ext>
            </a:extLst>
          </p:cNvPr>
          <p:cNvSpPr/>
          <p:nvPr/>
        </p:nvSpPr>
        <p:spPr>
          <a:xfrm>
            <a:off x="3921786" y="5016756"/>
            <a:ext cx="262890" cy="220365"/>
          </a:xfrm>
          <a:custGeom>
            <a:avLst/>
            <a:gdLst>
              <a:gd name="connsiteX0" fmla="*/ 12700 w 262890"/>
              <a:gd name="connsiteY0" fmla="*/ 973 h 220365"/>
              <a:gd name="connsiteX1" fmla="*/ 19050 w 262890"/>
              <a:gd name="connsiteY1" fmla="*/ 13673 h 220365"/>
              <a:gd name="connsiteX2" fmla="*/ 15240 w 262890"/>
              <a:gd name="connsiteY2" fmla="*/ 35263 h 220365"/>
              <a:gd name="connsiteX3" fmla="*/ 33020 w 262890"/>
              <a:gd name="connsiteY3" fmla="*/ 78443 h 220365"/>
              <a:gd name="connsiteX4" fmla="*/ 40640 w 262890"/>
              <a:gd name="connsiteY4" fmla="*/ 83523 h 220365"/>
              <a:gd name="connsiteX5" fmla="*/ 46990 w 262890"/>
              <a:gd name="connsiteY5" fmla="*/ 87333 h 220365"/>
              <a:gd name="connsiteX6" fmla="*/ 50800 w 262890"/>
              <a:gd name="connsiteY6" fmla="*/ 101304 h 220365"/>
              <a:gd name="connsiteX7" fmla="*/ 36830 w 262890"/>
              <a:gd name="connsiteY7" fmla="*/ 105113 h 220365"/>
              <a:gd name="connsiteX8" fmla="*/ 36830 w 262890"/>
              <a:gd name="connsiteY8" fmla="*/ 121623 h 220365"/>
              <a:gd name="connsiteX9" fmla="*/ 72390 w 262890"/>
              <a:gd name="connsiteY9" fmla="*/ 178773 h 220365"/>
              <a:gd name="connsiteX10" fmla="*/ 101600 w 262890"/>
              <a:gd name="connsiteY10" fmla="*/ 192743 h 220365"/>
              <a:gd name="connsiteX11" fmla="*/ 156210 w 262890"/>
              <a:gd name="connsiteY11" fmla="*/ 192743 h 220365"/>
              <a:gd name="connsiteX12" fmla="*/ 185420 w 262890"/>
              <a:gd name="connsiteY12" fmla="*/ 178773 h 220365"/>
              <a:gd name="connsiteX13" fmla="*/ 220980 w 262890"/>
              <a:gd name="connsiteY13" fmla="*/ 121623 h 220365"/>
              <a:gd name="connsiteX14" fmla="*/ 220980 w 262890"/>
              <a:gd name="connsiteY14" fmla="*/ 105113 h 220365"/>
              <a:gd name="connsiteX15" fmla="*/ 207010 w 262890"/>
              <a:gd name="connsiteY15" fmla="*/ 101304 h 220365"/>
              <a:gd name="connsiteX16" fmla="*/ 210820 w 262890"/>
              <a:gd name="connsiteY16" fmla="*/ 87333 h 220365"/>
              <a:gd name="connsiteX17" fmla="*/ 217170 w 262890"/>
              <a:gd name="connsiteY17" fmla="*/ 83523 h 220365"/>
              <a:gd name="connsiteX18" fmla="*/ 224790 w 262890"/>
              <a:gd name="connsiteY18" fmla="*/ 78443 h 220365"/>
              <a:gd name="connsiteX19" fmla="*/ 242570 w 262890"/>
              <a:gd name="connsiteY19" fmla="*/ 35263 h 220365"/>
              <a:gd name="connsiteX20" fmla="*/ 238760 w 262890"/>
              <a:gd name="connsiteY20" fmla="*/ 13673 h 220365"/>
              <a:gd name="connsiteX21" fmla="*/ 245110 w 262890"/>
              <a:gd name="connsiteY21" fmla="*/ 973 h 220365"/>
              <a:gd name="connsiteX22" fmla="*/ 257810 w 262890"/>
              <a:gd name="connsiteY22" fmla="*/ 7323 h 220365"/>
              <a:gd name="connsiteX23" fmla="*/ 262890 w 262890"/>
              <a:gd name="connsiteY23" fmla="*/ 36533 h 220365"/>
              <a:gd name="connsiteX24" fmla="*/ 242570 w 262890"/>
              <a:gd name="connsiteY24" fmla="*/ 91143 h 220365"/>
              <a:gd name="connsiteX25" fmla="*/ 242570 w 262890"/>
              <a:gd name="connsiteY25" fmla="*/ 122893 h 220365"/>
              <a:gd name="connsiteX26" fmla="*/ 196850 w 262890"/>
              <a:gd name="connsiteY26" fmla="*/ 197823 h 220365"/>
              <a:gd name="connsiteX27" fmla="*/ 196850 w 262890"/>
              <a:gd name="connsiteY27" fmla="*/ 197823 h 220365"/>
              <a:gd name="connsiteX28" fmla="*/ 167640 w 262890"/>
              <a:gd name="connsiteY28" fmla="*/ 211793 h 220365"/>
              <a:gd name="connsiteX29" fmla="*/ 95250 w 262890"/>
              <a:gd name="connsiteY29" fmla="*/ 211793 h 220365"/>
              <a:gd name="connsiteX30" fmla="*/ 66040 w 262890"/>
              <a:gd name="connsiteY30" fmla="*/ 197823 h 220365"/>
              <a:gd name="connsiteX31" fmla="*/ 20320 w 262890"/>
              <a:gd name="connsiteY31" fmla="*/ 122893 h 220365"/>
              <a:gd name="connsiteX32" fmla="*/ 20320 w 262890"/>
              <a:gd name="connsiteY32" fmla="*/ 91143 h 220365"/>
              <a:gd name="connsiteX33" fmla="*/ 0 w 262890"/>
              <a:gd name="connsiteY33" fmla="*/ 36533 h 220365"/>
              <a:gd name="connsiteX34" fmla="*/ 5080 w 262890"/>
              <a:gd name="connsiteY34" fmla="*/ 7323 h 220365"/>
              <a:gd name="connsiteX35" fmla="*/ 12700 w 262890"/>
              <a:gd name="connsiteY35" fmla="*/ 973 h 2203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62890" h="220365">
                <a:moveTo>
                  <a:pt x="12700" y="973"/>
                </a:moveTo>
                <a:cubicBezTo>
                  <a:pt x="17780" y="3513"/>
                  <a:pt x="20320" y="8593"/>
                  <a:pt x="19050" y="13673"/>
                </a:cubicBezTo>
                <a:cubicBezTo>
                  <a:pt x="16510" y="21293"/>
                  <a:pt x="15240" y="27643"/>
                  <a:pt x="15240" y="35263"/>
                </a:cubicBezTo>
                <a:cubicBezTo>
                  <a:pt x="15240" y="51773"/>
                  <a:pt x="21590" y="67013"/>
                  <a:pt x="33020" y="78443"/>
                </a:cubicBezTo>
                <a:cubicBezTo>
                  <a:pt x="35560" y="80983"/>
                  <a:pt x="36830" y="82254"/>
                  <a:pt x="40640" y="83523"/>
                </a:cubicBezTo>
                <a:cubicBezTo>
                  <a:pt x="41910" y="84793"/>
                  <a:pt x="44450" y="84793"/>
                  <a:pt x="46990" y="87333"/>
                </a:cubicBezTo>
                <a:cubicBezTo>
                  <a:pt x="52070" y="89873"/>
                  <a:pt x="53340" y="96223"/>
                  <a:pt x="50800" y="101304"/>
                </a:cubicBezTo>
                <a:cubicBezTo>
                  <a:pt x="48260" y="106383"/>
                  <a:pt x="41910" y="107654"/>
                  <a:pt x="36830" y="105113"/>
                </a:cubicBezTo>
                <a:lnTo>
                  <a:pt x="36830" y="121623"/>
                </a:lnTo>
                <a:cubicBezTo>
                  <a:pt x="36830" y="145754"/>
                  <a:pt x="50800" y="167343"/>
                  <a:pt x="72390" y="178773"/>
                </a:cubicBezTo>
                <a:lnTo>
                  <a:pt x="101600" y="192743"/>
                </a:lnTo>
                <a:cubicBezTo>
                  <a:pt x="118110" y="201633"/>
                  <a:pt x="138430" y="201633"/>
                  <a:pt x="156210" y="192743"/>
                </a:cubicBezTo>
                <a:lnTo>
                  <a:pt x="185420" y="178773"/>
                </a:lnTo>
                <a:cubicBezTo>
                  <a:pt x="207010" y="167343"/>
                  <a:pt x="220980" y="147023"/>
                  <a:pt x="220980" y="121623"/>
                </a:cubicBezTo>
                <a:lnTo>
                  <a:pt x="220980" y="105113"/>
                </a:lnTo>
                <a:cubicBezTo>
                  <a:pt x="215900" y="107654"/>
                  <a:pt x="209550" y="106383"/>
                  <a:pt x="207010" y="101304"/>
                </a:cubicBezTo>
                <a:cubicBezTo>
                  <a:pt x="204470" y="96223"/>
                  <a:pt x="205740" y="89873"/>
                  <a:pt x="210820" y="87333"/>
                </a:cubicBezTo>
                <a:cubicBezTo>
                  <a:pt x="213360" y="86063"/>
                  <a:pt x="214630" y="84793"/>
                  <a:pt x="217170" y="83523"/>
                </a:cubicBezTo>
                <a:cubicBezTo>
                  <a:pt x="220980" y="80983"/>
                  <a:pt x="222250" y="80983"/>
                  <a:pt x="224790" y="78443"/>
                </a:cubicBezTo>
                <a:cubicBezTo>
                  <a:pt x="234950" y="67013"/>
                  <a:pt x="242570" y="51773"/>
                  <a:pt x="242570" y="35263"/>
                </a:cubicBezTo>
                <a:cubicBezTo>
                  <a:pt x="242570" y="27643"/>
                  <a:pt x="241300" y="21293"/>
                  <a:pt x="238760" y="13673"/>
                </a:cubicBezTo>
                <a:cubicBezTo>
                  <a:pt x="236220" y="8593"/>
                  <a:pt x="240030" y="2243"/>
                  <a:pt x="245110" y="973"/>
                </a:cubicBezTo>
                <a:cubicBezTo>
                  <a:pt x="250190" y="-1567"/>
                  <a:pt x="256540" y="2243"/>
                  <a:pt x="257810" y="7323"/>
                </a:cubicBezTo>
                <a:cubicBezTo>
                  <a:pt x="261620" y="16213"/>
                  <a:pt x="262890" y="25104"/>
                  <a:pt x="262890" y="36533"/>
                </a:cubicBezTo>
                <a:cubicBezTo>
                  <a:pt x="262890" y="58123"/>
                  <a:pt x="255270" y="77173"/>
                  <a:pt x="242570" y="91143"/>
                </a:cubicBezTo>
                <a:lnTo>
                  <a:pt x="242570" y="122893"/>
                </a:lnTo>
                <a:cubicBezTo>
                  <a:pt x="242570" y="155913"/>
                  <a:pt x="224790" y="183854"/>
                  <a:pt x="196850" y="197823"/>
                </a:cubicBezTo>
                <a:lnTo>
                  <a:pt x="196850" y="197823"/>
                </a:lnTo>
                <a:lnTo>
                  <a:pt x="167640" y="211793"/>
                </a:lnTo>
                <a:cubicBezTo>
                  <a:pt x="144780" y="223223"/>
                  <a:pt x="118110" y="223223"/>
                  <a:pt x="95250" y="211793"/>
                </a:cubicBezTo>
                <a:lnTo>
                  <a:pt x="66040" y="197823"/>
                </a:lnTo>
                <a:cubicBezTo>
                  <a:pt x="38100" y="183854"/>
                  <a:pt x="20320" y="154643"/>
                  <a:pt x="20320" y="122893"/>
                </a:cubicBezTo>
                <a:lnTo>
                  <a:pt x="20320" y="91143"/>
                </a:lnTo>
                <a:cubicBezTo>
                  <a:pt x="7620" y="77173"/>
                  <a:pt x="0" y="58123"/>
                  <a:pt x="0" y="36533"/>
                </a:cubicBezTo>
                <a:cubicBezTo>
                  <a:pt x="0" y="26373"/>
                  <a:pt x="2540" y="16213"/>
                  <a:pt x="5080" y="7323"/>
                </a:cubicBezTo>
                <a:cubicBezTo>
                  <a:pt x="1270" y="973"/>
                  <a:pt x="6350" y="-1567"/>
                  <a:pt x="12700" y="973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63" name="Полилиния: фигура 591">
            <a:extLst>
              <a:ext uri="{FF2B5EF4-FFF2-40B4-BE49-F238E27FC236}">
                <a16:creationId xmlns:a16="http://schemas.microsoft.com/office/drawing/2014/main" id="{3B28F0D3-651B-91AD-B43A-DE156379827C}"/>
              </a:ext>
            </a:extLst>
          </p:cNvPr>
          <p:cNvSpPr/>
          <p:nvPr/>
        </p:nvSpPr>
        <p:spPr>
          <a:xfrm>
            <a:off x="4012281" y="5108173"/>
            <a:ext cx="71791" cy="35286"/>
          </a:xfrm>
          <a:custGeom>
            <a:avLst/>
            <a:gdLst>
              <a:gd name="connsiteX0" fmla="*/ 4755 w 71791"/>
              <a:gd name="connsiteY0" fmla="*/ 997 h 35286"/>
              <a:gd name="connsiteX1" fmla="*/ 18725 w 71791"/>
              <a:gd name="connsiteY1" fmla="*/ 6076 h 35286"/>
              <a:gd name="connsiteX2" fmla="*/ 22535 w 71791"/>
              <a:gd name="connsiteY2" fmla="*/ 14967 h 35286"/>
              <a:gd name="connsiteX3" fmla="*/ 26345 w 71791"/>
              <a:gd name="connsiteY3" fmla="*/ 16237 h 35286"/>
              <a:gd name="connsiteX4" fmla="*/ 44125 w 71791"/>
              <a:gd name="connsiteY4" fmla="*/ 16237 h 35286"/>
              <a:gd name="connsiteX5" fmla="*/ 47935 w 71791"/>
              <a:gd name="connsiteY5" fmla="*/ 14967 h 35286"/>
              <a:gd name="connsiteX6" fmla="*/ 51745 w 71791"/>
              <a:gd name="connsiteY6" fmla="*/ 6076 h 35286"/>
              <a:gd name="connsiteX7" fmla="*/ 65715 w 71791"/>
              <a:gd name="connsiteY7" fmla="*/ 997 h 35286"/>
              <a:gd name="connsiteX8" fmla="*/ 70795 w 71791"/>
              <a:gd name="connsiteY8" fmla="*/ 14967 h 35286"/>
              <a:gd name="connsiteX9" fmla="*/ 65715 w 71791"/>
              <a:gd name="connsiteY9" fmla="*/ 23856 h 35286"/>
              <a:gd name="connsiteX10" fmla="*/ 63175 w 71791"/>
              <a:gd name="connsiteY10" fmla="*/ 27667 h 35286"/>
              <a:gd name="connsiteX11" fmla="*/ 45395 w 71791"/>
              <a:gd name="connsiteY11" fmla="*/ 35287 h 35286"/>
              <a:gd name="connsiteX12" fmla="*/ 27615 w 71791"/>
              <a:gd name="connsiteY12" fmla="*/ 35287 h 35286"/>
              <a:gd name="connsiteX13" fmla="*/ 9835 w 71791"/>
              <a:gd name="connsiteY13" fmla="*/ 27667 h 35286"/>
              <a:gd name="connsiteX14" fmla="*/ 7295 w 71791"/>
              <a:gd name="connsiteY14" fmla="*/ 23856 h 35286"/>
              <a:gd name="connsiteX15" fmla="*/ 2215 w 71791"/>
              <a:gd name="connsiteY15" fmla="*/ 14967 h 35286"/>
              <a:gd name="connsiteX16" fmla="*/ 4755 w 71791"/>
              <a:gd name="connsiteY16" fmla="*/ 997 h 352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71791" h="35286">
                <a:moveTo>
                  <a:pt x="4755" y="997"/>
                </a:moveTo>
                <a:cubicBezTo>
                  <a:pt x="9835" y="-1544"/>
                  <a:pt x="16185" y="997"/>
                  <a:pt x="18725" y="6076"/>
                </a:cubicBezTo>
                <a:lnTo>
                  <a:pt x="22535" y="14967"/>
                </a:lnTo>
                <a:cubicBezTo>
                  <a:pt x="23805" y="16237"/>
                  <a:pt x="25075" y="16237"/>
                  <a:pt x="26345" y="16237"/>
                </a:cubicBezTo>
                <a:lnTo>
                  <a:pt x="44125" y="16237"/>
                </a:lnTo>
                <a:cubicBezTo>
                  <a:pt x="45395" y="16237"/>
                  <a:pt x="46665" y="16237"/>
                  <a:pt x="47935" y="14967"/>
                </a:cubicBezTo>
                <a:lnTo>
                  <a:pt x="51745" y="6076"/>
                </a:lnTo>
                <a:cubicBezTo>
                  <a:pt x="54285" y="997"/>
                  <a:pt x="60635" y="-1544"/>
                  <a:pt x="65715" y="997"/>
                </a:cubicBezTo>
                <a:cubicBezTo>
                  <a:pt x="70795" y="3537"/>
                  <a:pt x="73335" y="9887"/>
                  <a:pt x="70795" y="14967"/>
                </a:cubicBezTo>
                <a:lnTo>
                  <a:pt x="65715" y="23856"/>
                </a:lnTo>
                <a:cubicBezTo>
                  <a:pt x="64445" y="25126"/>
                  <a:pt x="64445" y="26397"/>
                  <a:pt x="63175" y="27667"/>
                </a:cubicBezTo>
                <a:cubicBezTo>
                  <a:pt x="58095" y="32747"/>
                  <a:pt x="51745" y="35287"/>
                  <a:pt x="45395" y="35287"/>
                </a:cubicBezTo>
                <a:lnTo>
                  <a:pt x="27615" y="35287"/>
                </a:lnTo>
                <a:cubicBezTo>
                  <a:pt x="21265" y="35287"/>
                  <a:pt x="14915" y="32747"/>
                  <a:pt x="9835" y="27667"/>
                </a:cubicBezTo>
                <a:cubicBezTo>
                  <a:pt x="8565" y="26397"/>
                  <a:pt x="7295" y="25126"/>
                  <a:pt x="7295" y="23856"/>
                </a:cubicBezTo>
                <a:lnTo>
                  <a:pt x="2215" y="14967"/>
                </a:lnTo>
                <a:cubicBezTo>
                  <a:pt x="-1595" y="9887"/>
                  <a:pt x="-325" y="3537"/>
                  <a:pt x="4755" y="997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64" name="Полилиния: фигура 592">
            <a:extLst>
              <a:ext uri="{FF2B5EF4-FFF2-40B4-BE49-F238E27FC236}">
                <a16:creationId xmlns:a16="http://schemas.microsoft.com/office/drawing/2014/main" id="{D64999E3-3E3A-97E7-DA49-1F4D594601D4}"/>
              </a:ext>
            </a:extLst>
          </p:cNvPr>
          <p:cNvSpPr/>
          <p:nvPr/>
        </p:nvSpPr>
        <p:spPr>
          <a:xfrm>
            <a:off x="4011957" y="5116790"/>
            <a:ext cx="71120" cy="20320"/>
          </a:xfrm>
          <a:custGeom>
            <a:avLst/>
            <a:gdLst>
              <a:gd name="connsiteX0" fmla="*/ 10160 w 71120"/>
              <a:gd name="connsiteY0" fmla="*/ 0 h 20320"/>
              <a:gd name="connsiteX1" fmla="*/ 0 w 71120"/>
              <a:gd name="connsiteY1" fmla="*/ 10160 h 20320"/>
              <a:gd name="connsiteX2" fmla="*/ 10160 w 71120"/>
              <a:gd name="connsiteY2" fmla="*/ 20320 h 20320"/>
              <a:gd name="connsiteX3" fmla="*/ 60960 w 71120"/>
              <a:gd name="connsiteY3" fmla="*/ 20320 h 20320"/>
              <a:gd name="connsiteX4" fmla="*/ 71120 w 71120"/>
              <a:gd name="connsiteY4" fmla="*/ 10160 h 20320"/>
              <a:gd name="connsiteX5" fmla="*/ 60960 w 71120"/>
              <a:gd name="connsiteY5" fmla="*/ 0 h 20320"/>
              <a:gd name="connsiteX6" fmla="*/ 10160 w 71120"/>
              <a:gd name="connsiteY6" fmla="*/ 0 h 203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1120" h="20320">
                <a:moveTo>
                  <a:pt x="10160" y="0"/>
                </a:moveTo>
                <a:cubicBezTo>
                  <a:pt x="5080" y="0"/>
                  <a:pt x="0" y="5080"/>
                  <a:pt x="0" y="10160"/>
                </a:cubicBezTo>
                <a:cubicBezTo>
                  <a:pt x="0" y="15240"/>
                  <a:pt x="5080" y="20320"/>
                  <a:pt x="10160" y="20320"/>
                </a:cubicBezTo>
                <a:lnTo>
                  <a:pt x="60960" y="20320"/>
                </a:lnTo>
                <a:cubicBezTo>
                  <a:pt x="66040" y="20320"/>
                  <a:pt x="71120" y="15240"/>
                  <a:pt x="71120" y="10160"/>
                </a:cubicBezTo>
                <a:cubicBezTo>
                  <a:pt x="71120" y="5080"/>
                  <a:pt x="66040" y="0"/>
                  <a:pt x="60960" y="0"/>
                </a:cubicBezTo>
                <a:lnTo>
                  <a:pt x="10160" y="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165" name="Полилиния: фигура 595">
            <a:extLst>
              <a:ext uri="{FF2B5EF4-FFF2-40B4-BE49-F238E27FC236}">
                <a16:creationId xmlns:a16="http://schemas.microsoft.com/office/drawing/2014/main" id="{19D0D5EE-0B0D-C40F-EA4B-1AE2D01D7B2E}"/>
              </a:ext>
            </a:extLst>
          </p:cNvPr>
          <p:cNvSpPr/>
          <p:nvPr/>
        </p:nvSpPr>
        <p:spPr>
          <a:xfrm>
            <a:off x="4484397" y="5029236"/>
            <a:ext cx="245109" cy="193598"/>
          </a:xfrm>
          <a:custGeom>
            <a:avLst/>
            <a:gdLst>
              <a:gd name="connsiteX0" fmla="*/ 157480 w 245109"/>
              <a:gd name="connsiteY0" fmla="*/ 5003 h 193598"/>
              <a:gd name="connsiteX1" fmla="*/ 121920 w 245109"/>
              <a:gd name="connsiteY1" fmla="*/ 7543 h 193598"/>
              <a:gd name="connsiteX2" fmla="*/ 86360 w 245109"/>
              <a:gd name="connsiteY2" fmla="*/ 5003 h 193598"/>
              <a:gd name="connsiteX3" fmla="*/ 68580 w 245109"/>
              <a:gd name="connsiteY3" fmla="*/ 15163 h 193598"/>
              <a:gd name="connsiteX4" fmla="*/ 31750 w 245109"/>
              <a:gd name="connsiteY4" fmla="*/ 10083 h 193598"/>
              <a:gd name="connsiteX5" fmla="*/ 0 w 245109"/>
              <a:gd name="connsiteY5" fmla="*/ 21513 h 193598"/>
              <a:gd name="connsiteX6" fmla="*/ 0 w 245109"/>
              <a:gd name="connsiteY6" fmla="*/ 95174 h 193598"/>
              <a:gd name="connsiteX7" fmla="*/ 20320 w 245109"/>
              <a:gd name="connsiteY7" fmla="*/ 144703 h 193598"/>
              <a:gd name="connsiteX8" fmla="*/ 62230 w 245109"/>
              <a:gd name="connsiteY8" fmla="*/ 177724 h 193598"/>
              <a:gd name="connsiteX9" fmla="*/ 77470 w 245109"/>
              <a:gd name="connsiteY9" fmla="*/ 184074 h 193598"/>
              <a:gd name="connsiteX10" fmla="*/ 167640 w 245109"/>
              <a:gd name="connsiteY10" fmla="*/ 184074 h 193598"/>
              <a:gd name="connsiteX11" fmla="*/ 182880 w 245109"/>
              <a:gd name="connsiteY11" fmla="*/ 177724 h 193598"/>
              <a:gd name="connsiteX12" fmla="*/ 224790 w 245109"/>
              <a:gd name="connsiteY12" fmla="*/ 144703 h 193598"/>
              <a:gd name="connsiteX13" fmla="*/ 245110 w 245109"/>
              <a:gd name="connsiteY13" fmla="*/ 95174 h 193598"/>
              <a:gd name="connsiteX14" fmla="*/ 245110 w 245109"/>
              <a:gd name="connsiteY14" fmla="*/ 21513 h 193598"/>
              <a:gd name="connsiteX15" fmla="*/ 213360 w 245109"/>
              <a:gd name="connsiteY15" fmla="*/ 10083 h 193598"/>
              <a:gd name="connsiteX16" fmla="*/ 176530 w 245109"/>
              <a:gd name="connsiteY16" fmla="*/ 15163 h 193598"/>
              <a:gd name="connsiteX17" fmla="*/ 157480 w 245109"/>
              <a:gd name="connsiteY17" fmla="*/ 5003 h 193598"/>
              <a:gd name="connsiteX18" fmla="*/ 132080 w 245109"/>
              <a:gd name="connsiteY18" fmla="*/ 26593 h 193598"/>
              <a:gd name="connsiteX19" fmla="*/ 147320 w 245109"/>
              <a:gd name="connsiteY19" fmla="*/ 21513 h 193598"/>
              <a:gd name="connsiteX20" fmla="*/ 165100 w 245109"/>
              <a:gd name="connsiteY20" fmla="*/ 31674 h 193598"/>
              <a:gd name="connsiteX21" fmla="*/ 223520 w 245109"/>
              <a:gd name="connsiteY21" fmla="*/ 26593 h 193598"/>
              <a:gd name="connsiteX22" fmla="*/ 223520 w 245109"/>
              <a:gd name="connsiteY22" fmla="*/ 93903 h 193598"/>
              <a:gd name="connsiteX23" fmla="*/ 208280 w 245109"/>
              <a:gd name="connsiteY23" fmla="*/ 130733 h 193598"/>
              <a:gd name="connsiteX24" fmla="*/ 173990 w 245109"/>
              <a:gd name="connsiteY24" fmla="*/ 158674 h 193598"/>
              <a:gd name="connsiteX25" fmla="*/ 158750 w 245109"/>
              <a:gd name="connsiteY25" fmla="*/ 165024 h 193598"/>
              <a:gd name="connsiteX26" fmla="*/ 85090 w 245109"/>
              <a:gd name="connsiteY26" fmla="*/ 165024 h 193598"/>
              <a:gd name="connsiteX27" fmla="*/ 69850 w 245109"/>
              <a:gd name="connsiteY27" fmla="*/ 158674 h 193598"/>
              <a:gd name="connsiteX28" fmla="*/ 35560 w 245109"/>
              <a:gd name="connsiteY28" fmla="*/ 130733 h 193598"/>
              <a:gd name="connsiteX29" fmla="*/ 20320 w 245109"/>
              <a:gd name="connsiteY29" fmla="*/ 93903 h 193598"/>
              <a:gd name="connsiteX30" fmla="*/ 20320 w 245109"/>
              <a:gd name="connsiteY30" fmla="*/ 26593 h 193598"/>
              <a:gd name="connsiteX31" fmla="*/ 78740 w 245109"/>
              <a:gd name="connsiteY31" fmla="*/ 31674 h 193598"/>
              <a:gd name="connsiteX32" fmla="*/ 96520 w 245109"/>
              <a:gd name="connsiteY32" fmla="*/ 21513 h 193598"/>
              <a:gd name="connsiteX33" fmla="*/ 111760 w 245109"/>
              <a:gd name="connsiteY33" fmla="*/ 26593 h 193598"/>
              <a:gd name="connsiteX34" fmla="*/ 111760 w 245109"/>
              <a:gd name="connsiteY34" fmla="*/ 26593 h 193598"/>
              <a:gd name="connsiteX35" fmla="*/ 132080 w 245109"/>
              <a:gd name="connsiteY35" fmla="*/ 26593 h 193598"/>
              <a:gd name="connsiteX36" fmla="*/ 132080 w 245109"/>
              <a:gd name="connsiteY36" fmla="*/ 26593 h 193598"/>
              <a:gd name="connsiteX37" fmla="*/ 101600 w 245109"/>
              <a:gd name="connsiteY37" fmla="*/ 48183 h 193598"/>
              <a:gd name="connsiteX38" fmla="*/ 87630 w 245109"/>
              <a:gd name="connsiteY38" fmla="*/ 50724 h 193598"/>
              <a:gd name="connsiteX39" fmla="*/ 90170 w 245109"/>
              <a:gd name="connsiteY39" fmla="*/ 64693 h 193598"/>
              <a:gd name="connsiteX40" fmla="*/ 152400 w 245109"/>
              <a:gd name="connsiteY40" fmla="*/ 64693 h 193598"/>
              <a:gd name="connsiteX41" fmla="*/ 154940 w 245109"/>
              <a:gd name="connsiteY41" fmla="*/ 50724 h 193598"/>
              <a:gd name="connsiteX42" fmla="*/ 140970 w 245109"/>
              <a:gd name="connsiteY42" fmla="*/ 48183 h 193598"/>
              <a:gd name="connsiteX43" fmla="*/ 101600 w 245109"/>
              <a:gd name="connsiteY43" fmla="*/ 48183 h 1935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</a:cxnLst>
            <a:rect l="l" t="t" r="r" b="b"/>
            <a:pathLst>
              <a:path w="245109" h="193598">
                <a:moveTo>
                  <a:pt x="157480" y="5003"/>
                </a:moveTo>
                <a:cubicBezTo>
                  <a:pt x="146050" y="-2617"/>
                  <a:pt x="130810" y="-76"/>
                  <a:pt x="121920" y="7543"/>
                </a:cubicBezTo>
                <a:cubicBezTo>
                  <a:pt x="111760" y="-1347"/>
                  <a:pt x="97790" y="-2617"/>
                  <a:pt x="86360" y="5003"/>
                </a:cubicBezTo>
                <a:lnTo>
                  <a:pt x="68580" y="15163"/>
                </a:lnTo>
                <a:cubicBezTo>
                  <a:pt x="57150" y="22783"/>
                  <a:pt x="40640" y="20243"/>
                  <a:pt x="31750" y="10083"/>
                </a:cubicBezTo>
                <a:cubicBezTo>
                  <a:pt x="20320" y="-2617"/>
                  <a:pt x="0" y="5003"/>
                  <a:pt x="0" y="21513"/>
                </a:cubicBezTo>
                <a:lnTo>
                  <a:pt x="0" y="95174"/>
                </a:lnTo>
                <a:cubicBezTo>
                  <a:pt x="0" y="112953"/>
                  <a:pt x="8890" y="130733"/>
                  <a:pt x="20320" y="144703"/>
                </a:cubicBezTo>
                <a:cubicBezTo>
                  <a:pt x="31750" y="158674"/>
                  <a:pt x="46990" y="171374"/>
                  <a:pt x="62230" y="177724"/>
                </a:cubicBezTo>
                <a:lnTo>
                  <a:pt x="77470" y="184074"/>
                </a:lnTo>
                <a:cubicBezTo>
                  <a:pt x="106680" y="196774"/>
                  <a:pt x="138430" y="196774"/>
                  <a:pt x="167640" y="184074"/>
                </a:cubicBezTo>
                <a:lnTo>
                  <a:pt x="182880" y="177724"/>
                </a:lnTo>
                <a:cubicBezTo>
                  <a:pt x="198120" y="171374"/>
                  <a:pt x="213360" y="158674"/>
                  <a:pt x="224790" y="144703"/>
                </a:cubicBezTo>
                <a:cubicBezTo>
                  <a:pt x="236220" y="130733"/>
                  <a:pt x="245110" y="112953"/>
                  <a:pt x="245110" y="95174"/>
                </a:cubicBezTo>
                <a:lnTo>
                  <a:pt x="245110" y="21513"/>
                </a:lnTo>
                <a:cubicBezTo>
                  <a:pt x="245110" y="5003"/>
                  <a:pt x="224790" y="-2617"/>
                  <a:pt x="213360" y="10083"/>
                </a:cubicBezTo>
                <a:cubicBezTo>
                  <a:pt x="204470" y="20243"/>
                  <a:pt x="187960" y="22783"/>
                  <a:pt x="176530" y="15163"/>
                </a:cubicBezTo>
                <a:lnTo>
                  <a:pt x="157480" y="5003"/>
                </a:lnTo>
                <a:close/>
                <a:moveTo>
                  <a:pt x="132080" y="26593"/>
                </a:moveTo>
                <a:cubicBezTo>
                  <a:pt x="134620" y="20243"/>
                  <a:pt x="140970" y="18974"/>
                  <a:pt x="147320" y="21513"/>
                </a:cubicBezTo>
                <a:lnTo>
                  <a:pt x="165100" y="31674"/>
                </a:lnTo>
                <a:cubicBezTo>
                  <a:pt x="184150" y="43103"/>
                  <a:pt x="208280" y="40563"/>
                  <a:pt x="223520" y="26593"/>
                </a:cubicBezTo>
                <a:lnTo>
                  <a:pt x="223520" y="93903"/>
                </a:lnTo>
                <a:cubicBezTo>
                  <a:pt x="223520" y="105333"/>
                  <a:pt x="217170" y="119303"/>
                  <a:pt x="208280" y="130733"/>
                </a:cubicBezTo>
                <a:cubicBezTo>
                  <a:pt x="198120" y="143433"/>
                  <a:pt x="185420" y="152324"/>
                  <a:pt x="173990" y="158674"/>
                </a:cubicBezTo>
                <a:lnTo>
                  <a:pt x="158750" y="165024"/>
                </a:lnTo>
                <a:cubicBezTo>
                  <a:pt x="134620" y="175183"/>
                  <a:pt x="107950" y="175183"/>
                  <a:pt x="85090" y="165024"/>
                </a:cubicBezTo>
                <a:lnTo>
                  <a:pt x="69850" y="158674"/>
                </a:lnTo>
                <a:cubicBezTo>
                  <a:pt x="58420" y="153593"/>
                  <a:pt x="45720" y="143433"/>
                  <a:pt x="35560" y="130733"/>
                </a:cubicBezTo>
                <a:cubicBezTo>
                  <a:pt x="25400" y="118033"/>
                  <a:pt x="20320" y="105333"/>
                  <a:pt x="20320" y="93903"/>
                </a:cubicBezTo>
                <a:lnTo>
                  <a:pt x="20320" y="26593"/>
                </a:lnTo>
                <a:cubicBezTo>
                  <a:pt x="36830" y="40563"/>
                  <a:pt x="60960" y="43103"/>
                  <a:pt x="78740" y="31674"/>
                </a:cubicBezTo>
                <a:lnTo>
                  <a:pt x="96520" y="21513"/>
                </a:lnTo>
                <a:cubicBezTo>
                  <a:pt x="101600" y="17703"/>
                  <a:pt x="109220" y="20243"/>
                  <a:pt x="111760" y="26593"/>
                </a:cubicBezTo>
                <a:lnTo>
                  <a:pt x="111760" y="26593"/>
                </a:lnTo>
                <a:cubicBezTo>
                  <a:pt x="115570" y="36753"/>
                  <a:pt x="128270" y="36753"/>
                  <a:pt x="132080" y="26593"/>
                </a:cubicBezTo>
                <a:lnTo>
                  <a:pt x="132080" y="26593"/>
                </a:lnTo>
                <a:close/>
                <a:moveTo>
                  <a:pt x="101600" y="48183"/>
                </a:moveTo>
                <a:cubicBezTo>
                  <a:pt x="96520" y="45643"/>
                  <a:pt x="90170" y="46913"/>
                  <a:pt x="87630" y="50724"/>
                </a:cubicBezTo>
                <a:cubicBezTo>
                  <a:pt x="85090" y="55803"/>
                  <a:pt x="86360" y="62153"/>
                  <a:pt x="90170" y="64693"/>
                </a:cubicBezTo>
                <a:cubicBezTo>
                  <a:pt x="109220" y="77393"/>
                  <a:pt x="133350" y="77393"/>
                  <a:pt x="152400" y="64693"/>
                </a:cubicBezTo>
                <a:cubicBezTo>
                  <a:pt x="157480" y="62153"/>
                  <a:pt x="158750" y="55803"/>
                  <a:pt x="154940" y="50724"/>
                </a:cubicBezTo>
                <a:cubicBezTo>
                  <a:pt x="152400" y="45643"/>
                  <a:pt x="146050" y="44374"/>
                  <a:pt x="140970" y="48183"/>
                </a:cubicBezTo>
                <a:cubicBezTo>
                  <a:pt x="129540" y="55803"/>
                  <a:pt x="114300" y="55803"/>
                  <a:pt x="101600" y="48183"/>
                </a:cubicBez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176" name="Группа 1175">
            <a:extLst>
              <a:ext uri="{FF2B5EF4-FFF2-40B4-BE49-F238E27FC236}">
                <a16:creationId xmlns:a16="http://schemas.microsoft.com/office/drawing/2014/main" id="{296894C8-74FE-F89F-E97E-FA64B880639D}"/>
              </a:ext>
            </a:extLst>
          </p:cNvPr>
          <p:cNvGrpSpPr/>
          <p:nvPr/>
        </p:nvGrpSpPr>
        <p:grpSpPr>
          <a:xfrm>
            <a:off x="6773619" y="4989790"/>
            <a:ext cx="111759" cy="275589"/>
            <a:chOff x="6862195" y="5033771"/>
            <a:chExt cx="111759" cy="275589"/>
          </a:xfrm>
        </p:grpSpPr>
        <p:sp>
          <p:nvSpPr>
            <p:cNvPr id="1166" name="Полилиния: фигура 599">
              <a:extLst>
                <a:ext uri="{FF2B5EF4-FFF2-40B4-BE49-F238E27FC236}">
                  <a16:creationId xmlns:a16="http://schemas.microsoft.com/office/drawing/2014/main" id="{A31272FC-B773-B729-7DBE-C1826810A628}"/>
                </a:ext>
              </a:extLst>
            </p:cNvPr>
            <p:cNvSpPr/>
            <p:nvPr/>
          </p:nvSpPr>
          <p:spPr>
            <a:xfrm>
              <a:off x="6862195" y="5033771"/>
              <a:ext cx="111759" cy="275589"/>
            </a:xfrm>
            <a:custGeom>
              <a:avLst/>
              <a:gdLst>
                <a:gd name="connsiteX0" fmla="*/ 111760 w 111759"/>
                <a:gd name="connsiteY0" fmla="*/ 10160 h 275589"/>
                <a:gd name="connsiteX1" fmla="*/ 101600 w 111759"/>
                <a:gd name="connsiteY1" fmla="*/ 0 h 275589"/>
                <a:gd name="connsiteX2" fmla="*/ 91440 w 111759"/>
                <a:gd name="connsiteY2" fmla="*/ 10160 h 275589"/>
                <a:gd name="connsiteX3" fmla="*/ 91440 w 111759"/>
                <a:gd name="connsiteY3" fmla="*/ 30480 h 275589"/>
                <a:gd name="connsiteX4" fmla="*/ 91440 w 111759"/>
                <a:gd name="connsiteY4" fmla="*/ 31750 h 275589"/>
                <a:gd name="connsiteX5" fmla="*/ 90170 w 111759"/>
                <a:gd name="connsiteY5" fmla="*/ 46990 h 275589"/>
                <a:gd name="connsiteX6" fmla="*/ 78740 w 111759"/>
                <a:gd name="connsiteY6" fmla="*/ 69850 h 275589"/>
                <a:gd name="connsiteX7" fmla="*/ 62230 w 111759"/>
                <a:gd name="connsiteY7" fmla="*/ 91440 h 275589"/>
                <a:gd name="connsiteX8" fmla="*/ 38100 w 111759"/>
                <a:gd name="connsiteY8" fmla="*/ 120650 h 275589"/>
                <a:gd name="connsiteX9" fmla="*/ 34290 w 111759"/>
                <a:gd name="connsiteY9" fmla="*/ 125730 h 275589"/>
                <a:gd name="connsiteX10" fmla="*/ 15240 w 111759"/>
                <a:gd name="connsiteY10" fmla="*/ 149860 h 275589"/>
                <a:gd name="connsiteX11" fmla="*/ 5080 w 111759"/>
                <a:gd name="connsiteY11" fmla="*/ 166370 h 275589"/>
                <a:gd name="connsiteX12" fmla="*/ 0 w 111759"/>
                <a:gd name="connsiteY12" fmla="*/ 184150 h 275589"/>
                <a:gd name="connsiteX13" fmla="*/ 11430 w 111759"/>
                <a:gd name="connsiteY13" fmla="*/ 208280 h 275589"/>
                <a:gd name="connsiteX14" fmla="*/ 38100 w 111759"/>
                <a:gd name="connsiteY14" fmla="*/ 218440 h 275589"/>
                <a:gd name="connsiteX15" fmla="*/ 57150 w 111759"/>
                <a:gd name="connsiteY15" fmla="*/ 226060 h 275589"/>
                <a:gd name="connsiteX16" fmla="*/ 60960 w 111759"/>
                <a:gd name="connsiteY16" fmla="*/ 234950 h 275589"/>
                <a:gd name="connsiteX17" fmla="*/ 60960 w 111759"/>
                <a:gd name="connsiteY17" fmla="*/ 265430 h 275589"/>
                <a:gd name="connsiteX18" fmla="*/ 71120 w 111759"/>
                <a:gd name="connsiteY18" fmla="*/ 275590 h 275589"/>
                <a:gd name="connsiteX19" fmla="*/ 81280 w 111759"/>
                <a:gd name="connsiteY19" fmla="*/ 265430 h 275589"/>
                <a:gd name="connsiteX20" fmla="*/ 81280 w 111759"/>
                <a:gd name="connsiteY20" fmla="*/ 234950 h 275589"/>
                <a:gd name="connsiteX21" fmla="*/ 69850 w 111759"/>
                <a:gd name="connsiteY21" fmla="*/ 210820 h 275589"/>
                <a:gd name="connsiteX22" fmla="*/ 43180 w 111759"/>
                <a:gd name="connsiteY22" fmla="*/ 200660 h 275589"/>
                <a:gd name="connsiteX23" fmla="*/ 24130 w 111759"/>
                <a:gd name="connsiteY23" fmla="*/ 193040 h 275589"/>
                <a:gd name="connsiteX24" fmla="*/ 20320 w 111759"/>
                <a:gd name="connsiteY24" fmla="*/ 184150 h 275589"/>
                <a:gd name="connsiteX25" fmla="*/ 22860 w 111759"/>
                <a:gd name="connsiteY25" fmla="*/ 175260 h 275589"/>
                <a:gd name="connsiteX26" fmla="*/ 31750 w 111759"/>
                <a:gd name="connsiteY26" fmla="*/ 161290 h 275589"/>
                <a:gd name="connsiteX27" fmla="*/ 49530 w 111759"/>
                <a:gd name="connsiteY27" fmla="*/ 138430 h 275589"/>
                <a:gd name="connsiteX28" fmla="*/ 53340 w 111759"/>
                <a:gd name="connsiteY28" fmla="*/ 133350 h 275589"/>
                <a:gd name="connsiteX29" fmla="*/ 77470 w 111759"/>
                <a:gd name="connsiteY29" fmla="*/ 102870 h 275589"/>
                <a:gd name="connsiteX30" fmla="*/ 93980 w 111759"/>
                <a:gd name="connsiteY30" fmla="*/ 82550 h 275589"/>
                <a:gd name="connsiteX31" fmla="*/ 109220 w 111759"/>
                <a:gd name="connsiteY31" fmla="*/ 52070 h 275589"/>
                <a:gd name="connsiteX32" fmla="*/ 110490 w 111759"/>
                <a:gd name="connsiteY32" fmla="*/ 31750 h 275589"/>
                <a:gd name="connsiteX33" fmla="*/ 110490 w 111759"/>
                <a:gd name="connsiteY33" fmla="*/ 30480 h 275589"/>
                <a:gd name="connsiteX34" fmla="*/ 110490 w 111759"/>
                <a:gd name="connsiteY34" fmla="*/ 10160 h 2755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</a:cxnLst>
              <a:rect l="l" t="t" r="r" b="b"/>
              <a:pathLst>
                <a:path w="111759" h="275589">
                  <a:moveTo>
                    <a:pt x="111760" y="10160"/>
                  </a:moveTo>
                  <a:cubicBezTo>
                    <a:pt x="111760" y="5080"/>
                    <a:pt x="106680" y="0"/>
                    <a:pt x="101600" y="0"/>
                  </a:cubicBezTo>
                  <a:cubicBezTo>
                    <a:pt x="96520" y="0"/>
                    <a:pt x="91440" y="5080"/>
                    <a:pt x="91440" y="10160"/>
                  </a:cubicBezTo>
                  <a:lnTo>
                    <a:pt x="91440" y="30480"/>
                  </a:lnTo>
                  <a:cubicBezTo>
                    <a:pt x="91440" y="30480"/>
                    <a:pt x="91440" y="31750"/>
                    <a:pt x="91440" y="31750"/>
                  </a:cubicBezTo>
                  <a:cubicBezTo>
                    <a:pt x="91440" y="36830"/>
                    <a:pt x="91440" y="40640"/>
                    <a:pt x="90170" y="46990"/>
                  </a:cubicBezTo>
                  <a:cubicBezTo>
                    <a:pt x="88900" y="53340"/>
                    <a:pt x="85090" y="60960"/>
                    <a:pt x="78740" y="69850"/>
                  </a:cubicBezTo>
                  <a:cubicBezTo>
                    <a:pt x="72390" y="77470"/>
                    <a:pt x="67310" y="83820"/>
                    <a:pt x="62230" y="91440"/>
                  </a:cubicBezTo>
                  <a:cubicBezTo>
                    <a:pt x="52070" y="104140"/>
                    <a:pt x="44450" y="114300"/>
                    <a:pt x="38100" y="120650"/>
                  </a:cubicBezTo>
                  <a:cubicBezTo>
                    <a:pt x="36830" y="121920"/>
                    <a:pt x="35560" y="123190"/>
                    <a:pt x="34290" y="125730"/>
                  </a:cubicBezTo>
                  <a:cubicBezTo>
                    <a:pt x="27940" y="132080"/>
                    <a:pt x="21590" y="140970"/>
                    <a:pt x="15240" y="149860"/>
                  </a:cubicBezTo>
                  <a:cubicBezTo>
                    <a:pt x="11430" y="154940"/>
                    <a:pt x="7620" y="161290"/>
                    <a:pt x="5080" y="166370"/>
                  </a:cubicBezTo>
                  <a:cubicBezTo>
                    <a:pt x="2540" y="171450"/>
                    <a:pt x="0" y="177800"/>
                    <a:pt x="0" y="184150"/>
                  </a:cubicBezTo>
                  <a:cubicBezTo>
                    <a:pt x="0" y="194310"/>
                    <a:pt x="3810" y="203200"/>
                    <a:pt x="11430" y="208280"/>
                  </a:cubicBezTo>
                  <a:cubicBezTo>
                    <a:pt x="17780" y="213360"/>
                    <a:pt x="27940" y="215900"/>
                    <a:pt x="38100" y="218440"/>
                  </a:cubicBezTo>
                  <a:cubicBezTo>
                    <a:pt x="48260" y="220980"/>
                    <a:pt x="54610" y="223520"/>
                    <a:pt x="57150" y="226060"/>
                  </a:cubicBezTo>
                  <a:cubicBezTo>
                    <a:pt x="59690" y="227330"/>
                    <a:pt x="60960" y="229870"/>
                    <a:pt x="60960" y="234950"/>
                  </a:cubicBezTo>
                  <a:lnTo>
                    <a:pt x="60960" y="265430"/>
                  </a:lnTo>
                  <a:cubicBezTo>
                    <a:pt x="60960" y="270510"/>
                    <a:pt x="66040" y="275590"/>
                    <a:pt x="71120" y="275590"/>
                  </a:cubicBezTo>
                  <a:cubicBezTo>
                    <a:pt x="76200" y="275590"/>
                    <a:pt x="81280" y="270510"/>
                    <a:pt x="81280" y="265430"/>
                  </a:cubicBezTo>
                  <a:lnTo>
                    <a:pt x="81280" y="234950"/>
                  </a:lnTo>
                  <a:cubicBezTo>
                    <a:pt x="81280" y="224790"/>
                    <a:pt x="77470" y="215900"/>
                    <a:pt x="69850" y="210820"/>
                  </a:cubicBezTo>
                  <a:cubicBezTo>
                    <a:pt x="63500" y="205740"/>
                    <a:pt x="53340" y="203200"/>
                    <a:pt x="43180" y="200660"/>
                  </a:cubicBezTo>
                  <a:cubicBezTo>
                    <a:pt x="33020" y="198120"/>
                    <a:pt x="26670" y="195580"/>
                    <a:pt x="24130" y="193040"/>
                  </a:cubicBezTo>
                  <a:cubicBezTo>
                    <a:pt x="21590" y="191770"/>
                    <a:pt x="20320" y="189230"/>
                    <a:pt x="20320" y="184150"/>
                  </a:cubicBezTo>
                  <a:cubicBezTo>
                    <a:pt x="20320" y="182880"/>
                    <a:pt x="20320" y="180340"/>
                    <a:pt x="22860" y="175260"/>
                  </a:cubicBezTo>
                  <a:cubicBezTo>
                    <a:pt x="25400" y="171450"/>
                    <a:pt x="27940" y="166370"/>
                    <a:pt x="31750" y="161290"/>
                  </a:cubicBezTo>
                  <a:cubicBezTo>
                    <a:pt x="36830" y="153670"/>
                    <a:pt x="44450" y="146050"/>
                    <a:pt x="49530" y="138430"/>
                  </a:cubicBezTo>
                  <a:cubicBezTo>
                    <a:pt x="50800" y="137160"/>
                    <a:pt x="52070" y="134620"/>
                    <a:pt x="53340" y="133350"/>
                  </a:cubicBezTo>
                  <a:cubicBezTo>
                    <a:pt x="58420" y="127000"/>
                    <a:pt x="67310" y="115570"/>
                    <a:pt x="77470" y="102870"/>
                  </a:cubicBezTo>
                  <a:cubicBezTo>
                    <a:pt x="82550" y="96520"/>
                    <a:pt x="88900" y="88900"/>
                    <a:pt x="93980" y="82550"/>
                  </a:cubicBezTo>
                  <a:cubicBezTo>
                    <a:pt x="102870" y="71120"/>
                    <a:pt x="107950" y="60960"/>
                    <a:pt x="109220" y="52070"/>
                  </a:cubicBezTo>
                  <a:cubicBezTo>
                    <a:pt x="111760" y="44450"/>
                    <a:pt x="110490" y="36830"/>
                    <a:pt x="110490" y="31750"/>
                  </a:cubicBezTo>
                  <a:cubicBezTo>
                    <a:pt x="110490" y="31750"/>
                    <a:pt x="110490" y="30480"/>
                    <a:pt x="110490" y="30480"/>
                  </a:cubicBezTo>
                  <a:lnTo>
                    <a:pt x="110490" y="10160"/>
                  </a:ln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67" name="Полилиния: фигура 600">
              <a:extLst>
                <a:ext uri="{FF2B5EF4-FFF2-40B4-BE49-F238E27FC236}">
                  <a16:creationId xmlns:a16="http://schemas.microsoft.com/office/drawing/2014/main" id="{2D158C97-467B-78EC-F4F9-3A1D69689608}"/>
                </a:ext>
              </a:extLst>
            </p:cNvPr>
            <p:cNvSpPr/>
            <p:nvPr/>
          </p:nvSpPr>
          <p:spPr>
            <a:xfrm>
              <a:off x="6864735" y="5148071"/>
              <a:ext cx="106679" cy="43179"/>
            </a:xfrm>
            <a:custGeom>
              <a:avLst/>
              <a:gdLst>
                <a:gd name="connsiteX0" fmla="*/ 106680 w 106679"/>
                <a:gd name="connsiteY0" fmla="*/ 10160 h 43179"/>
                <a:gd name="connsiteX1" fmla="*/ 96520 w 106679"/>
                <a:gd name="connsiteY1" fmla="*/ 0 h 43179"/>
                <a:gd name="connsiteX2" fmla="*/ 86360 w 106679"/>
                <a:gd name="connsiteY2" fmla="*/ 10160 h 43179"/>
                <a:gd name="connsiteX3" fmla="*/ 83820 w 106679"/>
                <a:gd name="connsiteY3" fmla="*/ 19050 h 43179"/>
                <a:gd name="connsiteX4" fmla="*/ 77470 w 106679"/>
                <a:gd name="connsiteY4" fmla="*/ 22860 h 43179"/>
                <a:gd name="connsiteX5" fmla="*/ 67310 w 106679"/>
                <a:gd name="connsiteY5" fmla="*/ 24130 h 43179"/>
                <a:gd name="connsiteX6" fmla="*/ 60960 w 106679"/>
                <a:gd name="connsiteY6" fmla="*/ 22860 h 43179"/>
                <a:gd name="connsiteX7" fmla="*/ 54610 w 106679"/>
                <a:gd name="connsiteY7" fmla="*/ 17780 h 43179"/>
                <a:gd name="connsiteX8" fmla="*/ 43180 w 106679"/>
                <a:gd name="connsiteY8" fmla="*/ 10160 h 43179"/>
                <a:gd name="connsiteX9" fmla="*/ 25400 w 106679"/>
                <a:gd name="connsiteY9" fmla="*/ 5080 h 43179"/>
                <a:gd name="connsiteX10" fmla="*/ 10160 w 106679"/>
                <a:gd name="connsiteY10" fmla="*/ 5080 h 43179"/>
                <a:gd name="connsiteX11" fmla="*/ 0 w 106679"/>
                <a:gd name="connsiteY11" fmla="*/ 15240 h 43179"/>
                <a:gd name="connsiteX12" fmla="*/ 10160 w 106679"/>
                <a:gd name="connsiteY12" fmla="*/ 25400 h 43179"/>
                <a:gd name="connsiteX13" fmla="*/ 25400 w 106679"/>
                <a:gd name="connsiteY13" fmla="*/ 25400 h 43179"/>
                <a:gd name="connsiteX14" fmla="*/ 34290 w 106679"/>
                <a:gd name="connsiteY14" fmla="*/ 27940 h 43179"/>
                <a:gd name="connsiteX15" fmla="*/ 43180 w 106679"/>
                <a:gd name="connsiteY15" fmla="*/ 33020 h 43179"/>
                <a:gd name="connsiteX16" fmla="*/ 50800 w 106679"/>
                <a:gd name="connsiteY16" fmla="*/ 38100 h 43179"/>
                <a:gd name="connsiteX17" fmla="*/ 66040 w 106679"/>
                <a:gd name="connsiteY17" fmla="*/ 43180 h 43179"/>
                <a:gd name="connsiteX18" fmla="*/ 83820 w 106679"/>
                <a:gd name="connsiteY18" fmla="*/ 41910 h 43179"/>
                <a:gd name="connsiteX19" fmla="*/ 100330 w 106679"/>
                <a:gd name="connsiteY19" fmla="*/ 31750 h 43179"/>
                <a:gd name="connsiteX20" fmla="*/ 106680 w 106679"/>
                <a:gd name="connsiteY20" fmla="*/ 10160 h 431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06679" h="43179">
                  <a:moveTo>
                    <a:pt x="106680" y="10160"/>
                  </a:moveTo>
                  <a:cubicBezTo>
                    <a:pt x="106680" y="5080"/>
                    <a:pt x="101600" y="0"/>
                    <a:pt x="96520" y="0"/>
                  </a:cubicBezTo>
                  <a:cubicBezTo>
                    <a:pt x="91440" y="0"/>
                    <a:pt x="86360" y="5080"/>
                    <a:pt x="86360" y="10160"/>
                  </a:cubicBezTo>
                  <a:cubicBezTo>
                    <a:pt x="86360" y="13970"/>
                    <a:pt x="85090" y="16510"/>
                    <a:pt x="83820" y="19050"/>
                  </a:cubicBezTo>
                  <a:cubicBezTo>
                    <a:pt x="82550" y="20320"/>
                    <a:pt x="80010" y="22860"/>
                    <a:pt x="77470" y="22860"/>
                  </a:cubicBezTo>
                  <a:cubicBezTo>
                    <a:pt x="74930" y="24130"/>
                    <a:pt x="71120" y="24130"/>
                    <a:pt x="67310" y="24130"/>
                  </a:cubicBezTo>
                  <a:cubicBezTo>
                    <a:pt x="63500" y="24130"/>
                    <a:pt x="62230" y="22860"/>
                    <a:pt x="60960" y="22860"/>
                  </a:cubicBezTo>
                  <a:cubicBezTo>
                    <a:pt x="58420" y="21590"/>
                    <a:pt x="55880" y="20320"/>
                    <a:pt x="54610" y="17780"/>
                  </a:cubicBezTo>
                  <a:cubicBezTo>
                    <a:pt x="50800" y="15240"/>
                    <a:pt x="46990" y="12700"/>
                    <a:pt x="43180" y="10160"/>
                  </a:cubicBezTo>
                  <a:cubicBezTo>
                    <a:pt x="38100" y="6350"/>
                    <a:pt x="31750" y="5080"/>
                    <a:pt x="25400" y="5080"/>
                  </a:cubicBezTo>
                  <a:lnTo>
                    <a:pt x="10160" y="5080"/>
                  </a:lnTo>
                  <a:cubicBezTo>
                    <a:pt x="5080" y="5080"/>
                    <a:pt x="0" y="10160"/>
                    <a:pt x="0" y="15240"/>
                  </a:cubicBezTo>
                  <a:cubicBezTo>
                    <a:pt x="0" y="20320"/>
                    <a:pt x="5080" y="25400"/>
                    <a:pt x="10160" y="25400"/>
                  </a:cubicBezTo>
                  <a:lnTo>
                    <a:pt x="25400" y="25400"/>
                  </a:lnTo>
                  <a:cubicBezTo>
                    <a:pt x="27940" y="25400"/>
                    <a:pt x="30480" y="25400"/>
                    <a:pt x="34290" y="27940"/>
                  </a:cubicBezTo>
                  <a:cubicBezTo>
                    <a:pt x="36830" y="29210"/>
                    <a:pt x="39370" y="30480"/>
                    <a:pt x="43180" y="33020"/>
                  </a:cubicBezTo>
                  <a:cubicBezTo>
                    <a:pt x="45720" y="34290"/>
                    <a:pt x="48260" y="36830"/>
                    <a:pt x="50800" y="38100"/>
                  </a:cubicBezTo>
                  <a:cubicBezTo>
                    <a:pt x="54610" y="40640"/>
                    <a:pt x="60960" y="41910"/>
                    <a:pt x="66040" y="43180"/>
                  </a:cubicBezTo>
                  <a:cubicBezTo>
                    <a:pt x="71120" y="43180"/>
                    <a:pt x="77470" y="43180"/>
                    <a:pt x="83820" y="41910"/>
                  </a:cubicBezTo>
                  <a:cubicBezTo>
                    <a:pt x="90170" y="40640"/>
                    <a:pt x="95250" y="36830"/>
                    <a:pt x="100330" y="31750"/>
                  </a:cubicBezTo>
                  <a:cubicBezTo>
                    <a:pt x="104140" y="26670"/>
                    <a:pt x="106680" y="19050"/>
                    <a:pt x="106680" y="10160"/>
                  </a:cubicBez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68" name="Полилиния: фигура 604">
            <a:extLst>
              <a:ext uri="{FF2B5EF4-FFF2-40B4-BE49-F238E27FC236}">
                <a16:creationId xmlns:a16="http://schemas.microsoft.com/office/drawing/2014/main" id="{B5537D25-2D6E-3B0D-47E7-02029E6C34CA}"/>
              </a:ext>
            </a:extLst>
          </p:cNvPr>
          <p:cNvSpPr/>
          <p:nvPr/>
        </p:nvSpPr>
        <p:spPr>
          <a:xfrm>
            <a:off x="7778416" y="5015190"/>
            <a:ext cx="270394" cy="223520"/>
          </a:xfrm>
          <a:custGeom>
            <a:avLst/>
            <a:gdLst>
              <a:gd name="connsiteX0" fmla="*/ 138208 w 270394"/>
              <a:gd name="connsiteY0" fmla="*/ 20320 h 223520"/>
              <a:gd name="connsiteX1" fmla="*/ 110268 w 270394"/>
              <a:gd name="connsiteY1" fmla="*/ 48260 h 223520"/>
              <a:gd name="connsiteX2" fmla="*/ 110268 w 270394"/>
              <a:gd name="connsiteY2" fmla="*/ 50800 h 223520"/>
              <a:gd name="connsiteX3" fmla="*/ 100108 w 270394"/>
              <a:gd name="connsiteY3" fmla="*/ 60960 h 223520"/>
              <a:gd name="connsiteX4" fmla="*/ 89948 w 270394"/>
              <a:gd name="connsiteY4" fmla="*/ 50800 h 223520"/>
              <a:gd name="connsiteX5" fmla="*/ 89948 w 270394"/>
              <a:gd name="connsiteY5" fmla="*/ 48260 h 223520"/>
              <a:gd name="connsiteX6" fmla="*/ 138208 w 270394"/>
              <a:gd name="connsiteY6" fmla="*/ 0 h 223520"/>
              <a:gd name="connsiteX7" fmla="*/ 139478 w 270394"/>
              <a:gd name="connsiteY7" fmla="*/ 0 h 223520"/>
              <a:gd name="connsiteX8" fmla="*/ 186468 w 270394"/>
              <a:gd name="connsiteY8" fmla="*/ 46990 h 223520"/>
              <a:gd name="connsiteX9" fmla="*/ 173768 w 270394"/>
              <a:gd name="connsiteY9" fmla="*/ 78740 h 223520"/>
              <a:gd name="connsiteX10" fmla="*/ 153448 w 270394"/>
              <a:gd name="connsiteY10" fmla="*/ 101600 h 223520"/>
              <a:gd name="connsiteX11" fmla="*/ 155988 w 270394"/>
              <a:gd name="connsiteY11" fmla="*/ 116840 h 223520"/>
              <a:gd name="connsiteX12" fmla="*/ 261398 w 270394"/>
              <a:gd name="connsiteY12" fmla="*/ 186690 h 223520"/>
              <a:gd name="connsiteX13" fmla="*/ 249968 w 270394"/>
              <a:gd name="connsiteY13" fmla="*/ 223520 h 223520"/>
              <a:gd name="connsiteX14" fmla="*/ 20098 w 270394"/>
              <a:gd name="connsiteY14" fmla="*/ 223520 h 223520"/>
              <a:gd name="connsiteX15" fmla="*/ 8668 w 270394"/>
              <a:gd name="connsiteY15" fmla="*/ 186690 h 223520"/>
              <a:gd name="connsiteX16" fmla="*/ 95028 w 270394"/>
              <a:gd name="connsiteY16" fmla="*/ 124460 h 223520"/>
              <a:gd name="connsiteX17" fmla="*/ 108998 w 270394"/>
              <a:gd name="connsiteY17" fmla="*/ 127000 h 223520"/>
              <a:gd name="connsiteX18" fmla="*/ 106458 w 270394"/>
              <a:gd name="connsiteY18" fmla="*/ 140970 h 223520"/>
              <a:gd name="connsiteX19" fmla="*/ 20098 w 270394"/>
              <a:gd name="connsiteY19" fmla="*/ 203200 h 223520"/>
              <a:gd name="connsiteX20" fmla="*/ 248698 w 270394"/>
              <a:gd name="connsiteY20" fmla="*/ 203200 h 223520"/>
              <a:gd name="connsiteX21" fmla="*/ 143288 w 270394"/>
              <a:gd name="connsiteY21" fmla="*/ 133350 h 223520"/>
              <a:gd name="connsiteX22" fmla="*/ 138208 w 270394"/>
              <a:gd name="connsiteY22" fmla="*/ 87630 h 223520"/>
              <a:gd name="connsiteX23" fmla="*/ 158528 w 270394"/>
              <a:gd name="connsiteY23" fmla="*/ 64770 h 223520"/>
              <a:gd name="connsiteX24" fmla="*/ 164878 w 270394"/>
              <a:gd name="connsiteY24" fmla="*/ 46990 h 223520"/>
              <a:gd name="connsiteX25" fmla="*/ 138208 w 270394"/>
              <a:gd name="connsiteY25" fmla="*/ 20320 h 223520"/>
              <a:gd name="connsiteX26" fmla="*/ 138208 w 270394"/>
              <a:gd name="connsiteY26" fmla="*/ 20320 h 2235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</a:cxnLst>
            <a:rect l="l" t="t" r="r" b="b"/>
            <a:pathLst>
              <a:path w="270394" h="223520">
                <a:moveTo>
                  <a:pt x="138208" y="20320"/>
                </a:moveTo>
                <a:cubicBezTo>
                  <a:pt x="122968" y="20320"/>
                  <a:pt x="110268" y="33020"/>
                  <a:pt x="110268" y="48260"/>
                </a:cubicBezTo>
                <a:lnTo>
                  <a:pt x="110268" y="50800"/>
                </a:lnTo>
                <a:cubicBezTo>
                  <a:pt x="110268" y="55880"/>
                  <a:pt x="105188" y="60960"/>
                  <a:pt x="100108" y="60960"/>
                </a:cubicBezTo>
                <a:cubicBezTo>
                  <a:pt x="95028" y="60960"/>
                  <a:pt x="89948" y="55880"/>
                  <a:pt x="89948" y="50800"/>
                </a:cubicBezTo>
                <a:lnTo>
                  <a:pt x="89948" y="48260"/>
                </a:lnTo>
                <a:cubicBezTo>
                  <a:pt x="89948" y="21590"/>
                  <a:pt x="111538" y="0"/>
                  <a:pt x="138208" y="0"/>
                </a:cubicBezTo>
                <a:lnTo>
                  <a:pt x="139478" y="0"/>
                </a:lnTo>
                <a:cubicBezTo>
                  <a:pt x="164878" y="0"/>
                  <a:pt x="186468" y="20320"/>
                  <a:pt x="186468" y="46990"/>
                </a:cubicBezTo>
                <a:cubicBezTo>
                  <a:pt x="186468" y="58420"/>
                  <a:pt x="182658" y="69850"/>
                  <a:pt x="173768" y="78740"/>
                </a:cubicBezTo>
                <a:lnTo>
                  <a:pt x="153448" y="101600"/>
                </a:lnTo>
                <a:cubicBezTo>
                  <a:pt x="149638" y="106680"/>
                  <a:pt x="149638" y="113030"/>
                  <a:pt x="155988" y="116840"/>
                </a:cubicBezTo>
                <a:lnTo>
                  <a:pt x="261398" y="186690"/>
                </a:lnTo>
                <a:cubicBezTo>
                  <a:pt x="277908" y="198120"/>
                  <a:pt x="270288" y="223520"/>
                  <a:pt x="249968" y="223520"/>
                </a:cubicBezTo>
                <a:lnTo>
                  <a:pt x="20098" y="223520"/>
                </a:lnTo>
                <a:cubicBezTo>
                  <a:pt x="1048" y="223520"/>
                  <a:pt x="-7842" y="198120"/>
                  <a:pt x="8668" y="186690"/>
                </a:cubicBezTo>
                <a:lnTo>
                  <a:pt x="95028" y="124460"/>
                </a:lnTo>
                <a:cubicBezTo>
                  <a:pt x="100108" y="120650"/>
                  <a:pt x="106458" y="121920"/>
                  <a:pt x="108998" y="127000"/>
                </a:cubicBezTo>
                <a:cubicBezTo>
                  <a:pt x="112808" y="132080"/>
                  <a:pt x="111538" y="138430"/>
                  <a:pt x="106458" y="140970"/>
                </a:cubicBezTo>
                <a:lnTo>
                  <a:pt x="20098" y="203200"/>
                </a:lnTo>
                <a:lnTo>
                  <a:pt x="248698" y="203200"/>
                </a:lnTo>
                <a:lnTo>
                  <a:pt x="143288" y="133350"/>
                </a:lnTo>
                <a:cubicBezTo>
                  <a:pt x="128048" y="123190"/>
                  <a:pt x="125508" y="101600"/>
                  <a:pt x="138208" y="87630"/>
                </a:cubicBezTo>
                <a:lnTo>
                  <a:pt x="158528" y="64770"/>
                </a:lnTo>
                <a:cubicBezTo>
                  <a:pt x="163608" y="59690"/>
                  <a:pt x="164878" y="53340"/>
                  <a:pt x="164878" y="46990"/>
                </a:cubicBezTo>
                <a:cubicBezTo>
                  <a:pt x="164878" y="33020"/>
                  <a:pt x="153448" y="20320"/>
                  <a:pt x="138208" y="20320"/>
                </a:cubicBezTo>
                <a:lnTo>
                  <a:pt x="138208" y="2032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grpSp>
        <p:nvGrpSpPr>
          <p:cNvPr id="1173" name="Группа 1172">
            <a:extLst>
              <a:ext uri="{FF2B5EF4-FFF2-40B4-BE49-F238E27FC236}">
                <a16:creationId xmlns:a16="http://schemas.microsoft.com/office/drawing/2014/main" id="{B3CC7372-DF54-649D-86D6-1CA7B7C98192}"/>
              </a:ext>
            </a:extLst>
          </p:cNvPr>
          <p:cNvGrpSpPr/>
          <p:nvPr/>
        </p:nvGrpSpPr>
        <p:grpSpPr>
          <a:xfrm>
            <a:off x="1129819" y="5005029"/>
            <a:ext cx="203200" cy="242252"/>
            <a:chOff x="1154387" y="5049010"/>
            <a:chExt cx="203200" cy="242252"/>
          </a:xfrm>
        </p:grpSpPr>
        <p:sp>
          <p:nvSpPr>
            <p:cNvPr id="1169" name="Полилиния: фигура 605">
              <a:extLst>
                <a:ext uri="{FF2B5EF4-FFF2-40B4-BE49-F238E27FC236}">
                  <a16:creationId xmlns:a16="http://schemas.microsoft.com/office/drawing/2014/main" id="{117F1A3D-AE06-5447-B528-F56375AB7200}"/>
                </a:ext>
              </a:extLst>
            </p:cNvPr>
            <p:cNvSpPr/>
            <p:nvPr/>
          </p:nvSpPr>
          <p:spPr>
            <a:xfrm>
              <a:off x="1208997" y="5109971"/>
              <a:ext cx="96519" cy="121920"/>
            </a:xfrm>
            <a:custGeom>
              <a:avLst/>
              <a:gdLst>
                <a:gd name="connsiteX0" fmla="*/ 58420 w 96519"/>
                <a:gd name="connsiteY0" fmla="*/ 76200 h 121920"/>
                <a:gd name="connsiteX1" fmla="*/ 96520 w 96519"/>
                <a:gd name="connsiteY1" fmla="*/ 38100 h 121920"/>
                <a:gd name="connsiteX2" fmla="*/ 58420 w 96519"/>
                <a:gd name="connsiteY2" fmla="*/ 0 h 121920"/>
                <a:gd name="connsiteX3" fmla="*/ 26670 w 96519"/>
                <a:gd name="connsiteY3" fmla="*/ 0 h 121920"/>
                <a:gd name="connsiteX4" fmla="*/ 15240 w 96519"/>
                <a:gd name="connsiteY4" fmla="*/ 11430 h 121920"/>
                <a:gd name="connsiteX5" fmla="*/ 15240 w 96519"/>
                <a:gd name="connsiteY5" fmla="*/ 55880 h 121920"/>
                <a:gd name="connsiteX6" fmla="*/ 10160 w 96519"/>
                <a:gd name="connsiteY6" fmla="*/ 55880 h 121920"/>
                <a:gd name="connsiteX7" fmla="*/ 0 w 96519"/>
                <a:gd name="connsiteY7" fmla="*/ 66040 h 121920"/>
                <a:gd name="connsiteX8" fmla="*/ 10160 w 96519"/>
                <a:gd name="connsiteY8" fmla="*/ 76200 h 121920"/>
                <a:gd name="connsiteX9" fmla="*/ 15240 w 96519"/>
                <a:gd name="connsiteY9" fmla="*/ 76200 h 121920"/>
                <a:gd name="connsiteX10" fmla="*/ 15240 w 96519"/>
                <a:gd name="connsiteY10" fmla="*/ 86360 h 121920"/>
                <a:gd name="connsiteX11" fmla="*/ 10160 w 96519"/>
                <a:gd name="connsiteY11" fmla="*/ 86360 h 121920"/>
                <a:gd name="connsiteX12" fmla="*/ 0 w 96519"/>
                <a:gd name="connsiteY12" fmla="*/ 96520 h 121920"/>
                <a:gd name="connsiteX13" fmla="*/ 10160 w 96519"/>
                <a:gd name="connsiteY13" fmla="*/ 106680 h 121920"/>
                <a:gd name="connsiteX14" fmla="*/ 15240 w 96519"/>
                <a:gd name="connsiteY14" fmla="*/ 106680 h 121920"/>
                <a:gd name="connsiteX15" fmla="*/ 15240 w 96519"/>
                <a:gd name="connsiteY15" fmla="*/ 111760 h 121920"/>
                <a:gd name="connsiteX16" fmla="*/ 25400 w 96519"/>
                <a:gd name="connsiteY16" fmla="*/ 121920 h 121920"/>
                <a:gd name="connsiteX17" fmla="*/ 35560 w 96519"/>
                <a:gd name="connsiteY17" fmla="*/ 111760 h 121920"/>
                <a:gd name="connsiteX18" fmla="*/ 35560 w 96519"/>
                <a:gd name="connsiteY18" fmla="*/ 106680 h 121920"/>
                <a:gd name="connsiteX19" fmla="*/ 55880 w 96519"/>
                <a:gd name="connsiteY19" fmla="*/ 106680 h 121920"/>
                <a:gd name="connsiteX20" fmla="*/ 66040 w 96519"/>
                <a:gd name="connsiteY20" fmla="*/ 96520 h 121920"/>
                <a:gd name="connsiteX21" fmla="*/ 55880 w 96519"/>
                <a:gd name="connsiteY21" fmla="*/ 86360 h 121920"/>
                <a:gd name="connsiteX22" fmla="*/ 35560 w 96519"/>
                <a:gd name="connsiteY22" fmla="*/ 86360 h 121920"/>
                <a:gd name="connsiteX23" fmla="*/ 35560 w 96519"/>
                <a:gd name="connsiteY23" fmla="*/ 76200 h 121920"/>
                <a:gd name="connsiteX24" fmla="*/ 58420 w 96519"/>
                <a:gd name="connsiteY24" fmla="*/ 76200 h 121920"/>
                <a:gd name="connsiteX25" fmla="*/ 35560 w 96519"/>
                <a:gd name="connsiteY25" fmla="*/ 55880 h 121920"/>
                <a:gd name="connsiteX26" fmla="*/ 35560 w 96519"/>
                <a:gd name="connsiteY26" fmla="*/ 20320 h 121920"/>
                <a:gd name="connsiteX27" fmla="*/ 58420 w 96519"/>
                <a:gd name="connsiteY27" fmla="*/ 20320 h 121920"/>
                <a:gd name="connsiteX28" fmla="*/ 76200 w 96519"/>
                <a:gd name="connsiteY28" fmla="*/ 38100 h 121920"/>
                <a:gd name="connsiteX29" fmla="*/ 58420 w 96519"/>
                <a:gd name="connsiteY29" fmla="*/ 55880 h 121920"/>
                <a:gd name="connsiteX30" fmla="*/ 35560 w 96519"/>
                <a:gd name="connsiteY30" fmla="*/ 55880 h 1219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6519" h="121920">
                  <a:moveTo>
                    <a:pt x="58420" y="76200"/>
                  </a:moveTo>
                  <a:cubicBezTo>
                    <a:pt x="80010" y="76200"/>
                    <a:pt x="96520" y="59690"/>
                    <a:pt x="96520" y="38100"/>
                  </a:cubicBezTo>
                  <a:cubicBezTo>
                    <a:pt x="96520" y="16510"/>
                    <a:pt x="80010" y="0"/>
                    <a:pt x="58420" y="0"/>
                  </a:cubicBezTo>
                  <a:lnTo>
                    <a:pt x="26670" y="0"/>
                  </a:lnTo>
                  <a:cubicBezTo>
                    <a:pt x="20320" y="0"/>
                    <a:pt x="15240" y="5080"/>
                    <a:pt x="15240" y="11430"/>
                  </a:cubicBezTo>
                  <a:lnTo>
                    <a:pt x="15240" y="55880"/>
                  </a:lnTo>
                  <a:lnTo>
                    <a:pt x="10160" y="55880"/>
                  </a:lnTo>
                  <a:cubicBezTo>
                    <a:pt x="5080" y="55880"/>
                    <a:pt x="0" y="60960"/>
                    <a:pt x="0" y="66040"/>
                  </a:cubicBezTo>
                  <a:cubicBezTo>
                    <a:pt x="0" y="71120"/>
                    <a:pt x="5080" y="76200"/>
                    <a:pt x="10160" y="76200"/>
                  </a:cubicBezTo>
                  <a:lnTo>
                    <a:pt x="15240" y="76200"/>
                  </a:lnTo>
                  <a:lnTo>
                    <a:pt x="15240" y="86360"/>
                  </a:lnTo>
                  <a:lnTo>
                    <a:pt x="10160" y="86360"/>
                  </a:lnTo>
                  <a:cubicBezTo>
                    <a:pt x="5080" y="86360"/>
                    <a:pt x="0" y="91440"/>
                    <a:pt x="0" y="96520"/>
                  </a:cubicBezTo>
                  <a:cubicBezTo>
                    <a:pt x="0" y="101600"/>
                    <a:pt x="5080" y="106680"/>
                    <a:pt x="10160" y="106680"/>
                  </a:cubicBezTo>
                  <a:lnTo>
                    <a:pt x="15240" y="106680"/>
                  </a:lnTo>
                  <a:lnTo>
                    <a:pt x="15240" y="111760"/>
                  </a:lnTo>
                  <a:cubicBezTo>
                    <a:pt x="15240" y="116840"/>
                    <a:pt x="20320" y="121920"/>
                    <a:pt x="25400" y="121920"/>
                  </a:cubicBezTo>
                  <a:cubicBezTo>
                    <a:pt x="30480" y="121920"/>
                    <a:pt x="35560" y="116840"/>
                    <a:pt x="35560" y="111760"/>
                  </a:cubicBezTo>
                  <a:lnTo>
                    <a:pt x="35560" y="106680"/>
                  </a:lnTo>
                  <a:lnTo>
                    <a:pt x="55880" y="106680"/>
                  </a:lnTo>
                  <a:cubicBezTo>
                    <a:pt x="60960" y="106680"/>
                    <a:pt x="66040" y="101600"/>
                    <a:pt x="66040" y="96520"/>
                  </a:cubicBezTo>
                  <a:cubicBezTo>
                    <a:pt x="66040" y="91440"/>
                    <a:pt x="60960" y="86360"/>
                    <a:pt x="55880" y="86360"/>
                  </a:cubicBezTo>
                  <a:lnTo>
                    <a:pt x="35560" y="86360"/>
                  </a:lnTo>
                  <a:lnTo>
                    <a:pt x="35560" y="76200"/>
                  </a:lnTo>
                  <a:lnTo>
                    <a:pt x="58420" y="76200"/>
                  </a:lnTo>
                  <a:close/>
                  <a:moveTo>
                    <a:pt x="35560" y="55880"/>
                  </a:moveTo>
                  <a:lnTo>
                    <a:pt x="35560" y="20320"/>
                  </a:lnTo>
                  <a:lnTo>
                    <a:pt x="58420" y="20320"/>
                  </a:lnTo>
                  <a:cubicBezTo>
                    <a:pt x="68580" y="20320"/>
                    <a:pt x="76200" y="27940"/>
                    <a:pt x="76200" y="38100"/>
                  </a:cubicBezTo>
                  <a:cubicBezTo>
                    <a:pt x="76200" y="48260"/>
                    <a:pt x="68580" y="55880"/>
                    <a:pt x="58420" y="55880"/>
                  </a:cubicBezTo>
                  <a:lnTo>
                    <a:pt x="35560" y="55880"/>
                  </a:ln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170" name="Полилиния: фигура 606">
              <a:extLst>
                <a:ext uri="{FF2B5EF4-FFF2-40B4-BE49-F238E27FC236}">
                  <a16:creationId xmlns:a16="http://schemas.microsoft.com/office/drawing/2014/main" id="{05798192-EE04-8BA5-BAF9-A74FB3A6EDE2}"/>
                </a:ext>
              </a:extLst>
            </p:cNvPr>
            <p:cNvSpPr/>
            <p:nvPr/>
          </p:nvSpPr>
          <p:spPr>
            <a:xfrm>
              <a:off x="1154387" y="5049010"/>
              <a:ext cx="203200" cy="242252"/>
            </a:xfrm>
            <a:custGeom>
              <a:avLst/>
              <a:gdLst>
                <a:gd name="connsiteX0" fmla="*/ 201930 w 203200"/>
                <a:gd name="connsiteY0" fmla="*/ 152400 h 242252"/>
                <a:gd name="connsiteX1" fmla="*/ 201930 w 203200"/>
                <a:gd name="connsiteY1" fmla="*/ 149860 h 242252"/>
                <a:gd name="connsiteX2" fmla="*/ 203200 w 203200"/>
                <a:gd name="connsiteY2" fmla="*/ 133350 h 242252"/>
                <a:gd name="connsiteX3" fmla="*/ 203200 w 203200"/>
                <a:gd name="connsiteY3" fmla="*/ 10160 h 242252"/>
                <a:gd name="connsiteX4" fmla="*/ 193040 w 203200"/>
                <a:gd name="connsiteY4" fmla="*/ 0 h 242252"/>
                <a:gd name="connsiteX5" fmla="*/ 10160 w 203200"/>
                <a:gd name="connsiteY5" fmla="*/ 0 h 242252"/>
                <a:gd name="connsiteX6" fmla="*/ 0 w 203200"/>
                <a:gd name="connsiteY6" fmla="*/ 10160 h 242252"/>
                <a:gd name="connsiteX7" fmla="*/ 0 w 203200"/>
                <a:gd name="connsiteY7" fmla="*/ 133350 h 242252"/>
                <a:gd name="connsiteX8" fmla="*/ 1270 w 203200"/>
                <a:gd name="connsiteY8" fmla="*/ 149860 h 242252"/>
                <a:gd name="connsiteX9" fmla="*/ 1270 w 203200"/>
                <a:gd name="connsiteY9" fmla="*/ 152400 h 242252"/>
                <a:gd name="connsiteX10" fmla="*/ 44450 w 203200"/>
                <a:gd name="connsiteY10" fmla="*/ 213360 h 242252"/>
                <a:gd name="connsiteX11" fmla="*/ 95250 w 203200"/>
                <a:gd name="connsiteY11" fmla="*/ 241300 h 242252"/>
                <a:gd name="connsiteX12" fmla="*/ 105410 w 203200"/>
                <a:gd name="connsiteY12" fmla="*/ 241300 h 242252"/>
                <a:gd name="connsiteX13" fmla="*/ 156210 w 203200"/>
                <a:gd name="connsiteY13" fmla="*/ 213360 h 242252"/>
                <a:gd name="connsiteX14" fmla="*/ 201930 w 203200"/>
                <a:gd name="connsiteY14" fmla="*/ 152400 h 242252"/>
                <a:gd name="connsiteX15" fmla="*/ 21590 w 203200"/>
                <a:gd name="connsiteY15" fmla="*/ 134620 h 242252"/>
                <a:gd name="connsiteX16" fmla="*/ 21590 w 203200"/>
                <a:gd name="connsiteY16" fmla="*/ 20320 h 242252"/>
                <a:gd name="connsiteX17" fmla="*/ 184150 w 203200"/>
                <a:gd name="connsiteY17" fmla="*/ 20320 h 242252"/>
                <a:gd name="connsiteX18" fmla="*/ 184150 w 203200"/>
                <a:gd name="connsiteY18" fmla="*/ 134620 h 242252"/>
                <a:gd name="connsiteX19" fmla="*/ 182880 w 203200"/>
                <a:gd name="connsiteY19" fmla="*/ 149860 h 242252"/>
                <a:gd name="connsiteX20" fmla="*/ 149860 w 203200"/>
                <a:gd name="connsiteY20" fmla="*/ 196850 h 242252"/>
                <a:gd name="connsiteX21" fmla="*/ 104140 w 203200"/>
                <a:gd name="connsiteY21" fmla="*/ 222250 h 242252"/>
                <a:gd name="connsiteX22" fmla="*/ 58420 w 203200"/>
                <a:gd name="connsiteY22" fmla="*/ 196850 h 242252"/>
                <a:gd name="connsiteX23" fmla="*/ 25400 w 203200"/>
                <a:gd name="connsiteY23" fmla="*/ 149860 h 242252"/>
                <a:gd name="connsiteX24" fmla="*/ 21590 w 203200"/>
                <a:gd name="connsiteY24" fmla="*/ 134620 h 2422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203200" h="242252">
                  <a:moveTo>
                    <a:pt x="201930" y="152400"/>
                  </a:moveTo>
                  <a:lnTo>
                    <a:pt x="201930" y="149860"/>
                  </a:lnTo>
                  <a:cubicBezTo>
                    <a:pt x="203200" y="144780"/>
                    <a:pt x="203200" y="139700"/>
                    <a:pt x="203200" y="133350"/>
                  </a:cubicBezTo>
                  <a:lnTo>
                    <a:pt x="203200" y="10160"/>
                  </a:ln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ubicBezTo>
                    <a:pt x="5080" y="0"/>
                    <a:pt x="0" y="5080"/>
                    <a:pt x="0" y="10160"/>
                  </a:cubicBezTo>
                  <a:lnTo>
                    <a:pt x="0" y="133350"/>
                  </a:lnTo>
                  <a:cubicBezTo>
                    <a:pt x="0" y="138430"/>
                    <a:pt x="0" y="143510"/>
                    <a:pt x="1270" y="149860"/>
                  </a:cubicBezTo>
                  <a:lnTo>
                    <a:pt x="1270" y="152400"/>
                  </a:lnTo>
                  <a:cubicBezTo>
                    <a:pt x="6350" y="177800"/>
                    <a:pt x="22860" y="199390"/>
                    <a:pt x="44450" y="213360"/>
                  </a:cubicBezTo>
                  <a:lnTo>
                    <a:pt x="95250" y="241300"/>
                  </a:lnTo>
                  <a:cubicBezTo>
                    <a:pt x="97790" y="242570"/>
                    <a:pt x="101600" y="242570"/>
                    <a:pt x="105410" y="241300"/>
                  </a:cubicBezTo>
                  <a:lnTo>
                    <a:pt x="156210" y="213360"/>
                  </a:lnTo>
                  <a:cubicBezTo>
                    <a:pt x="181610" y="200660"/>
                    <a:pt x="196850" y="179070"/>
                    <a:pt x="201930" y="152400"/>
                  </a:cubicBezTo>
                  <a:close/>
                  <a:moveTo>
                    <a:pt x="21590" y="134620"/>
                  </a:moveTo>
                  <a:lnTo>
                    <a:pt x="21590" y="20320"/>
                  </a:lnTo>
                  <a:lnTo>
                    <a:pt x="184150" y="20320"/>
                  </a:lnTo>
                  <a:lnTo>
                    <a:pt x="184150" y="134620"/>
                  </a:lnTo>
                  <a:cubicBezTo>
                    <a:pt x="184150" y="139700"/>
                    <a:pt x="182880" y="144780"/>
                    <a:pt x="182880" y="149860"/>
                  </a:cubicBezTo>
                  <a:cubicBezTo>
                    <a:pt x="179070" y="168910"/>
                    <a:pt x="166370" y="186690"/>
                    <a:pt x="149860" y="196850"/>
                  </a:cubicBezTo>
                  <a:lnTo>
                    <a:pt x="104140" y="222250"/>
                  </a:lnTo>
                  <a:lnTo>
                    <a:pt x="58420" y="196850"/>
                  </a:lnTo>
                  <a:cubicBezTo>
                    <a:pt x="40640" y="186690"/>
                    <a:pt x="29210" y="170180"/>
                    <a:pt x="25400" y="149860"/>
                  </a:cubicBezTo>
                  <a:cubicBezTo>
                    <a:pt x="22860" y="144780"/>
                    <a:pt x="21590" y="139700"/>
                    <a:pt x="21590" y="134620"/>
                  </a:cubicBezTo>
                  <a:close/>
                </a:path>
              </a:pathLst>
            </a:custGeom>
            <a:solidFill>
              <a:schemeClr val="tx1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1171" name="Полилиния: фигура 609">
            <a:extLst>
              <a:ext uri="{FF2B5EF4-FFF2-40B4-BE49-F238E27FC236}">
                <a16:creationId xmlns:a16="http://schemas.microsoft.com/office/drawing/2014/main" id="{F0BD87B6-F10D-513D-A099-5BC9206DBF22}"/>
              </a:ext>
            </a:extLst>
          </p:cNvPr>
          <p:cNvSpPr/>
          <p:nvPr/>
        </p:nvSpPr>
        <p:spPr>
          <a:xfrm>
            <a:off x="9523601" y="5005029"/>
            <a:ext cx="243839" cy="243840"/>
          </a:xfrm>
          <a:custGeom>
            <a:avLst/>
            <a:gdLst>
              <a:gd name="connsiteX0" fmla="*/ 162560 w 243839"/>
              <a:gd name="connsiteY0" fmla="*/ 40640 h 243840"/>
              <a:gd name="connsiteX1" fmla="*/ 158750 w 243839"/>
              <a:gd name="connsiteY1" fmla="*/ 58420 h 243840"/>
              <a:gd name="connsiteX2" fmla="*/ 213360 w 243839"/>
              <a:gd name="connsiteY2" fmla="*/ 142240 h 243840"/>
              <a:gd name="connsiteX3" fmla="*/ 213360 w 243839"/>
              <a:gd name="connsiteY3" fmla="*/ 143510 h 243840"/>
              <a:gd name="connsiteX4" fmla="*/ 243839 w 243839"/>
              <a:gd name="connsiteY4" fmla="*/ 182880 h 243840"/>
              <a:gd name="connsiteX5" fmla="*/ 243839 w 243839"/>
              <a:gd name="connsiteY5" fmla="*/ 203200 h 243840"/>
              <a:gd name="connsiteX6" fmla="*/ 203200 w 243839"/>
              <a:gd name="connsiteY6" fmla="*/ 243840 h 243840"/>
              <a:gd name="connsiteX7" fmla="*/ 40639 w 243839"/>
              <a:gd name="connsiteY7" fmla="*/ 243840 h 243840"/>
              <a:gd name="connsiteX8" fmla="*/ 0 w 243839"/>
              <a:gd name="connsiteY8" fmla="*/ 203200 h 243840"/>
              <a:gd name="connsiteX9" fmla="*/ 0 w 243839"/>
              <a:gd name="connsiteY9" fmla="*/ 182880 h 243840"/>
              <a:gd name="connsiteX10" fmla="*/ 30480 w 243839"/>
              <a:gd name="connsiteY10" fmla="*/ 143510 h 243840"/>
              <a:gd name="connsiteX11" fmla="*/ 30480 w 243839"/>
              <a:gd name="connsiteY11" fmla="*/ 142240 h 243840"/>
              <a:gd name="connsiteX12" fmla="*/ 85089 w 243839"/>
              <a:gd name="connsiteY12" fmla="*/ 58420 h 243840"/>
              <a:gd name="connsiteX13" fmla="*/ 81280 w 243839"/>
              <a:gd name="connsiteY13" fmla="*/ 40640 h 243840"/>
              <a:gd name="connsiteX14" fmla="*/ 121920 w 243839"/>
              <a:gd name="connsiteY14" fmla="*/ 0 h 243840"/>
              <a:gd name="connsiteX15" fmla="*/ 162560 w 243839"/>
              <a:gd name="connsiteY15" fmla="*/ 40640 h 243840"/>
              <a:gd name="connsiteX16" fmla="*/ 52070 w 243839"/>
              <a:gd name="connsiteY16" fmla="*/ 142240 h 243840"/>
              <a:gd name="connsiteX17" fmla="*/ 194310 w 243839"/>
              <a:gd name="connsiteY17" fmla="*/ 142240 h 243840"/>
              <a:gd name="connsiteX18" fmla="*/ 146050 w 243839"/>
              <a:gd name="connsiteY18" fmla="*/ 74930 h 243840"/>
              <a:gd name="connsiteX19" fmla="*/ 124460 w 243839"/>
              <a:gd name="connsiteY19" fmla="*/ 81280 h 243840"/>
              <a:gd name="connsiteX20" fmla="*/ 102870 w 243839"/>
              <a:gd name="connsiteY20" fmla="*/ 74930 h 243840"/>
              <a:gd name="connsiteX21" fmla="*/ 52070 w 243839"/>
              <a:gd name="connsiteY21" fmla="*/ 142240 h 243840"/>
              <a:gd name="connsiteX22" fmla="*/ 123189 w 243839"/>
              <a:gd name="connsiteY22" fmla="*/ 60960 h 243840"/>
              <a:gd name="connsiteX23" fmla="*/ 143510 w 243839"/>
              <a:gd name="connsiteY23" fmla="*/ 40640 h 243840"/>
              <a:gd name="connsiteX24" fmla="*/ 123189 w 243839"/>
              <a:gd name="connsiteY24" fmla="*/ 20320 h 243840"/>
              <a:gd name="connsiteX25" fmla="*/ 102870 w 243839"/>
              <a:gd name="connsiteY25" fmla="*/ 40640 h 243840"/>
              <a:gd name="connsiteX26" fmla="*/ 123189 w 243839"/>
              <a:gd name="connsiteY26" fmla="*/ 60960 h 243840"/>
              <a:gd name="connsiteX27" fmla="*/ 21589 w 243839"/>
              <a:gd name="connsiteY27" fmla="*/ 181610 h 243840"/>
              <a:gd name="connsiteX28" fmla="*/ 41910 w 243839"/>
              <a:gd name="connsiteY28" fmla="*/ 161290 h 243840"/>
              <a:gd name="connsiteX29" fmla="*/ 204470 w 243839"/>
              <a:gd name="connsiteY29" fmla="*/ 161290 h 243840"/>
              <a:gd name="connsiteX30" fmla="*/ 224789 w 243839"/>
              <a:gd name="connsiteY30" fmla="*/ 181610 h 243840"/>
              <a:gd name="connsiteX31" fmla="*/ 224789 w 243839"/>
              <a:gd name="connsiteY31" fmla="*/ 201930 h 243840"/>
              <a:gd name="connsiteX32" fmla="*/ 204470 w 243839"/>
              <a:gd name="connsiteY32" fmla="*/ 222250 h 243840"/>
              <a:gd name="connsiteX33" fmla="*/ 41910 w 243839"/>
              <a:gd name="connsiteY33" fmla="*/ 222250 h 243840"/>
              <a:gd name="connsiteX34" fmla="*/ 21589 w 243839"/>
              <a:gd name="connsiteY34" fmla="*/ 201930 h 243840"/>
              <a:gd name="connsiteX35" fmla="*/ 21589 w 243839"/>
              <a:gd name="connsiteY35" fmla="*/ 181610 h 2438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243839" h="243840">
                <a:moveTo>
                  <a:pt x="162560" y="40640"/>
                </a:moveTo>
                <a:cubicBezTo>
                  <a:pt x="162560" y="46990"/>
                  <a:pt x="161289" y="53340"/>
                  <a:pt x="158750" y="58420"/>
                </a:cubicBezTo>
                <a:cubicBezTo>
                  <a:pt x="190500" y="72390"/>
                  <a:pt x="213360" y="104140"/>
                  <a:pt x="213360" y="142240"/>
                </a:cubicBezTo>
                <a:lnTo>
                  <a:pt x="213360" y="143510"/>
                </a:lnTo>
                <a:cubicBezTo>
                  <a:pt x="231139" y="148590"/>
                  <a:pt x="243839" y="163830"/>
                  <a:pt x="243839" y="182880"/>
                </a:cubicBezTo>
                <a:lnTo>
                  <a:pt x="243839" y="203200"/>
                </a:lnTo>
                <a:cubicBezTo>
                  <a:pt x="243839" y="226060"/>
                  <a:pt x="226060" y="243840"/>
                  <a:pt x="203200" y="243840"/>
                </a:cubicBezTo>
                <a:lnTo>
                  <a:pt x="40639" y="243840"/>
                </a:lnTo>
                <a:cubicBezTo>
                  <a:pt x="17780" y="243840"/>
                  <a:pt x="0" y="226060"/>
                  <a:pt x="0" y="203200"/>
                </a:cubicBezTo>
                <a:lnTo>
                  <a:pt x="0" y="182880"/>
                </a:lnTo>
                <a:cubicBezTo>
                  <a:pt x="0" y="163830"/>
                  <a:pt x="12700" y="148590"/>
                  <a:pt x="30480" y="143510"/>
                </a:cubicBezTo>
                <a:lnTo>
                  <a:pt x="30480" y="142240"/>
                </a:lnTo>
                <a:cubicBezTo>
                  <a:pt x="30480" y="105410"/>
                  <a:pt x="53339" y="72390"/>
                  <a:pt x="85089" y="58420"/>
                </a:cubicBezTo>
                <a:cubicBezTo>
                  <a:pt x="82550" y="53340"/>
                  <a:pt x="81280" y="46990"/>
                  <a:pt x="81280" y="40640"/>
                </a:cubicBezTo>
                <a:cubicBezTo>
                  <a:pt x="81280" y="17780"/>
                  <a:pt x="99060" y="0"/>
                  <a:pt x="121920" y="0"/>
                </a:cubicBezTo>
                <a:cubicBezTo>
                  <a:pt x="144780" y="0"/>
                  <a:pt x="162560" y="17780"/>
                  <a:pt x="162560" y="40640"/>
                </a:cubicBezTo>
                <a:close/>
                <a:moveTo>
                  <a:pt x="52070" y="142240"/>
                </a:moveTo>
                <a:lnTo>
                  <a:pt x="194310" y="142240"/>
                </a:lnTo>
                <a:cubicBezTo>
                  <a:pt x="194310" y="110490"/>
                  <a:pt x="173989" y="83820"/>
                  <a:pt x="146050" y="74930"/>
                </a:cubicBezTo>
                <a:cubicBezTo>
                  <a:pt x="139700" y="78740"/>
                  <a:pt x="132080" y="81280"/>
                  <a:pt x="124460" y="81280"/>
                </a:cubicBezTo>
                <a:cubicBezTo>
                  <a:pt x="116839" y="81280"/>
                  <a:pt x="109220" y="78740"/>
                  <a:pt x="102870" y="74930"/>
                </a:cubicBezTo>
                <a:cubicBezTo>
                  <a:pt x="72389" y="83820"/>
                  <a:pt x="52070" y="110490"/>
                  <a:pt x="52070" y="142240"/>
                </a:cubicBezTo>
                <a:close/>
                <a:moveTo>
                  <a:pt x="123189" y="60960"/>
                </a:moveTo>
                <a:cubicBezTo>
                  <a:pt x="134620" y="60960"/>
                  <a:pt x="143510" y="52070"/>
                  <a:pt x="143510" y="40640"/>
                </a:cubicBezTo>
                <a:cubicBezTo>
                  <a:pt x="143510" y="29210"/>
                  <a:pt x="134620" y="20320"/>
                  <a:pt x="123189" y="20320"/>
                </a:cubicBezTo>
                <a:cubicBezTo>
                  <a:pt x="111760" y="20320"/>
                  <a:pt x="102870" y="29210"/>
                  <a:pt x="102870" y="40640"/>
                </a:cubicBezTo>
                <a:cubicBezTo>
                  <a:pt x="102870" y="52070"/>
                  <a:pt x="111760" y="60960"/>
                  <a:pt x="123189" y="60960"/>
                </a:cubicBezTo>
                <a:close/>
                <a:moveTo>
                  <a:pt x="21589" y="181610"/>
                </a:moveTo>
                <a:cubicBezTo>
                  <a:pt x="21589" y="170180"/>
                  <a:pt x="30480" y="161290"/>
                  <a:pt x="41910" y="161290"/>
                </a:cubicBezTo>
                <a:lnTo>
                  <a:pt x="204470" y="161290"/>
                </a:lnTo>
                <a:cubicBezTo>
                  <a:pt x="215900" y="161290"/>
                  <a:pt x="224789" y="170180"/>
                  <a:pt x="224789" y="181610"/>
                </a:cubicBezTo>
                <a:lnTo>
                  <a:pt x="224789" y="201930"/>
                </a:lnTo>
                <a:cubicBezTo>
                  <a:pt x="224789" y="213360"/>
                  <a:pt x="215900" y="222250"/>
                  <a:pt x="204470" y="222250"/>
                </a:cubicBezTo>
                <a:lnTo>
                  <a:pt x="41910" y="222250"/>
                </a:lnTo>
                <a:cubicBezTo>
                  <a:pt x="30480" y="222250"/>
                  <a:pt x="21589" y="213360"/>
                  <a:pt x="21589" y="201930"/>
                </a:cubicBezTo>
                <a:lnTo>
                  <a:pt x="21589" y="181610"/>
                </a:lnTo>
                <a:close/>
              </a:path>
            </a:pathLst>
          </a:custGeom>
          <a:solidFill>
            <a:schemeClr val="tx1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900" name="TextBox 899">
            <a:extLst>
              <a:ext uri="{FF2B5EF4-FFF2-40B4-BE49-F238E27FC236}">
                <a16:creationId xmlns:a16="http://schemas.microsoft.com/office/drawing/2014/main" id="{58A84B17-B66A-FF8F-C5C7-F12F0A4E62C3}"/>
              </a:ext>
            </a:extLst>
          </p:cNvPr>
          <p:cNvSpPr txBox="1"/>
          <p:nvPr/>
        </p:nvSpPr>
        <p:spPr bwMode="auto">
          <a:xfrm>
            <a:off x="425803" y="842656"/>
            <a:ext cx="10012485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Пиктограммы и элементы для презентации</a:t>
            </a:r>
          </a:p>
        </p:txBody>
      </p:sp>
      <p:sp>
        <p:nvSpPr>
          <p:cNvPr id="901" name="TextBox 900">
            <a:extLst>
              <a:ext uri="{FF2B5EF4-FFF2-40B4-BE49-F238E27FC236}">
                <a16:creationId xmlns:a16="http://schemas.microsoft.com/office/drawing/2014/main" id="{F99BF475-3B17-55BF-F65B-F9CBE1CF2FF9}"/>
              </a:ext>
            </a:extLst>
          </p:cNvPr>
          <p:cNvSpPr txBox="1"/>
          <p:nvPr/>
        </p:nvSpPr>
        <p:spPr bwMode="auto">
          <a:xfrm>
            <a:off x="447144" y="1421282"/>
            <a:ext cx="27807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Редактируемые иконки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2939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360B8-4ED9-A6A4-7236-EAA19A96D8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FB61463A-A027-E9B4-863A-3262143DA52A}"/>
              </a:ext>
            </a:extLst>
          </p:cNvPr>
          <p:cNvSpPr txBox="1"/>
          <p:nvPr/>
        </p:nvSpPr>
        <p:spPr bwMode="auto">
          <a:xfrm>
            <a:off x="425803" y="843429"/>
            <a:ext cx="2664897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Иконки 3</a:t>
            </a:r>
            <a:r>
              <a:rPr lang="en-US" dirty="0"/>
              <a:t>D</a:t>
            </a:r>
            <a:endParaRPr lang="ru-RU" dirty="0"/>
          </a:p>
        </p:txBody>
      </p:sp>
      <p:sp>
        <p:nvSpPr>
          <p:cNvPr id="896" name="TextBox 895">
            <a:extLst>
              <a:ext uri="{FF2B5EF4-FFF2-40B4-BE49-F238E27FC236}">
                <a16:creationId xmlns:a16="http://schemas.microsoft.com/office/drawing/2014/main" id="{EEA97185-A352-DE28-5BD3-D11C8E2F3713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Дополняйте информацию 3</a:t>
            </a:r>
            <a:r>
              <a:rPr lang="en" dirty="0"/>
              <a:t>D-</a:t>
            </a:r>
            <a:r>
              <a:rPr lang="ru-RU" dirty="0"/>
              <a:t>иллюстрациями</a:t>
            </a:r>
            <a:endParaRPr dirty="0"/>
          </a:p>
        </p:txBody>
      </p:sp>
      <p:pic>
        <p:nvPicPr>
          <p:cNvPr id="897" name="Рисунок 896">
            <a:extLst>
              <a:ext uri="{FF2B5EF4-FFF2-40B4-BE49-F238E27FC236}">
                <a16:creationId xmlns:a16="http://schemas.microsoft.com/office/drawing/2014/main" id="{9DBB6873-5B76-C88E-418D-6407449FC78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283369" y="1998766"/>
            <a:ext cx="1063733" cy="1059148"/>
          </a:xfrm>
          <a:prstGeom prst="rect">
            <a:avLst/>
          </a:prstGeom>
        </p:spPr>
      </p:pic>
      <p:pic>
        <p:nvPicPr>
          <p:cNvPr id="900" name="Рисунок 899">
            <a:extLst>
              <a:ext uri="{FF2B5EF4-FFF2-40B4-BE49-F238E27FC236}">
                <a16:creationId xmlns:a16="http://schemas.microsoft.com/office/drawing/2014/main" id="{0BF4F358-8B41-FE44-B302-C18BEF2B43A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691965" y="2064300"/>
            <a:ext cx="1063733" cy="1059148"/>
          </a:xfrm>
          <a:prstGeom prst="rect">
            <a:avLst/>
          </a:prstGeom>
        </p:spPr>
      </p:pic>
      <p:pic>
        <p:nvPicPr>
          <p:cNvPr id="901" name="Рисунок 900">
            <a:extLst>
              <a:ext uri="{FF2B5EF4-FFF2-40B4-BE49-F238E27FC236}">
                <a16:creationId xmlns:a16="http://schemas.microsoft.com/office/drawing/2014/main" id="{8AEEB421-70AF-1797-2F65-6C4ED227D90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22528" y="4624257"/>
            <a:ext cx="999542" cy="994957"/>
          </a:xfrm>
          <a:prstGeom prst="rect">
            <a:avLst/>
          </a:prstGeom>
        </p:spPr>
      </p:pic>
      <p:pic>
        <p:nvPicPr>
          <p:cNvPr id="902" name="Рисунок 901">
            <a:extLst>
              <a:ext uri="{FF2B5EF4-FFF2-40B4-BE49-F238E27FC236}">
                <a16:creationId xmlns:a16="http://schemas.microsoft.com/office/drawing/2014/main" id="{6F910416-5117-BE76-3425-BF018D9D89A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29414" y="3408558"/>
            <a:ext cx="1027053" cy="1027053"/>
          </a:xfrm>
          <a:prstGeom prst="rect">
            <a:avLst/>
          </a:prstGeom>
        </p:spPr>
      </p:pic>
      <p:pic>
        <p:nvPicPr>
          <p:cNvPr id="903" name="Рисунок 902">
            <a:extLst>
              <a:ext uri="{FF2B5EF4-FFF2-40B4-BE49-F238E27FC236}">
                <a16:creationId xmlns:a16="http://schemas.microsoft.com/office/drawing/2014/main" id="{6A611F63-7718-BFE3-D497-E09D7D8AAE1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863090" y="4617019"/>
            <a:ext cx="875746" cy="875746"/>
          </a:xfrm>
          <a:prstGeom prst="rect">
            <a:avLst/>
          </a:prstGeom>
        </p:spPr>
      </p:pic>
      <p:pic>
        <p:nvPicPr>
          <p:cNvPr id="904" name="Рисунок 903">
            <a:extLst>
              <a:ext uri="{FF2B5EF4-FFF2-40B4-BE49-F238E27FC236}">
                <a16:creationId xmlns:a16="http://schemas.microsoft.com/office/drawing/2014/main" id="{6C968B61-2D87-0746-FAAE-6A4E619CDA5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79172" y="2161085"/>
            <a:ext cx="926181" cy="921596"/>
          </a:xfrm>
          <a:prstGeom prst="rect">
            <a:avLst/>
          </a:prstGeom>
        </p:spPr>
      </p:pic>
      <p:pic>
        <p:nvPicPr>
          <p:cNvPr id="905" name="Рисунок 904">
            <a:extLst>
              <a:ext uri="{FF2B5EF4-FFF2-40B4-BE49-F238E27FC236}">
                <a16:creationId xmlns:a16="http://schemas.microsoft.com/office/drawing/2014/main" id="{53EC8080-E728-B034-2814-099E851F5FB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764539" y="3394600"/>
            <a:ext cx="1079805" cy="1079805"/>
          </a:xfrm>
          <a:prstGeom prst="rect">
            <a:avLst/>
          </a:prstGeom>
        </p:spPr>
      </p:pic>
      <p:pic>
        <p:nvPicPr>
          <p:cNvPr id="906" name="Рисунок 905">
            <a:extLst>
              <a:ext uri="{FF2B5EF4-FFF2-40B4-BE49-F238E27FC236}">
                <a16:creationId xmlns:a16="http://schemas.microsoft.com/office/drawing/2014/main" id="{127E0CAC-43A7-05FD-C4B7-CD6996A6CA6E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95792" y="2027416"/>
            <a:ext cx="1095828" cy="1100413"/>
          </a:xfrm>
          <a:prstGeom prst="rect">
            <a:avLst/>
          </a:prstGeom>
        </p:spPr>
      </p:pic>
      <p:pic>
        <p:nvPicPr>
          <p:cNvPr id="907" name="Рисунок 906">
            <a:extLst>
              <a:ext uri="{FF2B5EF4-FFF2-40B4-BE49-F238E27FC236}">
                <a16:creationId xmlns:a16="http://schemas.microsoft.com/office/drawing/2014/main" id="{C796AF52-00A7-4333-8309-26A373EB4D9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17871" y="3277768"/>
            <a:ext cx="1196637" cy="1196637"/>
          </a:xfrm>
          <a:prstGeom prst="rect">
            <a:avLst/>
          </a:prstGeom>
        </p:spPr>
      </p:pic>
      <p:pic>
        <p:nvPicPr>
          <p:cNvPr id="908" name="Рисунок 907">
            <a:extLst>
              <a:ext uri="{FF2B5EF4-FFF2-40B4-BE49-F238E27FC236}">
                <a16:creationId xmlns:a16="http://schemas.microsoft.com/office/drawing/2014/main" id="{7CE5AEAF-84C7-BF92-440B-02FE68C821C0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422560" y="1963557"/>
            <a:ext cx="1178232" cy="1178232"/>
          </a:xfrm>
          <a:prstGeom prst="rect">
            <a:avLst/>
          </a:prstGeom>
        </p:spPr>
      </p:pic>
      <p:pic>
        <p:nvPicPr>
          <p:cNvPr id="909" name="Рисунок 908">
            <a:extLst>
              <a:ext uri="{FF2B5EF4-FFF2-40B4-BE49-F238E27FC236}">
                <a16:creationId xmlns:a16="http://schemas.microsoft.com/office/drawing/2014/main" id="{C9691C6E-4FEC-A0FF-25A9-5F8696C330BB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53037" y="4440875"/>
            <a:ext cx="1352591" cy="1352591"/>
          </a:xfrm>
          <a:prstGeom prst="rect">
            <a:avLst/>
          </a:prstGeom>
        </p:spPr>
      </p:pic>
      <p:pic>
        <p:nvPicPr>
          <p:cNvPr id="910" name="Рисунок 909">
            <a:extLst>
              <a:ext uri="{FF2B5EF4-FFF2-40B4-BE49-F238E27FC236}">
                <a16:creationId xmlns:a16="http://schemas.microsoft.com/office/drawing/2014/main" id="{4AE56FBE-7C73-E68B-A78F-A9F95CFC4F0C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031732" y="2024150"/>
            <a:ext cx="1095828" cy="1095828"/>
          </a:xfrm>
          <a:prstGeom prst="rect">
            <a:avLst/>
          </a:prstGeom>
        </p:spPr>
      </p:pic>
      <p:pic>
        <p:nvPicPr>
          <p:cNvPr id="911" name="Рисунок 910">
            <a:extLst>
              <a:ext uri="{FF2B5EF4-FFF2-40B4-BE49-F238E27FC236}">
                <a16:creationId xmlns:a16="http://schemas.microsoft.com/office/drawing/2014/main" id="{4E4A2C9B-6EA3-E763-0780-14E7A6B86577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75975" y="3408558"/>
            <a:ext cx="1095828" cy="1100413"/>
          </a:xfrm>
          <a:prstGeom prst="rect">
            <a:avLst/>
          </a:prstGeom>
        </p:spPr>
      </p:pic>
      <p:pic>
        <p:nvPicPr>
          <p:cNvPr id="912" name="Рисунок 911">
            <a:extLst>
              <a:ext uri="{FF2B5EF4-FFF2-40B4-BE49-F238E27FC236}">
                <a16:creationId xmlns:a16="http://schemas.microsoft.com/office/drawing/2014/main" id="{97EA49BD-0DF3-F5FE-5AF3-BEE82F768730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372258" y="3428582"/>
            <a:ext cx="1169189" cy="1164604"/>
          </a:xfrm>
          <a:prstGeom prst="rect">
            <a:avLst/>
          </a:prstGeom>
        </p:spPr>
      </p:pic>
      <p:pic>
        <p:nvPicPr>
          <p:cNvPr id="913" name="Рисунок 912">
            <a:extLst>
              <a:ext uri="{FF2B5EF4-FFF2-40B4-BE49-F238E27FC236}">
                <a16:creationId xmlns:a16="http://schemas.microsoft.com/office/drawing/2014/main" id="{3B0986C9-278A-1510-790C-E901C65D1242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031732" y="3354875"/>
            <a:ext cx="1149884" cy="1154096"/>
          </a:xfrm>
          <a:prstGeom prst="rect">
            <a:avLst/>
          </a:prstGeom>
        </p:spPr>
      </p:pic>
      <p:pic>
        <p:nvPicPr>
          <p:cNvPr id="914" name="Рисунок 913">
            <a:extLst>
              <a:ext uri="{FF2B5EF4-FFF2-40B4-BE49-F238E27FC236}">
                <a16:creationId xmlns:a16="http://schemas.microsoft.com/office/drawing/2014/main" id="{4056B9E1-A7A5-536C-A7B1-A543E0DA0A79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37795" y="4523385"/>
            <a:ext cx="1095829" cy="1095829"/>
          </a:xfrm>
          <a:prstGeom prst="rect">
            <a:avLst/>
          </a:prstGeom>
        </p:spPr>
      </p:pic>
      <p:pic>
        <p:nvPicPr>
          <p:cNvPr id="915" name="Рисунок 914">
            <a:extLst>
              <a:ext uri="{FF2B5EF4-FFF2-40B4-BE49-F238E27FC236}">
                <a16:creationId xmlns:a16="http://schemas.microsoft.com/office/drawing/2014/main" id="{9850A774-AE0F-7F4A-4351-589315BBDFF2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383551" y="4508971"/>
            <a:ext cx="1137094" cy="1132509"/>
          </a:xfrm>
          <a:prstGeom prst="rect">
            <a:avLst/>
          </a:prstGeom>
        </p:spPr>
      </p:pic>
      <p:pic>
        <p:nvPicPr>
          <p:cNvPr id="916" name="Рисунок 915">
            <a:extLst>
              <a:ext uri="{FF2B5EF4-FFF2-40B4-BE49-F238E27FC236}">
                <a16:creationId xmlns:a16="http://schemas.microsoft.com/office/drawing/2014/main" id="{B76659FE-7B75-EADB-987D-02A14B08588F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218855" y="4662870"/>
            <a:ext cx="829895" cy="829895"/>
          </a:xfrm>
          <a:prstGeom prst="rect">
            <a:avLst/>
          </a:prstGeom>
        </p:spPr>
      </p:pic>
      <p:grpSp>
        <p:nvGrpSpPr>
          <p:cNvPr id="917" name="Группа 916">
            <a:extLst>
              <a:ext uri="{FF2B5EF4-FFF2-40B4-BE49-F238E27FC236}">
                <a16:creationId xmlns:a16="http://schemas.microsoft.com/office/drawing/2014/main" id="{936C8687-270D-1E0E-CD00-9BF51989E64E}"/>
              </a:ext>
            </a:extLst>
          </p:cNvPr>
          <p:cNvGrpSpPr/>
          <p:nvPr/>
        </p:nvGrpSpPr>
        <p:grpSpPr>
          <a:xfrm>
            <a:off x="8361070" y="275144"/>
            <a:ext cx="3598797" cy="844206"/>
            <a:chOff x="8361070" y="396588"/>
            <a:chExt cx="3598797" cy="844206"/>
          </a:xfrm>
        </p:grpSpPr>
        <p:sp>
          <p:nvSpPr>
            <p:cNvPr id="918" name="Скругленный прямоугольник 917">
              <a:extLst>
                <a:ext uri="{FF2B5EF4-FFF2-40B4-BE49-F238E27FC236}">
                  <a16:creationId xmlns:a16="http://schemas.microsoft.com/office/drawing/2014/main" id="{36D1DAA2-4990-DDAB-7ADC-211582A90312}"/>
                </a:ext>
              </a:extLst>
            </p:cNvPr>
            <p:cNvSpPr/>
            <p:nvPr/>
          </p:nvSpPr>
          <p:spPr bwMode="auto">
            <a:xfrm>
              <a:off x="8489993" y="594464"/>
              <a:ext cx="3227650" cy="646330"/>
            </a:xfrm>
            <a:prstGeom prst="roundRect">
              <a:avLst>
                <a:gd name="adj" fmla="val 25286"/>
              </a:avLst>
            </a:prstGeom>
            <a:solidFill>
              <a:srgbClr val="01E0FF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919" name="TextBox 918">
              <a:extLst>
                <a:ext uri="{FF2B5EF4-FFF2-40B4-BE49-F238E27FC236}">
                  <a16:creationId xmlns:a16="http://schemas.microsoft.com/office/drawing/2014/main" id="{9CD29CE6-5DED-4D2E-9F63-82FEE466ED41}"/>
                </a:ext>
              </a:extLst>
            </p:cNvPr>
            <p:cNvSpPr txBox="1"/>
            <p:nvPr/>
          </p:nvSpPr>
          <p:spPr bwMode="auto">
            <a:xfrm>
              <a:off x="9078365" y="706615"/>
              <a:ext cx="2881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200" dirty="0">
                  <a:solidFill>
                    <a:srgbClr val="2A3238"/>
                  </a:solidFill>
                </a:rPr>
                <a:t>Не используйте иллюстрации разных стилей</a:t>
              </a:r>
              <a:r>
                <a:rPr lang="en-US" sz="1200" dirty="0">
                  <a:solidFill>
                    <a:srgbClr val="2A3238"/>
                  </a:solidFill>
                </a:rPr>
                <a:t> </a:t>
              </a:r>
              <a:r>
                <a:rPr lang="ru-RU" sz="1200" dirty="0">
                  <a:solidFill>
                    <a:srgbClr val="2A3238"/>
                  </a:solidFill>
                </a:rPr>
                <a:t>на одном слайде</a:t>
              </a:r>
              <a:endParaRPr sz="1200" dirty="0">
                <a:solidFill>
                  <a:srgbClr val="2A3238"/>
                </a:solidFill>
              </a:endParaRPr>
            </a:p>
          </p:txBody>
        </p:sp>
        <p:pic>
          <p:nvPicPr>
            <p:cNvPr id="920" name="Рисунок 919">
              <a:extLst>
                <a:ext uri="{FF2B5EF4-FFF2-40B4-BE49-F238E27FC236}">
                  <a16:creationId xmlns:a16="http://schemas.microsoft.com/office/drawing/2014/main" id="{2E7542EC-86EA-D32B-DE01-4A077CF70C68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8361070" y="396588"/>
              <a:ext cx="687680" cy="687680"/>
            </a:xfrm>
            <a:prstGeom prst="rect">
              <a:avLst/>
            </a:prstGeom>
          </p:spPr>
        </p:pic>
      </p:grpSp>
      <p:grpSp>
        <p:nvGrpSpPr>
          <p:cNvPr id="921" name="Группа 920">
            <a:extLst>
              <a:ext uri="{FF2B5EF4-FFF2-40B4-BE49-F238E27FC236}">
                <a16:creationId xmlns:a16="http://schemas.microsoft.com/office/drawing/2014/main" id="{2790DBFB-DC73-F22E-BAE6-9D31562A6169}"/>
              </a:ext>
            </a:extLst>
          </p:cNvPr>
          <p:cNvGrpSpPr/>
          <p:nvPr/>
        </p:nvGrpSpPr>
        <p:grpSpPr>
          <a:xfrm>
            <a:off x="443797" y="5844192"/>
            <a:ext cx="8454159" cy="626838"/>
            <a:chOff x="443797" y="6037746"/>
            <a:chExt cx="8454159" cy="626838"/>
          </a:xfrm>
        </p:grpSpPr>
        <p:sp>
          <p:nvSpPr>
            <p:cNvPr id="922" name="TextBox 921">
              <a:extLst>
                <a:ext uri="{FF2B5EF4-FFF2-40B4-BE49-F238E27FC236}">
                  <a16:creationId xmlns:a16="http://schemas.microsoft.com/office/drawing/2014/main" id="{47CF208C-DB98-8433-EF51-BD03CF0AD169}"/>
                </a:ext>
              </a:extLst>
            </p:cNvPr>
            <p:cNvSpPr txBox="1"/>
            <p:nvPr/>
          </p:nvSpPr>
          <p:spPr bwMode="auto">
            <a:xfrm>
              <a:off x="550863" y="6037746"/>
              <a:ext cx="8347093" cy="626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ru-RU" sz="800" dirty="0">
                  <a:solidFill>
                    <a:srgbClr val="2A3238"/>
                  </a:solidFill>
                </a:rPr>
                <a:t>Использование множества графики и иллюстраций на одном слайде перегружает его, затрудняет восприятие и нарушает стиль.</a:t>
              </a:r>
              <a:br>
                <a:rPr lang="en-US" sz="800" dirty="0">
                  <a:solidFill>
                    <a:srgbClr val="2A3238"/>
                  </a:solidFill>
                </a:rPr>
              </a:br>
              <a:r>
                <a:rPr lang="ru-RU" sz="800" dirty="0">
                  <a:solidFill>
                    <a:srgbClr val="2A3238"/>
                  </a:solidFill>
                </a:rPr>
                <a:t>Избегайте смешения разных стилей иллюстраций</a:t>
              </a:r>
              <a:r>
                <a:rPr lang="en-US" sz="800" dirty="0">
                  <a:solidFill>
                    <a:srgbClr val="2A3238"/>
                  </a:solidFill>
                </a:rPr>
                <a:t> </a:t>
              </a:r>
              <a:r>
                <a:rPr lang="ru-RU" sz="800" dirty="0">
                  <a:solidFill>
                    <a:srgbClr val="2A3238"/>
                  </a:solidFill>
                </a:rPr>
                <a:t>и помните: чем больше визуальных элементов, тем тяжелее презентация и сложнее донести основную мысль.</a:t>
              </a:r>
              <a:br>
                <a:rPr lang="en-US" sz="800" dirty="0">
                  <a:solidFill>
                    <a:srgbClr val="2A3238"/>
                  </a:solidFill>
                </a:rPr>
              </a:br>
              <a:r>
                <a:rPr lang="ru-RU" sz="800" dirty="0">
                  <a:solidFill>
                    <a:srgbClr val="2A3238"/>
                  </a:solidFill>
                </a:rPr>
                <a:t>Лучше сосредоточиться на качестве, а не на количестве. </a:t>
              </a:r>
              <a:endParaRPr sz="1050" dirty="0">
                <a:solidFill>
                  <a:srgbClr val="2A3238"/>
                </a:solidFill>
              </a:endParaRPr>
            </a:p>
          </p:txBody>
        </p:sp>
        <p:sp>
          <p:nvSpPr>
            <p:cNvPr id="923" name="TextBox 922">
              <a:extLst>
                <a:ext uri="{FF2B5EF4-FFF2-40B4-BE49-F238E27FC236}">
                  <a16:creationId xmlns:a16="http://schemas.microsoft.com/office/drawing/2014/main" id="{73F9B549-3586-301C-B011-E178E8B2EBBD}"/>
                </a:ext>
              </a:extLst>
            </p:cNvPr>
            <p:cNvSpPr txBox="1"/>
            <p:nvPr/>
          </p:nvSpPr>
          <p:spPr bwMode="auto">
            <a:xfrm>
              <a:off x="443797" y="6037746"/>
              <a:ext cx="214131" cy="2575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en-US" sz="800" dirty="0">
                  <a:solidFill>
                    <a:srgbClr val="2A3238"/>
                  </a:solidFill>
                </a:rPr>
                <a:t>*</a:t>
              </a:r>
              <a:endParaRPr sz="1050" dirty="0">
                <a:solidFill>
                  <a:srgbClr val="2A323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20451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B56EA-61F0-F960-C7C7-F6A0DAFD7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007164F-B120-2BF9-209E-AEBF1847D3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5323" y="2034290"/>
            <a:ext cx="1074918" cy="107491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4C44511-9EC2-96D1-C7AB-AB5FBE17404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21657" y="3421151"/>
            <a:ext cx="1003191" cy="100738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1ECEC4-E9D2-FFA2-D92A-173E2059628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483594" y="3392574"/>
            <a:ext cx="1129115" cy="1129115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456095D-982E-620A-35A4-ADC21160BAB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78372" y="2085235"/>
            <a:ext cx="931834" cy="112071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8E82331-8256-ED79-2BA3-921099FFE46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818665" y="4602343"/>
            <a:ext cx="931834" cy="112071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A7E11F6-2F95-ADA0-169A-17E57DE238E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682253" y="3358513"/>
            <a:ext cx="986401" cy="112072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0A058F2-1F6B-93F9-EF5A-8F791FD9B2E5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18363" y="4588717"/>
            <a:ext cx="1077371" cy="1053692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727CC0A-E007-234F-C534-54D54937FCA2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12034" y="3501709"/>
            <a:ext cx="986401" cy="910847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A2D7692-5EE1-55A9-DCF6-AD3B16BD40C6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23139" y="3577361"/>
            <a:ext cx="1150101" cy="843687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454DEAE6-5044-2D4E-42EC-E01C6576D136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835923" y="2039965"/>
            <a:ext cx="931834" cy="1120719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A7B912A0-5DDB-3316-56F8-1C6A6F331FCF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20745" y="4602343"/>
            <a:ext cx="1036770" cy="1036770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5DF5040C-8316-A2F6-8574-04FA803FE73F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443180" y="4572960"/>
            <a:ext cx="1070350" cy="1066153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F379F559-FFF1-32C0-6FBA-B68EDB68B338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954293" y="2029470"/>
            <a:ext cx="1141707" cy="1141707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53BC7A72-CD66-D53F-6337-E6B553C264AC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75297" y="4526788"/>
            <a:ext cx="1150101" cy="1158496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830954BB-4AA4-5C49-CC9B-7B0A809AB74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455773" y="2029470"/>
            <a:ext cx="1045165" cy="104516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69F01988-490F-6928-CD9F-52B36AA1D9FF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860711" y="1978684"/>
            <a:ext cx="1317999" cy="131799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86088233-D3F6-0C25-5578-9C036FF43C79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124094" y="3488793"/>
            <a:ext cx="1003191" cy="1003191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DB908F87-F669-BF1B-ADF6-F989050248B3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995091" y="4521689"/>
            <a:ext cx="1141707" cy="1145904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CA3DA19-B547-6574-A9ED-00E50B3174FC}"/>
              </a:ext>
            </a:extLst>
          </p:cNvPr>
          <p:cNvSpPr txBox="1"/>
          <p:nvPr/>
        </p:nvSpPr>
        <p:spPr bwMode="auto">
          <a:xfrm>
            <a:off x="425803" y="843429"/>
            <a:ext cx="2664897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Иконки 3</a:t>
            </a:r>
            <a:r>
              <a:rPr lang="en-US" dirty="0"/>
              <a:t>D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CDAE3FC-3F9A-0495-5F0E-B6BE4E85E2EC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Дополняйте информацию 3</a:t>
            </a:r>
            <a:r>
              <a:rPr lang="en" dirty="0"/>
              <a:t>D-</a:t>
            </a:r>
            <a:r>
              <a:rPr lang="ru-RU" dirty="0"/>
              <a:t>иллюстрациями</a:t>
            </a:r>
            <a:endParaRPr dirty="0"/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91BA3E7C-8B0E-65C6-EFB8-C04093276639}"/>
              </a:ext>
            </a:extLst>
          </p:cNvPr>
          <p:cNvGrpSpPr/>
          <p:nvPr/>
        </p:nvGrpSpPr>
        <p:grpSpPr>
          <a:xfrm>
            <a:off x="8361070" y="275144"/>
            <a:ext cx="3598797" cy="844206"/>
            <a:chOff x="8361070" y="396588"/>
            <a:chExt cx="3598797" cy="844206"/>
          </a:xfrm>
        </p:grpSpPr>
        <p:sp>
          <p:nvSpPr>
            <p:cNvPr id="23" name="Скругленный прямоугольник 22">
              <a:extLst>
                <a:ext uri="{FF2B5EF4-FFF2-40B4-BE49-F238E27FC236}">
                  <a16:creationId xmlns:a16="http://schemas.microsoft.com/office/drawing/2014/main" id="{14CB0AF5-B4BF-110F-B4E7-D20A034283A3}"/>
                </a:ext>
              </a:extLst>
            </p:cNvPr>
            <p:cNvSpPr/>
            <p:nvPr/>
          </p:nvSpPr>
          <p:spPr bwMode="auto">
            <a:xfrm>
              <a:off x="8489993" y="594464"/>
              <a:ext cx="3227650" cy="646330"/>
            </a:xfrm>
            <a:prstGeom prst="roundRect">
              <a:avLst>
                <a:gd name="adj" fmla="val 25286"/>
              </a:avLst>
            </a:prstGeom>
            <a:solidFill>
              <a:srgbClr val="01E0FF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6F2EBB6-4A90-A0E8-5EB8-5D34EA5B1FA3}"/>
                </a:ext>
              </a:extLst>
            </p:cNvPr>
            <p:cNvSpPr txBox="1"/>
            <p:nvPr/>
          </p:nvSpPr>
          <p:spPr bwMode="auto">
            <a:xfrm>
              <a:off x="9078365" y="706615"/>
              <a:ext cx="2881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200" dirty="0">
                  <a:solidFill>
                    <a:srgbClr val="2A3238"/>
                  </a:solidFill>
                </a:rPr>
                <a:t>Не используйте иллюстрации разных стилей</a:t>
              </a:r>
              <a:r>
                <a:rPr lang="en-US" sz="1200" dirty="0">
                  <a:solidFill>
                    <a:srgbClr val="2A3238"/>
                  </a:solidFill>
                </a:rPr>
                <a:t> </a:t>
              </a:r>
              <a:r>
                <a:rPr lang="ru-RU" sz="1200" dirty="0">
                  <a:solidFill>
                    <a:srgbClr val="2A3238"/>
                  </a:solidFill>
                </a:rPr>
                <a:t>на одном слайде</a:t>
              </a:r>
              <a:endParaRPr sz="1200" dirty="0">
                <a:solidFill>
                  <a:srgbClr val="2A3238"/>
                </a:solidFill>
              </a:endParaRPr>
            </a:p>
          </p:txBody>
        </p:sp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3EE056E1-B40C-7E66-318F-487123ECF48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8361070" y="396588"/>
              <a:ext cx="687680" cy="687680"/>
            </a:xfrm>
            <a:prstGeom prst="rect">
              <a:avLst/>
            </a:prstGeom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1BCFB373-91EB-E2E5-2166-3FE7D2EF4D0E}"/>
              </a:ext>
            </a:extLst>
          </p:cNvPr>
          <p:cNvGrpSpPr/>
          <p:nvPr/>
        </p:nvGrpSpPr>
        <p:grpSpPr>
          <a:xfrm>
            <a:off x="443797" y="5844192"/>
            <a:ext cx="8454159" cy="626838"/>
            <a:chOff x="443797" y="6037746"/>
            <a:chExt cx="8454159" cy="62683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829AD92-4CAE-46CF-BF14-D70690770FDB}"/>
                </a:ext>
              </a:extLst>
            </p:cNvPr>
            <p:cNvSpPr txBox="1"/>
            <p:nvPr/>
          </p:nvSpPr>
          <p:spPr bwMode="auto">
            <a:xfrm>
              <a:off x="550863" y="6037746"/>
              <a:ext cx="8347093" cy="626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ru-RU" sz="800" dirty="0">
                  <a:solidFill>
                    <a:srgbClr val="2A3238"/>
                  </a:solidFill>
                </a:rPr>
                <a:t>Использование множества графики и иллюстраций на одном слайде перегружает его, затрудняет восприятие и нарушает стиль.</a:t>
              </a:r>
              <a:br>
                <a:rPr lang="en-US" sz="800" dirty="0">
                  <a:solidFill>
                    <a:srgbClr val="2A3238"/>
                  </a:solidFill>
                </a:rPr>
              </a:br>
              <a:r>
                <a:rPr lang="ru-RU" sz="800" dirty="0">
                  <a:solidFill>
                    <a:srgbClr val="2A3238"/>
                  </a:solidFill>
                </a:rPr>
                <a:t>Избегайте смешения разных стилей иллюстраций</a:t>
              </a:r>
              <a:r>
                <a:rPr lang="en-US" sz="800" dirty="0">
                  <a:solidFill>
                    <a:srgbClr val="2A3238"/>
                  </a:solidFill>
                </a:rPr>
                <a:t> </a:t>
              </a:r>
              <a:r>
                <a:rPr lang="ru-RU" sz="800" dirty="0">
                  <a:solidFill>
                    <a:srgbClr val="2A3238"/>
                  </a:solidFill>
                </a:rPr>
                <a:t>и помните: чем больше визуальных элементов, тем тяжелее презентация и сложнее донести основную мысль.</a:t>
              </a:r>
              <a:br>
                <a:rPr lang="en-US" sz="800" dirty="0">
                  <a:solidFill>
                    <a:srgbClr val="2A3238"/>
                  </a:solidFill>
                </a:rPr>
              </a:br>
              <a:r>
                <a:rPr lang="ru-RU" sz="800" dirty="0">
                  <a:solidFill>
                    <a:srgbClr val="2A3238"/>
                  </a:solidFill>
                </a:rPr>
                <a:t>Лучше сосредоточиться на качестве, а не на количестве. </a:t>
              </a:r>
              <a:endParaRPr sz="1050" dirty="0">
                <a:solidFill>
                  <a:srgbClr val="2A323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37274E7B-0166-FF99-33C4-16A2D142BF68}"/>
                </a:ext>
              </a:extLst>
            </p:cNvPr>
            <p:cNvSpPr txBox="1"/>
            <p:nvPr/>
          </p:nvSpPr>
          <p:spPr bwMode="auto">
            <a:xfrm>
              <a:off x="443797" y="6037746"/>
              <a:ext cx="214131" cy="2575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en-US" sz="800" dirty="0">
                  <a:solidFill>
                    <a:srgbClr val="2A3238"/>
                  </a:solidFill>
                </a:rPr>
                <a:t>*</a:t>
              </a:r>
              <a:endParaRPr sz="1050" dirty="0">
                <a:solidFill>
                  <a:srgbClr val="2A323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56988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803BFA-7422-F40A-AF06-925A65790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1394609C-FF52-EA68-038B-32D9C3C7F8C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653237" y="2001575"/>
            <a:ext cx="1168668" cy="116866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300C4F7-78DA-4F74-BAB5-6D12633BA32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33091" y="3336848"/>
            <a:ext cx="1178616" cy="1178616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AB5DF9C-7AF2-D85A-2666-7978F1BA6A9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335995" y="4565148"/>
            <a:ext cx="1233318" cy="1233318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7A0CE71-B23F-9B1C-79A3-C4DD702CED0D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991171" y="4565907"/>
            <a:ext cx="1104019" cy="1099046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640836D-212E-26D0-8231-A0D9A82A54C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188850" y="3130176"/>
            <a:ext cx="1571485" cy="1571485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915EE45F-E630-2460-4434-8DB2587FAE9F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803518" y="3119286"/>
            <a:ext cx="1601324" cy="1606297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F1D882D-66F4-EE84-BBAD-2F2794AA7F3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375779" y="2029230"/>
            <a:ext cx="1233318" cy="1233318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22AB132-0F30-545B-6DA9-AAF03A26207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33267" y="4541043"/>
            <a:ext cx="1118937" cy="1123910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962516E7-20D7-DA38-6085-6A81BE953449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39763" y="1982103"/>
            <a:ext cx="1228345" cy="1228345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784E8F4F-E95B-55AA-A802-6B31A326F2A9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16419" y="3451183"/>
            <a:ext cx="1034396" cy="1034396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FCBF78A4-2A34-CCB0-CA72-176477D92DF7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653237" y="3385501"/>
            <a:ext cx="1233318" cy="122834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E484F675-CD54-ACDC-1A00-6E775D233678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0063" y="3385502"/>
            <a:ext cx="1228345" cy="1228345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65A8B1D3-A6DF-1854-A94F-9D3965E3D94E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611591" y="4585436"/>
            <a:ext cx="1286625" cy="128662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21F78AFA-7F30-3BF5-C89E-8720721AA833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31772" y="4445795"/>
            <a:ext cx="1352671" cy="1352671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9E015F1F-47BD-32CD-722B-1C974DF09374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80532" y="2001575"/>
            <a:ext cx="1189415" cy="1189415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30A86D08-9D42-56E3-1D14-754826C3C289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977618" y="2057334"/>
            <a:ext cx="1104019" cy="110401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F32DB6DC-1D72-5BF8-371D-DF2F62E855A9}"/>
              </a:ext>
            </a:extLst>
          </p:cNvPr>
          <p:cNvPicPr>
            <a:picLocks noChangeAspect="1"/>
          </p:cNvPicPr>
          <p:nvPr/>
        </p:nvPicPr>
        <p:blipFill>
          <a:blip r:embed="rId1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64559" y="4442091"/>
            <a:ext cx="1297969" cy="1297969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554368C-9D49-CFF7-87AE-2066BE8EE424}"/>
              </a:ext>
            </a:extLst>
          </p:cNvPr>
          <p:cNvPicPr>
            <a:picLocks noChangeAspect="1"/>
          </p:cNvPicPr>
          <p:nvPr/>
        </p:nvPicPr>
        <p:blipFill>
          <a:blip r:embed="rId1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7503" y="1810999"/>
            <a:ext cx="1705758" cy="1705758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DB6028AA-D7D3-38B2-5117-4D1D7EAF1E76}"/>
              </a:ext>
            </a:extLst>
          </p:cNvPr>
          <p:cNvSpPr txBox="1"/>
          <p:nvPr/>
        </p:nvSpPr>
        <p:spPr bwMode="auto">
          <a:xfrm>
            <a:off x="425803" y="843429"/>
            <a:ext cx="2664897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Иконки 3</a:t>
            </a:r>
            <a:r>
              <a:rPr lang="en-US" dirty="0"/>
              <a:t>D</a:t>
            </a:r>
            <a:endParaRPr lang="ru-RU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EF403B-C224-B08E-A030-A27A0280219E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Дополняйте информацию 3</a:t>
            </a:r>
            <a:r>
              <a:rPr lang="en" dirty="0"/>
              <a:t>D-</a:t>
            </a:r>
            <a:r>
              <a:rPr lang="ru-RU" dirty="0"/>
              <a:t>иллюстрациями</a:t>
            </a:r>
            <a:endParaRPr dirty="0"/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5326AAC8-F0E4-408A-AD4C-E14F06AB4086}"/>
              </a:ext>
            </a:extLst>
          </p:cNvPr>
          <p:cNvGrpSpPr/>
          <p:nvPr/>
        </p:nvGrpSpPr>
        <p:grpSpPr>
          <a:xfrm>
            <a:off x="8361070" y="275144"/>
            <a:ext cx="3598797" cy="844206"/>
            <a:chOff x="8361070" y="396588"/>
            <a:chExt cx="3598797" cy="844206"/>
          </a:xfrm>
        </p:grpSpPr>
        <p:sp>
          <p:nvSpPr>
            <p:cNvPr id="23" name="Скругленный прямоугольник 22">
              <a:extLst>
                <a:ext uri="{FF2B5EF4-FFF2-40B4-BE49-F238E27FC236}">
                  <a16:creationId xmlns:a16="http://schemas.microsoft.com/office/drawing/2014/main" id="{9CC08773-E3AE-ADA2-45E0-5665BBFD6A64}"/>
                </a:ext>
              </a:extLst>
            </p:cNvPr>
            <p:cNvSpPr/>
            <p:nvPr/>
          </p:nvSpPr>
          <p:spPr bwMode="auto">
            <a:xfrm>
              <a:off x="8489993" y="594464"/>
              <a:ext cx="3227650" cy="646330"/>
            </a:xfrm>
            <a:prstGeom prst="roundRect">
              <a:avLst>
                <a:gd name="adj" fmla="val 25286"/>
              </a:avLst>
            </a:prstGeom>
            <a:solidFill>
              <a:srgbClr val="01E0FF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82E8E95B-5E86-31F9-7DCE-33C247A1E164}"/>
                </a:ext>
              </a:extLst>
            </p:cNvPr>
            <p:cNvSpPr txBox="1"/>
            <p:nvPr/>
          </p:nvSpPr>
          <p:spPr bwMode="auto">
            <a:xfrm>
              <a:off x="9078365" y="706615"/>
              <a:ext cx="2881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200" dirty="0">
                  <a:solidFill>
                    <a:srgbClr val="2A3238"/>
                  </a:solidFill>
                </a:rPr>
                <a:t>Не используйте иллюстрации разных стилей</a:t>
              </a:r>
              <a:r>
                <a:rPr lang="en-US" sz="1200" dirty="0">
                  <a:solidFill>
                    <a:srgbClr val="2A3238"/>
                  </a:solidFill>
                </a:rPr>
                <a:t> </a:t>
              </a:r>
              <a:r>
                <a:rPr lang="ru-RU" sz="1200" dirty="0">
                  <a:solidFill>
                    <a:srgbClr val="2A3238"/>
                  </a:solidFill>
                </a:rPr>
                <a:t>на одном слайде</a:t>
              </a:r>
              <a:endParaRPr sz="1200" dirty="0">
                <a:solidFill>
                  <a:srgbClr val="2A3238"/>
                </a:solidFill>
              </a:endParaRPr>
            </a:p>
          </p:txBody>
        </p:sp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E0B7F337-9AF1-35E7-0AFA-89A0631096B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8361070" y="396588"/>
              <a:ext cx="687680" cy="687680"/>
            </a:xfrm>
            <a:prstGeom prst="rect">
              <a:avLst/>
            </a:prstGeom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D946D5AA-789A-07D8-3A62-B1FF678A7E3C}"/>
              </a:ext>
            </a:extLst>
          </p:cNvPr>
          <p:cNvGrpSpPr/>
          <p:nvPr/>
        </p:nvGrpSpPr>
        <p:grpSpPr>
          <a:xfrm>
            <a:off x="443797" y="5844192"/>
            <a:ext cx="8454159" cy="626838"/>
            <a:chOff x="443797" y="6037746"/>
            <a:chExt cx="8454159" cy="62683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19208DB8-BAE2-041C-387D-525B4C57AC4F}"/>
                </a:ext>
              </a:extLst>
            </p:cNvPr>
            <p:cNvSpPr txBox="1"/>
            <p:nvPr/>
          </p:nvSpPr>
          <p:spPr bwMode="auto">
            <a:xfrm>
              <a:off x="550863" y="6037746"/>
              <a:ext cx="8347093" cy="626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ru-RU" sz="800" dirty="0">
                  <a:solidFill>
                    <a:srgbClr val="2A3238"/>
                  </a:solidFill>
                </a:rPr>
                <a:t>Использование множества графики и иллюстраций на одном слайде перегружает его, затрудняет восприятие и нарушает стиль.</a:t>
              </a:r>
              <a:br>
                <a:rPr lang="en-US" sz="800" dirty="0">
                  <a:solidFill>
                    <a:srgbClr val="2A3238"/>
                  </a:solidFill>
                </a:rPr>
              </a:br>
              <a:r>
                <a:rPr lang="ru-RU" sz="800" dirty="0">
                  <a:solidFill>
                    <a:srgbClr val="2A3238"/>
                  </a:solidFill>
                </a:rPr>
                <a:t>Избегайте смешения разных стилей иллюстраций</a:t>
              </a:r>
              <a:r>
                <a:rPr lang="en-US" sz="800" dirty="0">
                  <a:solidFill>
                    <a:srgbClr val="2A3238"/>
                  </a:solidFill>
                </a:rPr>
                <a:t> </a:t>
              </a:r>
              <a:r>
                <a:rPr lang="ru-RU" sz="800" dirty="0">
                  <a:solidFill>
                    <a:srgbClr val="2A3238"/>
                  </a:solidFill>
                </a:rPr>
                <a:t>и помните: чем больше визуальных элементов, тем тяжелее презентация и сложнее донести основную мысль.</a:t>
              </a:r>
              <a:br>
                <a:rPr lang="en-US" sz="800" dirty="0">
                  <a:solidFill>
                    <a:srgbClr val="2A3238"/>
                  </a:solidFill>
                </a:rPr>
              </a:br>
              <a:r>
                <a:rPr lang="ru-RU" sz="800" dirty="0">
                  <a:solidFill>
                    <a:srgbClr val="2A3238"/>
                  </a:solidFill>
                </a:rPr>
                <a:t>Лучше сосредоточиться на качестве, а не на количестве. </a:t>
              </a:r>
              <a:endParaRPr sz="1050" dirty="0">
                <a:solidFill>
                  <a:srgbClr val="2A323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0554B64-797A-DD77-85E8-62D33574E986}"/>
                </a:ext>
              </a:extLst>
            </p:cNvPr>
            <p:cNvSpPr txBox="1"/>
            <p:nvPr/>
          </p:nvSpPr>
          <p:spPr bwMode="auto">
            <a:xfrm>
              <a:off x="443797" y="6037746"/>
              <a:ext cx="214131" cy="2575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en-US" sz="800" dirty="0">
                  <a:solidFill>
                    <a:srgbClr val="2A3238"/>
                  </a:solidFill>
                </a:rPr>
                <a:t>*</a:t>
              </a:r>
              <a:endParaRPr sz="1050" dirty="0">
                <a:solidFill>
                  <a:srgbClr val="2A323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455250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EC4558-12F8-0E39-7212-539EF9676C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57B8CD8D-7A3F-F09D-F995-D0CD2C3782C6}"/>
              </a:ext>
            </a:extLst>
          </p:cNvPr>
          <p:cNvSpPr txBox="1"/>
          <p:nvPr/>
        </p:nvSpPr>
        <p:spPr bwMode="auto">
          <a:xfrm>
            <a:off x="425803" y="843429"/>
            <a:ext cx="4559646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/>
              <a:t>Иконки 3</a:t>
            </a:r>
            <a:r>
              <a:rPr lang="en" dirty="0"/>
              <a:t>D. </a:t>
            </a:r>
            <a:r>
              <a:rPr lang="ru-RU" dirty="0"/>
              <a:t>Стекло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E05ACF-0E5C-29D8-B2C7-68B8C1B3E3A9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Дополняйте </a:t>
            </a:r>
            <a:r>
              <a:rPr lang="ru-RU"/>
              <a:t>информацию 3</a:t>
            </a:r>
            <a:r>
              <a:rPr lang="en" dirty="0"/>
              <a:t>D-</a:t>
            </a:r>
            <a:r>
              <a:rPr lang="ru-RU" dirty="0"/>
              <a:t>иллюстрациями</a:t>
            </a:r>
          </a:p>
        </p:txBody>
      </p:sp>
      <p:grpSp>
        <p:nvGrpSpPr>
          <p:cNvPr id="22" name="Группа 21">
            <a:extLst>
              <a:ext uri="{FF2B5EF4-FFF2-40B4-BE49-F238E27FC236}">
                <a16:creationId xmlns:a16="http://schemas.microsoft.com/office/drawing/2014/main" id="{93D47098-4A87-AD2E-7B66-636F5F74051B}"/>
              </a:ext>
            </a:extLst>
          </p:cNvPr>
          <p:cNvGrpSpPr/>
          <p:nvPr/>
        </p:nvGrpSpPr>
        <p:grpSpPr>
          <a:xfrm>
            <a:off x="8361070" y="275144"/>
            <a:ext cx="3598797" cy="844206"/>
            <a:chOff x="8361070" y="396588"/>
            <a:chExt cx="3598797" cy="844206"/>
          </a:xfrm>
        </p:grpSpPr>
        <p:sp>
          <p:nvSpPr>
            <p:cNvPr id="23" name="Скругленный прямоугольник 22">
              <a:extLst>
                <a:ext uri="{FF2B5EF4-FFF2-40B4-BE49-F238E27FC236}">
                  <a16:creationId xmlns:a16="http://schemas.microsoft.com/office/drawing/2014/main" id="{51FF3D42-133A-C8F1-D8EF-4C8185AA66DD}"/>
                </a:ext>
              </a:extLst>
            </p:cNvPr>
            <p:cNvSpPr/>
            <p:nvPr/>
          </p:nvSpPr>
          <p:spPr bwMode="auto">
            <a:xfrm>
              <a:off x="8489993" y="594464"/>
              <a:ext cx="3227650" cy="646330"/>
            </a:xfrm>
            <a:prstGeom prst="roundRect">
              <a:avLst>
                <a:gd name="adj" fmla="val 25286"/>
              </a:avLst>
            </a:prstGeom>
            <a:solidFill>
              <a:srgbClr val="01E0FF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75A3D89-375F-CAFF-F1E0-15B39B222712}"/>
                </a:ext>
              </a:extLst>
            </p:cNvPr>
            <p:cNvSpPr txBox="1"/>
            <p:nvPr/>
          </p:nvSpPr>
          <p:spPr bwMode="auto">
            <a:xfrm>
              <a:off x="9078365" y="706615"/>
              <a:ext cx="288150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200" dirty="0">
                  <a:solidFill>
                    <a:srgbClr val="2A3238"/>
                  </a:solidFill>
                </a:rPr>
                <a:t>Не используйте иллюстрации разных стилей</a:t>
              </a:r>
              <a:r>
                <a:rPr lang="en-US" sz="1200" dirty="0">
                  <a:solidFill>
                    <a:srgbClr val="2A3238"/>
                  </a:solidFill>
                </a:rPr>
                <a:t> </a:t>
              </a:r>
              <a:r>
                <a:rPr lang="ru-RU" sz="1200" dirty="0">
                  <a:solidFill>
                    <a:srgbClr val="2A3238"/>
                  </a:solidFill>
                </a:rPr>
                <a:t>на одном слайде</a:t>
              </a:r>
              <a:endParaRPr sz="1200" dirty="0">
                <a:solidFill>
                  <a:srgbClr val="2A3238"/>
                </a:solidFill>
              </a:endParaRPr>
            </a:p>
          </p:txBody>
        </p:sp>
        <p:pic>
          <p:nvPicPr>
            <p:cNvPr id="25" name="Рисунок 24">
              <a:extLst>
                <a:ext uri="{FF2B5EF4-FFF2-40B4-BE49-F238E27FC236}">
                  <a16:creationId xmlns:a16="http://schemas.microsoft.com/office/drawing/2014/main" id="{29538636-619B-1946-BBB5-8DCFD73C29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8361070" y="396588"/>
              <a:ext cx="687680" cy="687680"/>
            </a:xfrm>
            <a:prstGeom prst="rect">
              <a:avLst/>
            </a:prstGeom>
          </p:spPr>
        </p:pic>
      </p:grpSp>
      <p:grpSp>
        <p:nvGrpSpPr>
          <p:cNvPr id="26" name="Группа 25">
            <a:extLst>
              <a:ext uri="{FF2B5EF4-FFF2-40B4-BE49-F238E27FC236}">
                <a16:creationId xmlns:a16="http://schemas.microsoft.com/office/drawing/2014/main" id="{F7FABF8A-2DC3-C725-301C-63038311C79B}"/>
              </a:ext>
            </a:extLst>
          </p:cNvPr>
          <p:cNvGrpSpPr/>
          <p:nvPr/>
        </p:nvGrpSpPr>
        <p:grpSpPr>
          <a:xfrm>
            <a:off x="443797" y="5844192"/>
            <a:ext cx="8454159" cy="626838"/>
            <a:chOff x="443797" y="6037746"/>
            <a:chExt cx="8454159" cy="626838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BD24F15-095F-44C4-9B64-FCF595670F3E}"/>
                </a:ext>
              </a:extLst>
            </p:cNvPr>
            <p:cNvSpPr txBox="1"/>
            <p:nvPr/>
          </p:nvSpPr>
          <p:spPr bwMode="auto">
            <a:xfrm>
              <a:off x="550863" y="6037746"/>
              <a:ext cx="8347093" cy="6268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ru-RU" sz="800" dirty="0">
                  <a:solidFill>
                    <a:srgbClr val="2A3238"/>
                  </a:solidFill>
                </a:rPr>
                <a:t>Использование множества графики и иллюстраций на одном слайде перегружает его, затрудняет восприятие и нарушает стиль.</a:t>
              </a:r>
              <a:br>
                <a:rPr lang="en-US" sz="800" dirty="0">
                  <a:solidFill>
                    <a:srgbClr val="2A3238"/>
                  </a:solidFill>
                </a:rPr>
              </a:br>
              <a:r>
                <a:rPr lang="ru-RU" sz="800" dirty="0">
                  <a:solidFill>
                    <a:srgbClr val="2A3238"/>
                  </a:solidFill>
                </a:rPr>
                <a:t>Избегайте смешения разных стилей иллюстраций</a:t>
              </a:r>
              <a:r>
                <a:rPr lang="en-US" sz="800" dirty="0">
                  <a:solidFill>
                    <a:srgbClr val="2A3238"/>
                  </a:solidFill>
                </a:rPr>
                <a:t> </a:t>
              </a:r>
              <a:r>
                <a:rPr lang="ru-RU" sz="800" dirty="0">
                  <a:solidFill>
                    <a:srgbClr val="2A3238"/>
                  </a:solidFill>
                </a:rPr>
                <a:t>и помните: чем больше визуальных элементов, тем тяжелее презентация и сложнее донести основную мысль.</a:t>
              </a:r>
              <a:br>
                <a:rPr lang="en-US" sz="800" dirty="0">
                  <a:solidFill>
                    <a:srgbClr val="2A3238"/>
                  </a:solidFill>
                </a:rPr>
              </a:br>
              <a:r>
                <a:rPr lang="ru-RU" sz="800" dirty="0">
                  <a:solidFill>
                    <a:srgbClr val="2A3238"/>
                  </a:solidFill>
                </a:rPr>
                <a:t>Лучше сосредоточиться на качестве, а не на количестве. </a:t>
              </a:r>
              <a:endParaRPr sz="1050" dirty="0">
                <a:solidFill>
                  <a:srgbClr val="2A3238"/>
                </a:solidFill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5A243E28-ECDA-E9D9-0C1A-AFEC86BDF85E}"/>
                </a:ext>
              </a:extLst>
            </p:cNvPr>
            <p:cNvSpPr txBox="1"/>
            <p:nvPr/>
          </p:nvSpPr>
          <p:spPr bwMode="auto">
            <a:xfrm>
              <a:off x="443797" y="6037746"/>
              <a:ext cx="214131" cy="25750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 sz="20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</a:lstStyle>
            <a:p>
              <a:pPr>
                <a:lnSpc>
                  <a:spcPct val="150000"/>
                </a:lnSpc>
                <a:defRPr/>
              </a:pPr>
              <a:r>
                <a:rPr lang="en-US" sz="800" dirty="0">
                  <a:solidFill>
                    <a:srgbClr val="2A3238"/>
                  </a:solidFill>
                </a:rPr>
                <a:t>*</a:t>
              </a:r>
              <a:endParaRPr sz="1050" dirty="0">
                <a:solidFill>
                  <a:srgbClr val="2A3238"/>
                </a:solidFill>
              </a:endParaRPr>
            </a:p>
          </p:txBody>
        </p:sp>
      </p:grp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E2E87AF0-E140-C391-F5EF-2E9B95B4EA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93113" y="3947185"/>
            <a:ext cx="1702025" cy="1723524"/>
          </a:xfrm>
          <a:prstGeom prst="rect">
            <a:avLst/>
          </a:prstGeom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BFF243D0-50D8-F2AA-C559-773561F83F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2771623" y="4069682"/>
            <a:ext cx="1583338" cy="1579850"/>
          </a:xfrm>
          <a:prstGeom prst="rect">
            <a:avLst/>
          </a:prstGeom>
        </p:spPr>
      </p:pic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7E94FBDE-3364-AF76-1ECB-712B369428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4934190" y="4106368"/>
            <a:ext cx="1738289" cy="1513452"/>
          </a:xfrm>
          <a:prstGeom prst="rect">
            <a:avLst/>
          </a:prstGeom>
        </p:spPr>
      </p:pic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DC43A893-A86C-7D71-6D24-DD0A449BB76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5109405" y="2025061"/>
            <a:ext cx="1387857" cy="1712908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B9AAE5A8-AFA0-BB98-AA4C-57026CB077A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2588470" y="1808002"/>
            <a:ext cx="2225818" cy="2067569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71A30691-DAD2-05AB-AD04-9064FDAF0D7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>
            <a:off x="560650" y="2025061"/>
            <a:ext cx="1684187" cy="1529517"/>
          </a:xfrm>
          <a:prstGeom prst="rect">
            <a:avLst/>
          </a:prstGeom>
        </p:spPr>
      </p:pic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9C63A58F-A187-C53E-0199-387B54679FE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/>
        </p:blipFill>
        <p:spPr bwMode="auto">
          <a:xfrm>
            <a:off x="6929355" y="4019022"/>
            <a:ext cx="993241" cy="1683578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ADB148D4-9389-976F-41BD-E603457BEC3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>
            <a:off x="9865908" y="4072194"/>
            <a:ext cx="767201" cy="1600662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F9700A87-D80B-374F-5303-A5FA0FC1909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>
            <a:off x="8109340" y="4088909"/>
            <a:ext cx="1337630" cy="1581800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05DF34BB-4ECC-7EFF-D0C4-5D3257F4DAF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>
            <a:off x="7186412" y="2025061"/>
            <a:ext cx="1591743" cy="1651084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699A1786-1CF3-528E-FA7C-0072DB916A7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>
            <a:off x="9304941" y="2047932"/>
            <a:ext cx="1447298" cy="15877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41712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84EF-1B76-5772-CD86-086B62D512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A47509C7-ED84-BD73-1586-F3917A7C3C59}"/>
              </a:ext>
            </a:extLst>
          </p:cNvPr>
          <p:cNvSpPr txBox="1"/>
          <p:nvPr/>
        </p:nvSpPr>
        <p:spPr bwMode="auto">
          <a:xfrm>
            <a:off x="425803" y="843429"/>
            <a:ext cx="6556988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Иконки </a:t>
            </a:r>
            <a:r>
              <a:rPr lang="ru-RU"/>
              <a:t>продуктов </a:t>
            </a:r>
            <a:r>
              <a:rPr lang="en"/>
              <a:t>SberUser</a:t>
            </a:r>
            <a:endParaRPr lang="e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F33949-AD4E-9688-3E45-E38007B534F2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Актуальные иконки продуктов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0451D73D-6F21-6C41-9073-752C0B7C66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474885" y="4544633"/>
            <a:ext cx="1018183" cy="1018183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22E5A9CA-F993-8936-1323-1BFC132CB4A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728062" y="4532771"/>
            <a:ext cx="1018183" cy="101818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F2F2DE7-1F90-32BC-EA46-49B23DA3440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45771" y="4497739"/>
            <a:ext cx="1018183" cy="101818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16300D4-6B49-6FC7-B4B1-69603F29DE2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45772" y="2410817"/>
            <a:ext cx="1018183" cy="101818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DEC89908-9AB6-914C-9CF7-A34A07A1200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917997" y="4518187"/>
            <a:ext cx="1018183" cy="101818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B12F2FC-4064-E3D6-5471-19D0EB07ABD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791354" y="2416754"/>
            <a:ext cx="1018183" cy="101818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8813A963-18C8-585A-C5BA-716D12DDB8E8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065967" y="4524243"/>
            <a:ext cx="1018183" cy="101818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E574D28-EA56-27B9-B1BE-17A47EC60B8D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75999" y="4533343"/>
            <a:ext cx="1018183" cy="101818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05FEFD5F-3561-3DE0-8E8B-EB3132A4E160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98119" y="4544633"/>
            <a:ext cx="1018183" cy="101818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8683832A-94A2-D7EE-D94D-F048A225587C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825221" y="4532773"/>
            <a:ext cx="1018181" cy="1018181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721700D3-29CE-2213-3A67-02B445EC8FA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>
            <a:off x="575999" y="2423460"/>
            <a:ext cx="1006306" cy="10063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85235A5D-C609-C21C-9286-87CF6E2DDAE1}"/>
              </a:ext>
            </a:extLst>
          </p:cNvPr>
          <p:cNvSpPr txBox="1"/>
          <p:nvPr/>
        </p:nvSpPr>
        <p:spPr bwMode="auto">
          <a:xfrm>
            <a:off x="575999" y="3518746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 err="1"/>
              <a:t>SberUser</a:t>
            </a:r>
            <a:endParaRPr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AA51F1B-1041-69B0-51AF-CEA0B5747431}"/>
              </a:ext>
            </a:extLst>
          </p:cNvPr>
          <p:cNvSpPr txBox="1"/>
          <p:nvPr/>
        </p:nvSpPr>
        <p:spPr bwMode="auto">
          <a:xfrm>
            <a:off x="1917859" y="3518746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/>
              <a:t>Друг</a:t>
            </a:r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10B928D-6F08-9569-218B-53D597C23382}"/>
              </a:ext>
            </a:extLst>
          </p:cNvPr>
          <p:cNvSpPr txBox="1"/>
          <p:nvPr/>
        </p:nvSpPr>
        <p:spPr bwMode="auto">
          <a:xfrm>
            <a:off x="3289522" y="3518746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/>
              <a:t>User Soft</a:t>
            </a:r>
            <a:endParaRPr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981FE1C-A629-F3D5-BC3C-3743DD8DCD7D}"/>
              </a:ext>
            </a:extLst>
          </p:cNvPr>
          <p:cNvSpPr txBox="1"/>
          <p:nvPr/>
        </p:nvSpPr>
        <p:spPr bwMode="auto">
          <a:xfrm>
            <a:off x="4485259" y="3518746"/>
            <a:ext cx="14706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/>
              <a:t>Виртуальный ассистент</a:t>
            </a:r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F7FF4F8-B639-0B34-83CC-39A769F040F9}"/>
              </a:ext>
            </a:extLst>
          </p:cNvPr>
          <p:cNvSpPr txBox="1"/>
          <p:nvPr/>
        </p:nvSpPr>
        <p:spPr bwMode="auto">
          <a:xfrm>
            <a:off x="7358293" y="5620178"/>
            <a:ext cx="1244348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/>
              <a:t>Справочник</a:t>
            </a:r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781804B-26A0-942D-562A-EA2864D33A24}"/>
              </a:ext>
            </a:extLst>
          </p:cNvPr>
          <p:cNvSpPr txBox="1"/>
          <p:nvPr/>
        </p:nvSpPr>
        <p:spPr bwMode="auto">
          <a:xfrm>
            <a:off x="438203" y="5620178"/>
            <a:ext cx="1324384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 err="1"/>
              <a:t>СберБраузер</a:t>
            </a:r>
            <a:endParaRPr lang="ru-RU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768EC65-D7A8-B628-DF46-37475EDFC7C0}"/>
              </a:ext>
            </a:extLst>
          </p:cNvPr>
          <p:cNvSpPr txBox="1"/>
          <p:nvPr/>
        </p:nvSpPr>
        <p:spPr bwMode="auto">
          <a:xfrm>
            <a:off x="1950345" y="5620179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/>
              <a:t>Apps</a:t>
            </a:r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29F78B-0A59-89AD-CBDB-2228068984AB}"/>
              </a:ext>
            </a:extLst>
          </p:cNvPr>
          <p:cNvSpPr txBox="1"/>
          <p:nvPr/>
        </p:nvSpPr>
        <p:spPr bwMode="auto">
          <a:xfrm>
            <a:off x="3319818" y="5620179"/>
            <a:ext cx="1006306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/>
              <a:t>Почта</a:t>
            </a:r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5F94578-A60C-5E05-B6AA-B7DEDC584916}"/>
              </a:ext>
            </a:extLst>
          </p:cNvPr>
          <p:cNvSpPr txBox="1"/>
          <p:nvPr/>
        </p:nvSpPr>
        <p:spPr bwMode="auto">
          <a:xfrm>
            <a:off x="4614980" y="5620179"/>
            <a:ext cx="1244348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/>
              <a:t>OTP</a:t>
            </a:r>
            <a:endParaRPr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7B71469-A9BB-C8B0-9E2B-C5BBBF9D033A}"/>
              </a:ext>
            </a:extLst>
          </p:cNvPr>
          <p:cNvSpPr txBox="1"/>
          <p:nvPr/>
        </p:nvSpPr>
        <p:spPr bwMode="auto">
          <a:xfrm>
            <a:off x="7269933" y="351874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Мои Доступы</a:t>
            </a:r>
            <a:endParaRPr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2608E7-BE71-E8D1-353B-D6A00AD7178E}"/>
              </a:ext>
            </a:extLst>
          </p:cNvPr>
          <p:cNvSpPr txBox="1"/>
          <p:nvPr/>
        </p:nvSpPr>
        <p:spPr bwMode="auto">
          <a:xfrm>
            <a:off x="5998324" y="5620179"/>
            <a:ext cx="1244348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 err="1"/>
              <a:t>СберЧат</a:t>
            </a:r>
            <a:endParaRPr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51DF1634-17BB-80BA-F753-5EE4A0C7F94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>
            <a:off x="6045908" y="2410819"/>
            <a:ext cx="1018181" cy="1018181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A2D20887-CC07-2AD0-0B3C-68DCB5E90C4E}"/>
              </a:ext>
            </a:extLst>
          </p:cNvPr>
          <p:cNvSpPr txBox="1"/>
          <p:nvPr/>
        </p:nvSpPr>
        <p:spPr bwMode="auto">
          <a:xfrm>
            <a:off x="5977979" y="3511817"/>
            <a:ext cx="1244348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 err="1"/>
              <a:t>SberJazz</a:t>
            </a:r>
            <a:endParaRPr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E7BFF09-E0F6-66C1-D213-780E81847051}"/>
              </a:ext>
            </a:extLst>
          </p:cNvPr>
          <p:cNvSpPr txBox="1"/>
          <p:nvPr/>
        </p:nvSpPr>
        <p:spPr bwMode="auto">
          <a:xfrm>
            <a:off x="8605850" y="351874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/>
              <a:t>SCPL</a:t>
            </a:r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D24FC4D-98BF-0913-B8A1-588787817455}"/>
              </a:ext>
            </a:extLst>
          </p:cNvPr>
          <p:cNvSpPr txBox="1"/>
          <p:nvPr/>
        </p:nvSpPr>
        <p:spPr bwMode="auto">
          <a:xfrm>
            <a:off x="9943998" y="351874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Доски</a:t>
            </a:r>
            <a:endParaRPr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FBA7E0D-BB90-DC9D-1C9B-BD675E11C770}"/>
              </a:ext>
            </a:extLst>
          </p:cNvPr>
          <p:cNvSpPr txBox="1"/>
          <p:nvPr/>
        </p:nvSpPr>
        <p:spPr bwMode="auto">
          <a:xfrm>
            <a:off x="8645076" y="562632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Диск</a:t>
            </a:r>
            <a:endParaRPr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9637D6-F252-8BAE-96EA-C5470DDF3021}"/>
              </a:ext>
            </a:extLst>
          </p:cNvPr>
          <p:cNvSpPr txBox="1"/>
          <p:nvPr/>
        </p:nvSpPr>
        <p:spPr bwMode="auto">
          <a:xfrm>
            <a:off x="9972170" y="5626326"/>
            <a:ext cx="1376577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Мобильная</a:t>
            </a:r>
            <a:br>
              <a:rPr lang="ru-RU" dirty="0"/>
            </a:br>
            <a:r>
              <a:rPr lang="ru-RU" dirty="0"/>
              <a:t>связь</a:t>
            </a:r>
            <a:endParaRPr dirty="0"/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03B1A47E-E95F-1D06-B678-52EF3B88A9B5}"/>
              </a:ext>
            </a:extLst>
          </p:cNvPr>
          <p:cNvGrpSpPr/>
          <p:nvPr/>
        </p:nvGrpSpPr>
        <p:grpSpPr>
          <a:xfrm>
            <a:off x="4639256" y="2381531"/>
            <a:ext cx="1090165" cy="1090165"/>
            <a:chOff x="4639256" y="2381531"/>
            <a:chExt cx="1090165" cy="1090165"/>
          </a:xfrm>
        </p:grpSpPr>
        <p:pic>
          <p:nvPicPr>
            <p:cNvPr id="33" name="Рисунок 32">
              <a:extLst>
                <a:ext uri="{FF2B5EF4-FFF2-40B4-BE49-F238E27FC236}">
                  <a16:creationId xmlns:a16="http://schemas.microsoft.com/office/drawing/2014/main" id="{68242347-5456-A5BB-66A8-24C10BFA2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/>
          </p:blipFill>
          <p:spPr bwMode="auto">
            <a:xfrm>
              <a:off x="4639256" y="2381531"/>
              <a:ext cx="1090165" cy="1090165"/>
            </a:xfrm>
            <a:prstGeom prst="rect">
              <a:avLst/>
            </a:prstGeom>
            <a:effectLst/>
          </p:spPr>
        </p:pic>
        <p:sp>
          <p:nvSpPr>
            <p:cNvPr id="34" name="Скругленный прямоугольник 33">
              <a:extLst>
                <a:ext uri="{FF2B5EF4-FFF2-40B4-BE49-F238E27FC236}">
                  <a16:creationId xmlns:a16="http://schemas.microsoft.com/office/drawing/2014/main" id="{70C9681C-B768-4F67-D49F-622503F03B09}"/>
                </a:ext>
              </a:extLst>
            </p:cNvPr>
            <p:cNvSpPr/>
            <p:nvPr/>
          </p:nvSpPr>
          <p:spPr bwMode="auto">
            <a:xfrm>
              <a:off x="4679506" y="2423047"/>
              <a:ext cx="1005540" cy="1005540"/>
            </a:xfrm>
            <a:prstGeom prst="roundRect">
              <a:avLst>
                <a:gd name="adj" fmla="val 21081"/>
              </a:avLst>
            </a:prstGeom>
            <a:noFill/>
            <a:ln w="9525">
              <a:solidFill>
                <a:srgbClr val="E5EAE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00333"/>
                </a:solidFill>
              </a:endParaRPr>
            </a:p>
          </p:txBody>
        </p:sp>
      </p:grp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52E886C6-7F61-F026-5A7D-A6DAEF2E905F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917859" y="2415410"/>
            <a:ext cx="1022405" cy="1022405"/>
          </a:xfrm>
          <a:prstGeom prst="rect">
            <a:avLst/>
          </a:prstGeom>
        </p:spPr>
      </p:pic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E249E0A4-C444-FECF-D7AE-B6E60C849E9D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420685" y="2417137"/>
            <a:ext cx="1005541" cy="1005541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92501BEE-F79E-59B5-6F3E-05D1D75C8660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75819" y="2402768"/>
            <a:ext cx="1026998" cy="1026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890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5307AF-97DF-020D-EC6B-48E38D55D7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035F17F-EEBA-8900-29C4-3EB913F2F500}"/>
              </a:ext>
            </a:extLst>
          </p:cNvPr>
          <p:cNvSpPr txBox="1"/>
          <p:nvPr/>
        </p:nvSpPr>
        <p:spPr bwMode="auto">
          <a:xfrm>
            <a:off x="425803" y="843429"/>
            <a:ext cx="6556988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Иконки </a:t>
            </a:r>
            <a:r>
              <a:rPr lang="ru-RU"/>
              <a:t>продуктов </a:t>
            </a:r>
            <a:r>
              <a:rPr lang="en"/>
              <a:t>SberUser</a:t>
            </a:r>
            <a:endParaRPr lang="e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BF32679-7A70-169E-FA2D-9065F0183CB4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Актуальные иконки продуктов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D3C439E8-3E35-70E6-1324-9C91FD6831D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75836" y="2388170"/>
            <a:ext cx="1018183" cy="1018183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157BFA8-ED7E-2934-4B38-19D150CC3E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933033" y="2409358"/>
            <a:ext cx="1018183" cy="1018183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668B492-9F58-575C-745C-9E9E7DD8EF0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58956" y="2414128"/>
            <a:ext cx="1018183" cy="1018183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DA65921-46B4-13F5-D140-B7D24F8CCEF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427913" y="4513669"/>
            <a:ext cx="1018183" cy="1018183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A93DB2A-29F4-DC70-0863-2D498E970918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77255" y="4524683"/>
            <a:ext cx="1018183" cy="101818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F847245C-D282-B9EF-8274-30215C821007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81774" y="4524683"/>
            <a:ext cx="1018183" cy="1018183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2D7A018C-B733-0A58-ABD4-E33ACBAD6572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073025" y="4513669"/>
            <a:ext cx="1018183" cy="1018183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AB30A576-00D1-45FB-68FD-AFEDF32B8318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70543" y="2405163"/>
            <a:ext cx="1018183" cy="101818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873FFA5-B68F-0B7F-6B25-11BC059571DA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092463" y="2422764"/>
            <a:ext cx="1018183" cy="1018183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03BC9FE-28DB-6F3C-810C-F369B6752346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724495" y="2414128"/>
            <a:ext cx="1018183" cy="1018183"/>
          </a:xfrm>
          <a:prstGeom prst="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84CC8FFC-4660-393F-46B0-136E13DB3FCA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801824" y="2405164"/>
            <a:ext cx="1018183" cy="1018183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DAEE7A5-8E2C-76EE-6245-DEE91EC89120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925075" y="4516836"/>
            <a:ext cx="1018183" cy="1018183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B3118FF-4DD6-E055-D30A-0DFD94CADE7E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433856" y="2405165"/>
            <a:ext cx="1018183" cy="1018183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FFD3E56-136D-4F76-AEF7-4365462487C8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690524" y="4513670"/>
            <a:ext cx="1018183" cy="101818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FCFDEEB-93CA-470C-97BE-4B95E8410D23}"/>
              </a:ext>
            </a:extLst>
          </p:cNvPr>
          <p:cNvSpPr txBox="1"/>
          <p:nvPr/>
        </p:nvSpPr>
        <p:spPr bwMode="auto">
          <a:xfrm>
            <a:off x="4576010" y="3488605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en-US" sz="1100" dirty="0" err="1">
                <a:solidFill>
                  <a:srgbClr val="323E48"/>
                </a:solidFill>
                <a:latin typeface="SB Sans Text Light"/>
                <a:cs typeface="SB Sans Text Light"/>
              </a:rPr>
              <a:t>SmartRoom</a:t>
            </a:r>
            <a:endParaRPr sz="1100" dirty="0">
              <a:solidFill>
                <a:srgbClr val="323E48"/>
              </a:solidFill>
              <a:latin typeface="SB Sans Text Light"/>
              <a:cs typeface="SB Sans Text Light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696132A-0839-B9B4-49B5-325CC8F1DE6E}"/>
              </a:ext>
            </a:extLst>
          </p:cNvPr>
          <p:cNvSpPr txBox="1"/>
          <p:nvPr/>
        </p:nvSpPr>
        <p:spPr bwMode="auto">
          <a:xfrm>
            <a:off x="7040308" y="3500027"/>
            <a:ext cx="1858385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sz="1100" dirty="0">
                <a:solidFill>
                  <a:srgbClr val="323E48"/>
                </a:solidFill>
              </a:rPr>
              <a:t>VoIP</a:t>
            </a:r>
            <a:br>
              <a:rPr lang="ru-RU" sz="1100" dirty="0">
                <a:solidFill>
                  <a:srgbClr val="323E48"/>
                </a:solidFill>
              </a:rPr>
            </a:br>
            <a:r>
              <a:rPr lang="en" sz="1100" dirty="0" err="1">
                <a:solidFill>
                  <a:srgbClr val="323E48"/>
                </a:solidFill>
              </a:rPr>
              <a:t>Platforms&amp;Services</a:t>
            </a:r>
            <a:endParaRPr sz="1100" dirty="0">
              <a:solidFill>
                <a:srgbClr val="323E48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B5C8E2-6489-E59A-CE16-9A6B32BA489E}"/>
              </a:ext>
            </a:extLst>
          </p:cNvPr>
          <p:cNvSpPr txBox="1"/>
          <p:nvPr/>
        </p:nvSpPr>
        <p:spPr bwMode="auto">
          <a:xfrm>
            <a:off x="307992" y="5623301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Корпоративный поиск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04E1A8-46FF-2CCE-F032-D8E0E612E3B2}"/>
              </a:ext>
            </a:extLst>
          </p:cNvPr>
          <p:cNvSpPr txBox="1"/>
          <p:nvPr/>
        </p:nvSpPr>
        <p:spPr bwMode="auto">
          <a:xfrm>
            <a:off x="1632267" y="5632505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Голосовой помощник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205EC3-DE7A-A29B-1287-5B9358B04B63}"/>
              </a:ext>
            </a:extLst>
          </p:cNvPr>
          <p:cNvSpPr txBox="1"/>
          <p:nvPr/>
        </p:nvSpPr>
        <p:spPr bwMode="auto">
          <a:xfrm>
            <a:off x="2995744" y="5633892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Мобильное</a:t>
            </a:r>
            <a:br>
              <a:rPr lang="ru-RU" dirty="0"/>
            </a:br>
            <a:r>
              <a:rPr lang="ru-RU" dirty="0"/>
              <a:t>рабочее место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E42DE9-1D23-5FD1-37CE-F0498D32587A}"/>
              </a:ext>
            </a:extLst>
          </p:cNvPr>
          <p:cNvSpPr txBox="1"/>
          <p:nvPr/>
        </p:nvSpPr>
        <p:spPr bwMode="auto">
          <a:xfrm>
            <a:off x="4415446" y="564444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Рабочее место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F2D360-4B00-0F32-C62C-A75DC65B2CED}"/>
              </a:ext>
            </a:extLst>
          </p:cNvPr>
          <p:cNvSpPr txBox="1"/>
          <p:nvPr/>
        </p:nvSpPr>
        <p:spPr bwMode="auto">
          <a:xfrm>
            <a:off x="6016604" y="5632749"/>
            <a:ext cx="1153322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 err="1"/>
              <a:t>СберПечать</a:t>
            </a:r>
            <a:endParaRPr lang="ru-RU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8F3FB7E-8483-90FA-30B0-73F886473BF1}"/>
              </a:ext>
            </a:extLst>
          </p:cNvPr>
          <p:cNvSpPr txBox="1"/>
          <p:nvPr/>
        </p:nvSpPr>
        <p:spPr bwMode="auto">
          <a:xfrm>
            <a:off x="7169926" y="5627093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/>
              <a:t>EMP</a:t>
            </a:r>
            <a:endParaRPr lang="ru-RU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30F8CFA-8433-1B7C-E4D0-1E19B1222977}"/>
              </a:ext>
            </a:extLst>
          </p:cNvPr>
          <p:cNvSpPr txBox="1"/>
          <p:nvPr/>
        </p:nvSpPr>
        <p:spPr bwMode="auto">
          <a:xfrm>
            <a:off x="9879140" y="3505340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sz="1100" dirty="0" err="1">
                <a:solidFill>
                  <a:srgbClr val="323E48"/>
                </a:solidFill>
              </a:rPr>
              <a:t>SmartIVR</a:t>
            </a:r>
            <a:endParaRPr lang="ru-RU" sz="1100" dirty="0">
              <a:solidFill>
                <a:srgbClr val="323E48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3C7EF13-CB9F-6699-B8D7-D6433B987848}"/>
              </a:ext>
            </a:extLst>
          </p:cNvPr>
          <p:cNvSpPr txBox="1"/>
          <p:nvPr/>
        </p:nvSpPr>
        <p:spPr bwMode="auto">
          <a:xfrm>
            <a:off x="8528658" y="3505340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sz="1100" dirty="0" err="1">
                <a:solidFill>
                  <a:srgbClr val="323E48"/>
                </a:solidFill>
              </a:rPr>
              <a:t>SmartWFM</a:t>
            </a:r>
            <a:endParaRPr lang="ru-RU" sz="1100" dirty="0">
              <a:solidFill>
                <a:srgbClr val="323E48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E03F992-31C3-41BB-3816-19277AEAFD03}"/>
              </a:ext>
            </a:extLst>
          </p:cNvPr>
          <p:cNvSpPr txBox="1"/>
          <p:nvPr/>
        </p:nvSpPr>
        <p:spPr bwMode="auto">
          <a:xfrm>
            <a:off x="5858680" y="3494316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 err="1">
                <a:solidFill>
                  <a:srgbClr val="323E48"/>
                </a:solidFill>
              </a:rPr>
              <a:t>Смартотека</a:t>
            </a:r>
            <a:endParaRPr sz="1100" dirty="0">
              <a:solidFill>
                <a:srgbClr val="323E48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226175-0FA7-F03D-4AEA-9FCA20253A1B}"/>
              </a:ext>
            </a:extLst>
          </p:cNvPr>
          <p:cNvSpPr txBox="1"/>
          <p:nvPr/>
        </p:nvSpPr>
        <p:spPr bwMode="auto">
          <a:xfrm>
            <a:off x="3155386" y="3497379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>
                <a:solidFill>
                  <a:srgbClr val="323E48"/>
                </a:solidFill>
              </a:rPr>
              <a:t>Персона</a:t>
            </a:r>
            <a:endParaRPr sz="1100" dirty="0">
              <a:solidFill>
                <a:srgbClr val="323E48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82F84C8-A085-F9A3-144A-E1B356F819A3}"/>
              </a:ext>
            </a:extLst>
          </p:cNvPr>
          <p:cNvSpPr txBox="1"/>
          <p:nvPr/>
        </p:nvSpPr>
        <p:spPr bwMode="auto">
          <a:xfrm>
            <a:off x="1761151" y="3505340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sz="1100" dirty="0">
                <a:solidFill>
                  <a:srgbClr val="323E48"/>
                </a:solidFill>
              </a:rPr>
              <a:t>SRP-API</a:t>
            </a:r>
            <a:endParaRPr sz="1100" dirty="0">
              <a:solidFill>
                <a:srgbClr val="323E48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B48FCD7-3F7F-3918-EEB2-D49E392F6B73}"/>
              </a:ext>
            </a:extLst>
          </p:cNvPr>
          <p:cNvSpPr txBox="1"/>
          <p:nvPr/>
        </p:nvSpPr>
        <p:spPr bwMode="auto">
          <a:xfrm>
            <a:off x="262205" y="3507633"/>
            <a:ext cx="1614410" cy="600164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>
                <a:solidFill>
                  <a:srgbClr val="323E48"/>
                </a:solidFill>
              </a:rPr>
              <a:t>Система записи</a:t>
            </a:r>
            <a:br>
              <a:rPr lang="en-US" sz="1100" dirty="0">
                <a:solidFill>
                  <a:srgbClr val="323E48"/>
                </a:solidFill>
              </a:rPr>
            </a:br>
            <a:r>
              <a:rPr lang="ru-RU" sz="1100" dirty="0">
                <a:solidFill>
                  <a:srgbClr val="323E48"/>
                </a:solidFill>
              </a:rPr>
              <a:t>пользовательского окружения</a:t>
            </a:r>
            <a:endParaRPr sz="1100" dirty="0">
              <a:solidFill>
                <a:srgbClr val="323E48"/>
              </a:solidFill>
            </a:endParaRPr>
          </a:p>
        </p:txBody>
      </p:sp>
      <p:pic>
        <p:nvPicPr>
          <p:cNvPr id="50" name="Рисунок 49">
            <a:extLst>
              <a:ext uri="{FF2B5EF4-FFF2-40B4-BE49-F238E27FC236}">
                <a16:creationId xmlns:a16="http://schemas.microsoft.com/office/drawing/2014/main" id="{88330303-CED3-3DCB-0820-CBA9394AF097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800605" y="4512722"/>
            <a:ext cx="1018183" cy="101818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A2D522C0-C665-E8EB-12FA-A5C294B552BB}"/>
              </a:ext>
            </a:extLst>
          </p:cNvPr>
          <p:cNvSpPr txBox="1"/>
          <p:nvPr/>
        </p:nvSpPr>
        <p:spPr bwMode="auto">
          <a:xfrm>
            <a:off x="8736601" y="5632749"/>
            <a:ext cx="1153322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/>
              <a:t>IAM Proxy</a:t>
            </a:r>
            <a:endParaRPr lang="ru-RU" dirty="0"/>
          </a:p>
        </p:txBody>
      </p:sp>
      <p:pic>
        <p:nvPicPr>
          <p:cNvPr id="52" name="Рисунок 51">
            <a:extLst>
              <a:ext uri="{FF2B5EF4-FFF2-40B4-BE49-F238E27FC236}">
                <a16:creationId xmlns:a16="http://schemas.microsoft.com/office/drawing/2014/main" id="{4F09C3EF-3682-0C6D-7054-6B55132F2810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82322" y="4512721"/>
            <a:ext cx="1018183" cy="1018183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1FCBD830-5FD6-C1E3-D546-B647434B20E9}"/>
              </a:ext>
            </a:extLst>
          </p:cNvPr>
          <p:cNvSpPr txBox="1"/>
          <p:nvPr/>
        </p:nvSpPr>
        <p:spPr bwMode="auto">
          <a:xfrm>
            <a:off x="10012771" y="5632749"/>
            <a:ext cx="1376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 err="1"/>
              <a:t>Автоисполнение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9890160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72E97D-41AD-622C-3EA7-F8362DDA4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72223C70-2BB1-7080-449C-FFE658199625}"/>
              </a:ext>
            </a:extLst>
          </p:cNvPr>
          <p:cNvSpPr txBox="1"/>
          <p:nvPr/>
        </p:nvSpPr>
        <p:spPr bwMode="auto">
          <a:xfrm>
            <a:off x="425803" y="843429"/>
            <a:ext cx="6556988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Иконки </a:t>
            </a:r>
            <a:r>
              <a:rPr lang="ru-RU"/>
              <a:t>продуктов </a:t>
            </a:r>
            <a:r>
              <a:rPr lang="en"/>
              <a:t>SberUser</a:t>
            </a:r>
            <a:endParaRPr lang="e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C08E76-8402-DE99-72B1-AA6F2D9C8A8D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Актуальные иконки продуктов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104DF05-10BD-0491-2B30-5DD773C32B03}"/>
              </a:ext>
            </a:extLst>
          </p:cNvPr>
          <p:cNvSpPr txBox="1"/>
          <p:nvPr/>
        </p:nvSpPr>
        <p:spPr bwMode="auto">
          <a:xfrm>
            <a:off x="4494267" y="3488605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/>
          <a:p>
            <a:pPr algn="ctr">
              <a:defRPr/>
            </a:pPr>
            <a:r>
              <a:rPr lang="ru-RU" sz="1100" dirty="0">
                <a:solidFill>
                  <a:srgbClr val="323E48"/>
                </a:solidFill>
                <a:latin typeface="SB Sans Text Light"/>
                <a:cs typeface="SB Sans Text Light"/>
              </a:rPr>
              <a:t>ПО Друга</a:t>
            </a:r>
            <a:endParaRPr sz="1100" dirty="0">
              <a:solidFill>
                <a:srgbClr val="323E48"/>
              </a:solidFill>
              <a:latin typeface="SB Sans Text Light"/>
              <a:cs typeface="SB Sans Text Light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CA9046-9E2D-819B-D93C-87C1ECD91178}"/>
              </a:ext>
            </a:extLst>
          </p:cNvPr>
          <p:cNvSpPr txBox="1"/>
          <p:nvPr/>
        </p:nvSpPr>
        <p:spPr bwMode="auto">
          <a:xfrm>
            <a:off x="7040308" y="3500027"/>
            <a:ext cx="1858385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>
                <a:solidFill>
                  <a:srgbClr val="323E48"/>
                </a:solidFill>
              </a:rPr>
              <a:t>Речевая</a:t>
            </a:r>
            <a:br>
              <a:rPr lang="ru-RU" sz="1100" dirty="0">
                <a:solidFill>
                  <a:srgbClr val="323E48"/>
                </a:solidFill>
              </a:rPr>
            </a:br>
            <a:r>
              <a:rPr lang="ru-RU" sz="1100" dirty="0">
                <a:solidFill>
                  <a:srgbClr val="323E48"/>
                </a:solidFill>
              </a:rPr>
              <a:t>аналитика</a:t>
            </a:r>
            <a:endParaRPr sz="1100" dirty="0">
              <a:solidFill>
                <a:srgbClr val="323E48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896A87-5BDC-674B-8451-5BB436108B87}"/>
              </a:ext>
            </a:extLst>
          </p:cNvPr>
          <p:cNvSpPr txBox="1"/>
          <p:nvPr/>
        </p:nvSpPr>
        <p:spPr bwMode="auto">
          <a:xfrm>
            <a:off x="9879140" y="3505340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>
                <a:solidFill>
                  <a:srgbClr val="323E48"/>
                </a:solidFill>
              </a:rPr>
              <a:t>Сердце</a:t>
            </a:r>
            <a:br>
              <a:rPr lang="ru-RU" sz="1100" dirty="0">
                <a:solidFill>
                  <a:srgbClr val="323E48"/>
                </a:solidFill>
              </a:rPr>
            </a:br>
            <a:r>
              <a:rPr lang="ru-RU" sz="1100" dirty="0">
                <a:solidFill>
                  <a:srgbClr val="323E48"/>
                </a:solidFill>
              </a:rPr>
              <a:t>Друга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6071CE6-BB8A-B3DE-11DB-B0925D1936AD}"/>
              </a:ext>
            </a:extLst>
          </p:cNvPr>
          <p:cNvSpPr txBox="1"/>
          <p:nvPr/>
        </p:nvSpPr>
        <p:spPr bwMode="auto">
          <a:xfrm>
            <a:off x="3136852" y="3497379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>
                <a:solidFill>
                  <a:srgbClr val="323E48"/>
                </a:solidFill>
              </a:rPr>
              <a:t>СУДИР</a:t>
            </a:r>
            <a:endParaRPr sz="1100" dirty="0">
              <a:solidFill>
                <a:srgbClr val="323E48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0E964F-F650-1FCD-CB92-FCE4F4389FE4}"/>
              </a:ext>
            </a:extLst>
          </p:cNvPr>
          <p:cNvSpPr txBox="1"/>
          <p:nvPr/>
        </p:nvSpPr>
        <p:spPr bwMode="auto">
          <a:xfrm>
            <a:off x="262205" y="3507633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>
                <a:solidFill>
                  <a:srgbClr val="323E48"/>
                </a:solidFill>
              </a:rPr>
              <a:t>М2М связь</a:t>
            </a:r>
            <a:endParaRPr sz="1100" dirty="0">
              <a:solidFill>
                <a:srgbClr val="323E48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4A132E9-55DB-C9FC-5ECE-E2B13443A8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52853" y="2414128"/>
            <a:ext cx="1014872" cy="101487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A42A784-486D-3A1C-0935-C02CEADC0FF0}"/>
              </a:ext>
            </a:extLst>
          </p:cNvPr>
          <p:cNvSpPr txBox="1"/>
          <p:nvPr/>
        </p:nvSpPr>
        <p:spPr bwMode="auto">
          <a:xfrm>
            <a:off x="1779685" y="3505340"/>
            <a:ext cx="1376577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Метод+</a:t>
            </a:r>
            <a:endParaRPr dirty="0"/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7C922AA-15D4-2CC0-4DB6-4B9EEBE0CCD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96937" y="2410463"/>
            <a:ext cx="1012883" cy="1012883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348978DF-4635-C717-E839-6B4DF044513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661864" y="2405162"/>
            <a:ext cx="1023837" cy="10238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7EDE171-574A-DBFD-81FF-F3F320BDDD0B}"/>
              </a:ext>
            </a:extLst>
          </p:cNvPr>
          <p:cNvSpPr txBox="1"/>
          <p:nvPr/>
        </p:nvSpPr>
        <p:spPr bwMode="auto">
          <a:xfrm>
            <a:off x="5832553" y="3494316"/>
            <a:ext cx="1478822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Рекомендательная</a:t>
            </a:r>
            <a:br>
              <a:rPr lang="ru-RU" dirty="0"/>
            </a:br>
            <a:r>
              <a:rPr lang="ru-RU" dirty="0"/>
              <a:t>система</a:t>
            </a:r>
            <a:endParaRPr dirty="0"/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33DA941-075E-A843-BFCC-8E87B4F79F69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045149" y="2416117"/>
            <a:ext cx="1012883" cy="1012883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4D47C826-1B7A-E77E-FF7C-A19872C8C71E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956054" y="2414128"/>
            <a:ext cx="1023837" cy="1023837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284A7C2B-A6C4-8DAF-1BD3-91ABC27ECEF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427450" y="2405162"/>
            <a:ext cx="1023838" cy="102383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7CAFAE2-58C9-6F3E-F626-F1A03F8CE434}"/>
              </a:ext>
            </a:extLst>
          </p:cNvPr>
          <p:cNvSpPr txBox="1"/>
          <p:nvPr/>
        </p:nvSpPr>
        <p:spPr bwMode="auto">
          <a:xfrm>
            <a:off x="8528658" y="3505340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Ролевые</a:t>
            </a:r>
            <a:br>
              <a:rPr lang="ru-RU" dirty="0"/>
            </a:br>
            <a:r>
              <a:rPr lang="ru-RU" dirty="0"/>
              <a:t>модели</a:t>
            </a: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0F4B0177-C661-11DE-E663-9755C73CF8D4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801824" y="2410817"/>
            <a:ext cx="1018183" cy="101818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F1691F96-A4B1-844A-9038-89EE5601BB5E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64763" y="2405162"/>
            <a:ext cx="1012883" cy="1012883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C80FCFEC-AD2B-D9EC-BD44-8D4434182894}"/>
              </a:ext>
            </a:extLst>
          </p:cNvPr>
          <p:cNvSpPr txBox="1"/>
          <p:nvPr/>
        </p:nvSpPr>
        <p:spPr bwMode="auto">
          <a:xfrm>
            <a:off x="293918" y="5623301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Усиление сигнала</a:t>
            </a:r>
            <a:br>
              <a:rPr lang="ru-RU" dirty="0"/>
            </a:br>
            <a:r>
              <a:rPr lang="ru-RU" dirty="0"/>
              <a:t>сотовой связи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36F5C6EC-94CD-8E21-568C-3EA614B13624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49772" y="4547684"/>
            <a:ext cx="1009153" cy="100915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7C5D6C4-6FC7-D119-7BDB-E3A39D31B39E}"/>
              </a:ext>
            </a:extLst>
          </p:cNvPr>
          <p:cNvSpPr txBox="1"/>
          <p:nvPr/>
        </p:nvSpPr>
        <p:spPr bwMode="auto">
          <a:xfrm>
            <a:off x="1677875" y="5623301"/>
            <a:ext cx="160099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Шаблоны</a:t>
            </a:r>
            <a:br>
              <a:rPr lang="ru-RU" dirty="0"/>
            </a:br>
            <a:r>
              <a:rPr lang="ru-RU" dirty="0"/>
              <a:t>на доступ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A2BB9459-7084-0436-25DD-31B209DFF823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963395" y="4547683"/>
            <a:ext cx="1009153" cy="1009153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AD777DA-C090-F5F8-5520-319DF9DF559C}"/>
              </a:ext>
            </a:extLst>
          </p:cNvPr>
          <p:cNvSpPr txBox="1"/>
          <p:nvPr/>
        </p:nvSpPr>
        <p:spPr bwMode="auto">
          <a:xfrm>
            <a:off x="3031187" y="562330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/>
              <a:t>IQM</a:t>
            </a:r>
            <a:endParaRPr lang="ru-RU" dirty="0"/>
          </a:p>
        </p:txBody>
      </p: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BCF994B4-DDA7-66F2-41F6-D0EE5EE58A60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17763" y="4538320"/>
            <a:ext cx="1014753" cy="101475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7D4828E4-36A7-F6D9-F775-825B728E5DBD}"/>
              </a:ext>
            </a:extLst>
          </p:cNvPr>
          <p:cNvSpPr txBox="1"/>
          <p:nvPr/>
        </p:nvSpPr>
        <p:spPr bwMode="auto">
          <a:xfrm>
            <a:off x="4387061" y="562330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/>
              <a:t>Taska</a:t>
            </a:r>
            <a:endParaRPr lang="ru-RU" dirty="0"/>
          </a:p>
        </p:txBody>
      </p: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753271CF-E898-1722-596C-A276F0861E05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687991" y="4526433"/>
            <a:ext cx="1014753" cy="1014753"/>
          </a:xfrm>
          <a:prstGeom prst="rect">
            <a:avLst/>
          </a:prstGeom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03A3D939-2C0C-0FF3-0E9D-F9C23AC2771F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007294" y="4526432"/>
            <a:ext cx="1025331" cy="1025331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9CFA4717-5BD5-18BB-8D94-75B5FFEB9985}"/>
              </a:ext>
            </a:extLst>
          </p:cNvPr>
          <p:cNvSpPr txBox="1"/>
          <p:nvPr/>
        </p:nvSpPr>
        <p:spPr bwMode="auto">
          <a:xfrm>
            <a:off x="5763016" y="562330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rgbClr val="323E48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/>
              <a:t>ВАРМ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BA2E05C9-C0DA-B28D-BF44-DB9182E39953}"/>
              </a:ext>
            </a:extLst>
          </p:cNvPr>
          <p:cNvPicPr>
            <a:picLocks noChangeAspect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424153" y="4525917"/>
            <a:ext cx="1025331" cy="1025331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7928FD46-96A2-932D-4F1A-636F627111FA}"/>
              </a:ext>
            </a:extLst>
          </p:cNvPr>
          <p:cNvSpPr txBox="1"/>
          <p:nvPr/>
        </p:nvSpPr>
        <p:spPr bwMode="auto">
          <a:xfrm>
            <a:off x="7157622" y="5623301"/>
            <a:ext cx="1600990" cy="769441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>
                <a:solidFill>
                  <a:schemeClr val="tx1"/>
                </a:solidFill>
              </a:rPr>
              <a:t>Автоматизация</a:t>
            </a:r>
            <a:br>
              <a:rPr lang="ru-RU" sz="1100" dirty="0">
                <a:solidFill>
                  <a:schemeClr val="tx1"/>
                </a:solidFill>
              </a:rPr>
            </a:br>
            <a:r>
              <a:rPr lang="ru-RU" sz="1100" dirty="0">
                <a:solidFill>
                  <a:schemeClr val="tx1"/>
                </a:solidFill>
              </a:rPr>
              <a:t>и управление</a:t>
            </a:r>
            <a:br>
              <a:rPr lang="ru-RU" sz="1100" dirty="0">
                <a:solidFill>
                  <a:schemeClr val="tx1"/>
                </a:solidFill>
              </a:rPr>
            </a:br>
            <a:r>
              <a:rPr lang="ru-RU" sz="1100" dirty="0">
                <a:solidFill>
                  <a:schemeClr val="tx1"/>
                </a:solidFill>
              </a:rPr>
              <a:t>метаданными телефонии</a:t>
            </a:r>
          </a:p>
        </p:txBody>
      </p:sp>
      <p:pic>
        <p:nvPicPr>
          <p:cNvPr id="32" name="Рисунок 31">
            <a:extLst>
              <a:ext uri="{FF2B5EF4-FFF2-40B4-BE49-F238E27FC236}">
                <a16:creationId xmlns:a16="http://schemas.microsoft.com/office/drawing/2014/main" id="{C49CC0B8-BFE4-49D1-8FD7-D7C81E126D5F}"/>
              </a:ext>
            </a:extLst>
          </p:cNvPr>
          <p:cNvPicPr>
            <a:picLocks noChangeAspect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785673" y="4508500"/>
            <a:ext cx="1044575" cy="1044575"/>
          </a:xfrm>
          <a:prstGeom prst="rect">
            <a:avLst/>
          </a:prstGeom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B0FF60AF-9D7F-3B7C-A50F-476353E2A3AD}"/>
              </a:ext>
            </a:extLst>
          </p:cNvPr>
          <p:cNvSpPr txBox="1"/>
          <p:nvPr/>
        </p:nvSpPr>
        <p:spPr bwMode="auto">
          <a:xfrm>
            <a:off x="8542288" y="5623301"/>
            <a:ext cx="160099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>
                <a:solidFill>
                  <a:schemeClr val="tx1"/>
                </a:solidFill>
              </a:rPr>
              <a:t>Геймификация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0F2BE8E5-C28C-22FF-2AB5-255E0EEEB37B}"/>
              </a:ext>
            </a:extLst>
          </p:cNvPr>
          <p:cNvPicPr>
            <a:picLocks noChangeAspect="1"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47066" y="4513869"/>
            <a:ext cx="1065333" cy="1065333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1A8D290F-436B-F98B-F38D-2B13B625E997}"/>
              </a:ext>
            </a:extLst>
          </p:cNvPr>
          <p:cNvSpPr txBox="1"/>
          <p:nvPr/>
        </p:nvSpPr>
        <p:spPr bwMode="auto">
          <a:xfrm>
            <a:off x="9892118" y="5623301"/>
            <a:ext cx="1600990" cy="600164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sz="1100" dirty="0">
                <a:solidFill>
                  <a:schemeClr val="tx1"/>
                </a:solidFill>
              </a:rPr>
              <a:t>Обратная связь</a:t>
            </a:r>
            <a:br>
              <a:rPr lang="ru-RU" sz="1100" dirty="0">
                <a:solidFill>
                  <a:schemeClr val="tx1"/>
                </a:solidFill>
              </a:rPr>
            </a:br>
            <a:r>
              <a:rPr lang="ru-RU" sz="1100" dirty="0">
                <a:solidFill>
                  <a:schemeClr val="tx1"/>
                </a:solidFill>
              </a:rPr>
              <a:t>по сервисам</a:t>
            </a:r>
            <a:br>
              <a:rPr lang="ru-RU" sz="1100" dirty="0">
                <a:solidFill>
                  <a:schemeClr val="tx1"/>
                </a:solidFill>
              </a:rPr>
            </a:br>
            <a:r>
              <a:rPr lang="ru-RU" sz="1100" dirty="0">
                <a:solidFill>
                  <a:schemeClr val="tx1"/>
                </a:solidFill>
              </a:rPr>
              <a:t>канала Друг</a:t>
            </a:r>
          </a:p>
        </p:txBody>
      </p:sp>
    </p:spTree>
    <p:extLst>
      <p:ext uri="{BB962C8B-B14F-4D97-AF65-F5344CB8AC3E}">
        <p14:creationId xmlns:p14="http://schemas.microsoft.com/office/powerpoint/2010/main" val="1026208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65F58C-71E5-4731-62B5-93801B5A2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3B299C17-A4C0-FE8B-6663-F3D7F9A17D1F}"/>
              </a:ext>
            </a:extLst>
          </p:cNvPr>
          <p:cNvSpPr txBox="1"/>
          <p:nvPr/>
        </p:nvSpPr>
        <p:spPr bwMode="auto">
          <a:xfrm>
            <a:off x="425803" y="843429"/>
            <a:ext cx="6556988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Иконки продуктов </a:t>
            </a:r>
            <a:r>
              <a:rPr lang="en" dirty="0" err="1"/>
              <a:t>SberUser</a:t>
            </a:r>
            <a:endParaRPr lang="e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84A5CA8-1B32-5A1E-5B57-6ABEB153355B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Актуальные иконки продуктов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4446AC90-B1F9-CF49-18DB-C879C94B08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54263" y="2397867"/>
            <a:ext cx="1023837" cy="102383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907B553-EBC0-CC33-CA2D-0BDA1A8C6118}"/>
              </a:ext>
            </a:extLst>
          </p:cNvPr>
          <p:cNvSpPr txBox="1"/>
          <p:nvPr/>
        </p:nvSpPr>
        <p:spPr bwMode="auto">
          <a:xfrm>
            <a:off x="262205" y="3507633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chemeClr val="tx1"/>
                </a:solidFill>
              </a:rPr>
              <a:t>Развитие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сервисов в Друге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B7D2218C-4EBD-AB83-9564-7B2EE11586F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919288" y="2420938"/>
            <a:ext cx="1023837" cy="10238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D2490AE-F754-14C1-8C2D-8611D1810DD0}"/>
              </a:ext>
            </a:extLst>
          </p:cNvPr>
          <p:cNvSpPr txBox="1"/>
          <p:nvPr/>
        </p:nvSpPr>
        <p:spPr bwMode="auto">
          <a:xfrm>
            <a:off x="1620743" y="3507633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chemeClr val="tx1"/>
                </a:solidFill>
              </a:rPr>
              <a:t>Сервисный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центр «Друг»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043D82D7-EFC4-6A14-746E-1BC1B49B4F2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91021" y="2420938"/>
            <a:ext cx="1023837" cy="102383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07814A5-D948-B441-ABC6-19AF01EB0EE8}"/>
              </a:ext>
            </a:extLst>
          </p:cNvPr>
          <p:cNvSpPr txBox="1"/>
          <p:nvPr/>
        </p:nvSpPr>
        <p:spPr bwMode="auto">
          <a:xfrm>
            <a:off x="2979283" y="3507633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chemeClr val="tx1"/>
                </a:solidFill>
              </a:rPr>
              <a:t>Сервисы для владельцев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E3E0D758-9E6F-011E-D378-93A08EDDF8D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656138" y="2397867"/>
            <a:ext cx="1023837" cy="102383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CF9C527-C2B0-9D80-AD1E-6709E3C14BB7}"/>
              </a:ext>
            </a:extLst>
          </p:cNvPr>
          <p:cNvSpPr txBox="1"/>
          <p:nvPr/>
        </p:nvSpPr>
        <p:spPr bwMode="auto">
          <a:xfrm>
            <a:off x="4390071" y="3507633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chemeClr val="tx1"/>
                </a:solidFill>
              </a:rPr>
              <a:t>Система АКС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5A10BC5-1316-06C5-1C05-BE599DCA842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030291" y="2423994"/>
            <a:ext cx="1023837" cy="102383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31CECE3-E736-3C3E-1748-1BCE1301F718}"/>
              </a:ext>
            </a:extLst>
          </p:cNvPr>
          <p:cNvSpPr txBox="1"/>
          <p:nvPr/>
        </p:nvSpPr>
        <p:spPr bwMode="auto">
          <a:xfrm>
            <a:off x="5748609" y="3507633"/>
            <a:ext cx="1614410" cy="4001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chemeClr val="tx1"/>
                </a:solidFill>
              </a:rPr>
              <a:t>ТКС </a:t>
            </a:r>
            <a:r>
              <a:rPr lang="ru-RU" sz="900" dirty="0">
                <a:solidFill>
                  <a:schemeClr val="tx1"/>
                </a:solidFill>
              </a:rPr>
              <a:t>(</a:t>
            </a:r>
            <a:r>
              <a:rPr lang="ru-RU" sz="900" dirty="0" err="1">
                <a:solidFill>
                  <a:schemeClr val="tx1"/>
                </a:solidFill>
              </a:rPr>
              <a:t>Аудиоконференцсвязь</a:t>
            </a:r>
            <a:r>
              <a:rPr lang="ru-RU" sz="900" dirty="0">
                <a:solidFill>
                  <a:schemeClr val="tx1"/>
                </a:solidFill>
              </a:rPr>
              <a:t>)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6991E644-4A0F-FBA0-1F8C-CD633F3B110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436622" y="2420938"/>
            <a:ext cx="1023837" cy="1023837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D9848B2-3181-3E97-8139-CD906552512D}"/>
              </a:ext>
            </a:extLst>
          </p:cNvPr>
          <p:cNvSpPr txBox="1"/>
          <p:nvPr/>
        </p:nvSpPr>
        <p:spPr bwMode="auto">
          <a:xfrm>
            <a:off x="7133271" y="3507633"/>
            <a:ext cx="1614410" cy="600164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chemeClr val="tx1"/>
                </a:solidFill>
              </a:rPr>
              <a:t>Управление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ru-RU" dirty="0">
                <a:solidFill>
                  <a:schemeClr val="tx1"/>
                </a:solidFill>
              </a:rPr>
              <a:t>Мастер-Данными Друга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3817927E-B561-9468-DBDB-EE46E2D1E70C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802066" y="2420938"/>
            <a:ext cx="1023837" cy="1023837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E3B1E77-0DD0-2E43-53B1-5D56DC8D5C25}"/>
              </a:ext>
            </a:extLst>
          </p:cNvPr>
          <p:cNvSpPr txBox="1"/>
          <p:nvPr/>
        </p:nvSpPr>
        <p:spPr bwMode="auto">
          <a:xfrm>
            <a:off x="8491809" y="3507633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>
                <a:solidFill>
                  <a:schemeClr val="tx1"/>
                </a:solidFill>
              </a:rPr>
              <a:t>ASR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4C777E55-75F9-0DC4-BBD0-1E677CE5E986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176219" y="2420938"/>
            <a:ext cx="1023837" cy="1023837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AC0F075C-7685-05D5-ABD1-F25B8B9EE016}"/>
              </a:ext>
            </a:extLst>
          </p:cNvPr>
          <p:cNvSpPr txBox="1"/>
          <p:nvPr/>
        </p:nvSpPr>
        <p:spPr bwMode="auto">
          <a:xfrm>
            <a:off x="9850346" y="3507633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>
                <a:solidFill>
                  <a:schemeClr val="tx1"/>
                </a:solidFill>
              </a:rPr>
              <a:t>Flamingo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5E7B153D-0811-09B4-DBDB-F8579B9B7F3E}"/>
              </a:ext>
            </a:extLst>
          </p:cNvPr>
          <p:cNvPicPr>
            <a:picLocks noChangeAspect="1"/>
          </p:cNvPicPr>
          <p:nvPr/>
        </p:nvPicPr>
        <p:blipFill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42154" y="4508500"/>
            <a:ext cx="1044575" cy="1044575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94B4FC1-22B6-6949-3FB3-FA090B9A7985}"/>
              </a:ext>
            </a:extLst>
          </p:cNvPr>
          <p:cNvSpPr txBox="1"/>
          <p:nvPr/>
        </p:nvSpPr>
        <p:spPr bwMode="auto">
          <a:xfrm>
            <a:off x="262205" y="5632524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>
                <a:solidFill>
                  <a:schemeClr val="tx1"/>
                </a:solidFill>
              </a:rPr>
              <a:t>M2M </a:t>
            </a:r>
            <a:r>
              <a:rPr lang="ru-RU" dirty="0">
                <a:solidFill>
                  <a:schemeClr val="tx1"/>
                </a:solidFill>
              </a:rPr>
              <a:t>связь 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F336C39C-4540-4E58-4747-FD321F4EE42E}"/>
              </a:ext>
            </a:extLst>
          </p:cNvPr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919288" y="4508500"/>
            <a:ext cx="1044575" cy="104457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277BFC4-CD5E-62BE-7C82-299F5FC41DD6}"/>
              </a:ext>
            </a:extLst>
          </p:cNvPr>
          <p:cNvSpPr txBox="1"/>
          <p:nvPr/>
        </p:nvSpPr>
        <p:spPr bwMode="auto">
          <a:xfrm>
            <a:off x="1612035" y="5632524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>
                <a:solidFill>
                  <a:schemeClr val="tx1"/>
                </a:solidFill>
              </a:rPr>
              <a:t>PO Helper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699A7724-BFED-5C2A-179F-1A69918BCE1E}"/>
              </a:ext>
            </a:extLst>
          </p:cNvPr>
          <p:cNvPicPr>
            <a:picLocks noChangeAspect="1"/>
          </p:cNvPicPr>
          <p:nvPr/>
        </p:nvPicPr>
        <p:blipFill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292276" y="4508500"/>
            <a:ext cx="1044575" cy="1044575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13E9F6C0-DFEE-5465-9964-C39F2AD2883F}"/>
              </a:ext>
            </a:extLst>
          </p:cNvPr>
          <p:cNvSpPr txBox="1"/>
          <p:nvPr/>
        </p:nvSpPr>
        <p:spPr bwMode="auto">
          <a:xfrm>
            <a:off x="2979283" y="5632524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>
                <a:solidFill>
                  <a:schemeClr val="tx1"/>
                </a:solidFill>
              </a:rPr>
              <a:t>VoIP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en" dirty="0">
                <a:solidFill>
                  <a:schemeClr val="tx1"/>
                </a:solidFill>
              </a:rPr>
              <a:t>Applications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3CD46D23-3219-F75B-F627-55E9396EBF63}"/>
              </a:ext>
            </a:extLst>
          </p:cNvPr>
          <p:cNvPicPr>
            <a:picLocks noChangeAspect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650814" y="4511723"/>
            <a:ext cx="1044575" cy="1044575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58AF608C-049D-A421-DCE3-9EC4CAE773A0}"/>
              </a:ext>
            </a:extLst>
          </p:cNvPr>
          <p:cNvSpPr txBox="1"/>
          <p:nvPr/>
        </p:nvSpPr>
        <p:spPr bwMode="auto">
          <a:xfrm>
            <a:off x="4390072" y="5632524"/>
            <a:ext cx="1614410" cy="430887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" dirty="0">
                <a:solidFill>
                  <a:schemeClr val="tx1"/>
                </a:solidFill>
              </a:rPr>
              <a:t>SCPL</a:t>
            </a:r>
            <a:br>
              <a:rPr lang="ru-RU" dirty="0">
                <a:solidFill>
                  <a:schemeClr val="tx1"/>
                </a:solidFill>
              </a:rPr>
            </a:br>
            <a:r>
              <a:rPr lang="en" dirty="0" err="1">
                <a:solidFill>
                  <a:schemeClr val="tx1"/>
                </a:solidFill>
              </a:rPr>
              <a:t>AgentHelper</a:t>
            </a:r>
            <a:endParaRPr dirty="0">
              <a:solidFill>
                <a:schemeClr val="tx1"/>
              </a:solidFill>
            </a:endParaRPr>
          </a:p>
        </p:txBody>
      </p:sp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69B439A6-FA14-E762-5DEF-7F0F0D5FBC24}"/>
              </a:ext>
            </a:extLst>
          </p:cNvPr>
          <p:cNvPicPr>
            <a:picLocks noChangeAspect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059488" y="4525918"/>
            <a:ext cx="2087698" cy="1040752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D8157FBC-55EB-F2F4-0C8C-9C3FF8500311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 bwMode="auto">
          <a:xfrm>
            <a:off x="8791014" y="4510982"/>
            <a:ext cx="2087698" cy="1043849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12F12115-3C4F-70CC-74CB-2D44B8C5CDD5}"/>
              </a:ext>
            </a:extLst>
          </p:cNvPr>
          <p:cNvSpPr txBox="1"/>
          <p:nvPr/>
        </p:nvSpPr>
        <p:spPr bwMode="auto">
          <a:xfrm>
            <a:off x="6462712" y="5632524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 err="1">
                <a:solidFill>
                  <a:schemeClr val="tx1"/>
                </a:solidFill>
              </a:rPr>
              <a:t>SberOS</a:t>
            </a:r>
            <a:endParaRPr dirty="0">
              <a:solidFill>
                <a:schemeClr val="tx1"/>
              </a:solidFill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E9EE2F7-A937-FAFE-C5E6-8EAC909A8752}"/>
              </a:ext>
            </a:extLst>
          </p:cNvPr>
          <p:cNvSpPr txBox="1"/>
          <p:nvPr/>
        </p:nvSpPr>
        <p:spPr bwMode="auto">
          <a:xfrm>
            <a:off x="9212717" y="5632524"/>
            <a:ext cx="1614410" cy="261610"/>
          </a:xfrm>
          <a:prstGeom prst="rect">
            <a:avLst/>
          </a:prstGeom>
          <a:noFill/>
        </p:spPr>
        <p:txBody>
          <a:bodyPr wrap="square" lIns="72000" rtlCol="0">
            <a:spAutoFit/>
          </a:bodyPr>
          <a:lstStyle>
            <a:defPPr>
              <a:defRPr lang="ru-RU"/>
            </a:defPPr>
            <a:lvl1pPr algn="ctr">
              <a:defRPr sz="11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</a:lstStyle>
          <a:p>
            <a:r>
              <a:rPr lang="en-US" dirty="0" err="1">
                <a:solidFill>
                  <a:schemeClr val="tx1"/>
                </a:solidFill>
              </a:rPr>
              <a:t>SberOS</a:t>
            </a:r>
            <a:endParaRPr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042730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383CB-67D4-A33D-1589-3B3FA8A4D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6C788ECD-B36F-AFB3-D462-7C80A6EBF0A6}"/>
              </a:ext>
            </a:extLst>
          </p:cNvPr>
          <p:cNvSpPr txBox="1"/>
          <p:nvPr/>
        </p:nvSpPr>
        <p:spPr bwMode="auto">
          <a:xfrm>
            <a:off x="425803" y="843429"/>
            <a:ext cx="7198189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3</a:t>
            </a:r>
            <a:r>
              <a:rPr lang="en-US" dirty="0"/>
              <a:t>D </a:t>
            </a:r>
            <a:r>
              <a:rPr lang="ru-RU" dirty="0"/>
              <a:t>иконки продуктов </a:t>
            </a:r>
            <a:r>
              <a:rPr lang="en" dirty="0" err="1"/>
              <a:t>SberUser</a:t>
            </a:r>
            <a:endParaRPr lang="e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89667F4-D0CF-EE42-60C8-50405043E527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Стилизованные версии иконок</a:t>
            </a: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D9A92F91-A732-E841-7164-3C9E8083B1B9}"/>
              </a:ext>
            </a:extLst>
          </p:cNvPr>
          <p:cNvGrpSpPr/>
          <p:nvPr/>
        </p:nvGrpSpPr>
        <p:grpSpPr>
          <a:xfrm>
            <a:off x="523334" y="3069550"/>
            <a:ext cx="3432649" cy="2040713"/>
            <a:chOff x="523334" y="3253959"/>
            <a:chExt cx="3432649" cy="2040713"/>
          </a:xfrm>
        </p:grpSpPr>
        <p:sp>
          <p:nvSpPr>
            <p:cNvPr id="33" name="Скругленный прямоугольник 32">
              <a:extLst>
                <a:ext uri="{FF2B5EF4-FFF2-40B4-BE49-F238E27FC236}">
                  <a16:creationId xmlns:a16="http://schemas.microsoft.com/office/drawing/2014/main" id="{3E96EFFD-46D7-F4CB-6E3D-BAF417BFE50E}"/>
                </a:ext>
              </a:extLst>
            </p:cNvPr>
            <p:cNvSpPr/>
            <p:nvPr/>
          </p:nvSpPr>
          <p:spPr bwMode="auto">
            <a:xfrm>
              <a:off x="523334" y="3253959"/>
              <a:ext cx="3432649" cy="2040713"/>
            </a:xfrm>
            <a:prstGeom prst="roundRect">
              <a:avLst>
                <a:gd name="adj" fmla="val 8165"/>
              </a:avLst>
            </a:prstGeom>
            <a:solidFill>
              <a:srgbClr val="01E0FF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2E264ADD-499D-A225-79BD-2E6DFC51C30D}"/>
                </a:ext>
              </a:extLst>
            </p:cNvPr>
            <p:cNvSpPr txBox="1"/>
            <p:nvPr/>
          </p:nvSpPr>
          <p:spPr bwMode="auto">
            <a:xfrm>
              <a:off x="652292" y="3873036"/>
              <a:ext cx="323242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Если нужна такая иконка</a:t>
              </a:r>
              <a:br>
                <a:rPr lang="en-US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вашего продукта – напишите</a:t>
              </a:r>
              <a:br>
                <a:rPr lang="en-US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дизайнеру </a:t>
              </a:r>
              <a:r>
                <a:rPr lang="ru-RU" sz="1600" b="1" dirty="0">
                  <a:solidFill>
                    <a:srgbClr val="2A3238"/>
                  </a:solidFill>
                  <a:latin typeface="SB Sans Text Semibold" panose="020B0503040504020204" pitchFamily="34" charset="0"/>
                  <a:cs typeface="SB Sans Text Semibold" panose="020B0503040504020204" pitchFamily="34" charset="0"/>
                </a:rPr>
                <a:t>@</a:t>
              </a:r>
              <a:r>
                <a:rPr lang="en" sz="1600" b="1" dirty="0" err="1">
                  <a:solidFill>
                    <a:srgbClr val="2A3238"/>
                  </a:solidFill>
                  <a:latin typeface="SB Sans Text Semibold" panose="020B0503040504020204" pitchFamily="34" charset="0"/>
                  <a:cs typeface="SB Sans Text Semibold" panose="020B0503040504020204" pitchFamily="34" charset="0"/>
                </a:rPr>
                <a:t>eklogvinenko</a:t>
              </a:r>
              <a:endParaRPr sz="1600" b="1" dirty="0">
                <a:solidFill>
                  <a:srgbClr val="2A3238"/>
                </a:solidFill>
                <a:latin typeface="SB Sans Text Semibold" panose="020B0503040504020204" pitchFamily="34" charset="0"/>
                <a:cs typeface="SB Sans Text Semibold" panose="020B0503040504020204" pitchFamily="34" charset="0"/>
              </a:endParaRPr>
            </a:p>
          </p:txBody>
        </p:sp>
        <p:sp>
          <p:nvSpPr>
            <p:cNvPr id="35" name="Полилиния: фигура 300">
              <a:extLst>
                <a:ext uri="{FF2B5EF4-FFF2-40B4-BE49-F238E27FC236}">
                  <a16:creationId xmlns:a16="http://schemas.microsoft.com/office/drawing/2014/main" id="{CE645661-1431-21B5-7775-A4AA92B88266}"/>
                </a:ext>
              </a:extLst>
            </p:cNvPr>
            <p:cNvSpPr/>
            <p:nvPr/>
          </p:nvSpPr>
          <p:spPr bwMode="auto">
            <a:xfrm>
              <a:off x="744964" y="3485655"/>
              <a:ext cx="284162" cy="275272"/>
            </a:xfrm>
            <a:custGeom>
              <a:avLst/>
              <a:gdLst>
                <a:gd name="connsiteX0" fmla="*/ 142196 w 284162"/>
                <a:gd name="connsiteY0" fmla="*/ 20003 h 275272"/>
                <a:gd name="connsiteX1" fmla="*/ 163787 w 284162"/>
                <a:gd name="connsiteY1" fmla="*/ 73342 h 275272"/>
                <a:gd name="connsiteX2" fmla="*/ 181566 w 284162"/>
                <a:gd name="connsiteY2" fmla="*/ 86042 h 275272"/>
                <a:gd name="connsiteX3" fmla="*/ 243796 w 284162"/>
                <a:gd name="connsiteY3" fmla="*/ 92392 h 275272"/>
                <a:gd name="connsiteX4" fmla="*/ 195537 w 284162"/>
                <a:gd name="connsiteY4" fmla="*/ 131762 h 275272"/>
                <a:gd name="connsiteX5" fmla="*/ 187916 w 284162"/>
                <a:gd name="connsiteY5" fmla="*/ 153353 h 275272"/>
                <a:gd name="connsiteX6" fmla="*/ 200616 w 284162"/>
                <a:gd name="connsiteY6" fmla="*/ 206692 h 275272"/>
                <a:gd name="connsiteX7" fmla="*/ 152357 w 284162"/>
                <a:gd name="connsiteY7" fmla="*/ 177483 h 275272"/>
                <a:gd name="connsiteX8" fmla="*/ 130766 w 284162"/>
                <a:gd name="connsiteY8" fmla="*/ 177483 h 275272"/>
                <a:gd name="connsiteX9" fmla="*/ 82507 w 284162"/>
                <a:gd name="connsiteY9" fmla="*/ 206692 h 275272"/>
                <a:gd name="connsiteX10" fmla="*/ 95207 w 284162"/>
                <a:gd name="connsiteY10" fmla="*/ 153353 h 275272"/>
                <a:gd name="connsiteX11" fmla="*/ 87587 w 284162"/>
                <a:gd name="connsiteY11" fmla="*/ 131762 h 275272"/>
                <a:gd name="connsiteX12" fmla="*/ 39326 w 284162"/>
                <a:gd name="connsiteY12" fmla="*/ 92392 h 275272"/>
                <a:gd name="connsiteX13" fmla="*/ 101557 w 284162"/>
                <a:gd name="connsiteY13" fmla="*/ 86042 h 275272"/>
                <a:gd name="connsiteX14" fmla="*/ 119337 w 284162"/>
                <a:gd name="connsiteY14" fmla="*/ 73342 h 275272"/>
                <a:gd name="connsiteX15" fmla="*/ 142196 w 284162"/>
                <a:gd name="connsiteY15" fmla="*/ 20003 h 275272"/>
                <a:gd name="connsiteX16" fmla="*/ 123146 w 284162"/>
                <a:gd name="connsiteY16" fmla="*/ 12383 h 275272"/>
                <a:gd name="connsiteX17" fmla="*/ 161246 w 284162"/>
                <a:gd name="connsiteY17" fmla="*/ 12383 h 275272"/>
                <a:gd name="connsiteX18" fmla="*/ 182837 w 284162"/>
                <a:gd name="connsiteY18" fmla="*/ 65722 h 275272"/>
                <a:gd name="connsiteX19" fmla="*/ 184107 w 284162"/>
                <a:gd name="connsiteY19" fmla="*/ 65722 h 275272"/>
                <a:gd name="connsiteX20" fmla="*/ 245066 w 284162"/>
                <a:gd name="connsiteY20" fmla="*/ 72072 h 275272"/>
                <a:gd name="connsiteX21" fmla="*/ 256496 w 284162"/>
                <a:gd name="connsiteY21" fmla="*/ 107633 h 275272"/>
                <a:gd name="connsiteX22" fmla="*/ 208237 w 284162"/>
                <a:gd name="connsiteY22" fmla="*/ 147003 h 275272"/>
                <a:gd name="connsiteX23" fmla="*/ 208237 w 284162"/>
                <a:gd name="connsiteY23" fmla="*/ 148272 h 275272"/>
                <a:gd name="connsiteX24" fmla="*/ 220937 w 284162"/>
                <a:gd name="connsiteY24" fmla="*/ 201612 h 275272"/>
                <a:gd name="connsiteX25" fmla="*/ 190457 w 284162"/>
                <a:gd name="connsiteY25" fmla="*/ 224472 h 275272"/>
                <a:gd name="connsiteX26" fmla="*/ 142196 w 284162"/>
                <a:gd name="connsiteY26" fmla="*/ 195262 h 275272"/>
                <a:gd name="connsiteX27" fmla="*/ 140926 w 284162"/>
                <a:gd name="connsiteY27" fmla="*/ 195262 h 275272"/>
                <a:gd name="connsiteX28" fmla="*/ 92666 w 284162"/>
                <a:gd name="connsiteY28" fmla="*/ 224472 h 275272"/>
                <a:gd name="connsiteX29" fmla="*/ 62187 w 284162"/>
                <a:gd name="connsiteY29" fmla="*/ 201612 h 275272"/>
                <a:gd name="connsiteX30" fmla="*/ 74887 w 284162"/>
                <a:gd name="connsiteY30" fmla="*/ 148272 h 275272"/>
                <a:gd name="connsiteX31" fmla="*/ 74887 w 284162"/>
                <a:gd name="connsiteY31" fmla="*/ 147003 h 275272"/>
                <a:gd name="connsiteX32" fmla="*/ 26626 w 284162"/>
                <a:gd name="connsiteY32" fmla="*/ 107633 h 275272"/>
                <a:gd name="connsiteX33" fmla="*/ 38057 w 284162"/>
                <a:gd name="connsiteY33" fmla="*/ 72072 h 275272"/>
                <a:gd name="connsiteX34" fmla="*/ 100287 w 284162"/>
                <a:gd name="connsiteY34" fmla="*/ 65722 h 275272"/>
                <a:gd name="connsiteX35" fmla="*/ 101557 w 284162"/>
                <a:gd name="connsiteY35" fmla="*/ 65722 h 275272"/>
                <a:gd name="connsiteX36" fmla="*/ 123146 w 284162"/>
                <a:gd name="connsiteY36" fmla="*/ 12383 h 275272"/>
                <a:gd name="connsiteX37" fmla="*/ 53296 w 284162"/>
                <a:gd name="connsiteY37" fmla="*/ 9842 h 275272"/>
                <a:gd name="connsiteX38" fmla="*/ 39326 w 284162"/>
                <a:gd name="connsiteY38" fmla="*/ 9842 h 275272"/>
                <a:gd name="connsiteX39" fmla="*/ 39326 w 284162"/>
                <a:gd name="connsiteY39" fmla="*/ 23812 h 275272"/>
                <a:gd name="connsiteX40" fmla="*/ 44407 w 284162"/>
                <a:gd name="connsiteY40" fmla="*/ 28892 h 275272"/>
                <a:gd name="connsiteX41" fmla="*/ 58376 w 284162"/>
                <a:gd name="connsiteY41" fmla="*/ 28892 h 275272"/>
                <a:gd name="connsiteX42" fmla="*/ 58376 w 284162"/>
                <a:gd name="connsiteY42" fmla="*/ 14922 h 275272"/>
                <a:gd name="connsiteX43" fmla="*/ 53296 w 284162"/>
                <a:gd name="connsiteY43" fmla="*/ 9842 h 275272"/>
                <a:gd name="connsiteX44" fmla="*/ 1226 w 284162"/>
                <a:gd name="connsiteY44" fmla="*/ 178753 h 275272"/>
                <a:gd name="connsiteX45" fmla="*/ 15196 w 284162"/>
                <a:gd name="connsiteY45" fmla="*/ 183833 h 275272"/>
                <a:gd name="connsiteX46" fmla="*/ 25357 w 284162"/>
                <a:gd name="connsiteY46" fmla="*/ 178753 h 275272"/>
                <a:gd name="connsiteX47" fmla="*/ 30437 w 284162"/>
                <a:gd name="connsiteY47" fmla="*/ 164783 h 275272"/>
                <a:gd name="connsiteX48" fmla="*/ 16466 w 284162"/>
                <a:gd name="connsiteY48" fmla="*/ 159703 h 275272"/>
                <a:gd name="connsiteX49" fmla="*/ 6307 w 284162"/>
                <a:gd name="connsiteY49" fmla="*/ 164783 h 275272"/>
                <a:gd name="connsiteX50" fmla="*/ 1226 w 284162"/>
                <a:gd name="connsiteY50" fmla="*/ 178753 h 275272"/>
                <a:gd name="connsiteX51" fmla="*/ 269196 w 284162"/>
                <a:gd name="connsiteY51" fmla="*/ 182562 h 275272"/>
                <a:gd name="connsiteX52" fmla="*/ 283166 w 284162"/>
                <a:gd name="connsiteY52" fmla="*/ 177483 h 275272"/>
                <a:gd name="connsiteX53" fmla="*/ 278087 w 284162"/>
                <a:gd name="connsiteY53" fmla="*/ 163512 h 275272"/>
                <a:gd name="connsiteX54" fmla="*/ 267926 w 284162"/>
                <a:gd name="connsiteY54" fmla="*/ 158433 h 275272"/>
                <a:gd name="connsiteX55" fmla="*/ 253957 w 284162"/>
                <a:gd name="connsiteY55" fmla="*/ 163512 h 275272"/>
                <a:gd name="connsiteX56" fmla="*/ 259037 w 284162"/>
                <a:gd name="connsiteY56" fmla="*/ 177483 h 275272"/>
                <a:gd name="connsiteX57" fmla="*/ 269196 w 284162"/>
                <a:gd name="connsiteY57" fmla="*/ 182562 h 275272"/>
                <a:gd name="connsiteX58" fmla="*/ 245066 w 284162"/>
                <a:gd name="connsiteY58" fmla="*/ 9842 h 275272"/>
                <a:gd name="connsiteX59" fmla="*/ 231096 w 284162"/>
                <a:gd name="connsiteY59" fmla="*/ 9842 h 275272"/>
                <a:gd name="connsiteX60" fmla="*/ 226016 w 284162"/>
                <a:gd name="connsiteY60" fmla="*/ 14922 h 275272"/>
                <a:gd name="connsiteX61" fmla="*/ 226016 w 284162"/>
                <a:gd name="connsiteY61" fmla="*/ 28892 h 275272"/>
                <a:gd name="connsiteX62" fmla="*/ 239987 w 284162"/>
                <a:gd name="connsiteY62" fmla="*/ 28892 h 275272"/>
                <a:gd name="connsiteX63" fmla="*/ 245066 w 284162"/>
                <a:gd name="connsiteY63" fmla="*/ 23812 h 275272"/>
                <a:gd name="connsiteX64" fmla="*/ 245066 w 284162"/>
                <a:gd name="connsiteY64" fmla="*/ 9842 h 275272"/>
                <a:gd name="connsiteX65" fmla="*/ 152357 w 284162"/>
                <a:gd name="connsiteY65" fmla="*/ 254953 h 275272"/>
                <a:gd name="connsiteX66" fmla="*/ 142196 w 284162"/>
                <a:gd name="connsiteY66" fmla="*/ 244792 h 275272"/>
                <a:gd name="connsiteX67" fmla="*/ 132037 w 284162"/>
                <a:gd name="connsiteY67" fmla="*/ 254953 h 275272"/>
                <a:gd name="connsiteX68" fmla="*/ 132037 w 284162"/>
                <a:gd name="connsiteY68" fmla="*/ 265112 h 275272"/>
                <a:gd name="connsiteX69" fmla="*/ 142196 w 284162"/>
                <a:gd name="connsiteY69" fmla="*/ 275273 h 275272"/>
                <a:gd name="connsiteX70" fmla="*/ 152357 w 284162"/>
                <a:gd name="connsiteY70" fmla="*/ 265112 h 275272"/>
                <a:gd name="connsiteX71" fmla="*/ 152357 w 284162"/>
                <a:gd name="connsiteY71" fmla="*/ 254953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84162" h="275272">
                  <a:moveTo>
                    <a:pt x="142196" y="20003"/>
                  </a:moveTo>
                  <a:lnTo>
                    <a:pt x="163787" y="73342"/>
                  </a:lnTo>
                  <a:cubicBezTo>
                    <a:pt x="166326" y="80962"/>
                    <a:pt x="173946" y="86042"/>
                    <a:pt x="181566" y="86042"/>
                  </a:cubicBezTo>
                  <a:lnTo>
                    <a:pt x="243796" y="92392"/>
                  </a:lnTo>
                  <a:lnTo>
                    <a:pt x="195537" y="131762"/>
                  </a:lnTo>
                  <a:cubicBezTo>
                    <a:pt x="189187" y="136842"/>
                    <a:pt x="186646" y="145733"/>
                    <a:pt x="187916" y="153353"/>
                  </a:cubicBezTo>
                  <a:lnTo>
                    <a:pt x="200616" y="206692"/>
                  </a:lnTo>
                  <a:lnTo>
                    <a:pt x="152357" y="177483"/>
                  </a:lnTo>
                  <a:cubicBezTo>
                    <a:pt x="146007" y="173672"/>
                    <a:pt x="137116" y="173672"/>
                    <a:pt x="130766" y="177483"/>
                  </a:cubicBezTo>
                  <a:lnTo>
                    <a:pt x="82507" y="206692"/>
                  </a:lnTo>
                  <a:lnTo>
                    <a:pt x="95207" y="153353"/>
                  </a:lnTo>
                  <a:cubicBezTo>
                    <a:pt x="97746" y="145733"/>
                    <a:pt x="93937" y="136842"/>
                    <a:pt x="87587" y="131762"/>
                  </a:cubicBezTo>
                  <a:lnTo>
                    <a:pt x="39326" y="92392"/>
                  </a:lnTo>
                  <a:lnTo>
                    <a:pt x="101557" y="86042"/>
                  </a:lnTo>
                  <a:cubicBezTo>
                    <a:pt x="109176" y="84772"/>
                    <a:pt x="116796" y="79692"/>
                    <a:pt x="119337" y="73342"/>
                  </a:cubicBezTo>
                  <a:lnTo>
                    <a:pt x="142196" y="20003"/>
                  </a:lnTo>
                  <a:close/>
                  <a:moveTo>
                    <a:pt x="123146" y="12383"/>
                  </a:moveTo>
                  <a:cubicBezTo>
                    <a:pt x="129496" y="-4128"/>
                    <a:pt x="153626" y="-4128"/>
                    <a:pt x="161246" y="12383"/>
                  </a:cubicBezTo>
                  <a:lnTo>
                    <a:pt x="182837" y="65722"/>
                  </a:lnTo>
                  <a:cubicBezTo>
                    <a:pt x="182837" y="65722"/>
                    <a:pt x="182837" y="65722"/>
                    <a:pt x="184107" y="65722"/>
                  </a:cubicBezTo>
                  <a:lnTo>
                    <a:pt x="245066" y="72072"/>
                  </a:lnTo>
                  <a:cubicBezTo>
                    <a:pt x="262846" y="73342"/>
                    <a:pt x="270466" y="96203"/>
                    <a:pt x="256496" y="107633"/>
                  </a:cubicBezTo>
                  <a:lnTo>
                    <a:pt x="208237" y="147003"/>
                  </a:lnTo>
                  <a:cubicBezTo>
                    <a:pt x="208237" y="147003"/>
                    <a:pt x="208237" y="148272"/>
                    <a:pt x="208237" y="148272"/>
                  </a:cubicBezTo>
                  <a:lnTo>
                    <a:pt x="220937" y="201612"/>
                  </a:lnTo>
                  <a:cubicBezTo>
                    <a:pt x="224746" y="219392"/>
                    <a:pt x="205696" y="233362"/>
                    <a:pt x="190457" y="224472"/>
                  </a:cubicBezTo>
                  <a:lnTo>
                    <a:pt x="142196" y="195262"/>
                  </a:lnTo>
                  <a:cubicBezTo>
                    <a:pt x="142196" y="195262"/>
                    <a:pt x="140926" y="195262"/>
                    <a:pt x="140926" y="195262"/>
                  </a:cubicBezTo>
                  <a:lnTo>
                    <a:pt x="92666" y="224472"/>
                  </a:lnTo>
                  <a:cubicBezTo>
                    <a:pt x="77426" y="233362"/>
                    <a:pt x="58376" y="219392"/>
                    <a:pt x="62187" y="201612"/>
                  </a:cubicBezTo>
                  <a:lnTo>
                    <a:pt x="74887" y="148272"/>
                  </a:lnTo>
                  <a:cubicBezTo>
                    <a:pt x="74887" y="148272"/>
                    <a:pt x="74887" y="147003"/>
                    <a:pt x="74887" y="147003"/>
                  </a:cubicBezTo>
                  <a:lnTo>
                    <a:pt x="26626" y="107633"/>
                  </a:lnTo>
                  <a:cubicBezTo>
                    <a:pt x="12657" y="96203"/>
                    <a:pt x="19007" y="73342"/>
                    <a:pt x="38057" y="72072"/>
                  </a:cubicBezTo>
                  <a:lnTo>
                    <a:pt x="100287" y="65722"/>
                  </a:lnTo>
                  <a:cubicBezTo>
                    <a:pt x="100287" y="65722"/>
                    <a:pt x="101557" y="65722"/>
                    <a:pt x="101557" y="65722"/>
                  </a:cubicBezTo>
                  <a:lnTo>
                    <a:pt x="123146" y="12383"/>
                  </a:lnTo>
                  <a:close/>
                  <a:moveTo>
                    <a:pt x="53296" y="9842"/>
                  </a:moveTo>
                  <a:cubicBezTo>
                    <a:pt x="49487" y="6033"/>
                    <a:pt x="43137" y="6033"/>
                    <a:pt x="39326" y="9842"/>
                  </a:cubicBezTo>
                  <a:cubicBezTo>
                    <a:pt x="35516" y="13653"/>
                    <a:pt x="35516" y="20003"/>
                    <a:pt x="39326" y="23812"/>
                  </a:cubicBezTo>
                  <a:lnTo>
                    <a:pt x="44407" y="28892"/>
                  </a:lnTo>
                  <a:cubicBezTo>
                    <a:pt x="48216" y="32703"/>
                    <a:pt x="54566" y="32703"/>
                    <a:pt x="58376" y="28892"/>
                  </a:cubicBezTo>
                  <a:cubicBezTo>
                    <a:pt x="62187" y="25083"/>
                    <a:pt x="62187" y="18733"/>
                    <a:pt x="58376" y="14922"/>
                  </a:cubicBezTo>
                  <a:lnTo>
                    <a:pt x="53296" y="9842"/>
                  </a:lnTo>
                  <a:close/>
                  <a:moveTo>
                    <a:pt x="1226" y="178753"/>
                  </a:moveTo>
                  <a:cubicBezTo>
                    <a:pt x="3766" y="183833"/>
                    <a:pt x="10116" y="186372"/>
                    <a:pt x="15196" y="183833"/>
                  </a:cubicBezTo>
                  <a:lnTo>
                    <a:pt x="25357" y="178753"/>
                  </a:lnTo>
                  <a:cubicBezTo>
                    <a:pt x="30437" y="176212"/>
                    <a:pt x="32976" y="169862"/>
                    <a:pt x="30437" y="164783"/>
                  </a:cubicBezTo>
                  <a:cubicBezTo>
                    <a:pt x="27896" y="159703"/>
                    <a:pt x="21546" y="157162"/>
                    <a:pt x="16466" y="159703"/>
                  </a:cubicBezTo>
                  <a:lnTo>
                    <a:pt x="6307" y="164783"/>
                  </a:lnTo>
                  <a:cubicBezTo>
                    <a:pt x="-43" y="167322"/>
                    <a:pt x="-1313" y="173672"/>
                    <a:pt x="1226" y="178753"/>
                  </a:cubicBezTo>
                  <a:close/>
                  <a:moveTo>
                    <a:pt x="269196" y="182562"/>
                  </a:moveTo>
                  <a:cubicBezTo>
                    <a:pt x="274276" y="185103"/>
                    <a:pt x="280626" y="182562"/>
                    <a:pt x="283166" y="177483"/>
                  </a:cubicBezTo>
                  <a:cubicBezTo>
                    <a:pt x="285707" y="172403"/>
                    <a:pt x="283166" y="166053"/>
                    <a:pt x="278087" y="163512"/>
                  </a:cubicBezTo>
                  <a:lnTo>
                    <a:pt x="267926" y="158433"/>
                  </a:lnTo>
                  <a:cubicBezTo>
                    <a:pt x="262846" y="155892"/>
                    <a:pt x="256496" y="158433"/>
                    <a:pt x="253957" y="163512"/>
                  </a:cubicBezTo>
                  <a:cubicBezTo>
                    <a:pt x="251416" y="168592"/>
                    <a:pt x="253957" y="174942"/>
                    <a:pt x="259037" y="177483"/>
                  </a:cubicBezTo>
                  <a:lnTo>
                    <a:pt x="269196" y="182562"/>
                  </a:lnTo>
                  <a:close/>
                  <a:moveTo>
                    <a:pt x="245066" y="9842"/>
                  </a:moveTo>
                  <a:cubicBezTo>
                    <a:pt x="241257" y="6033"/>
                    <a:pt x="234907" y="6033"/>
                    <a:pt x="231096" y="9842"/>
                  </a:cubicBezTo>
                  <a:lnTo>
                    <a:pt x="226016" y="14922"/>
                  </a:lnTo>
                  <a:cubicBezTo>
                    <a:pt x="222207" y="18733"/>
                    <a:pt x="222207" y="25083"/>
                    <a:pt x="226016" y="28892"/>
                  </a:cubicBezTo>
                  <a:cubicBezTo>
                    <a:pt x="229826" y="32703"/>
                    <a:pt x="236176" y="32703"/>
                    <a:pt x="239987" y="28892"/>
                  </a:cubicBezTo>
                  <a:lnTo>
                    <a:pt x="245066" y="23812"/>
                  </a:lnTo>
                  <a:cubicBezTo>
                    <a:pt x="248876" y="20003"/>
                    <a:pt x="248876" y="13653"/>
                    <a:pt x="245066" y="9842"/>
                  </a:cubicBezTo>
                  <a:close/>
                  <a:moveTo>
                    <a:pt x="152357" y="254953"/>
                  </a:moveTo>
                  <a:cubicBezTo>
                    <a:pt x="152357" y="249872"/>
                    <a:pt x="147276" y="244792"/>
                    <a:pt x="142196" y="244792"/>
                  </a:cubicBezTo>
                  <a:cubicBezTo>
                    <a:pt x="137116" y="244792"/>
                    <a:pt x="132037" y="249872"/>
                    <a:pt x="132037" y="254953"/>
                  </a:cubicBezTo>
                  <a:lnTo>
                    <a:pt x="132037" y="265112"/>
                  </a:lnTo>
                  <a:cubicBezTo>
                    <a:pt x="132037" y="270192"/>
                    <a:pt x="137116" y="275273"/>
                    <a:pt x="142196" y="275273"/>
                  </a:cubicBezTo>
                  <a:cubicBezTo>
                    <a:pt x="147276" y="275273"/>
                    <a:pt x="152357" y="270192"/>
                    <a:pt x="152357" y="265112"/>
                  </a:cubicBezTo>
                  <a:lnTo>
                    <a:pt x="152357" y="254953"/>
                  </a:lnTo>
                  <a:close/>
                </a:path>
              </a:pathLst>
            </a:custGeom>
            <a:solidFill>
              <a:srgbClr val="2A3238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>
                <a:solidFill>
                  <a:srgbClr val="2A3238"/>
                </a:solidFill>
              </a:endParaRPr>
            </a:p>
          </p:txBody>
        </p:sp>
      </p:grp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7CD962E-48FA-A9C1-1655-0CE94C0B8F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 rot="623447">
            <a:off x="4846735" y="1746027"/>
            <a:ext cx="1864792" cy="2035698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A777F548-3208-7AE6-5624-4315EC3D4B5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 rot="21298854">
            <a:off x="4886784" y="4105683"/>
            <a:ext cx="1987900" cy="1820849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ABA17FF-E895-C401-9D31-E0B12F0033F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875606" y="3826986"/>
            <a:ext cx="2428199" cy="2428199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5F2479C-45AA-559A-802F-D04271A428A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043543" y="1452118"/>
            <a:ext cx="2685179" cy="2685179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4A85F74-A80C-94F5-2EE8-79FE4B4D240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 rot="21403074">
            <a:off x="7035138" y="1727747"/>
            <a:ext cx="2223664" cy="2118774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1D596AF-A4AD-6B0C-8330-C5530AB35CC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401502" y="4075811"/>
            <a:ext cx="1891731" cy="1841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41669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5CEFA2-8035-1B87-C001-77620A572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16AA7024-5116-7F3C-6771-5BA71B4ED72F}"/>
              </a:ext>
            </a:extLst>
          </p:cNvPr>
          <p:cNvSpPr txBox="1"/>
          <p:nvPr/>
        </p:nvSpPr>
        <p:spPr bwMode="auto">
          <a:xfrm>
            <a:off x="425803" y="843429"/>
            <a:ext cx="7198189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3</a:t>
            </a:r>
            <a:r>
              <a:rPr lang="en-US" dirty="0"/>
              <a:t>D </a:t>
            </a:r>
            <a:r>
              <a:rPr lang="ru-RU" dirty="0"/>
              <a:t>иконки продуктов </a:t>
            </a:r>
            <a:r>
              <a:rPr lang="en" dirty="0" err="1"/>
              <a:t>SberUser</a:t>
            </a:r>
            <a:endParaRPr lang="e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9A18CA-2379-AEE2-34D9-DA859240A0C5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Стилизованные версии иконок</a:t>
            </a:r>
          </a:p>
        </p:txBody>
      </p:sp>
      <p:pic>
        <p:nvPicPr>
          <p:cNvPr id="36" name="Рисунок 35">
            <a:extLst>
              <a:ext uri="{FF2B5EF4-FFF2-40B4-BE49-F238E27FC236}">
                <a16:creationId xmlns:a16="http://schemas.microsoft.com/office/drawing/2014/main" id="{4F693BCA-90A9-131B-F8F4-29F069B9E74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205475" y="4121438"/>
            <a:ext cx="1766588" cy="1711209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733077B4-5C90-75E7-1B48-197C7FD1F8C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 rot="21301239">
            <a:off x="9425280" y="1983030"/>
            <a:ext cx="1932402" cy="1724056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7531D575-22F0-1778-5172-EDB33562D5B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389068" y="3985784"/>
            <a:ext cx="1954187" cy="2052717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6F2CFDC-DFE3-4283-52A0-12C5152E8087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 rot="21432184">
            <a:off x="6992396" y="1742575"/>
            <a:ext cx="2176124" cy="2146477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461C3F23-7C97-E90D-3559-1B075786256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692304" y="3855805"/>
            <a:ext cx="2195901" cy="2265173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072B1D3C-85C1-6E56-0EB7-73A9B5A37B2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72038" y="1881578"/>
            <a:ext cx="1836435" cy="1876482"/>
          </a:xfrm>
          <a:prstGeom prst="rect">
            <a:avLst/>
          </a:prstGeom>
        </p:spPr>
      </p:pic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3C2E5E38-46AF-F179-D414-9BA4CF69E7BC}"/>
              </a:ext>
            </a:extLst>
          </p:cNvPr>
          <p:cNvGrpSpPr/>
          <p:nvPr/>
        </p:nvGrpSpPr>
        <p:grpSpPr>
          <a:xfrm>
            <a:off x="523334" y="3069550"/>
            <a:ext cx="3432649" cy="2040713"/>
            <a:chOff x="523334" y="3253959"/>
            <a:chExt cx="3432649" cy="2040713"/>
          </a:xfrm>
        </p:grpSpPr>
        <p:sp>
          <p:nvSpPr>
            <p:cNvPr id="43" name="Скругленный прямоугольник 42">
              <a:extLst>
                <a:ext uri="{FF2B5EF4-FFF2-40B4-BE49-F238E27FC236}">
                  <a16:creationId xmlns:a16="http://schemas.microsoft.com/office/drawing/2014/main" id="{05E907B8-7CB5-A039-BA05-E2694A8AB1A9}"/>
                </a:ext>
              </a:extLst>
            </p:cNvPr>
            <p:cNvSpPr/>
            <p:nvPr/>
          </p:nvSpPr>
          <p:spPr bwMode="auto">
            <a:xfrm>
              <a:off x="523334" y="3253959"/>
              <a:ext cx="3432649" cy="2040713"/>
            </a:xfrm>
            <a:prstGeom prst="roundRect">
              <a:avLst>
                <a:gd name="adj" fmla="val 8165"/>
              </a:avLst>
            </a:prstGeom>
            <a:solidFill>
              <a:srgbClr val="01E0FF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20B695DA-3AA1-792D-7E41-3438FD0499DB}"/>
                </a:ext>
              </a:extLst>
            </p:cNvPr>
            <p:cNvSpPr txBox="1"/>
            <p:nvPr/>
          </p:nvSpPr>
          <p:spPr bwMode="auto">
            <a:xfrm>
              <a:off x="652292" y="3873036"/>
              <a:ext cx="323242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Если нужна такая иконка</a:t>
              </a:r>
              <a:br>
                <a:rPr lang="en-US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вашего продукта – напишите</a:t>
              </a:r>
              <a:br>
                <a:rPr lang="en-US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дизайнеру </a:t>
              </a:r>
              <a:r>
                <a:rPr lang="ru-RU" sz="1600" b="1" dirty="0">
                  <a:solidFill>
                    <a:srgbClr val="2A3238"/>
                  </a:solidFill>
                  <a:latin typeface="SB Sans Text Semibold" panose="020B0503040504020204" pitchFamily="34" charset="0"/>
                  <a:cs typeface="SB Sans Text Semibold" panose="020B0503040504020204" pitchFamily="34" charset="0"/>
                </a:rPr>
                <a:t>@</a:t>
              </a:r>
              <a:r>
                <a:rPr lang="en" sz="1600" b="1" dirty="0" err="1">
                  <a:solidFill>
                    <a:srgbClr val="2A3238"/>
                  </a:solidFill>
                  <a:latin typeface="SB Sans Text Semibold" panose="020B0503040504020204" pitchFamily="34" charset="0"/>
                  <a:cs typeface="SB Sans Text Semibold" panose="020B0503040504020204" pitchFamily="34" charset="0"/>
                </a:rPr>
                <a:t>eklogvinenko</a:t>
              </a:r>
              <a:endParaRPr sz="1600" b="1" dirty="0">
                <a:solidFill>
                  <a:srgbClr val="2A3238"/>
                </a:solidFill>
                <a:latin typeface="SB Sans Text Semibold" panose="020B0503040504020204" pitchFamily="34" charset="0"/>
                <a:cs typeface="SB Sans Text Semibold" panose="020B0503040504020204" pitchFamily="34" charset="0"/>
              </a:endParaRPr>
            </a:p>
          </p:txBody>
        </p:sp>
        <p:sp>
          <p:nvSpPr>
            <p:cNvPr id="45" name="Полилиния: фигура 300">
              <a:extLst>
                <a:ext uri="{FF2B5EF4-FFF2-40B4-BE49-F238E27FC236}">
                  <a16:creationId xmlns:a16="http://schemas.microsoft.com/office/drawing/2014/main" id="{2AA23513-A6EA-903E-5254-A1458D188EBC}"/>
                </a:ext>
              </a:extLst>
            </p:cNvPr>
            <p:cNvSpPr/>
            <p:nvPr/>
          </p:nvSpPr>
          <p:spPr bwMode="auto">
            <a:xfrm>
              <a:off x="744964" y="3485655"/>
              <a:ext cx="284162" cy="275272"/>
            </a:xfrm>
            <a:custGeom>
              <a:avLst/>
              <a:gdLst>
                <a:gd name="connsiteX0" fmla="*/ 142196 w 284162"/>
                <a:gd name="connsiteY0" fmla="*/ 20003 h 275272"/>
                <a:gd name="connsiteX1" fmla="*/ 163787 w 284162"/>
                <a:gd name="connsiteY1" fmla="*/ 73342 h 275272"/>
                <a:gd name="connsiteX2" fmla="*/ 181566 w 284162"/>
                <a:gd name="connsiteY2" fmla="*/ 86042 h 275272"/>
                <a:gd name="connsiteX3" fmla="*/ 243796 w 284162"/>
                <a:gd name="connsiteY3" fmla="*/ 92392 h 275272"/>
                <a:gd name="connsiteX4" fmla="*/ 195537 w 284162"/>
                <a:gd name="connsiteY4" fmla="*/ 131762 h 275272"/>
                <a:gd name="connsiteX5" fmla="*/ 187916 w 284162"/>
                <a:gd name="connsiteY5" fmla="*/ 153353 h 275272"/>
                <a:gd name="connsiteX6" fmla="*/ 200616 w 284162"/>
                <a:gd name="connsiteY6" fmla="*/ 206692 h 275272"/>
                <a:gd name="connsiteX7" fmla="*/ 152357 w 284162"/>
                <a:gd name="connsiteY7" fmla="*/ 177483 h 275272"/>
                <a:gd name="connsiteX8" fmla="*/ 130766 w 284162"/>
                <a:gd name="connsiteY8" fmla="*/ 177483 h 275272"/>
                <a:gd name="connsiteX9" fmla="*/ 82507 w 284162"/>
                <a:gd name="connsiteY9" fmla="*/ 206692 h 275272"/>
                <a:gd name="connsiteX10" fmla="*/ 95207 w 284162"/>
                <a:gd name="connsiteY10" fmla="*/ 153353 h 275272"/>
                <a:gd name="connsiteX11" fmla="*/ 87587 w 284162"/>
                <a:gd name="connsiteY11" fmla="*/ 131762 h 275272"/>
                <a:gd name="connsiteX12" fmla="*/ 39326 w 284162"/>
                <a:gd name="connsiteY12" fmla="*/ 92392 h 275272"/>
                <a:gd name="connsiteX13" fmla="*/ 101557 w 284162"/>
                <a:gd name="connsiteY13" fmla="*/ 86042 h 275272"/>
                <a:gd name="connsiteX14" fmla="*/ 119337 w 284162"/>
                <a:gd name="connsiteY14" fmla="*/ 73342 h 275272"/>
                <a:gd name="connsiteX15" fmla="*/ 142196 w 284162"/>
                <a:gd name="connsiteY15" fmla="*/ 20003 h 275272"/>
                <a:gd name="connsiteX16" fmla="*/ 123146 w 284162"/>
                <a:gd name="connsiteY16" fmla="*/ 12383 h 275272"/>
                <a:gd name="connsiteX17" fmla="*/ 161246 w 284162"/>
                <a:gd name="connsiteY17" fmla="*/ 12383 h 275272"/>
                <a:gd name="connsiteX18" fmla="*/ 182837 w 284162"/>
                <a:gd name="connsiteY18" fmla="*/ 65722 h 275272"/>
                <a:gd name="connsiteX19" fmla="*/ 184107 w 284162"/>
                <a:gd name="connsiteY19" fmla="*/ 65722 h 275272"/>
                <a:gd name="connsiteX20" fmla="*/ 245066 w 284162"/>
                <a:gd name="connsiteY20" fmla="*/ 72072 h 275272"/>
                <a:gd name="connsiteX21" fmla="*/ 256496 w 284162"/>
                <a:gd name="connsiteY21" fmla="*/ 107633 h 275272"/>
                <a:gd name="connsiteX22" fmla="*/ 208237 w 284162"/>
                <a:gd name="connsiteY22" fmla="*/ 147003 h 275272"/>
                <a:gd name="connsiteX23" fmla="*/ 208237 w 284162"/>
                <a:gd name="connsiteY23" fmla="*/ 148272 h 275272"/>
                <a:gd name="connsiteX24" fmla="*/ 220937 w 284162"/>
                <a:gd name="connsiteY24" fmla="*/ 201612 h 275272"/>
                <a:gd name="connsiteX25" fmla="*/ 190457 w 284162"/>
                <a:gd name="connsiteY25" fmla="*/ 224472 h 275272"/>
                <a:gd name="connsiteX26" fmla="*/ 142196 w 284162"/>
                <a:gd name="connsiteY26" fmla="*/ 195262 h 275272"/>
                <a:gd name="connsiteX27" fmla="*/ 140926 w 284162"/>
                <a:gd name="connsiteY27" fmla="*/ 195262 h 275272"/>
                <a:gd name="connsiteX28" fmla="*/ 92666 w 284162"/>
                <a:gd name="connsiteY28" fmla="*/ 224472 h 275272"/>
                <a:gd name="connsiteX29" fmla="*/ 62187 w 284162"/>
                <a:gd name="connsiteY29" fmla="*/ 201612 h 275272"/>
                <a:gd name="connsiteX30" fmla="*/ 74887 w 284162"/>
                <a:gd name="connsiteY30" fmla="*/ 148272 h 275272"/>
                <a:gd name="connsiteX31" fmla="*/ 74887 w 284162"/>
                <a:gd name="connsiteY31" fmla="*/ 147003 h 275272"/>
                <a:gd name="connsiteX32" fmla="*/ 26626 w 284162"/>
                <a:gd name="connsiteY32" fmla="*/ 107633 h 275272"/>
                <a:gd name="connsiteX33" fmla="*/ 38057 w 284162"/>
                <a:gd name="connsiteY33" fmla="*/ 72072 h 275272"/>
                <a:gd name="connsiteX34" fmla="*/ 100287 w 284162"/>
                <a:gd name="connsiteY34" fmla="*/ 65722 h 275272"/>
                <a:gd name="connsiteX35" fmla="*/ 101557 w 284162"/>
                <a:gd name="connsiteY35" fmla="*/ 65722 h 275272"/>
                <a:gd name="connsiteX36" fmla="*/ 123146 w 284162"/>
                <a:gd name="connsiteY36" fmla="*/ 12383 h 275272"/>
                <a:gd name="connsiteX37" fmla="*/ 53296 w 284162"/>
                <a:gd name="connsiteY37" fmla="*/ 9842 h 275272"/>
                <a:gd name="connsiteX38" fmla="*/ 39326 w 284162"/>
                <a:gd name="connsiteY38" fmla="*/ 9842 h 275272"/>
                <a:gd name="connsiteX39" fmla="*/ 39326 w 284162"/>
                <a:gd name="connsiteY39" fmla="*/ 23812 h 275272"/>
                <a:gd name="connsiteX40" fmla="*/ 44407 w 284162"/>
                <a:gd name="connsiteY40" fmla="*/ 28892 h 275272"/>
                <a:gd name="connsiteX41" fmla="*/ 58376 w 284162"/>
                <a:gd name="connsiteY41" fmla="*/ 28892 h 275272"/>
                <a:gd name="connsiteX42" fmla="*/ 58376 w 284162"/>
                <a:gd name="connsiteY42" fmla="*/ 14922 h 275272"/>
                <a:gd name="connsiteX43" fmla="*/ 53296 w 284162"/>
                <a:gd name="connsiteY43" fmla="*/ 9842 h 275272"/>
                <a:gd name="connsiteX44" fmla="*/ 1226 w 284162"/>
                <a:gd name="connsiteY44" fmla="*/ 178753 h 275272"/>
                <a:gd name="connsiteX45" fmla="*/ 15196 w 284162"/>
                <a:gd name="connsiteY45" fmla="*/ 183833 h 275272"/>
                <a:gd name="connsiteX46" fmla="*/ 25357 w 284162"/>
                <a:gd name="connsiteY46" fmla="*/ 178753 h 275272"/>
                <a:gd name="connsiteX47" fmla="*/ 30437 w 284162"/>
                <a:gd name="connsiteY47" fmla="*/ 164783 h 275272"/>
                <a:gd name="connsiteX48" fmla="*/ 16466 w 284162"/>
                <a:gd name="connsiteY48" fmla="*/ 159703 h 275272"/>
                <a:gd name="connsiteX49" fmla="*/ 6307 w 284162"/>
                <a:gd name="connsiteY49" fmla="*/ 164783 h 275272"/>
                <a:gd name="connsiteX50" fmla="*/ 1226 w 284162"/>
                <a:gd name="connsiteY50" fmla="*/ 178753 h 275272"/>
                <a:gd name="connsiteX51" fmla="*/ 269196 w 284162"/>
                <a:gd name="connsiteY51" fmla="*/ 182562 h 275272"/>
                <a:gd name="connsiteX52" fmla="*/ 283166 w 284162"/>
                <a:gd name="connsiteY52" fmla="*/ 177483 h 275272"/>
                <a:gd name="connsiteX53" fmla="*/ 278087 w 284162"/>
                <a:gd name="connsiteY53" fmla="*/ 163512 h 275272"/>
                <a:gd name="connsiteX54" fmla="*/ 267926 w 284162"/>
                <a:gd name="connsiteY54" fmla="*/ 158433 h 275272"/>
                <a:gd name="connsiteX55" fmla="*/ 253957 w 284162"/>
                <a:gd name="connsiteY55" fmla="*/ 163512 h 275272"/>
                <a:gd name="connsiteX56" fmla="*/ 259037 w 284162"/>
                <a:gd name="connsiteY56" fmla="*/ 177483 h 275272"/>
                <a:gd name="connsiteX57" fmla="*/ 269196 w 284162"/>
                <a:gd name="connsiteY57" fmla="*/ 182562 h 275272"/>
                <a:gd name="connsiteX58" fmla="*/ 245066 w 284162"/>
                <a:gd name="connsiteY58" fmla="*/ 9842 h 275272"/>
                <a:gd name="connsiteX59" fmla="*/ 231096 w 284162"/>
                <a:gd name="connsiteY59" fmla="*/ 9842 h 275272"/>
                <a:gd name="connsiteX60" fmla="*/ 226016 w 284162"/>
                <a:gd name="connsiteY60" fmla="*/ 14922 h 275272"/>
                <a:gd name="connsiteX61" fmla="*/ 226016 w 284162"/>
                <a:gd name="connsiteY61" fmla="*/ 28892 h 275272"/>
                <a:gd name="connsiteX62" fmla="*/ 239987 w 284162"/>
                <a:gd name="connsiteY62" fmla="*/ 28892 h 275272"/>
                <a:gd name="connsiteX63" fmla="*/ 245066 w 284162"/>
                <a:gd name="connsiteY63" fmla="*/ 23812 h 275272"/>
                <a:gd name="connsiteX64" fmla="*/ 245066 w 284162"/>
                <a:gd name="connsiteY64" fmla="*/ 9842 h 275272"/>
                <a:gd name="connsiteX65" fmla="*/ 152357 w 284162"/>
                <a:gd name="connsiteY65" fmla="*/ 254953 h 275272"/>
                <a:gd name="connsiteX66" fmla="*/ 142196 w 284162"/>
                <a:gd name="connsiteY66" fmla="*/ 244792 h 275272"/>
                <a:gd name="connsiteX67" fmla="*/ 132037 w 284162"/>
                <a:gd name="connsiteY67" fmla="*/ 254953 h 275272"/>
                <a:gd name="connsiteX68" fmla="*/ 132037 w 284162"/>
                <a:gd name="connsiteY68" fmla="*/ 265112 h 275272"/>
                <a:gd name="connsiteX69" fmla="*/ 142196 w 284162"/>
                <a:gd name="connsiteY69" fmla="*/ 275273 h 275272"/>
                <a:gd name="connsiteX70" fmla="*/ 152357 w 284162"/>
                <a:gd name="connsiteY70" fmla="*/ 265112 h 275272"/>
                <a:gd name="connsiteX71" fmla="*/ 152357 w 284162"/>
                <a:gd name="connsiteY71" fmla="*/ 254953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84162" h="275272">
                  <a:moveTo>
                    <a:pt x="142196" y="20003"/>
                  </a:moveTo>
                  <a:lnTo>
                    <a:pt x="163787" y="73342"/>
                  </a:lnTo>
                  <a:cubicBezTo>
                    <a:pt x="166326" y="80962"/>
                    <a:pt x="173946" y="86042"/>
                    <a:pt x="181566" y="86042"/>
                  </a:cubicBezTo>
                  <a:lnTo>
                    <a:pt x="243796" y="92392"/>
                  </a:lnTo>
                  <a:lnTo>
                    <a:pt x="195537" y="131762"/>
                  </a:lnTo>
                  <a:cubicBezTo>
                    <a:pt x="189187" y="136842"/>
                    <a:pt x="186646" y="145733"/>
                    <a:pt x="187916" y="153353"/>
                  </a:cubicBezTo>
                  <a:lnTo>
                    <a:pt x="200616" y="206692"/>
                  </a:lnTo>
                  <a:lnTo>
                    <a:pt x="152357" y="177483"/>
                  </a:lnTo>
                  <a:cubicBezTo>
                    <a:pt x="146007" y="173672"/>
                    <a:pt x="137116" y="173672"/>
                    <a:pt x="130766" y="177483"/>
                  </a:cubicBezTo>
                  <a:lnTo>
                    <a:pt x="82507" y="206692"/>
                  </a:lnTo>
                  <a:lnTo>
                    <a:pt x="95207" y="153353"/>
                  </a:lnTo>
                  <a:cubicBezTo>
                    <a:pt x="97746" y="145733"/>
                    <a:pt x="93937" y="136842"/>
                    <a:pt x="87587" y="131762"/>
                  </a:cubicBezTo>
                  <a:lnTo>
                    <a:pt x="39326" y="92392"/>
                  </a:lnTo>
                  <a:lnTo>
                    <a:pt x="101557" y="86042"/>
                  </a:lnTo>
                  <a:cubicBezTo>
                    <a:pt x="109176" y="84772"/>
                    <a:pt x="116796" y="79692"/>
                    <a:pt x="119337" y="73342"/>
                  </a:cubicBezTo>
                  <a:lnTo>
                    <a:pt x="142196" y="20003"/>
                  </a:lnTo>
                  <a:close/>
                  <a:moveTo>
                    <a:pt x="123146" y="12383"/>
                  </a:moveTo>
                  <a:cubicBezTo>
                    <a:pt x="129496" y="-4128"/>
                    <a:pt x="153626" y="-4128"/>
                    <a:pt x="161246" y="12383"/>
                  </a:cubicBezTo>
                  <a:lnTo>
                    <a:pt x="182837" y="65722"/>
                  </a:lnTo>
                  <a:cubicBezTo>
                    <a:pt x="182837" y="65722"/>
                    <a:pt x="182837" y="65722"/>
                    <a:pt x="184107" y="65722"/>
                  </a:cubicBezTo>
                  <a:lnTo>
                    <a:pt x="245066" y="72072"/>
                  </a:lnTo>
                  <a:cubicBezTo>
                    <a:pt x="262846" y="73342"/>
                    <a:pt x="270466" y="96203"/>
                    <a:pt x="256496" y="107633"/>
                  </a:cubicBezTo>
                  <a:lnTo>
                    <a:pt x="208237" y="147003"/>
                  </a:lnTo>
                  <a:cubicBezTo>
                    <a:pt x="208237" y="147003"/>
                    <a:pt x="208237" y="148272"/>
                    <a:pt x="208237" y="148272"/>
                  </a:cubicBezTo>
                  <a:lnTo>
                    <a:pt x="220937" y="201612"/>
                  </a:lnTo>
                  <a:cubicBezTo>
                    <a:pt x="224746" y="219392"/>
                    <a:pt x="205696" y="233362"/>
                    <a:pt x="190457" y="224472"/>
                  </a:cubicBezTo>
                  <a:lnTo>
                    <a:pt x="142196" y="195262"/>
                  </a:lnTo>
                  <a:cubicBezTo>
                    <a:pt x="142196" y="195262"/>
                    <a:pt x="140926" y="195262"/>
                    <a:pt x="140926" y="195262"/>
                  </a:cubicBezTo>
                  <a:lnTo>
                    <a:pt x="92666" y="224472"/>
                  </a:lnTo>
                  <a:cubicBezTo>
                    <a:pt x="77426" y="233362"/>
                    <a:pt x="58376" y="219392"/>
                    <a:pt x="62187" y="201612"/>
                  </a:cubicBezTo>
                  <a:lnTo>
                    <a:pt x="74887" y="148272"/>
                  </a:lnTo>
                  <a:cubicBezTo>
                    <a:pt x="74887" y="148272"/>
                    <a:pt x="74887" y="147003"/>
                    <a:pt x="74887" y="147003"/>
                  </a:cubicBezTo>
                  <a:lnTo>
                    <a:pt x="26626" y="107633"/>
                  </a:lnTo>
                  <a:cubicBezTo>
                    <a:pt x="12657" y="96203"/>
                    <a:pt x="19007" y="73342"/>
                    <a:pt x="38057" y="72072"/>
                  </a:cubicBezTo>
                  <a:lnTo>
                    <a:pt x="100287" y="65722"/>
                  </a:lnTo>
                  <a:cubicBezTo>
                    <a:pt x="100287" y="65722"/>
                    <a:pt x="101557" y="65722"/>
                    <a:pt x="101557" y="65722"/>
                  </a:cubicBezTo>
                  <a:lnTo>
                    <a:pt x="123146" y="12383"/>
                  </a:lnTo>
                  <a:close/>
                  <a:moveTo>
                    <a:pt x="53296" y="9842"/>
                  </a:moveTo>
                  <a:cubicBezTo>
                    <a:pt x="49487" y="6033"/>
                    <a:pt x="43137" y="6033"/>
                    <a:pt x="39326" y="9842"/>
                  </a:cubicBezTo>
                  <a:cubicBezTo>
                    <a:pt x="35516" y="13653"/>
                    <a:pt x="35516" y="20003"/>
                    <a:pt x="39326" y="23812"/>
                  </a:cubicBezTo>
                  <a:lnTo>
                    <a:pt x="44407" y="28892"/>
                  </a:lnTo>
                  <a:cubicBezTo>
                    <a:pt x="48216" y="32703"/>
                    <a:pt x="54566" y="32703"/>
                    <a:pt x="58376" y="28892"/>
                  </a:cubicBezTo>
                  <a:cubicBezTo>
                    <a:pt x="62187" y="25083"/>
                    <a:pt x="62187" y="18733"/>
                    <a:pt x="58376" y="14922"/>
                  </a:cubicBezTo>
                  <a:lnTo>
                    <a:pt x="53296" y="9842"/>
                  </a:lnTo>
                  <a:close/>
                  <a:moveTo>
                    <a:pt x="1226" y="178753"/>
                  </a:moveTo>
                  <a:cubicBezTo>
                    <a:pt x="3766" y="183833"/>
                    <a:pt x="10116" y="186372"/>
                    <a:pt x="15196" y="183833"/>
                  </a:cubicBezTo>
                  <a:lnTo>
                    <a:pt x="25357" y="178753"/>
                  </a:lnTo>
                  <a:cubicBezTo>
                    <a:pt x="30437" y="176212"/>
                    <a:pt x="32976" y="169862"/>
                    <a:pt x="30437" y="164783"/>
                  </a:cubicBezTo>
                  <a:cubicBezTo>
                    <a:pt x="27896" y="159703"/>
                    <a:pt x="21546" y="157162"/>
                    <a:pt x="16466" y="159703"/>
                  </a:cubicBezTo>
                  <a:lnTo>
                    <a:pt x="6307" y="164783"/>
                  </a:lnTo>
                  <a:cubicBezTo>
                    <a:pt x="-43" y="167322"/>
                    <a:pt x="-1313" y="173672"/>
                    <a:pt x="1226" y="178753"/>
                  </a:cubicBezTo>
                  <a:close/>
                  <a:moveTo>
                    <a:pt x="269196" y="182562"/>
                  </a:moveTo>
                  <a:cubicBezTo>
                    <a:pt x="274276" y="185103"/>
                    <a:pt x="280626" y="182562"/>
                    <a:pt x="283166" y="177483"/>
                  </a:cubicBezTo>
                  <a:cubicBezTo>
                    <a:pt x="285707" y="172403"/>
                    <a:pt x="283166" y="166053"/>
                    <a:pt x="278087" y="163512"/>
                  </a:cubicBezTo>
                  <a:lnTo>
                    <a:pt x="267926" y="158433"/>
                  </a:lnTo>
                  <a:cubicBezTo>
                    <a:pt x="262846" y="155892"/>
                    <a:pt x="256496" y="158433"/>
                    <a:pt x="253957" y="163512"/>
                  </a:cubicBezTo>
                  <a:cubicBezTo>
                    <a:pt x="251416" y="168592"/>
                    <a:pt x="253957" y="174942"/>
                    <a:pt x="259037" y="177483"/>
                  </a:cubicBezTo>
                  <a:lnTo>
                    <a:pt x="269196" y="182562"/>
                  </a:lnTo>
                  <a:close/>
                  <a:moveTo>
                    <a:pt x="245066" y="9842"/>
                  </a:moveTo>
                  <a:cubicBezTo>
                    <a:pt x="241257" y="6033"/>
                    <a:pt x="234907" y="6033"/>
                    <a:pt x="231096" y="9842"/>
                  </a:cubicBezTo>
                  <a:lnTo>
                    <a:pt x="226016" y="14922"/>
                  </a:lnTo>
                  <a:cubicBezTo>
                    <a:pt x="222207" y="18733"/>
                    <a:pt x="222207" y="25083"/>
                    <a:pt x="226016" y="28892"/>
                  </a:cubicBezTo>
                  <a:cubicBezTo>
                    <a:pt x="229826" y="32703"/>
                    <a:pt x="236176" y="32703"/>
                    <a:pt x="239987" y="28892"/>
                  </a:cubicBezTo>
                  <a:lnTo>
                    <a:pt x="245066" y="23812"/>
                  </a:lnTo>
                  <a:cubicBezTo>
                    <a:pt x="248876" y="20003"/>
                    <a:pt x="248876" y="13653"/>
                    <a:pt x="245066" y="9842"/>
                  </a:cubicBezTo>
                  <a:close/>
                  <a:moveTo>
                    <a:pt x="152357" y="254953"/>
                  </a:moveTo>
                  <a:cubicBezTo>
                    <a:pt x="152357" y="249872"/>
                    <a:pt x="147276" y="244792"/>
                    <a:pt x="142196" y="244792"/>
                  </a:cubicBezTo>
                  <a:cubicBezTo>
                    <a:pt x="137116" y="244792"/>
                    <a:pt x="132037" y="249872"/>
                    <a:pt x="132037" y="254953"/>
                  </a:cubicBezTo>
                  <a:lnTo>
                    <a:pt x="132037" y="265112"/>
                  </a:lnTo>
                  <a:cubicBezTo>
                    <a:pt x="132037" y="270192"/>
                    <a:pt x="137116" y="275273"/>
                    <a:pt x="142196" y="275273"/>
                  </a:cubicBezTo>
                  <a:cubicBezTo>
                    <a:pt x="147276" y="275273"/>
                    <a:pt x="152357" y="270192"/>
                    <a:pt x="152357" y="265112"/>
                  </a:cubicBezTo>
                  <a:lnTo>
                    <a:pt x="152357" y="254953"/>
                  </a:lnTo>
                  <a:close/>
                </a:path>
              </a:pathLst>
            </a:custGeom>
            <a:solidFill>
              <a:srgbClr val="2A3238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>
                <a:solidFill>
                  <a:srgbClr val="2A323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630250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6C449E-EBE4-E415-73D5-D314145D0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AFC892B-E69D-86A5-B754-804B1D450B8F}"/>
              </a:ext>
            </a:extLst>
          </p:cNvPr>
          <p:cNvSpPr txBox="1"/>
          <p:nvPr/>
        </p:nvSpPr>
        <p:spPr bwMode="auto">
          <a:xfrm>
            <a:off x="425803" y="843429"/>
            <a:ext cx="7198189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3</a:t>
            </a:r>
            <a:r>
              <a:rPr lang="en-US" dirty="0"/>
              <a:t>D </a:t>
            </a:r>
            <a:r>
              <a:rPr lang="ru-RU" dirty="0"/>
              <a:t>иконки продуктов </a:t>
            </a:r>
            <a:r>
              <a:rPr lang="en" dirty="0" err="1"/>
              <a:t>SberUser</a:t>
            </a:r>
            <a:endParaRPr lang="e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193C733-ACA6-86A9-7F6B-94E481568816}"/>
              </a:ext>
            </a:extLst>
          </p:cNvPr>
          <p:cNvSpPr txBox="1"/>
          <p:nvPr/>
        </p:nvSpPr>
        <p:spPr bwMode="auto">
          <a:xfrm>
            <a:off x="454379" y="1424383"/>
            <a:ext cx="107470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Стилизованные версии иконок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8B9B7F-BAD0-23E3-180F-BC55832345C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366488" y="4104125"/>
            <a:ext cx="1779402" cy="1822802"/>
          </a:xfrm>
          <a:prstGeom prst="rect">
            <a:avLst/>
          </a:prstGeom>
        </p:spPr>
      </p:pic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C565EF6-CFFD-4D02-6FAA-03EF249FA0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9365551" y="1924041"/>
            <a:ext cx="1779401" cy="182976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50474CF-7952-0293-805E-492A8290E51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105460" y="1907402"/>
            <a:ext cx="1784826" cy="182280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A9E9CA3-DBDB-F70A-CA80-8BE3B878473A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110705" y="4104124"/>
            <a:ext cx="1773976" cy="1822801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633EEE56-8291-7586-CD05-E645D0411700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765485" y="4099550"/>
            <a:ext cx="1773976" cy="182280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54CEA82-1987-CE29-51DD-96A9976083D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4804819" y="1869164"/>
            <a:ext cx="1773976" cy="1819463"/>
          </a:xfrm>
          <a:prstGeom prst="rect">
            <a:avLst/>
          </a:prstGeom>
        </p:spPr>
      </p:pic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E48632F-2201-7E18-FE67-BE9D932A6621}"/>
              </a:ext>
            </a:extLst>
          </p:cNvPr>
          <p:cNvGrpSpPr/>
          <p:nvPr/>
        </p:nvGrpSpPr>
        <p:grpSpPr>
          <a:xfrm>
            <a:off x="523334" y="3069550"/>
            <a:ext cx="3432649" cy="2040713"/>
            <a:chOff x="523334" y="3253959"/>
            <a:chExt cx="3432649" cy="2040713"/>
          </a:xfrm>
        </p:grpSpPr>
        <p:sp>
          <p:nvSpPr>
            <p:cNvPr id="9" name="Скругленный прямоугольник 8">
              <a:extLst>
                <a:ext uri="{FF2B5EF4-FFF2-40B4-BE49-F238E27FC236}">
                  <a16:creationId xmlns:a16="http://schemas.microsoft.com/office/drawing/2014/main" id="{3CC432D6-160E-66FD-6719-6B6217E8DC60}"/>
                </a:ext>
              </a:extLst>
            </p:cNvPr>
            <p:cNvSpPr/>
            <p:nvPr/>
          </p:nvSpPr>
          <p:spPr bwMode="auto">
            <a:xfrm>
              <a:off x="523334" y="3253959"/>
              <a:ext cx="3432649" cy="2040713"/>
            </a:xfrm>
            <a:prstGeom prst="roundRect">
              <a:avLst>
                <a:gd name="adj" fmla="val 8165"/>
              </a:avLst>
            </a:prstGeom>
            <a:solidFill>
              <a:srgbClr val="01E0FF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F14C534-DFC9-6DB9-2160-0AFA3ABD77CD}"/>
                </a:ext>
              </a:extLst>
            </p:cNvPr>
            <p:cNvSpPr txBox="1"/>
            <p:nvPr/>
          </p:nvSpPr>
          <p:spPr bwMode="auto">
            <a:xfrm>
              <a:off x="652292" y="3873036"/>
              <a:ext cx="3232423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ru-RU"/>
              </a:defPPr>
              <a:lvl1pPr>
                <a:defRPr>
                  <a:solidFill>
                    <a:schemeClr val="bg1"/>
                  </a:solidFill>
                  <a:latin typeface="SB Sans Display" panose="020B0503040504020204" pitchFamily="34" charset="0"/>
                  <a:cs typeface="SB Sans Display" panose="020B0503040504020204" pitchFamily="34" charset="0"/>
                </a:defRPr>
              </a:lvl1pPr>
            </a:lstStyle>
            <a:p>
              <a:r>
                <a:rPr lang="ru-RU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Если нужна такая иконка</a:t>
              </a:r>
              <a:br>
                <a:rPr lang="en-US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вашего продукта – напишите</a:t>
              </a:r>
              <a:br>
                <a:rPr lang="en-US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</a:br>
              <a:r>
                <a:rPr lang="ru-RU" sz="1600" dirty="0">
                  <a:solidFill>
                    <a:srgbClr val="2A3238"/>
                  </a:solidFill>
                  <a:latin typeface="SB Sans Text" panose="020B0503040504020204" pitchFamily="34" charset="0"/>
                  <a:cs typeface="SB Sans Text" panose="020B0503040504020204" pitchFamily="34" charset="0"/>
                </a:rPr>
                <a:t>дизайнеру </a:t>
              </a:r>
              <a:r>
                <a:rPr lang="ru-RU" sz="1600" b="1" dirty="0">
                  <a:solidFill>
                    <a:srgbClr val="2A3238"/>
                  </a:solidFill>
                  <a:latin typeface="SB Sans Text Semibold" panose="020B0503040504020204" pitchFamily="34" charset="0"/>
                  <a:cs typeface="SB Sans Text Semibold" panose="020B0503040504020204" pitchFamily="34" charset="0"/>
                </a:rPr>
                <a:t>@</a:t>
              </a:r>
              <a:r>
                <a:rPr lang="en" sz="1600" b="1" dirty="0" err="1">
                  <a:solidFill>
                    <a:srgbClr val="2A3238"/>
                  </a:solidFill>
                  <a:latin typeface="SB Sans Text Semibold" panose="020B0503040504020204" pitchFamily="34" charset="0"/>
                  <a:cs typeface="SB Sans Text Semibold" panose="020B0503040504020204" pitchFamily="34" charset="0"/>
                </a:rPr>
                <a:t>eklogvinenko</a:t>
              </a:r>
              <a:endParaRPr sz="1600" b="1" dirty="0">
                <a:solidFill>
                  <a:srgbClr val="2A3238"/>
                </a:solidFill>
                <a:latin typeface="SB Sans Text Semibold" panose="020B0503040504020204" pitchFamily="34" charset="0"/>
                <a:cs typeface="SB Sans Text Semibold" panose="020B0503040504020204" pitchFamily="34" charset="0"/>
              </a:endParaRPr>
            </a:p>
          </p:txBody>
        </p:sp>
        <p:sp>
          <p:nvSpPr>
            <p:cNvPr id="11" name="Полилиния: фигура 300">
              <a:extLst>
                <a:ext uri="{FF2B5EF4-FFF2-40B4-BE49-F238E27FC236}">
                  <a16:creationId xmlns:a16="http://schemas.microsoft.com/office/drawing/2014/main" id="{09F7F9B5-9849-F535-67E2-F0D6618CC8D7}"/>
                </a:ext>
              </a:extLst>
            </p:cNvPr>
            <p:cNvSpPr/>
            <p:nvPr/>
          </p:nvSpPr>
          <p:spPr bwMode="auto">
            <a:xfrm>
              <a:off x="744964" y="3485655"/>
              <a:ext cx="284162" cy="275272"/>
            </a:xfrm>
            <a:custGeom>
              <a:avLst/>
              <a:gdLst>
                <a:gd name="connsiteX0" fmla="*/ 142196 w 284162"/>
                <a:gd name="connsiteY0" fmla="*/ 20003 h 275272"/>
                <a:gd name="connsiteX1" fmla="*/ 163787 w 284162"/>
                <a:gd name="connsiteY1" fmla="*/ 73342 h 275272"/>
                <a:gd name="connsiteX2" fmla="*/ 181566 w 284162"/>
                <a:gd name="connsiteY2" fmla="*/ 86042 h 275272"/>
                <a:gd name="connsiteX3" fmla="*/ 243796 w 284162"/>
                <a:gd name="connsiteY3" fmla="*/ 92392 h 275272"/>
                <a:gd name="connsiteX4" fmla="*/ 195537 w 284162"/>
                <a:gd name="connsiteY4" fmla="*/ 131762 h 275272"/>
                <a:gd name="connsiteX5" fmla="*/ 187916 w 284162"/>
                <a:gd name="connsiteY5" fmla="*/ 153353 h 275272"/>
                <a:gd name="connsiteX6" fmla="*/ 200616 w 284162"/>
                <a:gd name="connsiteY6" fmla="*/ 206692 h 275272"/>
                <a:gd name="connsiteX7" fmla="*/ 152357 w 284162"/>
                <a:gd name="connsiteY7" fmla="*/ 177483 h 275272"/>
                <a:gd name="connsiteX8" fmla="*/ 130766 w 284162"/>
                <a:gd name="connsiteY8" fmla="*/ 177483 h 275272"/>
                <a:gd name="connsiteX9" fmla="*/ 82507 w 284162"/>
                <a:gd name="connsiteY9" fmla="*/ 206692 h 275272"/>
                <a:gd name="connsiteX10" fmla="*/ 95207 w 284162"/>
                <a:gd name="connsiteY10" fmla="*/ 153353 h 275272"/>
                <a:gd name="connsiteX11" fmla="*/ 87587 w 284162"/>
                <a:gd name="connsiteY11" fmla="*/ 131762 h 275272"/>
                <a:gd name="connsiteX12" fmla="*/ 39326 w 284162"/>
                <a:gd name="connsiteY12" fmla="*/ 92392 h 275272"/>
                <a:gd name="connsiteX13" fmla="*/ 101557 w 284162"/>
                <a:gd name="connsiteY13" fmla="*/ 86042 h 275272"/>
                <a:gd name="connsiteX14" fmla="*/ 119337 w 284162"/>
                <a:gd name="connsiteY14" fmla="*/ 73342 h 275272"/>
                <a:gd name="connsiteX15" fmla="*/ 142196 w 284162"/>
                <a:gd name="connsiteY15" fmla="*/ 20003 h 275272"/>
                <a:gd name="connsiteX16" fmla="*/ 123146 w 284162"/>
                <a:gd name="connsiteY16" fmla="*/ 12383 h 275272"/>
                <a:gd name="connsiteX17" fmla="*/ 161246 w 284162"/>
                <a:gd name="connsiteY17" fmla="*/ 12383 h 275272"/>
                <a:gd name="connsiteX18" fmla="*/ 182837 w 284162"/>
                <a:gd name="connsiteY18" fmla="*/ 65722 h 275272"/>
                <a:gd name="connsiteX19" fmla="*/ 184107 w 284162"/>
                <a:gd name="connsiteY19" fmla="*/ 65722 h 275272"/>
                <a:gd name="connsiteX20" fmla="*/ 245066 w 284162"/>
                <a:gd name="connsiteY20" fmla="*/ 72072 h 275272"/>
                <a:gd name="connsiteX21" fmla="*/ 256496 w 284162"/>
                <a:gd name="connsiteY21" fmla="*/ 107633 h 275272"/>
                <a:gd name="connsiteX22" fmla="*/ 208237 w 284162"/>
                <a:gd name="connsiteY22" fmla="*/ 147003 h 275272"/>
                <a:gd name="connsiteX23" fmla="*/ 208237 w 284162"/>
                <a:gd name="connsiteY23" fmla="*/ 148272 h 275272"/>
                <a:gd name="connsiteX24" fmla="*/ 220937 w 284162"/>
                <a:gd name="connsiteY24" fmla="*/ 201612 h 275272"/>
                <a:gd name="connsiteX25" fmla="*/ 190457 w 284162"/>
                <a:gd name="connsiteY25" fmla="*/ 224472 h 275272"/>
                <a:gd name="connsiteX26" fmla="*/ 142196 w 284162"/>
                <a:gd name="connsiteY26" fmla="*/ 195262 h 275272"/>
                <a:gd name="connsiteX27" fmla="*/ 140926 w 284162"/>
                <a:gd name="connsiteY27" fmla="*/ 195262 h 275272"/>
                <a:gd name="connsiteX28" fmla="*/ 92666 w 284162"/>
                <a:gd name="connsiteY28" fmla="*/ 224472 h 275272"/>
                <a:gd name="connsiteX29" fmla="*/ 62187 w 284162"/>
                <a:gd name="connsiteY29" fmla="*/ 201612 h 275272"/>
                <a:gd name="connsiteX30" fmla="*/ 74887 w 284162"/>
                <a:gd name="connsiteY30" fmla="*/ 148272 h 275272"/>
                <a:gd name="connsiteX31" fmla="*/ 74887 w 284162"/>
                <a:gd name="connsiteY31" fmla="*/ 147003 h 275272"/>
                <a:gd name="connsiteX32" fmla="*/ 26626 w 284162"/>
                <a:gd name="connsiteY32" fmla="*/ 107633 h 275272"/>
                <a:gd name="connsiteX33" fmla="*/ 38057 w 284162"/>
                <a:gd name="connsiteY33" fmla="*/ 72072 h 275272"/>
                <a:gd name="connsiteX34" fmla="*/ 100287 w 284162"/>
                <a:gd name="connsiteY34" fmla="*/ 65722 h 275272"/>
                <a:gd name="connsiteX35" fmla="*/ 101557 w 284162"/>
                <a:gd name="connsiteY35" fmla="*/ 65722 h 275272"/>
                <a:gd name="connsiteX36" fmla="*/ 123146 w 284162"/>
                <a:gd name="connsiteY36" fmla="*/ 12383 h 275272"/>
                <a:gd name="connsiteX37" fmla="*/ 53296 w 284162"/>
                <a:gd name="connsiteY37" fmla="*/ 9842 h 275272"/>
                <a:gd name="connsiteX38" fmla="*/ 39326 w 284162"/>
                <a:gd name="connsiteY38" fmla="*/ 9842 h 275272"/>
                <a:gd name="connsiteX39" fmla="*/ 39326 w 284162"/>
                <a:gd name="connsiteY39" fmla="*/ 23812 h 275272"/>
                <a:gd name="connsiteX40" fmla="*/ 44407 w 284162"/>
                <a:gd name="connsiteY40" fmla="*/ 28892 h 275272"/>
                <a:gd name="connsiteX41" fmla="*/ 58376 w 284162"/>
                <a:gd name="connsiteY41" fmla="*/ 28892 h 275272"/>
                <a:gd name="connsiteX42" fmla="*/ 58376 w 284162"/>
                <a:gd name="connsiteY42" fmla="*/ 14922 h 275272"/>
                <a:gd name="connsiteX43" fmla="*/ 53296 w 284162"/>
                <a:gd name="connsiteY43" fmla="*/ 9842 h 275272"/>
                <a:gd name="connsiteX44" fmla="*/ 1226 w 284162"/>
                <a:gd name="connsiteY44" fmla="*/ 178753 h 275272"/>
                <a:gd name="connsiteX45" fmla="*/ 15196 w 284162"/>
                <a:gd name="connsiteY45" fmla="*/ 183833 h 275272"/>
                <a:gd name="connsiteX46" fmla="*/ 25357 w 284162"/>
                <a:gd name="connsiteY46" fmla="*/ 178753 h 275272"/>
                <a:gd name="connsiteX47" fmla="*/ 30437 w 284162"/>
                <a:gd name="connsiteY47" fmla="*/ 164783 h 275272"/>
                <a:gd name="connsiteX48" fmla="*/ 16466 w 284162"/>
                <a:gd name="connsiteY48" fmla="*/ 159703 h 275272"/>
                <a:gd name="connsiteX49" fmla="*/ 6307 w 284162"/>
                <a:gd name="connsiteY49" fmla="*/ 164783 h 275272"/>
                <a:gd name="connsiteX50" fmla="*/ 1226 w 284162"/>
                <a:gd name="connsiteY50" fmla="*/ 178753 h 275272"/>
                <a:gd name="connsiteX51" fmla="*/ 269196 w 284162"/>
                <a:gd name="connsiteY51" fmla="*/ 182562 h 275272"/>
                <a:gd name="connsiteX52" fmla="*/ 283166 w 284162"/>
                <a:gd name="connsiteY52" fmla="*/ 177483 h 275272"/>
                <a:gd name="connsiteX53" fmla="*/ 278087 w 284162"/>
                <a:gd name="connsiteY53" fmla="*/ 163512 h 275272"/>
                <a:gd name="connsiteX54" fmla="*/ 267926 w 284162"/>
                <a:gd name="connsiteY54" fmla="*/ 158433 h 275272"/>
                <a:gd name="connsiteX55" fmla="*/ 253957 w 284162"/>
                <a:gd name="connsiteY55" fmla="*/ 163512 h 275272"/>
                <a:gd name="connsiteX56" fmla="*/ 259037 w 284162"/>
                <a:gd name="connsiteY56" fmla="*/ 177483 h 275272"/>
                <a:gd name="connsiteX57" fmla="*/ 269196 w 284162"/>
                <a:gd name="connsiteY57" fmla="*/ 182562 h 275272"/>
                <a:gd name="connsiteX58" fmla="*/ 245066 w 284162"/>
                <a:gd name="connsiteY58" fmla="*/ 9842 h 275272"/>
                <a:gd name="connsiteX59" fmla="*/ 231096 w 284162"/>
                <a:gd name="connsiteY59" fmla="*/ 9842 h 275272"/>
                <a:gd name="connsiteX60" fmla="*/ 226016 w 284162"/>
                <a:gd name="connsiteY60" fmla="*/ 14922 h 275272"/>
                <a:gd name="connsiteX61" fmla="*/ 226016 w 284162"/>
                <a:gd name="connsiteY61" fmla="*/ 28892 h 275272"/>
                <a:gd name="connsiteX62" fmla="*/ 239987 w 284162"/>
                <a:gd name="connsiteY62" fmla="*/ 28892 h 275272"/>
                <a:gd name="connsiteX63" fmla="*/ 245066 w 284162"/>
                <a:gd name="connsiteY63" fmla="*/ 23812 h 275272"/>
                <a:gd name="connsiteX64" fmla="*/ 245066 w 284162"/>
                <a:gd name="connsiteY64" fmla="*/ 9842 h 275272"/>
                <a:gd name="connsiteX65" fmla="*/ 152357 w 284162"/>
                <a:gd name="connsiteY65" fmla="*/ 254953 h 275272"/>
                <a:gd name="connsiteX66" fmla="*/ 142196 w 284162"/>
                <a:gd name="connsiteY66" fmla="*/ 244792 h 275272"/>
                <a:gd name="connsiteX67" fmla="*/ 132037 w 284162"/>
                <a:gd name="connsiteY67" fmla="*/ 254953 h 275272"/>
                <a:gd name="connsiteX68" fmla="*/ 132037 w 284162"/>
                <a:gd name="connsiteY68" fmla="*/ 265112 h 275272"/>
                <a:gd name="connsiteX69" fmla="*/ 142196 w 284162"/>
                <a:gd name="connsiteY69" fmla="*/ 275273 h 275272"/>
                <a:gd name="connsiteX70" fmla="*/ 152357 w 284162"/>
                <a:gd name="connsiteY70" fmla="*/ 265112 h 275272"/>
                <a:gd name="connsiteX71" fmla="*/ 152357 w 284162"/>
                <a:gd name="connsiteY71" fmla="*/ 254953 h 2752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</a:cxnLst>
              <a:rect l="l" t="t" r="r" b="b"/>
              <a:pathLst>
                <a:path w="284162" h="275272">
                  <a:moveTo>
                    <a:pt x="142196" y="20003"/>
                  </a:moveTo>
                  <a:lnTo>
                    <a:pt x="163787" y="73342"/>
                  </a:lnTo>
                  <a:cubicBezTo>
                    <a:pt x="166326" y="80962"/>
                    <a:pt x="173946" y="86042"/>
                    <a:pt x="181566" y="86042"/>
                  </a:cubicBezTo>
                  <a:lnTo>
                    <a:pt x="243796" y="92392"/>
                  </a:lnTo>
                  <a:lnTo>
                    <a:pt x="195537" y="131762"/>
                  </a:lnTo>
                  <a:cubicBezTo>
                    <a:pt x="189187" y="136842"/>
                    <a:pt x="186646" y="145733"/>
                    <a:pt x="187916" y="153353"/>
                  </a:cubicBezTo>
                  <a:lnTo>
                    <a:pt x="200616" y="206692"/>
                  </a:lnTo>
                  <a:lnTo>
                    <a:pt x="152357" y="177483"/>
                  </a:lnTo>
                  <a:cubicBezTo>
                    <a:pt x="146007" y="173672"/>
                    <a:pt x="137116" y="173672"/>
                    <a:pt x="130766" y="177483"/>
                  </a:cubicBezTo>
                  <a:lnTo>
                    <a:pt x="82507" y="206692"/>
                  </a:lnTo>
                  <a:lnTo>
                    <a:pt x="95207" y="153353"/>
                  </a:lnTo>
                  <a:cubicBezTo>
                    <a:pt x="97746" y="145733"/>
                    <a:pt x="93937" y="136842"/>
                    <a:pt x="87587" y="131762"/>
                  </a:cubicBezTo>
                  <a:lnTo>
                    <a:pt x="39326" y="92392"/>
                  </a:lnTo>
                  <a:lnTo>
                    <a:pt x="101557" y="86042"/>
                  </a:lnTo>
                  <a:cubicBezTo>
                    <a:pt x="109176" y="84772"/>
                    <a:pt x="116796" y="79692"/>
                    <a:pt x="119337" y="73342"/>
                  </a:cubicBezTo>
                  <a:lnTo>
                    <a:pt x="142196" y="20003"/>
                  </a:lnTo>
                  <a:close/>
                  <a:moveTo>
                    <a:pt x="123146" y="12383"/>
                  </a:moveTo>
                  <a:cubicBezTo>
                    <a:pt x="129496" y="-4128"/>
                    <a:pt x="153626" y="-4128"/>
                    <a:pt x="161246" y="12383"/>
                  </a:cubicBezTo>
                  <a:lnTo>
                    <a:pt x="182837" y="65722"/>
                  </a:lnTo>
                  <a:cubicBezTo>
                    <a:pt x="182837" y="65722"/>
                    <a:pt x="182837" y="65722"/>
                    <a:pt x="184107" y="65722"/>
                  </a:cubicBezTo>
                  <a:lnTo>
                    <a:pt x="245066" y="72072"/>
                  </a:lnTo>
                  <a:cubicBezTo>
                    <a:pt x="262846" y="73342"/>
                    <a:pt x="270466" y="96203"/>
                    <a:pt x="256496" y="107633"/>
                  </a:cubicBezTo>
                  <a:lnTo>
                    <a:pt x="208237" y="147003"/>
                  </a:lnTo>
                  <a:cubicBezTo>
                    <a:pt x="208237" y="147003"/>
                    <a:pt x="208237" y="148272"/>
                    <a:pt x="208237" y="148272"/>
                  </a:cubicBezTo>
                  <a:lnTo>
                    <a:pt x="220937" y="201612"/>
                  </a:lnTo>
                  <a:cubicBezTo>
                    <a:pt x="224746" y="219392"/>
                    <a:pt x="205696" y="233362"/>
                    <a:pt x="190457" y="224472"/>
                  </a:cubicBezTo>
                  <a:lnTo>
                    <a:pt x="142196" y="195262"/>
                  </a:lnTo>
                  <a:cubicBezTo>
                    <a:pt x="142196" y="195262"/>
                    <a:pt x="140926" y="195262"/>
                    <a:pt x="140926" y="195262"/>
                  </a:cubicBezTo>
                  <a:lnTo>
                    <a:pt x="92666" y="224472"/>
                  </a:lnTo>
                  <a:cubicBezTo>
                    <a:pt x="77426" y="233362"/>
                    <a:pt x="58376" y="219392"/>
                    <a:pt x="62187" y="201612"/>
                  </a:cubicBezTo>
                  <a:lnTo>
                    <a:pt x="74887" y="148272"/>
                  </a:lnTo>
                  <a:cubicBezTo>
                    <a:pt x="74887" y="148272"/>
                    <a:pt x="74887" y="147003"/>
                    <a:pt x="74887" y="147003"/>
                  </a:cubicBezTo>
                  <a:lnTo>
                    <a:pt x="26626" y="107633"/>
                  </a:lnTo>
                  <a:cubicBezTo>
                    <a:pt x="12657" y="96203"/>
                    <a:pt x="19007" y="73342"/>
                    <a:pt x="38057" y="72072"/>
                  </a:cubicBezTo>
                  <a:lnTo>
                    <a:pt x="100287" y="65722"/>
                  </a:lnTo>
                  <a:cubicBezTo>
                    <a:pt x="100287" y="65722"/>
                    <a:pt x="101557" y="65722"/>
                    <a:pt x="101557" y="65722"/>
                  </a:cubicBezTo>
                  <a:lnTo>
                    <a:pt x="123146" y="12383"/>
                  </a:lnTo>
                  <a:close/>
                  <a:moveTo>
                    <a:pt x="53296" y="9842"/>
                  </a:moveTo>
                  <a:cubicBezTo>
                    <a:pt x="49487" y="6033"/>
                    <a:pt x="43137" y="6033"/>
                    <a:pt x="39326" y="9842"/>
                  </a:cubicBezTo>
                  <a:cubicBezTo>
                    <a:pt x="35516" y="13653"/>
                    <a:pt x="35516" y="20003"/>
                    <a:pt x="39326" y="23812"/>
                  </a:cubicBezTo>
                  <a:lnTo>
                    <a:pt x="44407" y="28892"/>
                  </a:lnTo>
                  <a:cubicBezTo>
                    <a:pt x="48216" y="32703"/>
                    <a:pt x="54566" y="32703"/>
                    <a:pt x="58376" y="28892"/>
                  </a:cubicBezTo>
                  <a:cubicBezTo>
                    <a:pt x="62187" y="25083"/>
                    <a:pt x="62187" y="18733"/>
                    <a:pt x="58376" y="14922"/>
                  </a:cubicBezTo>
                  <a:lnTo>
                    <a:pt x="53296" y="9842"/>
                  </a:lnTo>
                  <a:close/>
                  <a:moveTo>
                    <a:pt x="1226" y="178753"/>
                  </a:moveTo>
                  <a:cubicBezTo>
                    <a:pt x="3766" y="183833"/>
                    <a:pt x="10116" y="186372"/>
                    <a:pt x="15196" y="183833"/>
                  </a:cubicBezTo>
                  <a:lnTo>
                    <a:pt x="25357" y="178753"/>
                  </a:lnTo>
                  <a:cubicBezTo>
                    <a:pt x="30437" y="176212"/>
                    <a:pt x="32976" y="169862"/>
                    <a:pt x="30437" y="164783"/>
                  </a:cubicBezTo>
                  <a:cubicBezTo>
                    <a:pt x="27896" y="159703"/>
                    <a:pt x="21546" y="157162"/>
                    <a:pt x="16466" y="159703"/>
                  </a:cubicBezTo>
                  <a:lnTo>
                    <a:pt x="6307" y="164783"/>
                  </a:lnTo>
                  <a:cubicBezTo>
                    <a:pt x="-43" y="167322"/>
                    <a:pt x="-1313" y="173672"/>
                    <a:pt x="1226" y="178753"/>
                  </a:cubicBezTo>
                  <a:close/>
                  <a:moveTo>
                    <a:pt x="269196" y="182562"/>
                  </a:moveTo>
                  <a:cubicBezTo>
                    <a:pt x="274276" y="185103"/>
                    <a:pt x="280626" y="182562"/>
                    <a:pt x="283166" y="177483"/>
                  </a:cubicBezTo>
                  <a:cubicBezTo>
                    <a:pt x="285707" y="172403"/>
                    <a:pt x="283166" y="166053"/>
                    <a:pt x="278087" y="163512"/>
                  </a:cubicBezTo>
                  <a:lnTo>
                    <a:pt x="267926" y="158433"/>
                  </a:lnTo>
                  <a:cubicBezTo>
                    <a:pt x="262846" y="155892"/>
                    <a:pt x="256496" y="158433"/>
                    <a:pt x="253957" y="163512"/>
                  </a:cubicBezTo>
                  <a:cubicBezTo>
                    <a:pt x="251416" y="168592"/>
                    <a:pt x="253957" y="174942"/>
                    <a:pt x="259037" y="177483"/>
                  </a:cubicBezTo>
                  <a:lnTo>
                    <a:pt x="269196" y="182562"/>
                  </a:lnTo>
                  <a:close/>
                  <a:moveTo>
                    <a:pt x="245066" y="9842"/>
                  </a:moveTo>
                  <a:cubicBezTo>
                    <a:pt x="241257" y="6033"/>
                    <a:pt x="234907" y="6033"/>
                    <a:pt x="231096" y="9842"/>
                  </a:cubicBezTo>
                  <a:lnTo>
                    <a:pt x="226016" y="14922"/>
                  </a:lnTo>
                  <a:cubicBezTo>
                    <a:pt x="222207" y="18733"/>
                    <a:pt x="222207" y="25083"/>
                    <a:pt x="226016" y="28892"/>
                  </a:cubicBezTo>
                  <a:cubicBezTo>
                    <a:pt x="229826" y="32703"/>
                    <a:pt x="236176" y="32703"/>
                    <a:pt x="239987" y="28892"/>
                  </a:cubicBezTo>
                  <a:lnTo>
                    <a:pt x="245066" y="23812"/>
                  </a:lnTo>
                  <a:cubicBezTo>
                    <a:pt x="248876" y="20003"/>
                    <a:pt x="248876" y="13653"/>
                    <a:pt x="245066" y="9842"/>
                  </a:cubicBezTo>
                  <a:close/>
                  <a:moveTo>
                    <a:pt x="152357" y="254953"/>
                  </a:moveTo>
                  <a:cubicBezTo>
                    <a:pt x="152357" y="249872"/>
                    <a:pt x="147276" y="244792"/>
                    <a:pt x="142196" y="244792"/>
                  </a:cubicBezTo>
                  <a:cubicBezTo>
                    <a:pt x="137116" y="244792"/>
                    <a:pt x="132037" y="249872"/>
                    <a:pt x="132037" y="254953"/>
                  </a:cubicBezTo>
                  <a:lnTo>
                    <a:pt x="132037" y="265112"/>
                  </a:lnTo>
                  <a:cubicBezTo>
                    <a:pt x="132037" y="270192"/>
                    <a:pt x="137116" y="275273"/>
                    <a:pt x="142196" y="275273"/>
                  </a:cubicBezTo>
                  <a:cubicBezTo>
                    <a:pt x="147276" y="275273"/>
                    <a:pt x="152357" y="270192"/>
                    <a:pt x="152357" y="265112"/>
                  </a:cubicBezTo>
                  <a:lnTo>
                    <a:pt x="152357" y="254953"/>
                  </a:lnTo>
                  <a:close/>
                </a:path>
              </a:pathLst>
            </a:custGeom>
            <a:solidFill>
              <a:srgbClr val="2A3238"/>
            </a:solidFill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>
                <a:solidFill>
                  <a:srgbClr val="2A3238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5208729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C8A73-8C4D-6814-6A7D-DC3A310D29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D3D4C149-5A17-E76E-884E-1BE23DE6FB7C}"/>
              </a:ext>
            </a:extLst>
          </p:cNvPr>
          <p:cNvSpPr txBox="1"/>
          <p:nvPr/>
        </p:nvSpPr>
        <p:spPr bwMode="auto">
          <a:xfrm>
            <a:off x="425803" y="843429"/>
            <a:ext cx="2148345" cy="604781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3600" b="1" i="0" baseline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/>
              <a:t>Девайсы</a:t>
            </a:r>
            <a:endParaRPr lang="e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94DE45-19BC-CDF9-AE38-62132AF1AD19}"/>
              </a:ext>
            </a:extLst>
          </p:cNvPr>
          <p:cNvSpPr txBox="1"/>
          <p:nvPr/>
        </p:nvSpPr>
        <p:spPr bwMode="auto">
          <a:xfrm>
            <a:off x="454379" y="1424383"/>
            <a:ext cx="1074702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Вставьте своё изображение под </a:t>
            </a:r>
            <a:r>
              <a:rPr lang="ru-RU" dirty="0" err="1"/>
              <a:t>мокап</a:t>
            </a:r>
            <a:r>
              <a:rPr lang="ru-RU" dirty="0"/>
              <a:t> устройства.</a:t>
            </a:r>
            <a:br>
              <a:rPr lang="ru-RU" dirty="0"/>
            </a:br>
            <a:r>
              <a:rPr lang="ru-RU" dirty="0"/>
              <a:t>Его можно увеличивать и уменьшать</a:t>
            </a: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7F070F1-F4E6-FF60-6682-28259B2262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>
            <a:off x="7543683" y="3429000"/>
            <a:ext cx="3917131" cy="2997045"/>
          </a:xfrm>
          <a:prstGeom prst="rect">
            <a:avLst/>
          </a:prstGeom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2B74E76B-3F0E-95AA-66D3-D1A995EF70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432056" y="571256"/>
            <a:ext cx="4140387" cy="267374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E1EB5DE2-0DC2-3D8C-1457-E4D32D5B0C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5259943" y="2050990"/>
            <a:ext cx="2027764" cy="3653283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6E2EAC4E-6D43-D69D-78D1-5DDED04450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3658386" y="2050990"/>
            <a:ext cx="2027764" cy="3653283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6F942CA6-D72E-73DA-CC63-FD8EDB83188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305793" y="2050990"/>
            <a:ext cx="2090837" cy="3653283"/>
          </a:xfrm>
          <a:prstGeom prst="rect">
            <a:avLst/>
          </a:prstGeom>
        </p:spPr>
      </p:pic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8BAA1C31-01C4-E1B0-7EDD-64F827668EE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>
            <a:off x="1982090" y="2050990"/>
            <a:ext cx="2090837" cy="3653283"/>
          </a:xfrm>
          <a:prstGeom prst="rect">
            <a:avLst/>
          </a:prstGeom>
        </p:spPr>
      </p:pic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04846557-6F50-A1DE-AF9C-95BFF82B646A}"/>
              </a:ext>
            </a:extLst>
          </p:cNvPr>
          <p:cNvSpPr/>
          <p:nvPr/>
        </p:nvSpPr>
        <p:spPr bwMode="auto">
          <a:xfrm>
            <a:off x="570664" y="5847960"/>
            <a:ext cx="1986269" cy="488100"/>
          </a:xfrm>
          <a:prstGeom prst="roundRect">
            <a:avLst>
              <a:gd name="adj" fmla="val 25286"/>
            </a:avLst>
          </a:prstGeom>
          <a:solidFill>
            <a:srgbClr val="01E0F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D6AA7E37-944D-C88D-41B7-52DC6E139E16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 rot="268326" flipH="1">
            <a:off x="2134033" y="5876314"/>
            <a:ext cx="764669" cy="764669"/>
          </a:xfrm>
          <a:prstGeom prst="rect">
            <a:avLst/>
          </a:prstGeom>
        </p:spPr>
      </p:pic>
      <p:sp>
        <p:nvSpPr>
          <p:cNvPr id="22" name="TextBox 21">
            <a:hlinkClick r:id="rId9"/>
            <a:extLst>
              <a:ext uri="{FF2B5EF4-FFF2-40B4-BE49-F238E27FC236}">
                <a16:creationId xmlns:a16="http://schemas.microsoft.com/office/drawing/2014/main" id="{1FAFA7AA-C3DB-F6DE-3E6D-0C0E244C477C}"/>
              </a:ext>
            </a:extLst>
          </p:cNvPr>
          <p:cNvSpPr txBox="1"/>
          <p:nvPr/>
        </p:nvSpPr>
        <p:spPr bwMode="auto">
          <a:xfrm>
            <a:off x="716878" y="5972414"/>
            <a:ext cx="147142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 sz="1200" dirty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Архив </a:t>
            </a:r>
            <a:r>
              <a:rPr lang="ru-RU" sz="1200" dirty="0" err="1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Сбербуков</a:t>
            </a:r>
            <a:endParaRPr sz="1200" dirty="0">
              <a:solidFill>
                <a:srgbClr val="2A3238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4404583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631F0-27BF-A907-D5D6-09A7A1263E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2">
            <a:extLst>
              <a:ext uri="{FF2B5EF4-FFF2-40B4-BE49-F238E27FC236}">
                <a16:creationId xmlns:a16="http://schemas.microsoft.com/office/drawing/2014/main" id="{776BC6CC-7F49-5E31-EF97-812FF70628D4}"/>
              </a:ext>
            </a:extLst>
          </p:cNvPr>
          <p:cNvSpPr txBox="1">
            <a:spLocks/>
          </p:cNvSpPr>
          <p:nvPr/>
        </p:nvSpPr>
        <p:spPr bwMode="auto">
          <a:xfrm>
            <a:off x="418633" y="4004731"/>
            <a:ext cx="5200654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b="1" i="0" kern="1200" baseline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Разделительный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слайд</a:t>
            </a:r>
          </a:p>
        </p:txBody>
      </p:sp>
    </p:spTree>
    <p:extLst>
      <p:ext uri="{BB962C8B-B14F-4D97-AF65-F5344CB8AC3E}">
        <p14:creationId xmlns:p14="http://schemas.microsoft.com/office/powerpoint/2010/main" val="139893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E92EB4-C0F9-FD9E-5ABC-954879AD4C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2">
            <a:extLst>
              <a:ext uri="{FF2B5EF4-FFF2-40B4-BE49-F238E27FC236}">
                <a16:creationId xmlns:a16="http://schemas.microsoft.com/office/drawing/2014/main" id="{575A3DB4-31FC-C413-BF40-8A81757E2CF9}"/>
              </a:ext>
            </a:extLst>
          </p:cNvPr>
          <p:cNvSpPr txBox="1">
            <a:spLocks/>
          </p:cNvSpPr>
          <p:nvPr/>
        </p:nvSpPr>
        <p:spPr bwMode="auto">
          <a:xfrm>
            <a:off x="418633" y="4004731"/>
            <a:ext cx="5200654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b="1" i="0" kern="1200" baseline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Разделительный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слайд</a:t>
            </a:r>
          </a:p>
        </p:txBody>
      </p:sp>
    </p:spTree>
    <p:extLst>
      <p:ext uri="{BB962C8B-B14F-4D97-AF65-F5344CB8AC3E}">
        <p14:creationId xmlns:p14="http://schemas.microsoft.com/office/powerpoint/2010/main" val="3132730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F621-E8BE-1D0C-C8E3-0B517DFCE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3BA58CB-41B4-9790-A2AE-547420C3946C}"/>
              </a:ext>
            </a:extLst>
          </p:cNvPr>
          <p:cNvSpPr txBox="1">
            <a:spLocks/>
          </p:cNvSpPr>
          <p:nvPr/>
        </p:nvSpPr>
        <p:spPr bwMode="auto">
          <a:xfrm>
            <a:off x="418633" y="4004731"/>
            <a:ext cx="5200654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b="1" i="0" kern="1200" baseline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Разделительный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слайд</a:t>
            </a:r>
          </a:p>
        </p:txBody>
      </p:sp>
    </p:spTree>
    <p:extLst>
      <p:ext uri="{BB962C8B-B14F-4D97-AF65-F5344CB8AC3E}">
        <p14:creationId xmlns:p14="http://schemas.microsoft.com/office/powerpoint/2010/main" val="38013604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02BAF8-8090-D674-40E8-5CE593F58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90C829CD-83D9-24CD-AAAF-4284B2C3659D}"/>
              </a:ext>
            </a:extLst>
          </p:cNvPr>
          <p:cNvSpPr txBox="1">
            <a:spLocks/>
          </p:cNvSpPr>
          <p:nvPr/>
        </p:nvSpPr>
        <p:spPr bwMode="auto">
          <a:xfrm>
            <a:off x="418633" y="4004731"/>
            <a:ext cx="5200654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b="1" i="0" kern="1200" baseline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Разделительный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слайд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2DE4D081-7763-DF1A-F70E-5AC5501DC1C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6096000" y="1035698"/>
            <a:ext cx="737900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70419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1BD990-619E-9540-E4E7-51554F24B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BF04324-2EAB-A828-40D8-6168B31DE53B}"/>
              </a:ext>
            </a:extLst>
          </p:cNvPr>
          <p:cNvSpPr txBox="1">
            <a:spLocks/>
          </p:cNvSpPr>
          <p:nvPr/>
        </p:nvSpPr>
        <p:spPr bwMode="auto">
          <a:xfrm>
            <a:off x="418633" y="4004731"/>
            <a:ext cx="5200654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lvl1pPr marL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ru-RU" sz="4800" b="1" i="0" kern="1200" baseline="0" dirty="0">
                <a:solidFill>
                  <a:schemeClr val="bg1"/>
                </a:solidFill>
                <a:latin typeface="SB Sans Display Semibold" panose="020B0503040504020204" pitchFamily="34" charset="0"/>
                <a:ea typeface="+mn-ea"/>
                <a:cs typeface="SB Sans Display Semibold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Разделительный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слайд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546E7F07-4A4E-955D-893E-BCF63FB3FF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94335" y="367154"/>
            <a:ext cx="6600971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61478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29BB946-DDB7-3C15-E873-053B6780C3B3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текстом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3ED434-70C7-5545-CE9F-1096933A7D79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9582DA13-BD31-3851-CAEE-F90BC923FCF7}"/>
              </a:ext>
            </a:extLst>
          </p:cNvPr>
          <p:cNvGrpSpPr/>
          <p:nvPr/>
        </p:nvGrpSpPr>
        <p:grpSpPr>
          <a:xfrm>
            <a:off x="7049357" y="1227476"/>
            <a:ext cx="4591781" cy="4893614"/>
            <a:chOff x="6166203" y="981854"/>
            <a:chExt cx="4591781" cy="4893614"/>
          </a:xfrm>
        </p:grpSpPr>
        <p:sp>
          <p:nvSpPr>
            <p:cNvPr id="7" name="Скругленный прямоугольник 6">
              <a:extLst>
                <a:ext uri="{FF2B5EF4-FFF2-40B4-BE49-F238E27FC236}">
                  <a16:creationId xmlns:a16="http://schemas.microsoft.com/office/drawing/2014/main" id="{5473685B-8285-1C29-4C90-DBA502C94AB0}"/>
                </a:ext>
              </a:extLst>
            </p:cNvPr>
            <p:cNvSpPr/>
            <p:nvPr/>
          </p:nvSpPr>
          <p:spPr bwMode="auto">
            <a:xfrm>
              <a:off x="6166203" y="981854"/>
              <a:ext cx="4591781" cy="4893614"/>
            </a:xfrm>
            <a:prstGeom prst="roundRect">
              <a:avLst>
                <a:gd name="adj" fmla="val 8165"/>
              </a:avLst>
            </a:prstGeom>
            <a:solidFill>
              <a:srgbClr val="2A3238">
                <a:alpha val="5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457200">
                <a:spcAft>
                  <a:spcPts val="599"/>
                </a:spcAft>
                <a:buSzPct val="90000"/>
              </a:pPr>
              <a:endParaRPr lang="ru-RU" sz="1600" dirty="0">
                <a:solidFill>
                  <a:srgbClr val="FFFFFF"/>
                </a:solidFill>
                <a:latin typeface="SB Sans Display Light"/>
                <a:cs typeface="SB Sans Display Light"/>
              </a:endParaRPr>
            </a:p>
          </p:txBody>
        </p:sp>
        <p:grpSp>
          <p:nvGrpSpPr>
            <p:cNvPr id="8" name="Группа 7">
              <a:extLst>
                <a:ext uri="{FF2B5EF4-FFF2-40B4-BE49-F238E27FC236}">
                  <a16:creationId xmlns:a16="http://schemas.microsoft.com/office/drawing/2014/main" id="{3BE6F49C-DDC4-ABE7-A20F-F4FC5C1F6BDE}"/>
                </a:ext>
              </a:extLst>
            </p:cNvPr>
            <p:cNvGrpSpPr/>
            <p:nvPr/>
          </p:nvGrpSpPr>
          <p:grpSpPr>
            <a:xfrm>
              <a:off x="6456674" y="1290896"/>
              <a:ext cx="3956078" cy="787839"/>
              <a:chOff x="6549980" y="1166488"/>
              <a:chExt cx="3956078" cy="787839"/>
            </a:xfrm>
          </p:grpSpPr>
          <p:sp>
            <p:nvSpPr>
              <p:cNvPr id="18" name="object 26">
                <a:extLst>
                  <a:ext uri="{FF2B5EF4-FFF2-40B4-BE49-F238E27FC236}">
                    <a16:creationId xmlns:a16="http://schemas.microsoft.com/office/drawing/2014/main" id="{9319DB48-1702-4843-88BE-C37D760D74A1}"/>
                  </a:ext>
                </a:extLst>
              </p:cNvPr>
              <p:cNvSpPr txBox="1"/>
              <p:nvPr/>
            </p:nvSpPr>
            <p:spPr>
              <a:xfrm>
                <a:off x="7569090" y="1166488"/>
                <a:ext cx="2936968" cy="738664"/>
              </a:xfrm>
              <a:prstGeom prst="rect">
                <a:avLst/>
              </a:prstGeom>
              <a:noFill/>
            </p:spPr>
            <p:txBody>
              <a:bodyPr wrap="square" lIns="0" rtlCol="0">
                <a:spAutoFit/>
              </a:bodyPr>
              <a:lstStyle>
                <a:defPPr>
                  <a:defRPr lang="ru-RU"/>
                </a:defPPr>
                <a:lvl1pPr>
                  <a:defRPr sz="1400">
                    <a:solidFill>
                      <a:srgbClr val="323F48"/>
                    </a:solidFill>
                    <a:latin typeface="SB Sans Text Light"/>
                    <a:cs typeface="SB Sans Text Light"/>
                  </a:defRPr>
                </a:lvl1pPr>
                <a:lvl2pPr marL="685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>
                    <a:latin typeface="SB Sans Display Regular" panose="020B050304050402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b="0" i="0">
                    <a:latin typeface="SB Sans Display Regular" panose="020B050304050402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>
                  <a:spcAft>
                    <a:spcPts val="300"/>
                  </a:spcAft>
                </a:pPr>
                <a:r>
                  <a:rPr lang="ru-RU" dirty="0">
                    <a:solidFill>
                      <a:srgbClr val="2A3238"/>
                    </a:solidFill>
                  </a:rPr>
                  <a:t>Описание значимого показателя </a:t>
                </a:r>
                <a:br>
                  <a:rPr lang="ru-RU" dirty="0">
                    <a:solidFill>
                      <a:srgbClr val="2A3238"/>
                    </a:solidFill>
                  </a:rPr>
                </a:br>
                <a:r>
                  <a:rPr lang="ru-RU" dirty="0">
                    <a:solidFill>
                      <a:srgbClr val="2A3238"/>
                    </a:solidFill>
                  </a:rPr>
                  <a:t>для компании например доход</a:t>
                </a:r>
                <a:r>
                  <a:rPr lang="en-US" dirty="0">
                    <a:solidFill>
                      <a:srgbClr val="2A3238"/>
                    </a:solidFill>
                  </a:rPr>
                  <a:t>,</a:t>
                </a:r>
                <a:r>
                  <a:rPr lang="ru-RU" dirty="0">
                    <a:solidFill>
                      <a:srgbClr val="2A3238"/>
                    </a:solidFill>
                  </a:rPr>
                  <a:t> процент сотрудников</a:t>
                </a:r>
              </a:p>
            </p:txBody>
          </p:sp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F33B5602-6CB3-4387-3C02-CE69F596068E}"/>
                  </a:ext>
                </a:extLst>
              </p:cNvPr>
              <p:cNvSpPr txBox="1"/>
              <p:nvPr/>
            </p:nvSpPr>
            <p:spPr>
              <a:xfrm>
                <a:off x="6549980" y="1166488"/>
                <a:ext cx="1422445" cy="787839"/>
              </a:xfrm>
              <a:prstGeom prst="rect">
                <a:avLst/>
              </a:prstGeom>
            </p:spPr>
            <p:txBody>
              <a:bodyPr vert="horz" wrap="square" lIns="36000" tIns="12700" rIns="36000" bIns="36000" rtlCol="0">
                <a:spAutoFit/>
              </a:bodyPr>
              <a:lstStyle>
                <a:defPPr>
                  <a:defRPr lang="en-US"/>
                </a:defPPr>
                <a:lvl1pPr marL="12700" defTabSz="457200">
                  <a:spcBef>
                    <a:spcPts val="100"/>
                  </a:spcBef>
                  <a:defRPr sz="4800" b="1" spc="-160">
                    <a:gradFill>
                      <a:gsLst>
                        <a:gs pos="0">
                          <a:srgbClr val="5BFC1F"/>
                        </a:gs>
                        <a:gs pos="100000">
                          <a:srgbClr val="0FDEF7"/>
                        </a:gs>
                      </a:gsLst>
                      <a:lin ang="21594000" scaled="0"/>
                    </a:gradFill>
                    <a:latin typeface="SB Sans Display Semibold"/>
                    <a:cs typeface="SB Sans Display Semibold"/>
                  </a:defRPr>
                </a:lvl1pPr>
                <a:lvl2pPr defTabSz="457200"/>
                <a:lvl3pPr defTabSz="457200"/>
                <a:lvl4pPr defTabSz="457200"/>
                <a:lvl5pPr defTabSz="457200"/>
                <a:lvl6pPr defTabSz="457200"/>
                <a:lvl7pPr defTabSz="457200"/>
                <a:lvl8pPr defTabSz="457200"/>
                <a:lvl9pPr defTabSz="457200"/>
              </a:lstStyle>
              <a:p>
                <a:r>
                  <a:rPr lang="en-US" dirty="0"/>
                  <a:t>01</a:t>
                </a:r>
                <a:endParaRPr lang="ru-RU" dirty="0"/>
              </a:p>
            </p:txBody>
          </p:sp>
        </p:grpSp>
        <p:grpSp>
          <p:nvGrpSpPr>
            <p:cNvPr id="9" name="Группа 8">
              <a:extLst>
                <a:ext uri="{FF2B5EF4-FFF2-40B4-BE49-F238E27FC236}">
                  <a16:creationId xmlns:a16="http://schemas.microsoft.com/office/drawing/2014/main" id="{51CBFFBB-6A94-BBD6-1462-A89EFCCEC961}"/>
                </a:ext>
              </a:extLst>
            </p:cNvPr>
            <p:cNvGrpSpPr/>
            <p:nvPr/>
          </p:nvGrpSpPr>
          <p:grpSpPr>
            <a:xfrm>
              <a:off x="6456674" y="2428715"/>
              <a:ext cx="3970464" cy="787839"/>
              <a:chOff x="6549980" y="2396163"/>
              <a:chExt cx="3970464" cy="787839"/>
            </a:xfrm>
          </p:grpSpPr>
          <p:sp>
            <p:nvSpPr>
              <p:cNvPr id="16" name="object 26">
                <a:extLst>
                  <a:ext uri="{FF2B5EF4-FFF2-40B4-BE49-F238E27FC236}">
                    <a16:creationId xmlns:a16="http://schemas.microsoft.com/office/drawing/2014/main" id="{1438AF3D-B2D4-1BC1-C289-6166D53B0918}"/>
                  </a:ext>
                </a:extLst>
              </p:cNvPr>
              <p:cNvSpPr txBox="1"/>
              <p:nvPr/>
            </p:nvSpPr>
            <p:spPr>
              <a:xfrm>
                <a:off x="7583476" y="2396163"/>
                <a:ext cx="2936968" cy="738664"/>
              </a:xfrm>
              <a:prstGeom prst="rect">
                <a:avLst/>
              </a:prstGeom>
              <a:noFill/>
            </p:spPr>
            <p:txBody>
              <a:bodyPr wrap="square" lIns="0" rtlCol="0">
                <a:spAutoFit/>
              </a:bodyPr>
              <a:lstStyle>
                <a:defPPr>
                  <a:defRPr lang="ru-RU"/>
                </a:defPPr>
                <a:lvl1pPr>
                  <a:spcAft>
                    <a:spcPts val="300"/>
                  </a:spcAft>
                  <a:defRPr sz="1400">
                    <a:solidFill>
                      <a:schemeClr val="bg1"/>
                    </a:solidFill>
                    <a:latin typeface="SB Sans Text Light"/>
                    <a:cs typeface="SB Sans Text Light"/>
                  </a:defRPr>
                </a:lvl1pPr>
                <a:lvl2pPr marL="685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>
                    <a:latin typeface="SB Sans Display Regular" panose="020B050304050402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b="0" i="0">
                    <a:latin typeface="SB Sans Display Regular" panose="020B050304050402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r>
                  <a:rPr lang="ru-RU" dirty="0">
                    <a:solidFill>
                      <a:srgbClr val="2A3238"/>
                    </a:solidFill>
                  </a:rPr>
                  <a:t>Описание значимого показателя </a:t>
                </a:r>
                <a:br>
                  <a:rPr lang="ru-RU" dirty="0">
                    <a:solidFill>
                      <a:srgbClr val="2A3238"/>
                    </a:solidFill>
                  </a:rPr>
                </a:br>
                <a:r>
                  <a:rPr lang="ru-RU" dirty="0">
                    <a:solidFill>
                      <a:srgbClr val="2A3238"/>
                    </a:solidFill>
                  </a:rPr>
                  <a:t>для компании </a:t>
                </a:r>
                <a:r>
                  <a:rPr lang="ru-RU">
                    <a:solidFill>
                      <a:srgbClr val="2A3238"/>
                    </a:solidFill>
                  </a:rPr>
                  <a:t>например доход</a:t>
                </a:r>
                <a:r>
                  <a:rPr lang="en-US" dirty="0">
                    <a:solidFill>
                      <a:srgbClr val="2A3238"/>
                    </a:solidFill>
                  </a:rPr>
                  <a:t>,</a:t>
                </a:r>
                <a:r>
                  <a:rPr lang="ru-RU" dirty="0">
                    <a:solidFill>
                      <a:srgbClr val="2A3238"/>
                    </a:solidFill>
                  </a:rPr>
                  <a:t> процент сотрудников</a:t>
                </a:r>
              </a:p>
            </p:txBody>
          </p:sp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6697011E-0236-373C-ECFD-C341EF555F5D}"/>
                  </a:ext>
                </a:extLst>
              </p:cNvPr>
              <p:cNvSpPr txBox="1"/>
              <p:nvPr/>
            </p:nvSpPr>
            <p:spPr>
              <a:xfrm>
                <a:off x="6549980" y="2396163"/>
                <a:ext cx="1466895" cy="787839"/>
              </a:xfrm>
              <a:prstGeom prst="rect">
                <a:avLst/>
              </a:prstGeom>
            </p:spPr>
            <p:txBody>
              <a:bodyPr vert="horz" wrap="square" lIns="36000" tIns="12700" rIns="36000" bIns="36000" rtlCol="0">
                <a:spAutoFit/>
              </a:bodyPr>
              <a:lstStyle>
                <a:defPPr>
                  <a:defRPr lang="en-US"/>
                </a:defPPr>
                <a:lvl1pPr marL="12700" defTabSz="457200">
                  <a:spcBef>
                    <a:spcPts val="100"/>
                  </a:spcBef>
                  <a:defRPr sz="4800" b="1" spc="-160">
                    <a:gradFill>
                      <a:gsLst>
                        <a:gs pos="0">
                          <a:srgbClr val="5BFC1F"/>
                        </a:gs>
                        <a:gs pos="100000">
                          <a:srgbClr val="0FDEF7"/>
                        </a:gs>
                      </a:gsLst>
                      <a:lin ang="21594000" scaled="0"/>
                    </a:gradFill>
                    <a:latin typeface="SB Sans Display Semibold"/>
                    <a:cs typeface="SB Sans Display Semibold"/>
                  </a:defRPr>
                </a:lvl1pPr>
                <a:lvl2pPr defTabSz="457200"/>
                <a:lvl3pPr defTabSz="457200"/>
                <a:lvl4pPr defTabSz="457200"/>
                <a:lvl5pPr defTabSz="457200"/>
                <a:lvl6pPr defTabSz="457200"/>
                <a:lvl7pPr defTabSz="457200"/>
                <a:lvl8pPr defTabSz="457200"/>
                <a:lvl9pPr defTabSz="457200"/>
              </a:lstStyle>
              <a:p>
                <a:r>
                  <a:rPr lang="en-US" dirty="0"/>
                  <a:t>02</a:t>
                </a:r>
                <a:endParaRPr lang="ru-RU" dirty="0"/>
              </a:p>
            </p:txBody>
          </p:sp>
        </p:grpSp>
        <p:grpSp>
          <p:nvGrpSpPr>
            <p:cNvPr id="10" name="Группа 9">
              <a:extLst>
                <a:ext uri="{FF2B5EF4-FFF2-40B4-BE49-F238E27FC236}">
                  <a16:creationId xmlns:a16="http://schemas.microsoft.com/office/drawing/2014/main" id="{E074AA27-DA2B-4006-1651-09A18FF6B95E}"/>
                </a:ext>
              </a:extLst>
            </p:cNvPr>
            <p:cNvGrpSpPr/>
            <p:nvPr/>
          </p:nvGrpSpPr>
          <p:grpSpPr>
            <a:xfrm>
              <a:off x="6456674" y="3566534"/>
              <a:ext cx="4092570" cy="787839"/>
              <a:chOff x="6549980" y="3625838"/>
              <a:chExt cx="4092570" cy="787839"/>
            </a:xfrm>
          </p:grpSpPr>
          <p:sp>
            <p:nvSpPr>
              <p:cNvPr id="14" name="object 26">
                <a:extLst>
                  <a:ext uri="{FF2B5EF4-FFF2-40B4-BE49-F238E27FC236}">
                    <a16:creationId xmlns:a16="http://schemas.microsoft.com/office/drawing/2014/main" id="{110DA578-2C06-D5AD-4B75-562752F86B72}"/>
                  </a:ext>
                </a:extLst>
              </p:cNvPr>
              <p:cNvSpPr txBox="1"/>
              <p:nvPr/>
            </p:nvSpPr>
            <p:spPr>
              <a:xfrm>
                <a:off x="7569089" y="3625838"/>
                <a:ext cx="3073461" cy="738664"/>
              </a:xfrm>
              <a:prstGeom prst="rect">
                <a:avLst/>
              </a:prstGeom>
              <a:noFill/>
            </p:spPr>
            <p:txBody>
              <a:bodyPr wrap="square" lIns="0" rtlCol="0">
                <a:spAutoFit/>
              </a:bodyPr>
              <a:lstStyle>
                <a:defPPr>
                  <a:defRPr lang="ru-RU"/>
                </a:defPPr>
                <a:lvl1pPr>
                  <a:defRPr sz="1400">
                    <a:solidFill>
                      <a:srgbClr val="323F48"/>
                    </a:solidFill>
                    <a:latin typeface="SB Sans Text Light"/>
                    <a:cs typeface="SB Sans Text Light"/>
                  </a:defRPr>
                </a:lvl1pPr>
                <a:lvl2pPr marL="685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>
                    <a:latin typeface="SB Sans Display Regular" panose="020B050304050402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b="0" i="0">
                    <a:latin typeface="SB Sans Display Regular" panose="020B050304050402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>
                  <a:spcAft>
                    <a:spcPts val="300"/>
                  </a:spcAft>
                </a:pPr>
                <a:r>
                  <a:rPr lang="ru-RU" dirty="0">
                    <a:solidFill>
                      <a:srgbClr val="2A3238"/>
                    </a:solidFill>
                  </a:rPr>
                  <a:t>Описание значимого показателя </a:t>
                </a:r>
                <a:br>
                  <a:rPr lang="ru-RU" dirty="0">
                    <a:solidFill>
                      <a:srgbClr val="2A3238"/>
                    </a:solidFill>
                  </a:rPr>
                </a:br>
                <a:r>
                  <a:rPr lang="ru-RU" dirty="0">
                    <a:solidFill>
                      <a:srgbClr val="2A3238"/>
                    </a:solidFill>
                  </a:rPr>
                  <a:t>для компании например доход</a:t>
                </a:r>
                <a:r>
                  <a:rPr lang="en-US" dirty="0">
                    <a:solidFill>
                      <a:srgbClr val="2A3238"/>
                    </a:solidFill>
                  </a:rPr>
                  <a:t>,</a:t>
                </a:r>
                <a:r>
                  <a:rPr lang="ru-RU" dirty="0">
                    <a:solidFill>
                      <a:srgbClr val="2A3238"/>
                    </a:solidFill>
                  </a:rPr>
                  <a:t> процент сотрудников</a:t>
                </a:r>
              </a:p>
            </p:txBody>
          </p: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B0DB923D-0A39-622F-98C7-31CAC2BFB9DC}"/>
                  </a:ext>
                </a:extLst>
              </p:cNvPr>
              <p:cNvSpPr txBox="1"/>
              <p:nvPr/>
            </p:nvSpPr>
            <p:spPr>
              <a:xfrm>
                <a:off x="6549980" y="3625838"/>
                <a:ext cx="1517695" cy="787839"/>
              </a:xfrm>
              <a:prstGeom prst="rect">
                <a:avLst/>
              </a:prstGeom>
            </p:spPr>
            <p:txBody>
              <a:bodyPr vert="horz" wrap="square" lIns="36000" tIns="12700" rIns="36000" bIns="36000" rtlCol="0">
                <a:spAutoFit/>
              </a:bodyPr>
              <a:lstStyle>
                <a:defPPr>
                  <a:defRPr lang="en-US"/>
                </a:defPPr>
                <a:lvl1pPr marL="12700" defTabSz="457200">
                  <a:spcBef>
                    <a:spcPts val="100"/>
                  </a:spcBef>
                  <a:defRPr sz="4800" b="1" spc="-160">
                    <a:gradFill>
                      <a:gsLst>
                        <a:gs pos="0">
                          <a:srgbClr val="5BFC1F"/>
                        </a:gs>
                        <a:gs pos="100000">
                          <a:srgbClr val="0FDEF7"/>
                        </a:gs>
                      </a:gsLst>
                      <a:lin ang="21594000" scaled="0"/>
                    </a:gradFill>
                    <a:latin typeface="SB Sans Display Semibold"/>
                    <a:cs typeface="SB Sans Display Semibold"/>
                  </a:defRPr>
                </a:lvl1pPr>
                <a:lvl2pPr defTabSz="457200"/>
                <a:lvl3pPr defTabSz="457200"/>
                <a:lvl4pPr defTabSz="457200"/>
                <a:lvl5pPr defTabSz="457200"/>
                <a:lvl6pPr defTabSz="457200"/>
                <a:lvl7pPr defTabSz="457200"/>
                <a:lvl8pPr defTabSz="457200"/>
                <a:lvl9pPr defTabSz="457200"/>
              </a:lstStyle>
              <a:p>
                <a:r>
                  <a:rPr lang="en-US" dirty="0"/>
                  <a:t>03</a:t>
                </a:r>
                <a:endParaRPr lang="ru-RU" dirty="0"/>
              </a:p>
            </p:txBody>
          </p:sp>
        </p:grpSp>
        <p:grpSp>
          <p:nvGrpSpPr>
            <p:cNvPr id="11" name="Группа 10">
              <a:extLst>
                <a:ext uri="{FF2B5EF4-FFF2-40B4-BE49-F238E27FC236}">
                  <a16:creationId xmlns:a16="http://schemas.microsoft.com/office/drawing/2014/main" id="{521512C8-E71C-A4CF-F986-A91A38F5C429}"/>
                </a:ext>
              </a:extLst>
            </p:cNvPr>
            <p:cNvGrpSpPr/>
            <p:nvPr/>
          </p:nvGrpSpPr>
          <p:grpSpPr>
            <a:xfrm>
              <a:off x="6456674" y="4704353"/>
              <a:ext cx="3970464" cy="787839"/>
              <a:chOff x="6549980" y="4855513"/>
              <a:chExt cx="3970464" cy="787839"/>
            </a:xfrm>
          </p:grpSpPr>
          <p:sp>
            <p:nvSpPr>
              <p:cNvPr id="12" name="object 26">
                <a:extLst>
                  <a:ext uri="{FF2B5EF4-FFF2-40B4-BE49-F238E27FC236}">
                    <a16:creationId xmlns:a16="http://schemas.microsoft.com/office/drawing/2014/main" id="{02F161C0-2852-FB3E-61D6-53EB2762C4C7}"/>
                  </a:ext>
                </a:extLst>
              </p:cNvPr>
              <p:cNvSpPr txBox="1"/>
              <p:nvPr/>
            </p:nvSpPr>
            <p:spPr>
              <a:xfrm>
                <a:off x="7569090" y="4855513"/>
                <a:ext cx="2951354" cy="738664"/>
              </a:xfrm>
              <a:prstGeom prst="rect">
                <a:avLst/>
              </a:prstGeom>
              <a:noFill/>
            </p:spPr>
            <p:txBody>
              <a:bodyPr wrap="square" lIns="0" rtlCol="0">
                <a:spAutoFit/>
              </a:bodyPr>
              <a:lstStyle>
                <a:defPPr>
                  <a:defRPr lang="ru-RU"/>
                </a:defPPr>
                <a:lvl1pPr>
                  <a:defRPr sz="1400">
                    <a:solidFill>
                      <a:srgbClr val="323F48"/>
                    </a:solidFill>
                    <a:latin typeface="SB Sans Text Light"/>
                    <a:cs typeface="SB Sans Text Light"/>
                  </a:defRPr>
                </a:lvl1pPr>
                <a:lvl2pPr marL="685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b="0" i="0">
                    <a:latin typeface="SB Sans Display Regular" panose="020B0503040504020204" pitchFamily="34" charset="0"/>
                  </a:defRPr>
                </a:lvl2pPr>
                <a:lvl3pPr marL="1143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b="0" i="0">
                    <a:latin typeface="SB Sans Display Regular" panose="020B0503040504020204" pitchFamily="34" charset="0"/>
                  </a:defRPr>
                </a:lvl3pPr>
                <a:lvl4pPr marL="1600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4pPr>
                <a:lvl5pPr marL="20574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b="0" i="0">
                    <a:latin typeface="SB Sans Display Regular" panose="020B0503040504020204" pitchFamily="34" charset="0"/>
                  </a:defRPr>
                </a:lvl5pPr>
                <a:lvl6pPr marL="25146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6pPr>
                <a:lvl7pPr marL="29718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7pPr>
                <a:lvl8pPr marL="34290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8pPr>
                <a:lvl9pPr marL="3886200" indent="-228600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</a:lvl9pPr>
              </a:lstStyle>
              <a:p>
                <a:pPr>
                  <a:spcAft>
                    <a:spcPts val="300"/>
                  </a:spcAft>
                </a:pPr>
                <a:r>
                  <a:rPr lang="ru-RU" dirty="0">
                    <a:solidFill>
                      <a:srgbClr val="2A3238"/>
                    </a:solidFill>
                  </a:rPr>
                  <a:t>Описание значимого показателя </a:t>
                </a:r>
                <a:br>
                  <a:rPr lang="ru-RU" dirty="0">
                    <a:solidFill>
                      <a:srgbClr val="2A3238"/>
                    </a:solidFill>
                  </a:rPr>
                </a:br>
                <a:r>
                  <a:rPr lang="ru-RU" dirty="0">
                    <a:solidFill>
                      <a:srgbClr val="2A3238"/>
                    </a:solidFill>
                  </a:rPr>
                  <a:t>для компании например доход</a:t>
                </a:r>
                <a:r>
                  <a:rPr lang="en-US" dirty="0">
                    <a:solidFill>
                      <a:srgbClr val="2A3238"/>
                    </a:solidFill>
                  </a:rPr>
                  <a:t>,</a:t>
                </a:r>
                <a:r>
                  <a:rPr lang="ru-RU" dirty="0">
                    <a:solidFill>
                      <a:srgbClr val="2A3238"/>
                    </a:solidFill>
                  </a:rPr>
                  <a:t> процент сотрудников</a:t>
                </a:r>
              </a:p>
            </p:txBody>
          </p:sp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CD8E1E-5A67-7CFA-9E85-C8F93098E56A}"/>
                  </a:ext>
                </a:extLst>
              </p:cNvPr>
              <p:cNvSpPr txBox="1"/>
              <p:nvPr/>
            </p:nvSpPr>
            <p:spPr>
              <a:xfrm>
                <a:off x="6549980" y="4855513"/>
                <a:ext cx="1517695" cy="787839"/>
              </a:xfrm>
              <a:prstGeom prst="rect">
                <a:avLst/>
              </a:prstGeom>
            </p:spPr>
            <p:txBody>
              <a:bodyPr vert="horz" wrap="square" lIns="36000" tIns="12700" rIns="36000" bIns="36000" rtlCol="0">
                <a:spAutoFit/>
              </a:bodyPr>
              <a:lstStyle>
                <a:defPPr>
                  <a:defRPr lang="en-US"/>
                </a:defPPr>
                <a:lvl1pPr marL="12700" defTabSz="457200">
                  <a:spcBef>
                    <a:spcPts val="100"/>
                  </a:spcBef>
                  <a:defRPr sz="4800" b="1" spc="-160">
                    <a:gradFill>
                      <a:gsLst>
                        <a:gs pos="0">
                          <a:srgbClr val="5BFC1F"/>
                        </a:gs>
                        <a:gs pos="100000">
                          <a:srgbClr val="0FDEF7"/>
                        </a:gs>
                      </a:gsLst>
                      <a:lin ang="21594000" scaled="0"/>
                    </a:gradFill>
                    <a:latin typeface="SB Sans Display Semibold"/>
                    <a:cs typeface="SB Sans Display Semibold"/>
                  </a:defRPr>
                </a:lvl1pPr>
                <a:lvl2pPr defTabSz="457200"/>
                <a:lvl3pPr defTabSz="457200"/>
                <a:lvl4pPr defTabSz="457200"/>
                <a:lvl5pPr defTabSz="457200"/>
                <a:lvl6pPr defTabSz="457200"/>
                <a:lvl7pPr defTabSz="457200"/>
                <a:lvl8pPr defTabSz="457200"/>
                <a:lvl9pPr defTabSz="457200"/>
              </a:lstStyle>
              <a:p>
                <a:r>
                  <a:rPr lang="en-US" dirty="0"/>
                  <a:t>04</a:t>
                </a:r>
                <a:endParaRPr lang="ru-RU" dirty="0"/>
              </a:p>
            </p:txBody>
          </p:sp>
        </p:grpSp>
      </p:grpSp>
      <p:sp>
        <p:nvSpPr>
          <p:cNvPr id="20" name="Text Placeholder 3">
            <a:extLst>
              <a:ext uri="{FF2B5EF4-FFF2-40B4-BE49-F238E27FC236}">
                <a16:creationId xmlns:a16="http://schemas.microsoft.com/office/drawing/2014/main" id="{B2E5A1A4-D7E7-673B-AEDF-C16F0493AAB5}"/>
              </a:ext>
            </a:extLst>
          </p:cNvPr>
          <p:cNvSpPr txBox="1">
            <a:spLocks/>
          </p:cNvSpPr>
          <p:nvPr/>
        </p:nvSpPr>
        <p:spPr bwMode="auto">
          <a:xfrm>
            <a:off x="550862" y="2328637"/>
            <a:ext cx="5110829" cy="3323987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rgbClr val="323F48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и результаты, что обеспечивает успех всего предприятия.</a:t>
            </a:r>
          </a:p>
          <a:p>
            <a:endParaRPr lang="ru-RU" dirty="0">
              <a:solidFill>
                <a:srgbClr val="2A3238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  <a:p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Важным аспектом формирования команды является распределение ролей. Каждый член команды должен понимать свою роль и ответственность, </a:t>
            </a:r>
            <a:br>
              <a:rPr lang="en-US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а также то, каким образом его работа влияет на общий результат. Роли могут быть разными — от лидера</a:t>
            </a:r>
            <a:b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до исполнителя и коммуникатора. </a:t>
            </a:r>
            <a:br>
              <a:rPr lang="en-US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Как показывает практика, чёткое понимание ролей способствует сокращению конфликтов и повышению эффективности.</a:t>
            </a:r>
          </a:p>
        </p:txBody>
      </p:sp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A496CC15-C1AD-E277-4EE4-FE8326B471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1589116">
            <a:off x="5477096" y="4963270"/>
            <a:ext cx="2948978" cy="2948978"/>
          </a:xfrm>
          <a:prstGeom prst="rect">
            <a:avLst/>
          </a:prstGeom>
        </p:spPr>
      </p:pic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C6854FE0-B2DE-7375-7BF4-E53407E16F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3759825">
            <a:off x="6371381" y="4267789"/>
            <a:ext cx="532436" cy="555440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CB39F5AE-B4D8-A08D-903C-49168AEBAE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7113651" y="-5554440"/>
            <a:ext cx="7647168" cy="765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7958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B7098-81AA-9C4F-3CC2-02EB7EB127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C14E1E76-B09D-4274-68E2-E9FE82CB9E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6447728" y="-4357213"/>
            <a:ext cx="7772400" cy="6765243"/>
          </a:xfrm>
          <a:prstGeom prst="rect">
            <a:avLst/>
          </a:prstGeom>
        </p:spPr>
      </p:pic>
      <p:sp>
        <p:nvSpPr>
          <p:cNvPr id="2" name="Скругленный прямоугольник 23">
            <a:extLst>
              <a:ext uri="{FF2B5EF4-FFF2-40B4-BE49-F238E27FC236}">
                <a16:creationId xmlns:a16="http://schemas.microsoft.com/office/drawing/2014/main" id="{50A29456-BBF2-F034-76BD-6D1947D17AD4}"/>
              </a:ext>
            </a:extLst>
          </p:cNvPr>
          <p:cNvSpPr/>
          <p:nvPr/>
        </p:nvSpPr>
        <p:spPr bwMode="auto">
          <a:xfrm>
            <a:off x="550863" y="2813659"/>
            <a:ext cx="3489509" cy="2491153"/>
          </a:xfrm>
          <a:prstGeom prst="roundRect">
            <a:avLst>
              <a:gd name="adj" fmla="val 8845"/>
            </a:avLst>
          </a:prstGeom>
          <a:solidFill>
            <a:srgbClr val="01E0F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647B8EC9-33E7-1844-630F-89EAF23ABD95}"/>
              </a:ext>
            </a:extLst>
          </p:cNvPr>
          <p:cNvSpPr txBox="1">
            <a:spLocks/>
          </p:cNvSpPr>
          <p:nvPr/>
        </p:nvSpPr>
        <p:spPr bwMode="auto">
          <a:xfrm>
            <a:off x="711775" y="3009560"/>
            <a:ext cx="3208095" cy="2031325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 это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не просто вопрос управления, это искусство, которое требует внимательного подхода. Эффективная команда также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демонстрирует высокую продуктивность и результаты,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что обеспечивает успех всего предприятия.</a:t>
            </a:r>
          </a:p>
        </p:txBody>
      </p:sp>
      <p:sp>
        <p:nvSpPr>
          <p:cNvPr id="4" name="Text Placeholder 45">
            <a:extLst>
              <a:ext uri="{FF2B5EF4-FFF2-40B4-BE49-F238E27FC236}">
                <a16:creationId xmlns:a16="http://schemas.microsoft.com/office/drawing/2014/main" id="{071CA6F4-F162-23A5-476A-122D0AE23F2C}"/>
              </a:ext>
            </a:extLst>
          </p:cNvPr>
          <p:cNvSpPr txBox="1">
            <a:spLocks/>
          </p:cNvSpPr>
          <p:nvPr/>
        </p:nvSpPr>
        <p:spPr bwMode="auto">
          <a:xfrm>
            <a:off x="1208932" y="5912694"/>
            <a:ext cx="10599218" cy="384025"/>
          </a:xfrm>
          <a:prstGeom prst="rect">
            <a:avLst/>
          </a:prstGeom>
        </p:spPr>
        <p:txBody>
          <a:bodyPr vert="horz" lIns="0" tIns="108000" rIns="0" bIns="0" rtlCol="0" anchor="t" anchorCtr="0">
            <a:noAutofit/>
          </a:bodyPr>
          <a:lstStyle>
            <a:defPPr>
              <a:defRPr lang="ru-RU"/>
            </a:defPPr>
            <a:lvl1pPr indent="0">
              <a:spcBef>
                <a:spcPct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800" b="0" i="0" cap="none" baseline="0">
                <a:solidFill>
                  <a:schemeClr val="bg1"/>
                </a:solidFill>
                <a:latin typeface="SB Sans Text Light" panose="020B0303040504020204" pitchFamily="34" charset="0"/>
                <a:ea typeface="Arial" panose="020B04030400000200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200" dirty="0">
                <a:solidFill>
                  <a:srgbClr val="2A3238"/>
                </a:solidFill>
              </a:rPr>
              <a:t>Важным аспектом формирования команды является распределение ролей. Эффективная команда демонстрирует высокий результат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F17FB05C-6912-6D86-3EE4-9362359FFFB4}"/>
              </a:ext>
            </a:extLst>
          </p:cNvPr>
          <p:cNvSpPr/>
          <p:nvPr/>
        </p:nvSpPr>
        <p:spPr bwMode="auto">
          <a:xfrm>
            <a:off x="504208" y="2316114"/>
            <a:ext cx="2621545" cy="418507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sz="2400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Заголовок 1</a:t>
            </a:r>
            <a:endParaRPr sz="2400" b="1" dirty="0">
              <a:gradFill>
                <a:gsLst>
                  <a:gs pos="0">
                    <a:srgbClr val="5BFC1F"/>
                  </a:gs>
                  <a:gs pos="100000">
                    <a:srgbClr val="0FDEF7"/>
                  </a:gs>
                </a:gsLst>
                <a:lin ang="21594000" scaled="0"/>
              </a:gradFill>
              <a:latin typeface="SB Sans Display Semibold"/>
              <a:cs typeface="SB Sans Display Semibold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D719576F-F0CD-45BF-14A2-0308CFA72A18}"/>
              </a:ext>
            </a:extLst>
          </p:cNvPr>
          <p:cNvSpPr/>
          <p:nvPr/>
        </p:nvSpPr>
        <p:spPr bwMode="auto">
          <a:xfrm>
            <a:off x="4232331" y="2265046"/>
            <a:ext cx="2460827" cy="418507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sz="2400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Заголовок 2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6104FB73-CD7F-30F5-B2FC-1B05674F1680}"/>
              </a:ext>
            </a:extLst>
          </p:cNvPr>
          <p:cNvSpPr/>
          <p:nvPr/>
        </p:nvSpPr>
        <p:spPr bwMode="auto">
          <a:xfrm>
            <a:off x="7976873" y="2265046"/>
            <a:ext cx="2554279" cy="418507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sz="2400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Заголовок 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35F866-D880-8911-94A5-920797CE46A5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текстом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AF32B46-E7DD-F91B-1DFC-9FD56BC1F910}"/>
              </a:ext>
            </a:extLst>
          </p:cNvPr>
          <p:cNvSpPr txBox="1"/>
          <p:nvPr/>
        </p:nvSpPr>
        <p:spPr bwMode="auto">
          <a:xfrm>
            <a:off x="453795" y="1438670"/>
            <a:ext cx="38419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</a:p>
        </p:txBody>
      </p:sp>
      <p:sp>
        <p:nvSpPr>
          <p:cNvPr id="10" name="Скругленный прямоугольник 23">
            <a:extLst>
              <a:ext uri="{FF2B5EF4-FFF2-40B4-BE49-F238E27FC236}">
                <a16:creationId xmlns:a16="http://schemas.microsoft.com/office/drawing/2014/main" id="{F4C4B163-5817-A6AC-024B-CF6B107E7743}"/>
              </a:ext>
            </a:extLst>
          </p:cNvPr>
          <p:cNvSpPr/>
          <p:nvPr/>
        </p:nvSpPr>
        <p:spPr bwMode="auto">
          <a:xfrm>
            <a:off x="4301769" y="2813659"/>
            <a:ext cx="3489509" cy="2491153"/>
          </a:xfrm>
          <a:prstGeom prst="roundRect">
            <a:avLst>
              <a:gd name="adj" fmla="val 8845"/>
            </a:avLst>
          </a:prstGeom>
          <a:solidFill>
            <a:srgbClr val="01E0F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71DF64C8-F913-0869-3D21-C22CF5F43AA1}"/>
              </a:ext>
            </a:extLst>
          </p:cNvPr>
          <p:cNvSpPr txBox="1">
            <a:spLocks/>
          </p:cNvSpPr>
          <p:nvPr/>
        </p:nvSpPr>
        <p:spPr bwMode="auto">
          <a:xfrm>
            <a:off x="4462681" y="3009560"/>
            <a:ext cx="3208095" cy="2031325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 это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не просто вопрос управления, это искусство, которое требует внимательного подхода. Эффективная команда также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демонстрирует высокую продуктивность и результаты,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что обеспечивает успех всего предприятия.</a:t>
            </a:r>
          </a:p>
        </p:txBody>
      </p:sp>
      <p:sp>
        <p:nvSpPr>
          <p:cNvPr id="12" name="Скругленный прямоугольник 23">
            <a:extLst>
              <a:ext uri="{FF2B5EF4-FFF2-40B4-BE49-F238E27FC236}">
                <a16:creationId xmlns:a16="http://schemas.microsoft.com/office/drawing/2014/main" id="{D4359DFD-DADC-6F28-24C5-45CC6303BB1B}"/>
              </a:ext>
            </a:extLst>
          </p:cNvPr>
          <p:cNvSpPr/>
          <p:nvPr/>
        </p:nvSpPr>
        <p:spPr bwMode="auto">
          <a:xfrm>
            <a:off x="8052675" y="2813659"/>
            <a:ext cx="3489509" cy="2491153"/>
          </a:xfrm>
          <a:prstGeom prst="roundRect">
            <a:avLst>
              <a:gd name="adj" fmla="val 8845"/>
            </a:avLst>
          </a:prstGeom>
          <a:solidFill>
            <a:srgbClr val="01E0F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EEA794BE-CB28-7AF7-AD89-B8B422DEB3DD}"/>
              </a:ext>
            </a:extLst>
          </p:cNvPr>
          <p:cNvSpPr txBox="1">
            <a:spLocks/>
          </p:cNvSpPr>
          <p:nvPr/>
        </p:nvSpPr>
        <p:spPr bwMode="auto">
          <a:xfrm>
            <a:off x="8213587" y="3009560"/>
            <a:ext cx="3208095" cy="2031325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 это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не просто вопрос управления, это искусство, которое требует внимательного подхода. Эффективная команда также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демонстрирует высокую продуктивность и результаты,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что обеспечивает успех всего предприятия.</a:t>
            </a:r>
          </a:p>
        </p:txBody>
      </p:sp>
      <p:grpSp>
        <p:nvGrpSpPr>
          <p:cNvPr id="14" name="Рисунок 2">
            <a:extLst>
              <a:ext uri="{FF2B5EF4-FFF2-40B4-BE49-F238E27FC236}">
                <a16:creationId xmlns:a16="http://schemas.microsoft.com/office/drawing/2014/main" id="{78B31F82-FF5F-8E88-1F92-16A6B963746C}"/>
              </a:ext>
            </a:extLst>
          </p:cNvPr>
          <p:cNvGrpSpPr/>
          <p:nvPr/>
        </p:nvGrpSpPr>
        <p:grpSpPr>
          <a:xfrm flipH="1">
            <a:off x="550862" y="5849305"/>
            <a:ext cx="363537" cy="461164"/>
            <a:chOff x="9643109" y="3041486"/>
            <a:chExt cx="224385" cy="284643"/>
          </a:xfrm>
          <a:solidFill>
            <a:srgbClr val="2A3238"/>
          </a:solidFill>
        </p:grpSpPr>
        <p:sp>
          <p:nvSpPr>
            <p:cNvPr id="15" name="Полилиния: фигура 572">
              <a:extLst>
                <a:ext uri="{FF2B5EF4-FFF2-40B4-BE49-F238E27FC236}">
                  <a16:creationId xmlns:a16="http://schemas.microsoft.com/office/drawing/2014/main" id="{D59D485A-0813-9AFB-0E0F-B88E5358BC5D}"/>
                </a:ext>
              </a:extLst>
            </p:cNvPr>
            <p:cNvSpPr/>
            <p:nvPr/>
          </p:nvSpPr>
          <p:spPr>
            <a:xfrm>
              <a:off x="9655006" y="3041486"/>
              <a:ext cx="212488" cy="244003"/>
            </a:xfrm>
            <a:custGeom>
              <a:avLst/>
              <a:gdLst>
                <a:gd name="connsiteX0" fmla="*/ 131613 w 212488"/>
                <a:gd name="connsiteY0" fmla="*/ 132243 h 244003"/>
                <a:gd name="connsiteX1" fmla="*/ 137963 w 212488"/>
                <a:gd name="connsiteY1" fmla="*/ 150024 h 244003"/>
                <a:gd name="connsiteX2" fmla="*/ 145584 w 212488"/>
                <a:gd name="connsiteY2" fmla="*/ 161453 h 244003"/>
                <a:gd name="connsiteX3" fmla="*/ 146853 w 212488"/>
                <a:gd name="connsiteY3" fmla="*/ 162724 h 244003"/>
                <a:gd name="connsiteX4" fmla="*/ 155744 w 212488"/>
                <a:gd name="connsiteY4" fmla="*/ 177963 h 244003"/>
                <a:gd name="connsiteX5" fmla="*/ 160824 w 212488"/>
                <a:gd name="connsiteY5" fmla="*/ 217334 h 244003"/>
                <a:gd name="connsiteX6" fmla="*/ 159553 w 212488"/>
                <a:gd name="connsiteY6" fmla="*/ 223684 h 244003"/>
                <a:gd name="connsiteX7" fmla="*/ 173524 w 212488"/>
                <a:gd name="connsiteY7" fmla="*/ 223684 h 244003"/>
                <a:gd name="connsiteX8" fmla="*/ 183684 w 212488"/>
                <a:gd name="connsiteY8" fmla="*/ 233843 h 244003"/>
                <a:gd name="connsiteX9" fmla="*/ 173524 w 212488"/>
                <a:gd name="connsiteY9" fmla="*/ 244004 h 244003"/>
                <a:gd name="connsiteX10" fmla="*/ 10963 w 212488"/>
                <a:gd name="connsiteY10" fmla="*/ 244004 h 244003"/>
                <a:gd name="connsiteX11" fmla="*/ 803 w 212488"/>
                <a:gd name="connsiteY11" fmla="*/ 233843 h 244003"/>
                <a:gd name="connsiteX12" fmla="*/ 10963 w 212488"/>
                <a:gd name="connsiteY12" fmla="*/ 223684 h 244003"/>
                <a:gd name="connsiteX13" fmla="*/ 22394 w 212488"/>
                <a:gd name="connsiteY13" fmla="*/ 223684 h 244003"/>
                <a:gd name="connsiteX14" fmla="*/ 803 w 212488"/>
                <a:gd name="connsiteY14" fmla="*/ 130974 h 244003"/>
                <a:gd name="connsiteX15" fmla="*/ 64303 w 212488"/>
                <a:gd name="connsiteY15" fmla="*/ 33184 h 244003"/>
                <a:gd name="connsiteX16" fmla="*/ 139234 w 212488"/>
                <a:gd name="connsiteY16" fmla="*/ 163 h 244003"/>
                <a:gd name="connsiteX17" fmla="*/ 153203 w 212488"/>
                <a:gd name="connsiteY17" fmla="*/ 11593 h 244003"/>
                <a:gd name="connsiteX18" fmla="*/ 153203 w 212488"/>
                <a:gd name="connsiteY18" fmla="*/ 36993 h 244003"/>
                <a:gd name="connsiteX19" fmla="*/ 206544 w 212488"/>
                <a:gd name="connsiteY19" fmla="*/ 97953 h 244003"/>
                <a:gd name="connsiteX20" fmla="*/ 204003 w 212488"/>
                <a:gd name="connsiteY20" fmla="*/ 133513 h 244003"/>
                <a:gd name="connsiteX21" fmla="*/ 195113 w 212488"/>
                <a:gd name="connsiteY21" fmla="*/ 141134 h 244003"/>
                <a:gd name="connsiteX22" fmla="*/ 162094 w 212488"/>
                <a:gd name="connsiteY22" fmla="*/ 141134 h 244003"/>
                <a:gd name="connsiteX23" fmla="*/ 146853 w 212488"/>
                <a:gd name="connsiteY23" fmla="*/ 128434 h 244003"/>
                <a:gd name="connsiteX24" fmla="*/ 131613 w 212488"/>
                <a:gd name="connsiteY24" fmla="*/ 132243 h 244003"/>
                <a:gd name="connsiteX25" fmla="*/ 130344 w 212488"/>
                <a:gd name="connsiteY25" fmla="*/ 24293 h 244003"/>
                <a:gd name="connsiteX26" fmla="*/ 73194 w 212488"/>
                <a:gd name="connsiteY26" fmla="*/ 50963 h 244003"/>
                <a:gd name="connsiteX27" fmla="*/ 18584 w 212488"/>
                <a:gd name="connsiteY27" fmla="*/ 134784 h 244003"/>
                <a:gd name="connsiteX28" fmla="*/ 43984 w 212488"/>
                <a:gd name="connsiteY28" fmla="*/ 224954 h 244003"/>
                <a:gd name="connsiteX29" fmla="*/ 135424 w 212488"/>
                <a:gd name="connsiteY29" fmla="*/ 224954 h 244003"/>
                <a:gd name="connsiteX30" fmla="*/ 139234 w 212488"/>
                <a:gd name="connsiteY30" fmla="*/ 214793 h 244003"/>
                <a:gd name="connsiteX31" fmla="*/ 136694 w 212488"/>
                <a:gd name="connsiteY31" fmla="*/ 189393 h 244003"/>
                <a:gd name="connsiteX32" fmla="*/ 129074 w 212488"/>
                <a:gd name="connsiteY32" fmla="*/ 175424 h 244003"/>
                <a:gd name="connsiteX33" fmla="*/ 127803 w 212488"/>
                <a:gd name="connsiteY33" fmla="*/ 174153 h 244003"/>
                <a:gd name="connsiteX34" fmla="*/ 120184 w 212488"/>
                <a:gd name="connsiteY34" fmla="*/ 161453 h 244003"/>
                <a:gd name="connsiteX35" fmla="*/ 110024 w 212488"/>
                <a:gd name="connsiteY35" fmla="*/ 128434 h 244003"/>
                <a:gd name="connsiteX36" fmla="*/ 108753 w 212488"/>
                <a:gd name="connsiteY36" fmla="*/ 128434 h 244003"/>
                <a:gd name="connsiteX37" fmla="*/ 88434 w 212488"/>
                <a:gd name="connsiteY37" fmla="*/ 94143 h 244003"/>
                <a:gd name="connsiteX38" fmla="*/ 98594 w 212488"/>
                <a:gd name="connsiteY38" fmla="*/ 83984 h 244003"/>
                <a:gd name="connsiteX39" fmla="*/ 108753 w 212488"/>
                <a:gd name="connsiteY39" fmla="*/ 94143 h 244003"/>
                <a:gd name="connsiteX40" fmla="*/ 118913 w 212488"/>
                <a:gd name="connsiteY40" fmla="*/ 110653 h 244003"/>
                <a:gd name="connsiteX41" fmla="*/ 137963 w 212488"/>
                <a:gd name="connsiteY41" fmla="*/ 110653 h 244003"/>
                <a:gd name="connsiteX42" fmla="*/ 150663 w 212488"/>
                <a:gd name="connsiteY42" fmla="*/ 111924 h 244003"/>
                <a:gd name="connsiteX43" fmla="*/ 170984 w 212488"/>
                <a:gd name="connsiteY43" fmla="*/ 128434 h 244003"/>
                <a:gd name="connsiteX44" fmla="*/ 177334 w 212488"/>
                <a:gd name="connsiteY44" fmla="*/ 128434 h 244003"/>
                <a:gd name="connsiteX45" fmla="*/ 186224 w 212488"/>
                <a:gd name="connsiteY45" fmla="*/ 120813 h 244003"/>
                <a:gd name="connsiteX46" fmla="*/ 186224 w 212488"/>
                <a:gd name="connsiteY46" fmla="*/ 113193 h 244003"/>
                <a:gd name="connsiteX47" fmla="*/ 130344 w 212488"/>
                <a:gd name="connsiteY47" fmla="*/ 49693 h 244003"/>
                <a:gd name="connsiteX48" fmla="*/ 127803 w 212488"/>
                <a:gd name="connsiteY48" fmla="*/ 42074 h 244003"/>
                <a:gd name="connsiteX49" fmla="*/ 127803 w 212488"/>
                <a:gd name="connsiteY49" fmla="*/ 24293 h 2440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</a:cxnLst>
              <a:rect l="l" t="t" r="r" b="b"/>
              <a:pathLst>
                <a:path w="212488" h="244003">
                  <a:moveTo>
                    <a:pt x="131613" y="132243"/>
                  </a:moveTo>
                  <a:cubicBezTo>
                    <a:pt x="132884" y="138593"/>
                    <a:pt x="135424" y="144943"/>
                    <a:pt x="137963" y="150024"/>
                  </a:cubicBezTo>
                  <a:cubicBezTo>
                    <a:pt x="140503" y="153834"/>
                    <a:pt x="143044" y="157643"/>
                    <a:pt x="145584" y="161453"/>
                  </a:cubicBezTo>
                  <a:lnTo>
                    <a:pt x="146853" y="162724"/>
                  </a:lnTo>
                  <a:cubicBezTo>
                    <a:pt x="149394" y="167803"/>
                    <a:pt x="153203" y="172884"/>
                    <a:pt x="155744" y="177963"/>
                  </a:cubicBezTo>
                  <a:cubicBezTo>
                    <a:pt x="163363" y="191934"/>
                    <a:pt x="163363" y="205903"/>
                    <a:pt x="160824" y="217334"/>
                  </a:cubicBezTo>
                  <a:cubicBezTo>
                    <a:pt x="160824" y="219873"/>
                    <a:pt x="159553" y="221143"/>
                    <a:pt x="159553" y="223684"/>
                  </a:cubicBezTo>
                  <a:lnTo>
                    <a:pt x="173524" y="223684"/>
                  </a:lnTo>
                  <a:cubicBezTo>
                    <a:pt x="178603" y="223684"/>
                    <a:pt x="183684" y="228763"/>
                    <a:pt x="183684" y="233843"/>
                  </a:cubicBezTo>
                  <a:cubicBezTo>
                    <a:pt x="183684" y="238923"/>
                    <a:pt x="178603" y="244004"/>
                    <a:pt x="173524" y="244004"/>
                  </a:cubicBezTo>
                  <a:lnTo>
                    <a:pt x="10963" y="244004"/>
                  </a:lnTo>
                  <a:cubicBezTo>
                    <a:pt x="5884" y="244004"/>
                    <a:pt x="803" y="238923"/>
                    <a:pt x="803" y="233843"/>
                  </a:cubicBezTo>
                  <a:cubicBezTo>
                    <a:pt x="803" y="228763"/>
                    <a:pt x="5884" y="223684"/>
                    <a:pt x="10963" y="223684"/>
                  </a:cubicBezTo>
                  <a:lnTo>
                    <a:pt x="22394" y="223684"/>
                  </a:lnTo>
                  <a:cubicBezTo>
                    <a:pt x="7153" y="198284"/>
                    <a:pt x="-3006" y="165263"/>
                    <a:pt x="803" y="130974"/>
                  </a:cubicBezTo>
                  <a:cubicBezTo>
                    <a:pt x="5884" y="83984"/>
                    <a:pt x="35094" y="53503"/>
                    <a:pt x="64303" y="33184"/>
                  </a:cubicBezTo>
                  <a:cubicBezTo>
                    <a:pt x="93513" y="12863"/>
                    <a:pt x="125263" y="3974"/>
                    <a:pt x="139234" y="163"/>
                  </a:cubicBezTo>
                  <a:cubicBezTo>
                    <a:pt x="146853" y="-1107"/>
                    <a:pt x="153203" y="5243"/>
                    <a:pt x="153203" y="11593"/>
                  </a:cubicBezTo>
                  <a:lnTo>
                    <a:pt x="153203" y="36993"/>
                  </a:lnTo>
                  <a:lnTo>
                    <a:pt x="206544" y="97953"/>
                  </a:lnTo>
                  <a:cubicBezTo>
                    <a:pt x="215434" y="108113"/>
                    <a:pt x="214163" y="124624"/>
                    <a:pt x="204003" y="133513"/>
                  </a:cubicBezTo>
                  <a:lnTo>
                    <a:pt x="195113" y="141134"/>
                  </a:lnTo>
                  <a:cubicBezTo>
                    <a:pt x="186224" y="148753"/>
                    <a:pt x="172253" y="148753"/>
                    <a:pt x="162094" y="141134"/>
                  </a:cubicBezTo>
                  <a:lnTo>
                    <a:pt x="146853" y="128434"/>
                  </a:lnTo>
                  <a:cubicBezTo>
                    <a:pt x="140503" y="130974"/>
                    <a:pt x="136694" y="130974"/>
                    <a:pt x="131613" y="132243"/>
                  </a:cubicBezTo>
                  <a:close/>
                  <a:moveTo>
                    <a:pt x="130344" y="24293"/>
                  </a:moveTo>
                  <a:cubicBezTo>
                    <a:pt x="115103" y="28103"/>
                    <a:pt x="93513" y="36993"/>
                    <a:pt x="73194" y="50963"/>
                  </a:cubicBezTo>
                  <a:cubicBezTo>
                    <a:pt x="46524" y="68743"/>
                    <a:pt x="23663" y="95413"/>
                    <a:pt x="18584" y="134784"/>
                  </a:cubicBezTo>
                  <a:cubicBezTo>
                    <a:pt x="14774" y="167803"/>
                    <a:pt x="26203" y="200824"/>
                    <a:pt x="43984" y="224954"/>
                  </a:cubicBezTo>
                  <a:lnTo>
                    <a:pt x="135424" y="224954"/>
                  </a:lnTo>
                  <a:cubicBezTo>
                    <a:pt x="136694" y="222413"/>
                    <a:pt x="137963" y="218604"/>
                    <a:pt x="139234" y="214793"/>
                  </a:cubicBezTo>
                  <a:cubicBezTo>
                    <a:pt x="140503" y="207174"/>
                    <a:pt x="140503" y="198284"/>
                    <a:pt x="136694" y="189393"/>
                  </a:cubicBezTo>
                  <a:cubicBezTo>
                    <a:pt x="134153" y="184313"/>
                    <a:pt x="131613" y="180503"/>
                    <a:pt x="129074" y="175424"/>
                  </a:cubicBezTo>
                  <a:lnTo>
                    <a:pt x="127803" y="174153"/>
                  </a:lnTo>
                  <a:cubicBezTo>
                    <a:pt x="125263" y="170343"/>
                    <a:pt x="122724" y="165263"/>
                    <a:pt x="120184" y="161453"/>
                  </a:cubicBezTo>
                  <a:cubicBezTo>
                    <a:pt x="115103" y="152563"/>
                    <a:pt x="111294" y="141134"/>
                    <a:pt x="110024" y="128434"/>
                  </a:cubicBezTo>
                  <a:cubicBezTo>
                    <a:pt x="110024" y="128434"/>
                    <a:pt x="110024" y="128434"/>
                    <a:pt x="108753" y="128434"/>
                  </a:cubicBezTo>
                  <a:cubicBezTo>
                    <a:pt x="93513" y="118274"/>
                    <a:pt x="88434" y="103034"/>
                    <a:pt x="88434" y="94143"/>
                  </a:cubicBezTo>
                  <a:cubicBezTo>
                    <a:pt x="88434" y="89063"/>
                    <a:pt x="93513" y="83984"/>
                    <a:pt x="98594" y="83984"/>
                  </a:cubicBezTo>
                  <a:cubicBezTo>
                    <a:pt x="103674" y="83984"/>
                    <a:pt x="108753" y="89063"/>
                    <a:pt x="108753" y="94143"/>
                  </a:cubicBezTo>
                  <a:cubicBezTo>
                    <a:pt x="108753" y="96684"/>
                    <a:pt x="110024" y="105574"/>
                    <a:pt x="118913" y="110653"/>
                  </a:cubicBezTo>
                  <a:cubicBezTo>
                    <a:pt x="126534" y="115734"/>
                    <a:pt x="134153" y="113193"/>
                    <a:pt x="137963" y="110653"/>
                  </a:cubicBezTo>
                  <a:cubicBezTo>
                    <a:pt x="141774" y="108113"/>
                    <a:pt x="146853" y="108113"/>
                    <a:pt x="150663" y="111924"/>
                  </a:cubicBezTo>
                  <a:lnTo>
                    <a:pt x="170984" y="128434"/>
                  </a:lnTo>
                  <a:cubicBezTo>
                    <a:pt x="172253" y="129703"/>
                    <a:pt x="176063" y="129703"/>
                    <a:pt x="177334" y="128434"/>
                  </a:cubicBezTo>
                  <a:lnTo>
                    <a:pt x="186224" y="120813"/>
                  </a:lnTo>
                  <a:cubicBezTo>
                    <a:pt x="188763" y="119543"/>
                    <a:pt x="188763" y="115734"/>
                    <a:pt x="186224" y="113193"/>
                  </a:cubicBezTo>
                  <a:lnTo>
                    <a:pt x="130344" y="49693"/>
                  </a:lnTo>
                  <a:cubicBezTo>
                    <a:pt x="129074" y="47153"/>
                    <a:pt x="127803" y="44613"/>
                    <a:pt x="127803" y="42074"/>
                  </a:cubicBezTo>
                  <a:lnTo>
                    <a:pt x="127803" y="24293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16" name="Полилиния: фигура 573">
              <a:extLst>
                <a:ext uri="{FF2B5EF4-FFF2-40B4-BE49-F238E27FC236}">
                  <a16:creationId xmlns:a16="http://schemas.microsoft.com/office/drawing/2014/main" id="{8EC303D0-73A3-2E7F-80AA-F8AF76CECD82}"/>
                </a:ext>
              </a:extLst>
            </p:cNvPr>
            <p:cNvSpPr/>
            <p:nvPr/>
          </p:nvSpPr>
          <p:spPr>
            <a:xfrm>
              <a:off x="9643109" y="3305809"/>
              <a:ext cx="203200" cy="20320"/>
            </a:xfrm>
            <a:custGeom>
              <a:avLst/>
              <a:gdLst>
                <a:gd name="connsiteX0" fmla="*/ 10160 w 203200"/>
                <a:gd name="connsiteY0" fmla="*/ 0 h 20320"/>
                <a:gd name="connsiteX1" fmla="*/ 0 w 203200"/>
                <a:gd name="connsiteY1" fmla="*/ 10160 h 20320"/>
                <a:gd name="connsiteX2" fmla="*/ 10160 w 203200"/>
                <a:gd name="connsiteY2" fmla="*/ 20320 h 20320"/>
                <a:gd name="connsiteX3" fmla="*/ 193040 w 203200"/>
                <a:gd name="connsiteY3" fmla="*/ 20320 h 20320"/>
                <a:gd name="connsiteX4" fmla="*/ 203200 w 203200"/>
                <a:gd name="connsiteY4" fmla="*/ 10160 h 20320"/>
                <a:gd name="connsiteX5" fmla="*/ 193040 w 203200"/>
                <a:gd name="connsiteY5" fmla="*/ 0 h 20320"/>
                <a:gd name="connsiteX6" fmla="*/ 10160 w 203200"/>
                <a:gd name="connsiteY6" fmla="*/ 0 h 203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03200" h="20320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93040" y="20320"/>
                  </a:lnTo>
                  <a:cubicBezTo>
                    <a:pt x="198120" y="20320"/>
                    <a:pt x="203200" y="15240"/>
                    <a:pt x="203200" y="10160"/>
                  </a:cubicBezTo>
                  <a:cubicBezTo>
                    <a:pt x="203200" y="5080"/>
                    <a:pt x="198120" y="0"/>
                    <a:pt x="19304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7BB9A0B9-0FB5-E019-31FB-DE90C29B7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921082">
            <a:off x="10824781" y="1195925"/>
            <a:ext cx="700497" cy="730761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B6F8176C-6D32-4358-8B84-91ACD41B43C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 bwMode="auto">
          <a:xfrm rot="4771594">
            <a:off x="10629694" y="4848336"/>
            <a:ext cx="1193581" cy="1193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16813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7ED7D-50D0-177A-022C-0BFFE3BD98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81E939-9AA1-0F29-1FA3-B9D152FE7202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текстом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AA08A0-9F04-1A34-C6D9-D8FF0712E90C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24" name="Text Placeholder 6">
            <a:extLst>
              <a:ext uri="{FF2B5EF4-FFF2-40B4-BE49-F238E27FC236}">
                <a16:creationId xmlns:a16="http://schemas.microsoft.com/office/drawing/2014/main" id="{3D070CD4-8E7D-123E-D2ED-BEB3C2F5C0BE}"/>
              </a:ext>
            </a:extLst>
          </p:cNvPr>
          <p:cNvSpPr txBox="1">
            <a:spLocks/>
          </p:cNvSpPr>
          <p:nvPr/>
        </p:nvSpPr>
        <p:spPr bwMode="auto">
          <a:xfrm>
            <a:off x="1595438" y="2674936"/>
            <a:ext cx="3251324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rgbClr val="323F48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Важным аспектом формирования команды является распределение ролей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25" name="Text Placeholder 6">
            <a:extLst>
              <a:ext uri="{FF2B5EF4-FFF2-40B4-BE49-F238E27FC236}">
                <a16:creationId xmlns:a16="http://schemas.microsoft.com/office/drawing/2014/main" id="{8AC0E7A1-C631-3CC0-812D-1E2D54EE73D7}"/>
              </a:ext>
            </a:extLst>
          </p:cNvPr>
          <p:cNvSpPr txBox="1">
            <a:spLocks/>
          </p:cNvSpPr>
          <p:nvPr/>
        </p:nvSpPr>
        <p:spPr bwMode="auto">
          <a:xfrm>
            <a:off x="1595438" y="3757151"/>
            <a:ext cx="285392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Каждый член команды должен понимать свою роль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и ответственность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A88BC86C-B885-12B4-3114-7F46CE52498C}"/>
              </a:ext>
            </a:extLst>
          </p:cNvPr>
          <p:cNvSpPr txBox="1">
            <a:spLocks/>
          </p:cNvSpPr>
          <p:nvPr/>
        </p:nvSpPr>
        <p:spPr bwMode="auto">
          <a:xfrm>
            <a:off x="1595438" y="4876575"/>
            <a:ext cx="2853922" cy="52322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Каким образом его работа влияет на </a:t>
            </a:r>
            <a:r>
              <a:rPr lang="ru-RU">
                <a:solidFill>
                  <a:srgbClr val="2A3238"/>
                </a:solidFill>
              </a:rPr>
              <a:t>общий результат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27" name="Полилиния: фигура 225">
            <a:extLst>
              <a:ext uri="{FF2B5EF4-FFF2-40B4-BE49-F238E27FC236}">
                <a16:creationId xmlns:a16="http://schemas.microsoft.com/office/drawing/2014/main" id="{3298A5C7-FC13-BA5F-A1DC-E025F86E07FA}"/>
              </a:ext>
            </a:extLst>
          </p:cNvPr>
          <p:cNvSpPr/>
          <p:nvPr/>
        </p:nvSpPr>
        <p:spPr bwMode="auto">
          <a:xfrm>
            <a:off x="582087" y="4762056"/>
            <a:ext cx="632815" cy="657274"/>
          </a:xfrm>
          <a:custGeom>
            <a:avLst/>
            <a:gdLst>
              <a:gd name="connsiteX0" fmla="*/ 171450 w 262889"/>
              <a:gd name="connsiteY0" fmla="*/ 0 h 273050"/>
              <a:gd name="connsiteX1" fmla="*/ 181610 w 262889"/>
              <a:gd name="connsiteY1" fmla="*/ 10160 h 273050"/>
              <a:gd name="connsiteX2" fmla="*/ 181610 w 262889"/>
              <a:gd name="connsiteY2" fmla="*/ 20320 h 273050"/>
              <a:gd name="connsiteX3" fmla="*/ 191770 w 262889"/>
              <a:gd name="connsiteY3" fmla="*/ 20320 h 273050"/>
              <a:gd name="connsiteX4" fmla="*/ 201930 w 262889"/>
              <a:gd name="connsiteY4" fmla="*/ 30480 h 273050"/>
              <a:gd name="connsiteX5" fmla="*/ 191770 w 262889"/>
              <a:gd name="connsiteY5" fmla="*/ 40640 h 273050"/>
              <a:gd name="connsiteX6" fmla="*/ 181610 w 262889"/>
              <a:gd name="connsiteY6" fmla="*/ 40640 h 273050"/>
              <a:gd name="connsiteX7" fmla="*/ 181610 w 262889"/>
              <a:gd name="connsiteY7" fmla="*/ 50800 h 273050"/>
              <a:gd name="connsiteX8" fmla="*/ 171450 w 262889"/>
              <a:gd name="connsiteY8" fmla="*/ 60960 h 273050"/>
              <a:gd name="connsiteX9" fmla="*/ 161290 w 262889"/>
              <a:gd name="connsiteY9" fmla="*/ 50800 h 273050"/>
              <a:gd name="connsiteX10" fmla="*/ 161290 w 262889"/>
              <a:gd name="connsiteY10" fmla="*/ 40640 h 273050"/>
              <a:gd name="connsiteX11" fmla="*/ 151130 w 262889"/>
              <a:gd name="connsiteY11" fmla="*/ 40640 h 273050"/>
              <a:gd name="connsiteX12" fmla="*/ 140970 w 262889"/>
              <a:gd name="connsiteY12" fmla="*/ 30480 h 273050"/>
              <a:gd name="connsiteX13" fmla="*/ 151130 w 262889"/>
              <a:gd name="connsiteY13" fmla="*/ 20320 h 273050"/>
              <a:gd name="connsiteX14" fmla="*/ 161290 w 262889"/>
              <a:gd name="connsiteY14" fmla="*/ 20320 h 273050"/>
              <a:gd name="connsiteX15" fmla="*/ 161290 w 262889"/>
              <a:gd name="connsiteY15" fmla="*/ 10160 h 273050"/>
              <a:gd name="connsiteX16" fmla="*/ 171450 w 262889"/>
              <a:gd name="connsiteY16" fmla="*/ 0 h 273050"/>
              <a:gd name="connsiteX17" fmla="*/ 232410 w 262889"/>
              <a:gd name="connsiteY17" fmla="*/ 81280 h 273050"/>
              <a:gd name="connsiteX18" fmla="*/ 242570 w 262889"/>
              <a:gd name="connsiteY18" fmla="*/ 91440 h 273050"/>
              <a:gd name="connsiteX19" fmla="*/ 242570 w 262889"/>
              <a:gd name="connsiteY19" fmla="*/ 101600 h 273050"/>
              <a:gd name="connsiteX20" fmla="*/ 252730 w 262889"/>
              <a:gd name="connsiteY20" fmla="*/ 101600 h 273050"/>
              <a:gd name="connsiteX21" fmla="*/ 262890 w 262889"/>
              <a:gd name="connsiteY21" fmla="*/ 111760 h 273050"/>
              <a:gd name="connsiteX22" fmla="*/ 252730 w 262889"/>
              <a:gd name="connsiteY22" fmla="*/ 121920 h 273050"/>
              <a:gd name="connsiteX23" fmla="*/ 242570 w 262889"/>
              <a:gd name="connsiteY23" fmla="*/ 121920 h 273050"/>
              <a:gd name="connsiteX24" fmla="*/ 242570 w 262889"/>
              <a:gd name="connsiteY24" fmla="*/ 132080 h 273050"/>
              <a:gd name="connsiteX25" fmla="*/ 232410 w 262889"/>
              <a:gd name="connsiteY25" fmla="*/ 142240 h 273050"/>
              <a:gd name="connsiteX26" fmla="*/ 222250 w 262889"/>
              <a:gd name="connsiteY26" fmla="*/ 132080 h 273050"/>
              <a:gd name="connsiteX27" fmla="*/ 222250 w 262889"/>
              <a:gd name="connsiteY27" fmla="*/ 121920 h 273050"/>
              <a:gd name="connsiteX28" fmla="*/ 212090 w 262889"/>
              <a:gd name="connsiteY28" fmla="*/ 121920 h 273050"/>
              <a:gd name="connsiteX29" fmla="*/ 201930 w 262889"/>
              <a:gd name="connsiteY29" fmla="*/ 111760 h 273050"/>
              <a:gd name="connsiteX30" fmla="*/ 212090 w 262889"/>
              <a:gd name="connsiteY30" fmla="*/ 101600 h 273050"/>
              <a:gd name="connsiteX31" fmla="*/ 222250 w 262889"/>
              <a:gd name="connsiteY31" fmla="*/ 101600 h 273050"/>
              <a:gd name="connsiteX32" fmla="*/ 222250 w 262889"/>
              <a:gd name="connsiteY32" fmla="*/ 91440 h 273050"/>
              <a:gd name="connsiteX33" fmla="*/ 232410 w 262889"/>
              <a:gd name="connsiteY33" fmla="*/ 81280 h 273050"/>
              <a:gd name="connsiteX34" fmla="*/ 95250 w 262889"/>
              <a:gd name="connsiteY34" fmla="*/ 50800 h 273050"/>
              <a:gd name="connsiteX35" fmla="*/ 81280 w 262889"/>
              <a:gd name="connsiteY35" fmla="*/ 36830 h 273050"/>
              <a:gd name="connsiteX36" fmla="*/ 0 w 262889"/>
              <a:gd name="connsiteY36" fmla="*/ 151130 h 273050"/>
              <a:gd name="connsiteX37" fmla="*/ 121920 w 262889"/>
              <a:gd name="connsiteY37" fmla="*/ 273050 h 273050"/>
              <a:gd name="connsiteX38" fmla="*/ 236220 w 262889"/>
              <a:gd name="connsiteY38" fmla="*/ 191770 h 273050"/>
              <a:gd name="connsiteX39" fmla="*/ 222250 w 262889"/>
              <a:gd name="connsiteY39" fmla="*/ 177800 h 273050"/>
              <a:gd name="connsiteX40" fmla="*/ 191770 w 262889"/>
              <a:gd name="connsiteY40" fmla="*/ 182880 h 273050"/>
              <a:gd name="connsiteX41" fmla="*/ 90170 w 262889"/>
              <a:gd name="connsiteY41" fmla="*/ 81280 h 273050"/>
              <a:gd name="connsiteX42" fmla="*/ 95250 w 262889"/>
              <a:gd name="connsiteY42" fmla="*/ 50800 h 273050"/>
              <a:gd name="connsiteX43" fmla="*/ 20320 w 262889"/>
              <a:gd name="connsiteY43" fmla="*/ 152400 h 273050"/>
              <a:gd name="connsiteX44" fmla="*/ 72390 w 262889"/>
              <a:gd name="connsiteY44" fmla="*/ 63500 h 273050"/>
              <a:gd name="connsiteX45" fmla="*/ 71120 w 262889"/>
              <a:gd name="connsiteY45" fmla="*/ 81280 h 273050"/>
              <a:gd name="connsiteX46" fmla="*/ 193040 w 262889"/>
              <a:gd name="connsiteY46" fmla="*/ 203200 h 273050"/>
              <a:gd name="connsiteX47" fmla="*/ 210820 w 262889"/>
              <a:gd name="connsiteY47" fmla="*/ 201930 h 273050"/>
              <a:gd name="connsiteX48" fmla="*/ 121920 w 262889"/>
              <a:gd name="connsiteY48" fmla="*/ 254000 h 273050"/>
              <a:gd name="connsiteX49" fmla="*/ 20320 w 262889"/>
              <a:gd name="connsiteY49" fmla="*/ 152400 h 273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</a:cxnLst>
            <a:rect l="l" t="t" r="r" b="b"/>
            <a:pathLst>
              <a:path w="262889" h="273050">
                <a:moveTo>
                  <a:pt x="171450" y="0"/>
                </a:moveTo>
                <a:cubicBezTo>
                  <a:pt x="176530" y="0"/>
                  <a:pt x="181610" y="5080"/>
                  <a:pt x="181610" y="10160"/>
                </a:cubicBezTo>
                <a:lnTo>
                  <a:pt x="181610" y="20320"/>
                </a:lnTo>
                <a:lnTo>
                  <a:pt x="191770" y="20320"/>
                </a:lnTo>
                <a:cubicBezTo>
                  <a:pt x="196850" y="20320"/>
                  <a:pt x="201930" y="25400"/>
                  <a:pt x="201930" y="30480"/>
                </a:cubicBezTo>
                <a:cubicBezTo>
                  <a:pt x="201930" y="35560"/>
                  <a:pt x="196850" y="40640"/>
                  <a:pt x="191770" y="40640"/>
                </a:cubicBezTo>
                <a:lnTo>
                  <a:pt x="181610" y="40640"/>
                </a:lnTo>
                <a:lnTo>
                  <a:pt x="181610" y="50800"/>
                </a:lnTo>
                <a:cubicBezTo>
                  <a:pt x="181610" y="55880"/>
                  <a:pt x="176530" y="60960"/>
                  <a:pt x="171450" y="60960"/>
                </a:cubicBezTo>
                <a:cubicBezTo>
                  <a:pt x="166370" y="60960"/>
                  <a:pt x="161290" y="55880"/>
                  <a:pt x="161290" y="50800"/>
                </a:cubicBezTo>
                <a:lnTo>
                  <a:pt x="161290" y="40640"/>
                </a:lnTo>
                <a:lnTo>
                  <a:pt x="151130" y="40640"/>
                </a:lnTo>
                <a:cubicBezTo>
                  <a:pt x="146050" y="40640"/>
                  <a:pt x="140970" y="35560"/>
                  <a:pt x="140970" y="30480"/>
                </a:cubicBezTo>
                <a:cubicBezTo>
                  <a:pt x="140970" y="25400"/>
                  <a:pt x="146050" y="20320"/>
                  <a:pt x="151130" y="20320"/>
                </a:cubicBezTo>
                <a:lnTo>
                  <a:pt x="161290" y="20320"/>
                </a:lnTo>
                <a:lnTo>
                  <a:pt x="161290" y="10160"/>
                </a:lnTo>
                <a:cubicBezTo>
                  <a:pt x="161290" y="3810"/>
                  <a:pt x="166370" y="0"/>
                  <a:pt x="171450" y="0"/>
                </a:cubicBezTo>
                <a:close/>
                <a:moveTo>
                  <a:pt x="232410" y="81280"/>
                </a:moveTo>
                <a:cubicBezTo>
                  <a:pt x="237490" y="81280"/>
                  <a:pt x="242570" y="86360"/>
                  <a:pt x="242570" y="91440"/>
                </a:cubicBezTo>
                <a:lnTo>
                  <a:pt x="242570" y="101600"/>
                </a:lnTo>
                <a:lnTo>
                  <a:pt x="252730" y="101600"/>
                </a:lnTo>
                <a:cubicBezTo>
                  <a:pt x="257810" y="101600"/>
                  <a:pt x="262890" y="106680"/>
                  <a:pt x="262890" y="111760"/>
                </a:cubicBezTo>
                <a:cubicBezTo>
                  <a:pt x="262890" y="116840"/>
                  <a:pt x="257810" y="121920"/>
                  <a:pt x="252730" y="121920"/>
                </a:cubicBezTo>
                <a:lnTo>
                  <a:pt x="242570" y="121920"/>
                </a:lnTo>
                <a:lnTo>
                  <a:pt x="242570" y="132080"/>
                </a:lnTo>
                <a:cubicBezTo>
                  <a:pt x="242570" y="137160"/>
                  <a:pt x="237490" y="142240"/>
                  <a:pt x="232410" y="142240"/>
                </a:cubicBezTo>
                <a:cubicBezTo>
                  <a:pt x="227330" y="142240"/>
                  <a:pt x="222250" y="137160"/>
                  <a:pt x="222250" y="132080"/>
                </a:cubicBezTo>
                <a:lnTo>
                  <a:pt x="222250" y="121920"/>
                </a:lnTo>
                <a:lnTo>
                  <a:pt x="212090" y="121920"/>
                </a:lnTo>
                <a:cubicBezTo>
                  <a:pt x="207010" y="121920"/>
                  <a:pt x="201930" y="116840"/>
                  <a:pt x="201930" y="111760"/>
                </a:cubicBezTo>
                <a:cubicBezTo>
                  <a:pt x="201930" y="106680"/>
                  <a:pt x="207010" y="101600"/>
                  <a:pt x="212090" y="101600"/>
                </a:cubicBezTo>
                <a:lnTo>
                  <a:pt x="222250" y="101600"/>
                </a:lnTo>
                <a:lnTo>
                  <a:pt x="222250" y="91440"/>
                </a:lnTo>
                <a:cubicBezTo>
                  <a:pt x="222250" y="85090"/>
                  <a:pt x="227330" y="81280"/>
                  <a:pt x="232410" y="81280"/>
                </a:cubicBezTo>
                <a:close/>
                <a:moveTo>
                  <a:pt x="95250" y="50800"/>
                </a:moveTo>
                <a:cubicBezTo>
                  <a:pt x="97790" y="41910"/>
                  <a:pt x="90170" y="34290"/>
                  <a:pt x="81280" y="36830"/>
                </a:cubicBezTo>
                <a:cubicBezTo>
                  <a:pt x="34290" y="53340"/>
                  <a:pt x="0" y="99060"/>
                  <a:pt x="0" y="151130"/>
                </a:cubicBezTo>
                <a:cubicBezTo>
                  <a:pt x="0" y="218440"/>
                  <a:pt x="54610" y="273050"/>
                  <a:pt x="121920" y="273050"/>
                </a:cubicBezTo>
                <a:cubicBezTo>
                  <a:pt x="175260" y="273050"/>
                  <a:pt x="219710" y="238760"/>
                  <a:pt x="236220" y="191770"/>
                </a:cubicBezTo>
                <a:cubicBezTo>
                  <a:pt x="238760" y="182880"/>
                  <a:pt x="231140" y="175260"/>
                  <a:pt x="222250" y="177800"/>
                </a:cubicBezTo>
                <a:cubicBezTo>
                  <a:pt x="213360" y="180340"/>
                  <a:pt x="203200" y="182880"/>
                  <a:pt x="191770" y="182880"/>
                </a:cubicBezTo>
                <a:cubicBezTo>
                  <a:pt x="135890" y="182880"/>
                  <a:pt x="90170" y="137160"/>
                  <a:pt x="90170" y="81280"/>
                </a:cubicBezTo>
                <a:cubicBezTo>
                  <a:pt x="90170" y="71120"/>
                  <a:pt x="92710" y="60960"/>
                  <a:pt x="95250" y="50800"/>
                </a:cubicBezTo>
                <a:close/>
                <a:moveTo>
                  <a:pt x="20320" y="152400"/>
                </a:moveTo>
                <a:cubicBezTo>
                  <a:pt x="20320" y="114300"/>
                  <a:pt x="40640" y="81280"/>
                  <a:pt x="72390" y="63500"/>
                </a:cubicBezTo>
                <a:cubicBezTo>
                  <a:pt x="71120" y="69850"/>
                  <a:pt x="71120" y="74930"/>
                  <a:pt x="71120" y="81280"/>
                </a:cubicBezTo>
                <a:cubicBezTo>
                  <a:pt x="71120" y="148590"/>
                  <a:pt x="125730" y="203200"/>
                  <a:pt x="193040" y="203200"/>
                </a:cubicBezTo>
                <a:cubicBezTo>
                  <a:pt x="199390" y="203200"/>
                  <a:pt x="204470" y="203200"/>
                  <a:pt x="210820" y="201930"/>
                </a:cubicBezTo>
                <a:cubicBezTo>
                  <a:pt x="193040" y="232410"/>
                  <a:pt x="160020" y="254000"/>
                  <a:pt x="121920" y="254000"/>
                </a:cubicBezTo>
                <a:cubicBezTo>
                  <a:pt x="64770" y="254000"/>
                  <a:pt x="20320" y="208280"/>
                  <a:pt x="20320" y="152400"/>
                </a:cubicBezTo>
                <a:close/>
              </a:path>
            </a:pathLst>
          </a:custGeom>
          <a:solidFill>
            <a:srgbClr val="01E0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28" name="Полилиния: фигура 283">
            <a:extLst>
              <a:ext uri="{FF2B5EF4-FFF2-40B4-BE49-F238E27FC236}">
                <a16:creationId xmlns:a16="http://schemas.microsoft.com/office/drawing/2014/main" id="{244C0C6E-D15A-72B4-F93E-E99EC4B0AA48}"/>
              </a:ext>
            </a:extLst>
          </p:cNvPr>
          <p:cNvSpPr/>
          <p:nvPr/>
        </p:nvSpPr>
        <p:spPr bwMode="auto">
          <a:xfrm>
            <a:off x="550863" y="3743180"/>
            <a:ext cx="670998" cy="670998"/>
          </a:xfrm>
          <a:custGeom>
            <a:avLst/>
            <a:gdLst>
              <a:gd name="connsiteX0" fmla="*/ 86361 w 212407"/>
              <a:gd name="connsiteY0" fmla="*/ 152400 h 212407"/>
              <a:gd name="connsiteX1" fmla="*/ 152400 w 212407"/>
              <a:gd name="connsiteY1" fmla="*/ 86360 h 212407"/>
              <a:gd name="connsiteX2" fmla="*/ 86361 w 212407"/>
              <a:gd name="connsiteY2" fmla="*/ 20320 h 212407"/>
              <a:gd name="connsiteX3" fmla="*/ 20320 w 212407"/>
              <a:gd name="connsiteY3" fmla="*/ 86360 h 212407"/>
              <a:gd name="connsiteX4" fmla="*/ 86361 w 212407"/>
              <a:gd name="connsiteY4" fmla="*/ 152400 h 212407"/>
              <a:gd name="connsiteX5" fmla="*/ 153670 w 212407"/>
              <a:gd name="connsiteY5" fmla="*/ 139700 h 212407"/>
              <a:gd name="connsiteX6" fmla="*/ 172720 w 212407"/>
              <a:gd name="connsiteY6" fmla="*/ 86360 h 212407"/>
              <a:gd name="connsiteX7" fmla="*/ 86361 w 212407"/>
              <a:gd name="connsiteY7" fmla="*/ 0 h 212407"/>
              <a:gd name="connsiteX8" fmla="*/ 0 w 212407"/>
              <a:gd name="connsiteY8" fmla="*/ 86360 h 212407"/>
              <a:gd name="connsiteX9" fmla="*/ 86361 w 212407"/>
              <a:gd name="connsiteY9" fmla="*/ 172720 h 212407"/>
              <a:gd name="connsiteX10" fmla="*/ 139700 w 212407"/>
              <a:gd name="connsiteY10" fmla="*/ 153670 h 212407"/>
              <a:gd name="connsiteX11" fmla="*/ 195580 w 212407"/>
              <a:gd name="connsiteY11" fmla="*/ 209550 h 212407"/>
              <a:gd name="connsiteX12" fmla="*/ 209550 w 212407"/>
              <a:gd name="connsiteY12" fmla="*/ 209550 h 212407"/>
              <a:gd name="connsiteX13" fmla="*/ 209550 w 212407"/>
              <a:gd name="connsiteY13" fmla="*/ 195580 h 212407"/>
              <a:gd name="connsiteX14" fmla="*/ 153670 w 212407"/>
              <a:gd name="connsiteY14" fmla="*/ 139700 h 212407"/>
              <a:gd name="connsiteX15" fmla="*/ 76200 w 212407"/>
              <a:gd name="connsiteY15" fmla="*/ 46990 h 212407"/>
              <a:gd name="connsiteX16" fmla="*/ 86361 w 212407"/>
              <a:gd name="connsiteY16" fmla="*/ 36830 h 212407"/>
              <a:gd name="connsiteX17" fmla="*/ 121920 w 212407"/>
              <a:gd name="connsiteY17" fmla="*/ 52070 h 212407"/>
              <a:gd name="connsiteX18" fmla="*/ 137161 w 212407"/>
              <a:gd name="connsiteY18" fmla="*/ 87630 h 212407"/>
              <a:gd name="connsiteX19" fmla="*/ 127000 w 212407"/>
              <a:gd name="connsiteY19" fmla="*/ 97790 h 212407"/>
              <a:gd name="connsiteX20" fmla="*/ 116840 w 212407"/>
              <a:gd name="connsiteY20" fmla="*/ 87630 h 212407"/>
              <a:gd name="connsiteX21" fmla="*/ 106680 w 212407"/>
              <a:gd name="connsiteY21" fmla="*/ 67310 h 212407"/>
              <a:gd name="connsiteX22" fmla="*/ 86361 w 212407"/>
              <a:gd name="connsiteY22" fmla="*/ 57150 h 212407"/>
              <a:gd name="connsiteX23" fmla="*/ 76200 w 212407"/>
              <a:gd name="connsiteY23" fmla="*/ 46990 h 21240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212407" h="212407">
                <a:moveTo>
                  <a:pt x="86361" y="152400"/>
                </a:moveTo>
                <a:cubicBezTo>
                  <a:pt x="123190" y="152400"/>
                  <a:pt x="152400" y="123190"/>
                  <a:pt x="152400" y="86360"/>
                </a:cubicBezTo>
                <a:cubicBezTo>
                  <a:pt x="152400" y="49530"/>
                  <a:pt x="123190" y="20320"/>
                  <a:pt x="86361" y="20320"/>
                </a:cubicBezTo>
                <a:cubicBezTo>
                  <a:pt x="49530" y="20320"/>
                  <a:pt x="20320" y="49530"/>
                  <a:pt x="20320" y="86360"/>
                </a:cubicBezTo>
                <a:cubicBezTo>
                  <a:pt x="20320" y="123190"/>
                  <a:pt x="49530" y="152400"/>
                  <a:pt x="86361" y="152400"/>
                </a:cubicBezTo>
                <a:close/>
                <a:moveTo>
                  <a:pt x="153670" y="139700"/>
                </a:moveTo>
                <a:cubicBezTo>
                  <a:pt x="165100" y="124460"/>
                  <a:pt x="172720" y="106680"/>
                  <a:pt x="172720" y="86360"/>
                </a:cubicBezTo>
                <a:cubicBezTo>
                  <a:pt x="172720" y="39370"/>
                  <a:pt x="134620" y="0"/>
                  <a:pt x="86361" y="0"/>
                </a:cubicBezTo>
                <a:cubicBezTo>
                  <a:pt x="38100" y="0"/>
                  <a:pt x="0" y="38100"/>
                  <a:pt x="0" y="86360"/>
                </a:cubicBezTo>
                <a:cubicBezTo>
                  <a:pt x="0" y="134620"/>
                  <a:pt x="38100" y="172720"/>
                  <a:pt x="86361" y="172720"/>
                </a:cubicBezTo>
                <a:cubicBezTo>
                  <a:pt x="106680" y="172720"/>
                  <a:pt x="124461" y="166370"/>
                  <a:pt x="139700" y="153670"/>
                </a:cubicBezTo>
                <a:lnTo>
                  <a:pt x="195580" y="209550"/>
                </a:lnTo>
                <a:cubicBezTo>
                  <a:pt x="199390" y="213360"/>
                  <a:pt x="205740" y="213360"/>
                  <a:pt x="209550" y="209550"/>
                </a:cubicBezTo>
                <a:cubicBezTo>
                  <a:pt x="213361" y="205740"/>
                  <a:pt x="213361" y="199390"/>
                  <a:pt x="209550" y="195580"/>
                </a:cubicBezTo>
                <a:lnTo>
                  <a:pt x="153670" y="139700"/>
                </a:lnTo>
                <a:close/>
                <a:moveTo>
                  <a:pt x="76200" y="46990"/>
                </a:moveTo>
                <a:cubicBezTo>
                  <a:pt x="76200" y="41910"/>
                  <a:pt x="81280" y="36830"/>
                  <a:pt x="86361" y="36830"/>
                </a:cubicBezTo>
                <a:cubicBezTo>
                  <a:pt x="100330" y="36830"/>
                  <a:pt x="113030" y="43180"/>
                  <a:pt x="121920" y="52070"/>
                </a:cubicBezTo>
                <a:cubicBezTo>
                  <a:pt x="130811" y="60960"/>
                  <a:pt x="137161" y="73660"/>
                  <a:pt x="137161" y="87630"/>
                </a:cubicBezTo>
                <a:cubicBezTo>
                  <a:pt x="137161" y="92710"/>
                  <a:pt x="132080" y="97790"/>
                  <a:pt x="127000" y="97790"/>
                </a:cubicBezTo>
                <a:cubicBezTo>
                  <a:pt x="121920" y="97790"/>
                  <a:pt x="116840" y="92710"/>
                  <a:pt x="116840" y="87630"/>
                </a:cubicBezTo>
                <a:cubicBezTo>
                  <a:pt x="116840" y="81280"/>
                  <a:pt x="113030" y="73660"/>
                  <a:pt x="106680" y="67310"/>
                </a:cubicBezTo>
                <a:cubicBezTo>
                  <a:pt x="100330" y="60960"/>
                  <a:pt x="92711" y="57150"/>
                  <a:pt x="86361" y="57150"/>
                </a:cubicBezTo>
                <a:cubicBezTo>
                  <a:pt x="80011" y="57150"/>
                  <a:pt x="76200" y="52070"/>
                  <a:pt x="76200" y="46990"/>
                </a:cubicBezTo>
                <a:close/>
              </a:path>
            </a:pathLst>
          </a:custGeom>
          <a:solidFill>
            <a:srgbClr val="01E0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 dirty="0"/>
          </a:p>
        </p:txBody>
      </p:sp>
      <p:grpSp>
        <p:nvGrpSpPr>
          <p:cNvPr id="29" name="Рисунок 2">
            <a:extLst>
              <a:ext uri="{FF2B5EF4-FFF2-40B4-BE49-F238E27FC236}">
                <a16:creationId xmlns:a16="http://schemas.microsoft.com/office/drawing/2014/main" id="{19B9F536-ECD7-FDA0-5CFD-3228C151CC03}"/>
              </a:ext>
            </a:extLst>
          </p:cNvPr>
          <p:cNvGrpSpPr/>
          <p:nvPr/>
        </p:nvGrpSpPr>
        <p:grpSpPr>
          <a:xfrm>
            <a:off x="550863" y="2544158"/>
            <a:ext cx="513527" cy="784776"/>
            <a:chOff x="5759450" y="1123175"/>
            <a:chExt cx="162559" cy="248424"/>
          </a:xfrm>
          <a:solidFill>
            <a:srgbClr val="01E0FF"/>
          </a:solidFill>
        </p:grpSpPr>
        <p:sp>
          <p:nvSpPr>
            <p:cNvPr id="30" name="Полилиния: фигура 289">
              <a:extLst>
                <a:ext uri="{FF2B5EF4-FFF2-40B4-BE49-F238E27FC236}">
                  <a16:creationId xmlns:a16="http://schemas.microsoft.com/office/drawing/2014/main" id="{05313CD6-7DBB-7480-6DC4-94C2395A00C2}"/>
                </a:ext>
              </a:extLst>
            </p:cNvPr>
            <p:cNvSpPr/>
            <p:nvPr/>
          </p:nvSpPr>
          <p:spPr>
            <a:xfrm>
              <a:off x="5759450" y="1123175"/>
              <a:ext cx="162559" cy="207784"/>
            </a:xfrm>
            <a:custGeom>
              <a:avLst/>
              <a:gdLst>
                <a:gd name="connsiteX0" fmla="*/ 81280 w 162559"/>
                <a:gd name="connsiteY0" fmla="*/ 207785 h 207784"/>
                <a:gd name="connsiteX1" fmla="*/ 162560 w 162559"/>
                <a:gd name="connsiteY1" fmla="*/ 126505 h 207784"/>
                <a:gd name="connsiteX2" fmla="*/ 154940 w 162559"/>
                <a:gd name="connsiteY2" fmla="*/ 82055 h 207784"/>
                <a:gd name="connsiteX3" fmla="*/ 138430 w 162559"/>
                <a:gd name="connsiteY3" fmla="*/ 82055 h 207784"/>
                <a:gd name="connsiteX4" fmla="*/ 116840 w 162559"/>
                <a:gd name="connsiteY4" fmla="*/ 92215 h 207784"/>
                <a:gd name="connsiteX5" fmla="*/ 91440 w 162559"/>
                <a:gd name="connsiteY5" fmla="*/ 66815 h 207784"/>
                <a:gd name="connsiteX6" fmla="*/ 91440 w 162559"/>
                <a:gd name="connsiteY6" fmla="*/ 9665 h 207784"/>
                <a:gd name="connsiteX7" fmla="*/ 76200 w 162559"/>
                <a:gd name="connsiteY7" fmla="*/ 2045 h 207784"/>
                <a:gd name="connsiteX8" fmla="*/ 0 w 162559"/>
                <a:gd name="connsiteY8" fmla="*/ 129045 h 207784"/>
                <a:gd name="connsiteX9" fmla="*/ 81280 w 162559"/>
                <a:gd name="connsiteY9" fmla="*/ 207785 h 207784"/>
                <a:gd name="connsiteX10" fmla="*/ 142240 w 162559"/>
                <a:gd name="connsiteY10" fmla="*/ 126505 h 207784"/>
                <a:gd name="connsiteX11" fmla="*/ 81280 w 162559"/>
                <a:gd name="connsiteY11" fmla="*/ 187465 h 207784"/>
                <a:gd name="connsiteX12" fmla="*/ 20320 w 162559"/>
                <a:gd name="connsiteY12" fmla="*/ 126505 h 207784"/>
                <a:gd name="connsiteX13" fmla="*/ 71120 w 162559"/>
                <a:gd name="connsiteY13" fmla="*/ 31255 h 207784"/>
                <a:gd name="connsiteX14" fmla="*/ 71120 w 162559"/>
                <a:gd name="connsiteY14" fmla="*/ 65545 h 207784"/>
                <a:gd name="connsiteX15" fmla="*/ 80010 w 162559"/>
                <a:gd name="connsiteY15" fmla="*/ 94755 h 207784"/>
                <a:gd name="connsiteX16" fmla="*/ 116840 w 162559"/>
                <a:gd name="connsiteY16" fmla="*/ 111265 h 207784"/>
                <a:gd name="connsiteX17" fmla="*/ 139700 w 162559"/>
                <a:gd name="connsiteY17" fmla="*/ 104915 h 207784"/>
                <a:gd name="connsiteX18" fmla="*/ 142240 w 162559"/>
                <a:gd name="connsiteY18" fmla="*/ 126505 h 20778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2559" h="207784">
                  <a:moveTo>
                    <a:pt x="81280" y="207785"/>
                  </a:moveTo>
                  <a:cubicBezTo>
                    <a:pt x="125730" y="207785"/>
                    <a:pt x="162560" y="170955"/>
                    <a:pt x="162560" y="126505"/>
                  </a:cubicBezTo>
                  <a:cubicBezTo>
                    <a:pt x="162560" y="109995"/>
                    <a:pt x="158750" y="93485"/>
                    <a:pt x="154940" y="82055"/>
                  </a:cubicBezTo>
                  <a:cubicBezTo>
                    <a:pt x="152400" y="74435"/>
                    <a:pt x="143510" y="75705"/>
                    <a:pt x="138430" y="82055"/>
                  </a:cubicBezTo>
                  <a:cubicBezTo>
                    <a:pt x="133350" y="87135"/>
                    <a:pt x="127000" y="92215"/>
                    <a:pt x="116840" y="92215"/>
                  </a:cubicBezTo>
                  <a:cubicBezTo>
                    <a:pt x="96520" y="92215"/>
                    <a:pt x="91440" y="76975"/>
                    <a:pt x="91440" y="66815"/>
                  </a:cubicBezTo>
                  <a:lnTo>
                    <a:pt x="91440" y="9665"/>
                  </a:lnTo>
                  <a:cubicBezTo>
                    <a:pt x="91440" y="2045"/>
                    <a:pt x="82550" y="-3035"/>
                    <a:pt x="76200" y="2045"/>
                  </a:cubicBezTo>
                  <a:cubicBezTo>
                    <a:pt x="29210" y="37605"/>
                    <a:pt x="0" y="88405"/>
                    <a:pt x="0" y="129045"/>
                  </a:cubicBezTo>
                  <a:cubicBezTo>
                    <a:pt x="1270" y="170955"/>
                    <a:pt x="36830" y="207785"/>
                    <a:pt x="81280" y="207785"/>
                  </a:cubicBezTo>
                  <a:close/>
                  <a:moveTo>
                    <a:pt x="142240" y="126505"/>
                  </a:moveTo>
                  <a:cubicBezTo>
                    <a:pt x="142240" y="159525"/>
                    <a:pt x="115570" y="187465"/>
                    <a:pt x="81280" y="187465"/>
                  </a:cubicBezTo>
                  <a:cubicBezTo>
                    <a:pt x="46990" y="187465"/>
                    <a:pt x="20320" y="160795"/>
                    <a:pt x="20320" y="126505"/>
                  </a:cubicBezTo>
                  <a:cubicBezTo>
                    <a:pt x="20320" y="98565"/>
                    <a:pt x="38100" y="61735"/>
                    <a:pt x="71120" y="31255"/>
                  </a:cubicBezTo>
                  <a:lnTo>
                    <a:pt x="71120" y="65545"/>
                  </a:lnTo>
                  <a:cubicBezTo>
                    <a:pt x="71120" y="73165"/>
                    <a:pt x="73660" y="84595"/>
                    <a:pt x="80010" y="94755"/>
                  </a:cubicBezTo>
                  <a:cubicBezTo>
                    <a:pt x="87630" y="104915"/>
                    <a:pt x="100330" y="111265"/>
                    <a:pt x="116840" y="111265"/>
                  </a:cubicBezTo>
                  <a:cubicBezTo>
                    <a:pt x="125730" y="111265"/>
                    <a:pt x="133350" y="108725"/>
                    <a:pt x="139700" y="104915"/>
                  </a:cubicBezTo>
                  <a:cubicBezTo>
                    <a:pt x="142240" y="112535"/>
                    <a:pt x="142240" y="118885"/>
                    <a:pt x="142240" y="126505"/>
                  </a:cubicBez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  <p:sp>
          <p:nvSpPr>
            <p:cNvPr id="31" name="Полилиния: фигура 290">
              <a:extLst>
                <a:ext uri="{FF2B5EF4-FFF2-40B4-BE49-F238E27FC236}">
                  <a16:creationId xmlns:a16="http://schemas.microsoft.com/office/drawing/2014/main" id="{7A506312-F57A-DE99-D9CA-D355A4317010}"/>
                </a:ext>
              </a:extLst>
            </p:cNvPr>
            <p:cNvSpPr/>
            <p:nvPr/>
          </p:nvSpPr>
          <p:spPr>
            <a:xfrm>
              <a:off x="5781040" y="1351280"/>
              <a:ext cx="111759" cy="20319"/>
            </a:xfrm>
            <a:custGeom>
              <a:avLst/>
              <a:gdLst>
                <a:gd name="connsiteX0" fmla="*/ 10160 w 111759"/>
                <a:gd name="connsiteY0" fmla="*/ 0 h 20319"/>
                <a:gd name="connsiteX1" fmla="*/ 0 w 111759"/>
                <a:gd name="connsiteY1" fmla="*/ 10160 h 20319"/>
                <a:gd name="connsiteX2" fmla="*/ 10160 w 111759"/>
                <a:gd name="connsiteY2" fmla="*/ 20320 h 20319"/>
                <a:gd name="connsiteX3" fmla="*/ 101600 w 111759"/>
                <a:gd name="connsiteY3" fmla="*/ 20320 h 20319"/>
                <a:gd name="connsiteX4" fmla="*/ 111760 w 111759"/>
                <a:gd name="connsiteY4" fmla="*/ 10160 h 20319"/>
                <a:gd name="connsiteX5" fmla="*/ 101600 w 111759"/>
                <a:gd name="connsiteY5" fmla="*/ 0 h 20319"/>
                <a:gd name="connsiteX6" fmla="*/ 10160 w 111759"/>
                <a:gd name="connsiteY6" fmla="*/ 0 h 203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1759" h="20319">
                  <a:moveTo>
                    <a:pt x="10160" y="0"/>
                  </a:moveTo>
                  <a:cubicBezTo>
                    <a:pt x="5080" y="0"/>
                    <a:pt x="0" y="5080"/>
                    <a:pt x="0" y="10160"/>
                  </a:cubicBezTo>
                  <a:cubicBezTo>
                    <a:pt x="0" y="15240"/>
                    <a:pt x="5080" y="20320"/>
                    <a:pt x="10160" y="20320"/>
                  </a:cubicBezTo>
                  <a:lnTo>
                    <a:pt x="101600" y="20320"/>
                  </a:lnTo>
                  <a:cubicBezTo>
                    <a:pt x="106680" y="20320"/>
                    <a:pt x="111760" y="15240"/>
                    <a:pt x="111760" y="10160"/>
                  </a:cubicBezTo>
                  <a:cubicBezTo>
                    <a:pt x="111760" y="5080"/>
                    <a:pt x="106680" y="0"/>
                    <a:pt x="101600" y="0"/>
                  </a:cubicBezTo>
                  <a:lnTo>
                    <a:pt x="10160" y="0"/>
                  </a:lnTo>
                  <a:close/>
                </a:path>
              </a:pathLst>
            </a:custGeom>
            <a:grpFill/>
            <a:ln w="1270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U"/>
            </a:p>
          </p:txBody>
        </p:sp>
      </p:grpSp>
      <p:sp>
        <p:nvSpPr>
          <p:cNvPr id="32" name="Text Placeholder 6">
            <a:extLst>
              <a:ext uri="{FF2B5EF4-FFF2-40B4-BE49-F238E27FC236}">
                <a16:creationId xmlns:a16="http://schemas.microsoft.com/office/drawing/2014/main" id="{53413105-1CCB-023E-7220-7C1C1C98E7B6}"/>
              </a:ext>
            </a:extLst>
          </p:cNvPr>
          <p:cNvSpPr txBox="1">
            <a:spLocks/>
          </p:cNvSpPr>
          <p:nvPr/>
        </p:nvSpPr>
        <p:spPr bwMode="auto">
          <a:xfrm>
            <a:off x="6923313" y="2669494"/>
            <a:ext cx="2853922" cy="523220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" panose="020B0503040504020204" pitchFamily="34" charset="0"/>
                <a:cs typeface="SB Sans Text" panose="020B0503040504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для компании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33" name="Text Placeholder 6">
            <a:extLst>
              <a:ext uri="{FF2B5EF4-FFF2-40B4-BE49-F238E27FC236}">
                <a16:creationId xmlns:a16="http://schemas.microsoft.com/office/drawing/2014/main" id="{4C24D324-029B-9B60-D2CC-5A143D401723}"/>
              </a:ext>
            </a:extLst>
          </p:cNvPr>
          <p:cNvSpPr txBox="1">
            <a:spLocks/>
          </p:cNvSpPr>
          <p:nvPr/>
        </p:nvSpPr>
        <p:spPr bwMode="auto">
          <a:xfrm>
            <a:off x="6923313" y="3751709"/>
            <a:ext cx="285392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rgbClr val="323F48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Эффективная команда демонстрирует высокую продуктивность и результаты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34" name="Text Placeholder 6">
            <a:extLst>
              <a:ext uri="{FF2B5EF4-FFF2-40B4-BE49-F238E27FC236}">
                <a16:creationId xmlns:a16="http://schemas.microsoft.com/office/drawing/2014/main" id="{55FDD7A1-7D06-B00F-0F81-E3963D1FC840}"/>
              </a:ext>
            </a:extLst>
          </p:cNvPr>
          <p:cNvSpPr txBox="1">
            <a:spLocks/>
          </p:cNvSpPr>
          <p:nvPr/>
        </p:nvSpPr>
        <p:spPr bwMode="auto">
          <a:xfrm>
            <a:off x="6923313" y="4871133"/>
            <a:ext cx="2995089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rgbClr val="323F48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Роли могут быть разными —</a:t>
            </a:r>
            <a:b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от лидера до исполнителя</a:t>
            </a:r>
            <a:b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и коммуникатора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35" name="Полилиния: фигура 93">
            <a:extLst>
              <a:ext uri="{FF2B5EF4-FFF2-40B4-BE49-F238E27FC236}">
                <a16:creationId xmlns:a16="http://schemas.microsoft.com/office/drawing/2014/main" id="{ED795232-2F7C-DCD7-3363-BB294B66F399}"/>
              </a:ext>
            </a:extLst>
          </p:cNvPr>
          <p:cNvSpPr/>
          <p:nvPr/>
        </p:nvSpPr>
        <p:spPr bwMode="auto">
          <a:xfrm>
            <a:off x="5894278" y="3639458"/>
            <a:ext cx="651793" cy="646331"/>
          </a:xfrm>
          <a:custGeom>
            <a:avLst/>
            <a:gdLst>
              <a:gd name="connsiteX0" fmla="*/ 110747 w 264674"/>
              <a:gd name="connsiteY0" fmla="*/ 13335 h 262456"/>
              <a:gd name="connsiteX1" fmla="*/ 82807 w 264674"/>
              <a:gd name="connsiteY1" fmla="*/ 73025 h 262456"/>
              <a:gd name="connsiteX2" fmla="*/ 81538 w 264674"/>
              <a:gd name="connsiteY2" fmla="*/ 74295 h 262456"/>
              <a:gd name="connsiteX3" fmla="*/ 19307 w 264674"/>
              <a:gd name="connsiteY3" fmla="*/ 83185 h 262456"/>
              <a:gd name="connsiteX4" fmla="*/ 6607 w 264674"/>
              <a:gd name="connsiteY4" fmla="*/ 122555 h 262456"/>
              <a:gd name="connsiteX5" fmla="*/ 51057 w 264674"/>
              <a:gd name="connsiteY5" fmla="*/ 168275 h 262456"/>
              <a:gd name="connsiteX6" fmla="*/ 52327 w 264674"/>
              <a:gd name="connsiteY6" fmla="*/ 170815 h 262456"/>
              <a:gd name="connsiteX7" fmla="*/ 42167 w 264674"/>
              <a:gd name="connsiteY7" fmla="*/ 235585 h 262456"/>
              <a:gd name="connsiteX8" fmla="*/ 75188 w 264674"/>
              <a:gd name="connsiteY8" fmla="*/ 259715 h 262456"/>
              <a:gd name="connsiteX9" fmla="*/ 131067 w 264674"/>
              <a:gd name="connsiteY9" fmla="*/ 229235 h 262456"/>
              <a:gd name="connsiteX10" fmla="*/ 133607 w 264674"/>
              <a:gd name="connsiteY10" fmla="*/ 229235 h 262456"/>
              <a:gd name="connsiteX11" fmla="*/ 189488 w 264674"/>
              <a:gd name="connsiteY11" fmla="*/ 259715 h 262456"/>
              <a:gd name="connsiteX12" fmla="*/ 222507 w 264674"/>
              <a:gd name="connsiteY12" fmla="*/ 235585 h 262456"/>
              <a:gd name="connsiteX13" fmla="*/ 212347 w 264674"/>
              <a:gd name="connsiteY13" fmla="*/ 170815 h 262456"/>
              <a:gd name="connsiteX14" fmla="*/ 213617 w 264674"/>
              <a:gd name="connsiteY14" fmla="*/ 168275 h 262456"/>
              <a:gd name="connsiteX15" fmla="*/ 258067 w 264674"/>
              <a:gd name="connsiteY15" fmla="*/ 122555 h 262456"/>
              <a:gd name="connsiteX16" fmla="*/ 245367 w 264674"/>
              <a:gd name="connsiteY16" fmla="*/ 83185 h 262456"/>
              <a:gd name="connsiteX17" fmla="*/ 183138 w 264674"/>
              <a:gd name="connsiteY17" fmla="*/ 74295 h 262456"/>
              <a:gd name="connsiteX18" fmla="*/ 181867 w 264674"/>
              <a:gd name="connsiteY18" fmla="*/ 73025 h 262456"/>
              <a:gd name="connsiteX19" fmla="*/ 153927 w 264674"/>
              <a:gd name="connsiteY19" fmla="*/ 13335 h 262456"/>
              <a:gd name="connsiteX20" fmla="*/ 110747 w 264674"/>
              <a:gd name="connsiteY20" fmla="*/ 13335 h 262456"/>
              <a:gd name="connsiteX21" fmla="*/ 133607 w 264674"/>
              <a:gd name="connsiteY21" fmla="*/ 22225 h 262456"/>
              <a:gd name="connsiteX22" fmla="*/ 161547 w 264674"/>
              <a:gd name="connsiteY22" fmla="*/ 81915 h 262456"/>
              <a:gd name="connsiteX23" fmla="*/ 178057 w 264674"/>
              <a:gd name="connsiteY23" fmla="*/ 94615 h 262456"/>
              <a:gd name="connsiteX24" fmla="*/ 240288 w 264674"/>
              <a:gd name="connsiteY24" fmla="*/ 103505 h 262456"/>
              <a:gd name="connsiteX25" fmla="*/ 241557 w 264674"/>
              <a:gd name="connsiteY25" fmla="*/ 108585 h 262456"/>
              <a:gd name="connsiteX26" fmla="*/ 197107 w 264674"/>
              <a:gd name="connsiteY26" fmla="*/ 154305 h 262456"/>
              <a:gd name="connsiteX27" fmla="*/ 190757 w 264674"/>
              <a:gd name="connsiteY27" fmla="*/ 174625 h 262456"/>
              <a:gd name="connsiteX28" fmla="*/ 200917 w 264674"/>
              <a:gd name="connsiteY28" fmla="*/ 239395 h 262456"/>
              <a:gd name="connsiteX29" fmla="*/ 197107 w 264674"/>
              <a:gd name="connsiteY29" fmla="*/ 243205 h 262456"/>
              <a:gd name="connsiteX30" fmla="*/ 141227 w 264674"/>
              <a:gd name="connsiteY30" fmla="*/ 212725 h 262456"/>
              <a:gd name="connsiteX31" fmla="*/ 119638 w 264674"/>
              <a:gd name="connsiteY31" fmla="*/ 212725 h 262456"/>
              <a:gd name="connsiteX32" fmla="*/ 63757 w 264674"/>
              <a:gd name="connsiteY32" fmla="*/ 243205 h 262456"/>
              <a:gd name="connsiteX33" fmla="*/ 59947 w 264674"/>
              <a:gd name="connsiteY33" fmla="*/ 239395 h 262456"/>
              <a:gd name="connsiteX34" fmla="*/ 70107 w 264674"/>
              <a:gd name="connsiteY34" fmla="*/ 174625 h 262456"/>
              <a:gd name="connsiteX35" fmla="*/ 63757 w 264674"/>
              <a:gd name="connsiteY35" fmla="*/ 154305 h 262456"/>
              <a:gd name="connsiteX36" fmla="*/ 19307 w 264674"/>
              <a:gd name="connsiteY36" fmla="*/ 108585 h 262456"/>
              <a:gd name="connsiteX37" fmla="*/ 20577 w 264674"/>
              <a:gd name="connsiteY37" fmla="*/ 103505 h 262456"/>
              <a:gd name="connsiteX38" fmla="*/ 82807 w 264674"/>
              <a:gd name="connsiteY38" fmla="*/ 94615 h 262456"/>
              <a:gd name="connsiteX39" fmla="*/ 99317 w 264674"/>
              <a:gd name="connsiteY39" fmla="*/ 81915 h 262456"/>
              <a:gd name="connsiteX40" fmla="*/ 127257 w 264674"/>
              <a:gd name="connsiteY40" fmla="*/ 22225 h 262456"/>
              <a:gd name="connsiteX41" fmla="*/ 133607 w 264674"/>
              <a:gd name="connsiteY41" fmla="*/ 22225 h 262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</a:cxnLst>
            <a:rect l="l" t="t" r="r" b="b"/>
            <a:pathLst>
              <a:path w="264674" h="262456">
                <a:moveTo>
                  <a:pt x="110747" y="13335"/>
                </a:moveTo>
                <a:lnTo>
                  <a:pt x="82807" y="73025"/>
                </a:lnTo>
                <a:cubicBezTo>
                  <a:pt x="82807" y="74295"/>
                  <a:pt x="81538" y="74295"/>
                  <a:pt x="81538" y="74295"/>
                </a:cubicBezTo>
                <a:lnTo>
                  <a:pt x="19307" y="83185"/>
                </a:lnTo>
                <a:cubicBezTo>
                  <a:pt x="257" y="85725"/>
                  <a:pt x="-6093" y="109855"/>
                  <a:pt x="6607" y="122555"/>
                </a:cubicBezTo>
                <a:lnTo>
                  <a:pt x="51057" y="168275"/>
                </a:lnTo>
                <a:cubicBezTo>
                  <a:pt x="52327" y="169545"/>
                  <a:pt x="52327" y="169545"/>
                  <a:pt x="52327" y="170815"/>
                </a:cubicBezTo>
                <a:lnTo>
                  <a:pt x="42167" y="235585"/>
                </a:lnTo>
                <a:cubicBezTo>
                  <a:pt x="39627" y="254635"/>
                  <a:pt x="58677" y="268605"/>
                  <a:pt x="75188" y="259715"/>
                </a:cubicBezTo>
                <a:lnTo>
                  <a:pt x="131067" y="229235"/>
                </a:lnTo>
                <a:cubicBezTo>
                  <a:pt x="131067" y="229235"/>
                  <a:pt x="132338" y="229235"/>
                  <a:pt x="133607" y="229235"/>
                </a:cubicBezTo>
                <a:lnTo>
                  <a:pt x="189488" y="259715"/>
                </a:lnTo>
                <a:cubicBezTo>
                  <a:pt x="205997" y="268605"/>
                  <a:pt x="226317" y="254635"/>
                  <a:pt x="222507" y="235585"/>
                </a:cubicBezTo>
                <a:lnTo>
                  <a:pt x="212347" y="170815"/>
                </a:lnTo>
                <a:cubicBezTo>
                  <a:pt x="212347" y="169545"/>
                  <a:pt x="212347" y="168275"/>
                  <a:pt x="213617" y="168275"/>
                </a:cubicBezTo>
                <a:lnTo>
                  <a:pt x="258067" y="122555"/>
                </a:lnTo>
                <a:cubicBezTo>
                  <a:pt x="270767" y="108585"/>
                  <a:pt x="264417" y="85725"/>
                  <a:pt x="245367" y="83185"/>
                </a:cubicBezTo>
                <a:lnTo>
                  <a:pt x="183138" y="74295"/>
                </a:lnTo>
                <a:cubicBezTo>
                  <a:pt x="181867" y="74295"/>
                  <a:pt x="181867" y="73025"/>
                  <a:pt x="181867" y="73025"/>
                </a:cubicBezTo>
                <a:lnTo>
                  <a:pt x="153927" y="13335"/>
                </a:lnTo>
                <a:cubicBezTo>
                  <a:pt x="143767" y="-4445"/>
                  <a:pt x="119638" y="-4445"/>
                  <a:pt x="110747" y="13335"/>
                </a:cubicBezTo>
                <a:close/>
                <a:moveTo>
                  <a:pt x="133607" y="22225"/>
                </a:moveTo>
                <a:lnTo>
                  <a:pt x="161547" y="81915"/>
                </a:lnTo>
                <a:cubicBezTo>
                  <a:pt x="165357" y="88265"/>
                  <a:pt x="171707" y="93345"/>
                  <a:pt x="178057" y="94615"/>
                </a:cubicBezTo>
                <a:lnTo>
                  <a:pt x="240288" y="103505"/>
                </a:lnTo>
                <a:cubicBezTo>
                  <a:pt x="242827" y="103505"/>
                  <a:pt x="242827" y="107315"/>
                  <a:pt x="241557" y="108585"/>
                </a:cubicBezTo>
                <a:lnTo>
                  <a:pt x="197107" y="154305"/>
                </a:lnTo>
                <a:cubicBezTo>
                  <a:pt x="192027" y="159385"/>
                  <a:pt x="189488" y="167005"/>
                  <a:pt x="190757" y="174625"/>
                </a:cubicBezTo>
                <a:lnTo>
                  <a:pt x="200917" y="239395"/>
                </a:lnTo>
                <a:cubicBezTo>
                  <a:pt x="200917" y="241935"/>
                  <a:pt x="199647" y="243205"/>
                  <a:pt x="197107" y="243205"/>
                </a:cubicBezTo>
                <a:lnTo>
                  <a:pt x="141227" y="212725"/>
                </a:lnTo>
                <a:cubicBezTo>
                  <a:pt x="134877" y="208915"/>
                  <a:pt x="125988" y="208915"/>
                  <a:pt x="119638" y="212725"/>
                </a:cubicBezTo>
                <a:lnTo>
                  <a:pt x="63757" y="243205"/>
                </a:lnTo>
                <a:cubicBezTo>
                  <a:pt x="62488" y="244475"/>
                  <a:pt x="59947" y="241935"/>
                  <a:pt x="59947" y="239395"/>
                </a:cubicBezTo>
                <a:lnTo>
                  <a:pt x="70107" y="174625"/>
                </a:lnTo>
                <a:cubicBezTo>
                  <a:pt x="71377" y="167005"/>
                  <a:pt x="68838" y="159385"/>
                  <a:pt x="63757" y="154305"/>
                </a:cubicBezTo>
                <a:lnTo>
                  <a:pt x="19307" y="108585"/>
                </a:lnTo>
                <a:cubicBezTo>
                  <a:pt x="18038" y="107315"/>
                  <a:pt x="18038" y="103505"/>
                  <a:pt x="20577" y="103505"/>
                </a:cubicBezTo>
                <a:lnTo>
                  <a:pt x="82807" y="94615"/>
                </a:lnTo>
                <a:cubicBezTo>
                  <a:pt x="90427" y="93345"/>
                  <a:pt x="96777" y="88265"/>
                  <a:pt x="99317" y="81915"/>
                </a:cubicBezTo>
                <a:lnTo>
                  <a:pt x="127257" y="22225"/>
                </a:lnTo>
                <a:cubicBezTo>
                  <a:pt x="129797" y="19685"/>
                  <a:pt x="132338" y="19685"/>
                  <a:pt x="133607" y="22225"/>
                </a:cubicBezTo>
                <a:close/>
              </a:path>
            </a:pathLst>
          </a:custGeom>
          <a:solidFill>
            <a:srgbClr val="01E0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6" name="Полилиния: фигура 205">
            <a:extLst>
              <a:ext uri="{FF2B5EF4-FFF2-40B4-BE49-F238E27FC236}">
                <a16:creationId xmlns:a16="http://schemas.microsoft.com/office/drawing/2014/main" id="{16AC0351-590B-87D7-B9BE-46342A554C75}"/>
              </a:ext>
            </a:extLst>
          </p:cNvPr>
          <p:cNvSpPr/>
          <p:nvPr/>
        </p:nvSpPr>
        <p:spPr bwMode="auto">
          <a:xfrm>
            <a:off x="5943267" y="4719647"/>
            <a:ext cx="502208" cy="826191"/>
          </a:xfrm>
          <a:custGeom>
            <a:avLst/>
            <a:gdLst>
              <a:gd name="connsiteX0" fmla="*/ 94728 w 158976"/>
              <a:gd name="connsiteY0" fmla="*/ 44407 h 261534"/>
              <a:gd name="connsiteX1" fmla="*/ 28688 w 158976"/>
              <a:gd name="connsiteY1" fmla="*/ 139657 h 261534"/>
              <a:gd name="connsiteX2" fmla="*/ 64248 w 158976"/>
              <a:gd name="connsiteY2" fmla="*/ 139657 h 261534"/>
              <a:gd name="connsiteX3" fmla="*/ 75678 w 158976"/>
              <a:gd name="connsiteY3" fmla="*/ 152357 h 261534"/>
              <a:gd name="connsiteX4" fmla="*/ 66788 w 158976"/>
              <a:gd name="connsiteY4" fmla="*/ 214588 h 261534"/>
              <a:gd name="connsiteX5" fmla="*/ 132828 w 158976"/>
              <a:gd name="connsiteY5" fmla="*/ 119338 h 261534"/>
              <a:gd name="connsiteX6" fmla="*/ 97268 w 158976"/>
              <a:gd name="connsiteY6" fmla="*/ 119338 h 261534"/>
              <a:gd name="connsiteX7" fmla="*/ 85838 w 158976"/>
              <a:gd name="connsiteY7" fmla="*/ 106638 h 261534"/>
              <a:gd name="connsiteX8" fmla="*/ 94728 w 158976"/>
              <a:gd name="connsiteY8" fmla="*/ 44407 h 261534"/>
              <a:gd name="connsiteX9" fmla="*/ 97268 w 158976"/>
              <a:gd name="connsiteY9" fmla="*/ 5038 h 261534"/>
              <a:gd name="connsiteX10" fmla="*/ 118858 w 158976"/>
              <a:gd name="connsiteY10" fmla="*/ 13927 h 261534"/>
              <a:gd name="connsiteX11" fmla="*/ 106158 w 158976"/>
              <a:gd name="connsiteY11" fmla="*/ 100288 h 261534"/>
              <a:gd name="connsiteX12" fmla="*/ 148068 w 158976"/>
              <a:gd name="connsiteY12" fmla="*/ 100288 h 261534"/>
              <a:gd name="connsiteX13" fmla="*/ 156958 w 158976"/>
              <a:gd name="connsiteY13" fmla="*/ 118068 h 261534"/>
              <a:gd name="connsiteX14" fmla="*/ 61708 w 158976"/>
              <a:gd name="connsiteY14" fmla="*/ 256498 h 261534"/>
              <a:gd name="connsiteX15" fmla="*/ 40118 w 158976"/>
              <a:gd name="connsiteY15" fmla="*/ 247607 h 261534"/>
              <a:gd name="connsiteX16" fmla="*/ 52818 w 158976"/>
              <a:gd name="connsiteY16" fmla="*/ 161248 h 261534"/>
              <a:gd name="connsiteX17" fmla="*/ 10908 w 158976"/>
              <a:gd name="connsiteY17" fmla="*/ 161248 h 261534"/>
              <a:gd name="connsiteX18" fmla="*/ 2018 w 158976"/>
              <a:gd name="connsiteY18" fmla="*/ 143468 h 261534"/>
              <a:gd name="connsiteX19" fmla="*/ 97268 w 158976"/>
              <a:gd name="connsiteY19" fmla="*/ 5038 h 261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</a:cxnLst>
            <a:rect l="l" t="t" r="r" b="b"/>
            <a:pathLst>
              <a:path w="158976" h="261534">
                <a:moveTo>
                  <a:pt x="94728" y="44407"/>
                </a:moveTo>
                <a:lnTo>
                  <a:pt x="28688" y="139657"/>
                </a:lnTo>
                <a:lnTo>
                  <a:pt x="64248" y="139657"/>
                </a:lnTo>
                <a:cubicBezTo>
                  <a:pt x="70598" y="139657"/>
                  <a:pt x="75678" y="146007"/>
                  <a:pt x="75678" y="152357"/>
                </a:cubicBezTo>
                <a:lnTo>
                  <a:pt x="66788" y="214588"/>
                </a:lnTo>
                <a:lnTo>
                  <a:pt x="132828" y="119338"/>
                </a:lnTo>
                <a:lnTo>
                  <a:pt x="97268" y="119338"/>
                </a:lnTo>
                <a:cubicBezTo>
                  <a:pt x="90918" y="119338"/>
                  <a:pt x="85838" y="112988"/>
                  <a:pt x="85838" y="106638"/>
                </a:cubicBezTo>
                <a:lnTo>
                  <a:pt x="94728" y="44407"/>
                </a:lnTo>
                <a:close/>
                <a:moveTo>
                  <a:pt x="97268" y="5038"/>
                </a:moveTo>
                <a:cubicBezTo>
                  <a:pt x="104888" y="-5123"/>
                  <a:pt x="121398" y="1227"/>
                  <a:pt x="118858" y="13927"/>
                </a:cubicBezTo>
                <a:lnTo>
                  <a:pt x="106158" y="100288"/>
                </a:lnTo>
                <a:lnTo>
                  <a:pt x="148068" y="100288"/>
                </a:lnTo>
                <a:cubicBezTo>
                  <a:pt x="156958" y="100288"/>
                  <a:pt x="162038" y="110448"/>
                  <a:pt x="156958" y="118068"/>
                </a:cubicBezTo>
                <a:lnTo>
                  <a:pt x="61708" y="256498"/>
                </a:lnTo>
                <a:cubicBezTo>
                  <a:pt x="54088" y="266657"/>
                  <a:pt x="37578" y="260307"/>
                  <a:pt x="40118" y="247607"/>
                </a:cubicBezTo>
                <a:lnTo>
                  <a:pt x="52818" y="161248"/>
                </a:lnTo>
                <a:lnTo>
                  <a:pt x="10908" y="161248"/>
                </a:lnTo>
                <a:cubicBezTo>
                  <a:pt x="2018" y="161248"/>
                  <a:pt x="-3062" y="151088"/>
                  <a:pt x="2018" y="143468"/>
                </a:cubicBezTo>
                <a:lnTo>
                  <a:pt x="97268" y="5038"/>
                </a:lnTo>
                <a:close/>
              </a:path>
            </a:pathLst>
          </a:custGeom>
          <a:solidFill>
            <a:srgbClr val="01E0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37" name="Полилиния: фигура 311">
            <a:extLst>
              <a:ext uri="{FF2B5EF4-FFF2-40B4-BE49-F238E27FC236}">
                <a16:creationId xmlns:a16="http://schemas.microsoft.com/office/drawing/2014/main" id="{F9F56749-AC52-9364-7D60-E86DB5A6C5EB}"/>
              </a:ext>
            </a:extLst>
          </p:cNvPr>
          <p:cNvSpPr/>
          <p:nvPr/>
        </p:nvSpPr>
        <p:spPr bwMode="auto">
          <a:xfrm>
            <a:off x="5878738" y="2594054"/>
            <a:ext cx="657274" cy="657274"/>
          </a:xfrm>
          <a:custGeom>
            <a:avLst/>
            <a:gdLst>
              <a:gd name="connsiteX0" fmla="*/ 150974 w 242258"/>
              <a:gd name="connsiteY0" fmla="*/ 32864 h 242258"/>
              <a:gd name="connsiteX1" fmla="*/ 208124 w 242258"/>
              <a:gd name="connsiteY1" fmla="*/ 32864 h 242258"/>
              <a:gd name="connsiteX2" fmla="*/ 209395 w 242258"/>
              <a:gd name="connsiteY2" fmla="*/ 34135 h 242258"/>
              <a:gd name="connsiteX3" fmla="*/ 209395 w 242258"/>
              <a:gd name="connsiteY3" fmla="*/ 91285 h 242258"/>
              <a:gd name="connsiteX4" fmla="*/ 163674 w 242258"/>
              <a:gd name="connsiteY4" fmla="*/ 137005 h 242258"/>
              <a:gd name="connsiteX5" fmla="*/ 106524 w 242258"/>
              <a:gd name="connsiteY5" fmla="*/ 137005 h 242258"/>
              <a:gd name="connsiteX6" fmla="*/ 105255 w 242258"/>
              <a:gd name="connsiteY6" fmla="*/ 135735 h 242258"/>
              <a:gd name="connsiteX7" fmla="*/ 91284 w 242258"/>
              <a:gd name="connsiteY7" fmla="*/ 135735 h 242258"/>
              <a:gd name="connsiteX8" fmla="*/ 91284 w 242258"/>
              <a:gd name="connsiteY8" fmla="*/ 149705 h 242258"/>
              <a:gd name="connsiteX9" fmla="*/ 92555 w 242258"/>
              <a:gd name="connsiteY9" fmla="*/ 150974 h 242258"/>
              <a:gd name="connsiteX10" fmla="*/ 178914 w 242258"/>
              <a:gd name="connsiteY10" fmla="*/ 150974 h 242258"/>
              <a:gd name="connsiteX11" fmla="*/ 224634 w 242258"/>
              <a:gd name="connsiteY11" fmla="*/ 105255 h 242258"/>
              <a:gd name="connsiteX12" fmla="*/ 224634 w 242258"/>
              <a:gd name="connsiteY12" fmla="*/ 18894 h 242258"/>
              <a:gd name="connsiteX13" fmla="*/ 223364 w 242258"/>
              <a:gd name="connsiteY13" fmla="*/ 17624 h 242258"/>
              <a:gd name="connsiteX14" fmla="*/ 137005 w 242258"/>
              <a:gd name="connsiteY14" fmla="*/ 17624 h 242258"/>
              <a:gd name="connsiteX15" fmla="*/ 121764 w 242258"/>
              <a:gd name="connsiteY15" fmla="*/ 32864 h 242258"/>
              <a:gd name="connsiteX16" fmla="*/ 121764 w 242258"/>
              <a:gd name="connsiteY16" fmla="*/ 46835 h 242258"/>
              <a:gd name="connsiteX17" fmla="*/ 135734 w 242258"/>
              <a:gd name="connsiteY17" fmla="*/ 46835 h 242258"/>
              <a:gd name="connsiteX18" fmla="*/ 150974 w 242258"/>
              <a:gd name="connsiteY18" fmla="*/ 32864 h 242258"/>
              <a:gd name="connsiteX19" fmla="*/ 92555 w 242258"/>
              <a:gd name="connsiteY19" fmla="*/ 209394 h 242258"/>
              <a:gd name="connsiteX20" fmla="*/ 35405 w 242258"/>
              <a:gd name="connsiteY20" fmla="*/ 209394 h 242258"/>
              <a:gd name="connsiteX21" fmla="*/ 32864 w 242258"/>
              <a:gd name="connsiteY21" fmla="*/ 208124 h 242258"/>
              <a:gd name="connsiteX22" fmla="*/ 32864 w 242258"/>
              <a:gd name="connsiteY22" fmla="*/ 150974 h 242258"/>
              <a:gd name="connsiteX23" fmla="*/ 78584 w 242258"/>
              <a:gd name="connsiteY23" fmla="*/ 105255 h 242258"/>
              <a:gd name="connsiteX24" fmla="*/ 135734 w 242258"/>
              <a:gd name="connsiteY24" fmla="*/ 105255 h 242258"/>
              <a:gd name="connsiteX25" fmla="*/ 137005 w 242258"/>
              <a:gd name="connsiteY25" fmla="*/ 106524 h 242258"/>
              <a:gd name="connsiteX26" fmla="*/ 150974 w 242258"/>
              <a:gd name="connsiteY26" fmla="*/ 106524 h 242258"/>
              <a:gd name="connsiteX27" fmla="*/ 150974 w 242258"/>
              <a:gd name="connsiteY27" fmla="*/ 92555 h 242258"/>
              <a:gd name="connsiteX28" fmla="*/ 149705 w 242258"/>
              <a:gd name="connsiteY28" fmla="*/ 91285 h 242258"/>
              <a:gd name="connsiteX29" fmla="*/ 63345 w 242258"/>
              <a:gd name="connsiteY29" fmla="*/ 91285 h 242258"/>
              <a:gd name="connsiteX30" fmla="*/ 17624 w 242258"/>
              <a:gd name="connsiteY30" fmla="*/ 137005 h 242258"/>
              <a:gd name="connsiteX31" fmla="*/ 17624 w 242258"/>
              <a:gd name="connsiteY31" fmla="*/ 223364 h 242258"/>
              <a:gd name="connsiteX32" fmla="*/ 18895 w 242258"/>
              <a:gd name="connsiteY32" fmla="*/ 224635 h 242258"/>
              <a:gd name="connsiteX33" fmla="*/ 105255 w 242258"/>
              <a:gd name="connsiteY33" fmla="*/ 224635 h 242258"/>
              <a:gd name="connsiteX34" fmla="*/ 120495 w 242258"/>
              <a:gd name="connsiteY34" fmla="*/ 209394 h 242258"/>
              <a:gd name="connsiteX35" fmla="*/ 120495 w 242258"/>
              <a:gd name="connsiteY35" fmla="*/ 195424 h 242258"/>
              <a:gd name="connsiteX36" fmla="*/ 106524 w 242258"/>
              <a:gd name="connsiteY36" fmla="*/ 195424 h 242258"/>
              <a:gd name="connsiteX37" fmla="*/ 92555 w 242258"/>
              <a:gd name="connsiteY37" fmla="*/ 209394 h 2422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242258" h="242258">
                <a:moveTo>
                  <a:pt x="150974" y="32864"/>
                </a:moveTo>
                <a:cubicBezTo>
                  <a:pt x="166214" y="16355"/>
                  <a:pt x="192884" y="16355"/>
                  <a:pt x="208124" y="32864"/>
                </a:cubicBezTo>
                <a:lnTo>
                  <a:pt x="209395" y="34135"/>
                </a:lnTo>
                <a:cubicBezTo>
                  <a:pt x="225905" y="49374"/>
                  <a:pt x="225905" y="76044"/>
                  <a:pt x="209395" y="91285"/>
                </a:cubicBezTo>
                <a:lnTo>
                  <a:pt x="163674" y="137005"/>
                </a:lnTo>
                <a:cubicBezTo>
                  <a:pt x="148434" y="153514"/>
                  <a:pt x="121764" y="153514"/>
                  <a:pt x="106524" y="137005"/>
                </a:cubicBezTo>
                <a:lnTo>
                  <a:pt x="105255" y="135735"/>
                </a:lnTo>
                <a:cubicBezTo>
                  <a:pt x="101445" y="131924"/>
                  <a:pt x="95095" y="131924"/>
                  <a:pt x="91284" y="135735"/>
                </a:cubicBezTo>
                <a:cubicBezTo>
                  <a:pt x="87474" y="139544"/>
                  <a:pt x="87474" y="145894"/>
                  <a:pt x="91284" y="149705"/>
                </a:cubicBezTo>
                <a:lnTo>
                  <a:pt x="92555" y="150974"/>
                </a:lnTo>
                <a:cubicBezTo>
                  <a:pt x="116684" y="175105"/>
                  <a:pt x="154784" y="173835"/>
                  <a:pt x="178914" y="150974"/>
                </a:cubicBezTo>
                <a:lnTo>
                  <a:pt x="224634" y="105255"/>
                </a:lnTo>
                <a:cubicBezTo>
                  <a:pt x="248764" y="81124"/>
                  <a:pt x="247495" y="43024"/>
                  <a:pt x="224634" y="18894"/>
                </a:cubicBezTo>
                <a:lnTo>
                  <a:pt x="223364" y="17624"/>
                </a:lnTo>
                <a:cubicBezTo>
                  <a:pt x="199234" y="-6506"/>
                  <a:pt x="161134" y="-5236"/>
                  <a:pt x="137005" y="17624"/>
                </a:cubicBezTo>
                <a:lnTo>
                  <a:pt x="121764" y="32864"/>
                </a:lnTo>
                <a:cubicBezTo>
                  <a:pt x="117955" y="36674"/>
                  <a:pt x="117955" y="43024"/>
                  <a:pt x="121764" y="46835"/>
                </a:cubicBezTo>
                <a:cubicBezTo>
                  <a:pt x="125574" y="50644"/>
                  <a:pt x="131924" y="50644"/>
                  <a:pt x="135734" y="46835"/>
                </a:cubicBezTo>
                <a:lnTo>
                  <a:pt x="150974" y="32864"/>
                </a:lnTo>
                <a:close/>
                <a:moveTo>
                  <a:pt x="92555" y="209394"/>
                </a:moveTo>
                <a:cubicBezTo>
                  <a:pt x="77314" y="225905"/>
                  <a:pt x="50645" y="225905"/>
                  <a:pt x="35405" y="209394"/>
                </a:cubicBezTo>
                <a:lnTo>
                  <a:pt x="32864" y="208124"/>
                </a:lnTo>
                <a:cubicBezTo>
                  <a:pt x="16355" y="192885"/>
                  <a:pt x="16355" y="166214"/>
                  <a:pt x="32864" y="150974"/>
                </a:cubicBezTo>
                <a:lnTo>
                  <a:pt x="78584" y="105255"/>
                </a:lnTo>
                <a:cubicBezTo>
                  <a:pt x="93824" y="88744"/>
                  <a:pt x="120495" y="88744"/>
                  <a:pt x="135734" y="105255"/>
                </a:cubicBezTo>
                <a:lnTo>
                  <a:pt x="137005" y="106524"/>
                </a:lnTo>
                <a:cubicBezTo>
                  <a:pt x="140814" y="110335"/>
                  <a:pt x="147164" y="110335"/>
                  <a:pt x="150974" y="106524"/>
                </a:cubicBezTo>
                <a:cubicBezTo>
                  <a:pt x="154784" y="102714"/>
                  <a:pt x="154784" y="96364"/>
                  <a:pt x="150974" y="92555"/>
                </a:cubicBezTo>
                <a:lnTo>
                  <a:pt x="149705" y="91285"/>
                </a:lnTo>
                <a:cubicBezTo>
                  <a:pt x="125574" y="67155"/>
                  <a:pt x="87474" y="68424"/>
                  <a:pt x="63345" y="91285"/>
                </a:cubicBezTo>
                <a:lnTo>
                  <a:pt x="17624" y="137005"/>
                </a:lnTo>
                <a:cubicBezTo>
                  <a:pt x="-6505" y="161135"/>
                  <a:pt x="-5236" y="199235"/>
                  <a:pt x="17624" y="223364"/>
                </a:cubicBezTo>
                <a:lnTo>
                  <a:pt x="18895" y="224635"/>
                </a:lnTo>
                <a:cubicBezTo>
                  <a:pt x="43024" y="248764"/>
                  <a:pt x="81124" y="247494"/>
                  <a:pt x="105255" y="224635"/>
                </a:cubicBezTo>
                <a:lnTo>
                  <a:pt x="120495" y="209394"/>
                </a:lnTo>
                <a:cubicBezTo>
                  <a:pt x="124305" y="205585"/>
                  <a:pt x="124305" y="199235"/>
                  <a:pt x="120495" y="195424"/>
                </a:cubicBezTo>
                <a:cubicBezTo>
                  <a:pt x="116684" y="191614"/>
                  <a:pt x="110334" y="191614"/>
                  <a:pt x="106524" y="195424"/>
                </a:cubicBezTo>
                <a:lnTo>
                  <a:pt x="92555" y="209394"/>
                </a:lnTo>
                <a:close/>
              </a:path>
            </a:pathLst>
          </a:custGeom>
          <a:solidFill>
            <a:srgbClr val="01E0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369035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2FCDB9-0130-732A-31A4-3783F71F3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5FA48C3-E0E4-54BC-8C2C-21D5C1E8D587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текстом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3756F16-9192-E12F-D4E5-E45AD782C43E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A6517D07-83FB-C460-D2F1-FBD4FD1799B3}"/>
              </a:ext>
            </a:extLst>
          </p:cNvPr>
          <p:cNvSpPr/>
          <p:nvPr/>
        </p:nvSpPr>
        <p:spPr bwMode="auto">
          <a:xfrm>
            <a:off x="550863" y="2312074"/>
            <a:ext cx="4210607" cy="1706176"/>
          </a:xfrm>
          <a:prstGeom prst="roundRect">
            <a:avLst>
              <a:gd name="adj" fmla="val 12984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7" name="object 26">
            <a:extLst>
              <a:ext uri="{FF2B5EF4-FFF2-40B4-BE49-F238E27FC236}">
                <a16:creationId xmlns:a16="http://schemas.microsoft.com/office/drawing/2014/main" id="{4A10C8F4-1D0E-6979-A283-0715C1F6A56D}"/>
              </a:ext>
            </a:extLst>
          </p:cNvPr>
          <p:cNvSpPr txBox="1"/>
          <p:nvPr/>
        </p:nvSpPr>
        <p:spPr bwMode="auto">
          <a:xfrm>
            <a:off x="1438242" y="2485771"/>
            <a:ext cx="3207901" cy="646331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ru-RU"/>
            </a:defPPr>
            <a:lvl1pPr>
              <a:defRPr b="1" spc="-30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  <a:lvl2pPr marL="6858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599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Команда демонстрирует высокую продуктивность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29BE449-809C-448C-147F-DB7C3F63889C}"/>
              </a:ext>
            </a:extLst>
          </p:cNvPr>
          <p:cNvSpPr txBox="1"/>
          <p:nvPr/>
        </p:nvSpPr>
        <p:spPr bwMode="auto">
          <a:xfrm>
            <a:off x="729334" y="2450758"/>
            <a:ext cx="1140817" cy="769441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>
              <a:defRPr sz="1600" spc="-30">
                <a:solidFill>
                  <a:schemeClr val="bg1"/>
                </a:solidFill>
                <a:latin typeface="SB Sans Text"/>
                <a:cs typeface="SB Sans Text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defRPr/>
            </a:pPr>
            <a:r>
              <a:rPr lang="ru-RU" sz="4400" b="1" dirty="0">
                <a:solidFill>
                  <a:srgbClr val="56FF71"/>
                </a:solidFill>
                <a:latin typeface="SB Sans Display Semibold"/>
                <a:cs typeface="SB Sans Display Semibold"/>
              </a:rPr>
              <a:t>01</a:t>
            </a:r>
            <a:endParaRPr sz="4400" b="1" dirty="0">
              <a:solidFill>
                <a:srgbClr val="56FF71"/>
              </a:solidFill>
              <a:latin typeface="SB Sans Display Semibold"/>
              <a:cs typeface="SB Sans Display Semibold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F9D3B-36AA-A95C-7962-672F79F49FED}"/>
              </a:ext>
            </a:extLst>
          </p:cNvPr>
          <p:cNvSpPr txBox="1"/>
          <p:nvPr/>
        </p:nvSpPr>
        <p:spPr bwMode="auto">
          <a:xfrm>
            <a:off x="704620" y="3132102"/>
            <a:ext cx="388385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ru-RU"/>
            </a:defPPr>
            <a:lvl1pPr>
              <a:defRPr sz="1400" b="0" i="0" u="none" strike="noStrike" cap="none" spc="0">
                <a:solidFill>
                  <a:schemeClr val="bg1"/>
                </a:solidFill>
                <a:latin typeface="SB Sans Text Light"/>
                <a:ea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процент сотрудников</a:t>
            </a: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F6BB377-92A1-9540-7C3B-06EEBE0C6862}"/>
              </a:ext>
            </a:extLst>
          </p:cNvPr>
          <p:cNvSpPr/>
          <p:nvPr/>
        </p:nvSpPr>
        <p:spPr bwMode="auto">
          <a:xfrm>
            <a:off x="5106387" y="2312074"/>
            <a:ext cx="4210607" cy="1706176"/>
          </a:xfrm>
          <a:prstGeom prst="roundRect">
            <a:avLst>
              <a:gd name="adj" fmla="val 12984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2" name="object 26">
            <a:extLst>
              <a:ext uri="{FF2B5EF4-FFF2-40B4-BE49-F238E27FC236}">
                <a16:creationId xmlns:a16="http://schemas.microsoft.com/office/drawing/2014/main" id="{FFF483B3-CEA9-7DAD-EAE1-97ADE1497B0A}"/>
              </a:ext>
            </a:extLst>
          </p:cNvPr>
          <p:cNvSpPr txBox="1"/>
          <p:nvPr/>
        </p:nvSpPr>
        <p:spPr bwMode="auto">
          <a:xfrm>
            <a:off x="6059670" y="2485771"/>
            <a:ext cx="3207901" cy="646331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>
              <a:defRPr b="1" spc="-30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  <a:lvl2pPr marL="6858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599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Команда демонстрирует высокую продуктивность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64E50F-156E-C00F-FEA9-8BE0CFDED9CD}"/>
              </a:ext>
            </a:extLst>
          </p:cNvPr>
          <p:cNvSpPr txBox="1"/>
          <p:nvPr/>
        </p:nvSpPr>
        <p:spPr bwMode="auto">
          <a:xfrm>
            <a:off x="5284858" y="2450758"/>
            <a:ext cx="1140817" cy="769441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>
              <a:defRPr sz="1600" spc="-30">
                <a:solidFill>
                  <a:schemeClr val="bg1"/>
                </a:solidFill>
                <a:latin typeface="SB Sans Text"/>
                <a:cs typeface="SB Sans Text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defRPr/>
            </a:pPr>
            <a:r>
              <a:rPr lang="ru-RU" sz="4400" b="1" dirty="0">
                <a:solidFill>
                  <a:srgbClr val="56FF71"/>
                </a:solidFill>
                <a:latin typeface="SB Sans Display Semibold"/>
                <a:cs typeface="SB Sans Display Semibold"/>
              </a:rPr>
              <a:t>02</a:t>
            </a:r>
            <a:endParaRPr sz="4400" b="1" dirty="0">
              <a:solidFill>
                <a:srgbClr val="56FF71"/>
              </a:solidFill>
              <a:latin typeface="SB Sans Display Semibold"/>
              <a:cs typeface="SB Sans Display Semibold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CA22CCD-ABD9-0DB8-F248-BD15F2BF725E}"/>
              </a:ext>
            </a:extLst>
          </p:cNvPr>
          <p:cNvSpPr txBox="1"/>
          <p:nvPr/>
        </p:nvSpPr>
        <p:spPr bwMode="auto">
          <a:xfrm>
            <a:off x="5260144" y="3132102"/>
            <a:ext cx="388385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0" i="0" u="none" strike="noStrike" cap="none" spc="0">
                <a:solidFill>
                  <a:schemeClr val="bg1"/>
                </a:solidFill>
                <a:latin typeface="SB Sans Text Light"/>
                <a:ea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процент сотрудников</a:t>
            </a: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754FA7F2-99FC-7BCF-DC4C-B3B2654D9DB3}"/>
              </a:ext>
            </a:extLst>
          </p:cNvPr>
          <p:cNvSpPr/>
          <p:nvPr/>
        </p:nvSpPr>
        <p:spPr bwMode="auto">
          <a:xfrm>
            <a:off x="550863" y="4297393"/>
            <a:ext cx="4210607" cy="1937530"/>
          </a:xfrm>
          <a:prstGeom prst="roundRect">
            <a:avLst>
              <a:gd name="adj" fmla="val 12984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7" name="object 26">
            <a:extLst>
              <a:ext uri="{FF2B5EF4-FFF2-40B4-BE49-F238E27FC236}">
                <a16:creationId xmlns:a16="http://schemas.microsoft.com/office/drawing/2014/main" id="{0C2EC758-4517-F4E4-927D-0B433D38E317}"/>
              </a:ext>
            </a:extLst>
          </p:cNvPr>
          <p:cNvSpPr txBox="1"/>
          <p:nvPr/>
        </p:nvSpPr>
        <p:spPr bwMode="auto">
          <a:xfrm>
            <a:off x="1479432" y="4471090"/>
            <a:ext cx="3207901" cy="646331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>
              <a:defRPr b="1" spc="-30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  <a:lvl2pPr marL="6858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599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Команда демонстрирует высокую продуктивность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CF55CE6-AED0-43AB-E9F9-32E4ECC63528}"/>
              </a:ext>
            </a:extLst>
          </p:cNvPr>
          <p:cNvSpPr txBox="1"/>
          <p:nvPr/>
        </p:nvSpPr>
        <p:spPr bwMode="auto">
          <a:xfrm>
            <a:off x="729334" y="4436077"/>
            <a:ext cx="1140817" cy="769441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>
              <a:defRPr sz="1600" spc="-30">
                <a:solidFill>
                  <a:schemeClr val="bg1"/>
                </a:solidFill>
                <a:latin typeface="SB Sans Text"/>
                <a:cs typeface="SB Sans Text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defRPr/>
            </a:pPr>
            <a:r>
              <a:rPr lang="ru-RU" sz="4400" b="1" dirty="0">
                <a:solidFill>
                  <a:srgbClr val="56FF71"/>
                </a:solidFill>
                <a:latin typeface="SB Sans Display Semibold"/>
                <a:cs typeface="SB Sans Display Semibold"/>
              </a:rPr>
              <a:t>03</a:t>
            </a:r>
            <a:endParaRPr sz="4400" b="1" dirty="0">
              <a:solidFill>
                <a:srgbClr val="56FF71"/>
              </a:solidFill>
              <a:latin typeface="SB Sans Display Semibold"/>
              <a:cs typeface="SB Sans Display Semibold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F8B96B-2443-01B7-2BCD-68811E9D6492}"/>
              </a:ext>
            </a:extLst>
          </p:cNvPr>
          <p:cNvSpPr txBox="1"/>
          <p:nvPr/>
        </p:nvSpPr>
        <p:spPr bwMode="auto">
          <a:xfrm>
            <a:off x="704620" y="5117421"/>
            <a:ext cx="398271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0" i="0" u="none" strike="noStrike" cap="none" spc="0">
                <a:solidFill>
                  <a:schemeClr val="bg1"/>
                </a:solidFill>
                <a:latin typeface="SB Sans Text Light"/>
                <a:ea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процент сотрудников</a:t>
            </a:r>
          </a:p>
        </p:txBody>
      </p:sp>
      <p:sp>
        <p:nvSpPr>
          <p:cNvPr id="21" name="Скругленный прямоугольник 20">
            <a:extLst>
              <a:ext uri="{FF2B5EF4-FFF2-40B4-BE49-F238E27FC236}">
                <a16:creationId xmlns:a16="http://schemas.microsoft.com/office/drawing/2014/main" id="{AA63384B-93A6-8BD7-12B3-EA0EA7972FEA}"/>
              </a:ext>
            </a:extLst>
          </p:cNvPr>
          <p:cNvSpPr/>
          <p:nvPr/>
        </p:nvSpPr>
        <p:spPr bwMode="auto">
          <a:xfrm>
            <a:off x="5106387" y="4297393"/>
            <a:ext cx="4210607" cy="1937530"/>
          </a:xfrm>
          <a:prstGeom prst="roundRect">
            <a:avLst>
              <a:gd name="adj" fmla="val 12984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22" name="object 26">
            <a:extLst>
              <a:ext uri="{FF2B5EF4-FFF2-40B4-BE49-F238E27FC236}">
                <a16:creationId xmlns:a16="http://schemas.microsoft.com/office/drawing/2014/main" id="{C0320BFF-FD12-3C27-424E-7AA42A823440}"/>
              </a:ext>
            </a:extLst>
          </p:cNvPr>
          <p:cNvSpPr txBox="1"/>
          <p:nvPr/>
        </p:nvSpPr>
        <p:spPr bwMode="auto">
          <a:xfrm>
            <a:off x="6059670" y="4471090"/>
            <a:ext cx="3207901" cy="646331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>
              <a:defRPr b="1" spc="-30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  <a:lvl2pPr marL="6858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599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499"/>
              </a:spcBef>
              <a:buFont typeface="Arial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Команда демонстрирует высокую продуктивность</a:t>
            </a:r>
            <a:endParaRPr lang="en-US" dirty="0">
              <a:solidFill>
                <a:srgbClr val="2A3238"/>
              </a:solidFill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D7D696-8D97-05A0-EE3F-9D60E32C2A11}"/>
              </a:ext>
            </a:extLst>
          </p:cNvPr>
          <p:cNvSpPr txBox="1"/>
          <p:nvPr/>
        </p:nvSpPr>
        <p:spPr bwMode="auto">
          <a:xfrm>
            <a:off x="5284858" y="4436077"/>
            <a:ext cx="1140817" cy="769441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>
              <a:defRPr sz="1600" spc="-30">
                <a:solidFill>
                  <a:schemeClr val="bg1"/>
                </a:solidFill>
                <a:latin typeface="SB Sans Text"/>
                <a:cs typeface="SB Sans Text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defRPr/>
            </a:pPr>
            <a:r>
              <a:rPr lang="ru-RU" sz="4400" b="1" dirty="0">
                <a:solidFill>
                  <a:srgbClr val="56FF71"/>
                </a:solidFill>
                <a:latin typeface="SB Sans Display Semibold"/>
                <a:cs typeface="SB Sans Display Semibold"/>
              </a:rPr>
              <a:t>04</a:t>
            </a:r>
            <a:endParaRPr sz="4400" b="1" dirty="0">
              <a:solidFill>
                <a:srgbClr val="56FF71"/>
              </a:solidFill>
              <a:latin typeface="SB Sans Display Semibold"/>
              <a:cs typeface="SB Sans Display Semi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87FE8C-92A1-4C64-3158-CEFBF8FEFE1D}"/>
              </a:ext>
            </a:extLst>
          </p:cNvPr>
          <p:cNvSpPr txBox="1"/>
          <p:nvPr/>
        </p:nvSpPr>
        <p:spPr bwMode="auto">
          <a:xfrm>
            <a:off x="5260144" y="5117421"/>
            <a:ext cx="388385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>
              <a:defRPr sz="1400" b="0" i="0" u="none" strike="noStrike" cap="none" spc="0">
                <a:solidFill>
                  <a:schemeClr val="bg1"/>
                </a:solidFill>
                <a:latin typeface="SB Sans Text Light"/>
                <a:ea typeface="SB Sans Text Light"/>
                <a:cs typeface="SB Sans Text Light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процент сотрудников</a:t>
            </a:r>
          </a:p>
        </p:txBody>
      </p:sp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DAE61BFD-373E-DF14-6860-D7C48CDB4C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693968">
            <a:off x="8796943" y="4897030"/>
            <a:ext cx="2948978" cy="2948978"/>
          </a:xfrm>
          <a:prstGeom prst="rect">
            <a:avLst/>
          </a:prstGeom>
        </p:spPr>
      </p:pic>
      <p:pic>
        <p:nvPicPr>
          <p:cNvPr id="40" name="Рисунок 39">
            <a:extLst>
              <a:ext uri="{FF2B5EF4-FFF2-40B4-BE49-F238E27FC236}">
                <a16:creationId xmlns:a16="http://schemas.microsoft.com/office/drawing/2014/main" id="{A2DF9ECA-C4DD-56E1-026B-9D6F8AC6AE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3872794">
            <a:off x="11106928" y="5166778"/>
            <a:ext cx="532436" cy="555440"/>
          </a:xfrm>
          <a:prstGeom prst="rect">
            <a:avLst/>
          </a:prstGeom>
        </p:spPr>
      </p:pic>
      <p:pic>
        <p:nvPicPr>
          <p:cNvPr id="41" name="Рисунок 40">
            <a:extLst>
              <a:ext uri="{FF2B5EF4-FFF2-40B4-BE49-F238E27FC236}">
                <a16:creationId xmlns:a16="http://schemas.microsoft.com/office/drawing/2014/main" id="{F91C25FA-8B81-14F2-E070-486D323430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 bwMode="auto">
          <a:xfrm>
            <a:off x="6604146" y="-5095321"/>
            <a:ext cx="7647168" cy="765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3503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A138B-005B-C158-AA7C-AD62E66417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064A90-4B83-8C9D-EEE3-B4A7B5E05431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данными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520948-C538-5ECF-48FE-4A119D077C23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DFA65568-DDEA-29CD-00CE-C04FCD16FE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604146" y="-5095321"/>
            <a:ext cx="7647168" cy="765592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B6CA777-73C8-E832-1EE6-297E81BDA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2048647" y="4396299"/>
            <a:ext cx="7647168" cy="765592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A6343D4-C35E-1B3D-AE6D-492AB0B156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872794">
            <a:off x="6497402" y="5653807"/>
            <a:ext cx="532436" cy="555440"/>
          </a:xfrm>
          <a:prstGeom prst="rect">
            <a:avLst/>
          </a:prstGeom>
        </p:spPr>
      </p:pic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0818C8FB-D5F8-02F6-AF41-B2BF21ECB5DC}"/>
              </a:ext>
            </a:extLst>
          </p:cNvPr>
          <p:cNvSpPr txBox="1">
            <a:spLocks/>
          </p:cNvSpPr>
          <p:nvPr/>
        </p:nvSpPr>
        <p:spPr bwMode="auto">
          <a:xfrm>
            <a:off x="1099017" y="3953435"/>
            <a:ext cx="301578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r>
              <a:rPr lang="ru-RU" dirty="0">
                <a:solidFill>
                  <a:srgbClr val="2A3238"/>
                </a:solidFill>
              </a:rPr>
              <a:t> процент сотрудников</a:t>
            </a:r>
          </a:p>
        </p:txBody>
      </p:sp>
      <p:sp>
        <p:nvSpPr>
          <p:cNvPr id="8" name="object 11">
            <a:extLst>
              <a:ext uri="{FF2B5EF4-FFF2-40B4-BE49-F238E27FC236}">
                <a16:creationId xmlns:a16="http://schemas.microsoft.com/office/drawing/2014/main" id="{98740744-31A0-3AE6-5863-0DB0325024BE}"/>
              </a:ext>
            </a:extLst>
          </p:cNvPr>
          <p:cNvSpPr txBox="1"/>
          <p:nvPr/>
        </p:nvSpPr>
        <p:spPr bwMode="auto">
          <a:xfrm>
            <a:off x="1079780" y="2793325"/>
            <a:ext cx="2299122" cy="1280282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en-US"/>
            </a:defPPr>
            <a:lvl1pPr marL="12700" defTabSz="457200">
              <a:spcBef>
                <a:spcPts val="100"/>
              </a:spcBef>
              <a:defRPr sz="48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sz="8000" dirty="0"/>
              <a:t>70%</a:t>
            </a:r>
          </a:p>
        </p:txBody>
      </p:sp>
      <p:sp>
        <p:nvSpPr>
          <p:cNvPr id="9" name="object 11">
            <a:extLst>
              <a:ext uri="{FF2B5EF4-FFF2-40B4-BE49-F238E27FC236}">
                <a16:creationId xmlns:a16="http://schemas.microsoft.com/office/drawing/2014/main" id="{23ADF3A4-2404-D751-4402-A033DE1D7303}"/>
              </a:ext>
            </a:extLst>
          </p:cNvPr>
          <p:cNvSpPr txBox="1"/>
          <p:nvPr/>
        </p:nvSpPr>
        <p:spPr bwMode="auto">
          <a:xfrm>
            <a:off x="4737380" y="2793325"/>
            <a:ext cx="2589791" cy="1280282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en-US" dirty="0"/>
              <a:t>55</a:t>
            </a:r>
            <a:r>
              <a:rPr lang="ru-RU" dirty="0"/>
              <a:t>%</a:t>
            </a:r>
          </a:p>
        </p:txBody>
      </p:sp>
      <p:sp>
        <p:nvSpPr>
          <p:cNvPr id="10" name="object 11">
            <a:extLst>
              <a:ext uri="{FF2B5EF4-FFF2-40B4-BE49-F238E27FC236}">
                <a16:creationId xmlns:a16="http://schemas.microsoft.com/office/drawing/2014/main" id="{06071EE2-CF7B-D330-025D-388A3686338C}"/>
              </a:ext>
            </a:extLst>
          </p:cNvPr>
          <p:cNvSpPr txBox="1"/>
          <p:nvPr/>
        </p:nvSpPr>
        <p:spPr bwMode="auto">
          <a:xfrm>
            <a:off x="8394981" y="2793325"/>
            <a:ext cx="2274898" cy="1280282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en-US" dirty="0"/>
              <a:t>21</a:t>
            </a:r>
            <a:r>
              <a:rPr lang="ru-RU" dirty="0"/>
              <a:t>%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BBD65F56-D4B4-2A8F-A764-8FD735AD8F91}"/>
              </a:ext>
            </a:extLst>
          </p:cNvPr>
          <p:cNvSpPr txBox="1">
            <a:spLocks/>
          </p:cNvSpPr>
          <p:nvPr/>
        </p:nvSpPr>
        <p:spPr bwMode="auto">
          <a:xfrm>
            <a:off x="4828335" y="3953435"/>
            <a:ext cx="301578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r>
              <a:rPr lang="ru-RU" dirty="0">
                <a:solidFill>
                  <a:srgbClr val="2A3238"/>
                </a:solidFill>
              </a:rPr>
              <a:t> процент сотрудников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C9654213-B4CD-AD40-259B-AE1B0A555D7C}"/>
              </a:ext>
            </a:extLst>
          </p:cNvPr>
          <p:cNvSpPr txBox="1">
            <a:spLocks/>
          </p:cNvSpPr>
          <p:nvPr/>
        </p:nvSpPr>
        <p:spPr bwMode="auto">
          <a:xfrm>
            <a:off x="8468005" y="3953435"/>
            <a:ext cx="301578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r>
              <a:rPr lang="ru-RU" dirty="0">
                <a:solidFill>
                  <a:srgbClr val="2A3238"/>
                </a:solidFill>
              </a:rPr>
              <a:t> процент сотрудников</a:t>
            </a:r>
          </a:p>
        </p:txBody>
      </p:sp>
    </p:spTree>
    <p:extLst>
      <p:ext uri="{BB962C8B-B14F-4D97-AF65-F5344CB8AC3E}">
        <p14:creationId xmlns:p14="http://schemas.microsoft.com/office/powerpoint/2010/main" val="27432427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E0E16-9421-E9E5-6F08-CFC9CBBE84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210C60F-3B81-AA42-08AF-E778AD61626F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данными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0248931-26A8-7505-048E-B0EC82F9405E}"/>
              </a:ext>
            </a:extLst>
          </p:cNvPr>
          <p:cNvSpPr txBox="1"/>
          <p:nvPr/>
        </p:nvSpPr>
        <p:spPr bwMode="auto">
          <a:xfrm>
            <a:off x="453795" y="1438670"/>
            <a:ext cx="55767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/>
              <a:t>Отрицательные значения/негативные данные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2EC6E62-679A-01AD-6B5D-F05C3D175C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604146" y="-5095321"/>
            <a:ext cx="7647168" cy="7655928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2B44CB5-87EE-21A4-CA81-A3276CAD9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-2048647" y="4396299"/>
            <a:ext cx="7647168" cy="765592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B24F170-CAA5-B279-37D1-A28A013436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3872794">
            <a:off x="6497402" y="5653807"/>
            <a:ext cx="532436" cy="555440"/>
          </a:xfrm>
          <a:prstGeom prst="rect">
            <a:avLst/>
          </a:prstGeom>
        </p:spPr>
      </p:pic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7711914-11B6-3175-99D0-05664155546D}"/>
              </a:ext>
            </a:extLst>
          </p:cNvPr>
          <p:cNvSpPr txBox="1">
            <a:spLocks/>
          </p:cNvSpPr>
          <p:nvPr/>
        </p:nvSpPr>
        <p:spPr bwMode="auto">
          <a:xfrm>
            <a:off x="1099017" y="3953435"/>
            <a:ext cx="301578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r>
              <a:rPr lang="ru-RU" dirty="0">
                <a:solidFill>
                  <a:srgbClr val="2A3238"/>
                </a:solidFill>
              </a:rPr>
              <a:t> процент сотрудников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232E06B1-3696-0986-DF4D-657C986AF8BA}"/>
              </a:ext>
            </a:extLst>
          </p:cNvPr>
          <p:cNvSpPr txBox="1">
            <a:spLocks/>
          </p:cNvSpPr>
          <p:nvPr/>
        </p:nvSpPr>
        <p:spPr bwMode="auto">
          <a:xfrm>
            <a:off x="4828335" y="3953435"/>
            <a:ext cx="301578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r>
              <a:rPr lang="ru-RU" dirty="0">
                <a:solidFill>
                  <a:srgbClr val="2A3238"/>
                </a:solidFill>
              </a:rPr>
              <a:t> процент сотрудников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D5FFD0E5-6C0C-9D8C-1006-9FD2A8CE3F31}"/>
              </a:ext>
            </a:extLst>
          </p:cNvPr>
          <p:cNvSpPr txBox="1">
            <a:spLocks/>
          </p:cNvSpPr>
          <p:nvPr/>
        </p:nvSpPr>
        <p:spPr bwMode="auto">
          <a:xfrm>
            <a:off x="8468005" y="3953435"/>
            <a:ext cx="3015782" cy="738664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latin typeface="SB Sans Text Light"/>
                <a:cs typeface="SB Sans Text Light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i="0">
                <a:latin typeface="SB Sans Display Regular" panose="020B050304050402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i="0">
                <a:latin typeface="SB Sans Display Regular" panose="020B050304050402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b="0" i="0">
                <a:latin typeface="SB Sans Display Regular" panose="020B0503040504020204" pitchFamily="34" charset="0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>
                <a:solidFill>
                  <a:srgbClr val="2A3238"/>
                </a:solidFill>
              </a:rPr>
              <a:t>Описание значимого показателя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для компании например доход</a:t>
            </a:r>
            <a:r>
              <a:rPr lang="en-US" dirty="0">
                <a:solidFill>
                  <a:srgbClr val="2A3238"/>
                </a:solidFill>
              </a:rPr>
              <a:t>,</a:t>
            </a:r>
            <a:r>
              <a:rPr lang="ru-RU" dirty="0">
                <a:solidFill>
                  <a:srgbClr val="2A3238"/>
                </a:solidFill>
              </a:rPr>
              <a:t> процент сотрудников</a:t>
            </a:r>
          </a:p>
        </p:txBody>
      </p:sp>
      <p:sp>
        <p:nvSpPr>
          <p:cNvPr id="13" name="object 11">
            <a:extLst>
              <a:ext uri="{FF2B5EF4-FFF2-40B4-BE49-F238E27FC236}">
                <a16:creationId xmlns:a16="http://schemas.microsoft.com/office/drawing/2014/main" id="{D0A3B422-0C32-878B-5584-774EF75DB53E}"/>
              </a:ext>
            </a:extLst>
          </p:cNvPr>
          <p:cNvSpPr txBox="1"/>
          <p:nvPr/>
        </p:nvSpPr>
        <p:spPr bwMode="auto">
          <a:xfrm>
            <a:off x="8364270" y="2793325"/>
            <a:ext cx="2299122" cy="1280282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dirty="0">
                <a:solidFill>
                  <a:srgbClr val="56FF71"/>
                </a:solidFill>
              </a:rPr>
              <a:t>99%</a:t>
            </a:r>
          </a:p>
        </p:txBody>
      </p:sp>
      <p:sp>
        <p:nvSpPr>
          <p:cNvPr id="14" name="object 11">
            <a:extLst>
              <a:ext uri="{FF2B5EF4-FFF2-40B4-BE49-F238E27FC236}">
                <a16:creationId xmlns:a16="http://schemas.microsoft.com/office/drawing/2014/main" id="{60FFB928-CF6E-ED6D-96F9-9E82AFC4092C}"/>
              </a:ext>
            </a:extLst>
          </p:cNvPr>
          <p:cNvSpPr txBox="1"/>
          <p:nvPr/>
        </p:nvSpPr>
        <p:spPr bwMode="auto">
          <a:xfrm>
            <a:off x="4738687" y="2793325"/>
            <a:ext cx="2589791" cy="1280282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en-US" dirty="0">
                <a:solidFill>
                  <a:srgbClr val="62ECFF"/>
                </a:solidFill>
              </a:rPr>
              <a:t>5</a:t>
            </a:r>
            <a:r>
              <a:rPr lang="ru-RU" dirty="0">
                <a:solidFill>
                  <a:srgbClr val="62ECFF"/>
                </a:solidFill>
              </a:rPr>
              <a:t>0%</a:t>
            </a:r>
          </a:p>
        </p:txBody>
      </p:sp>
      <p:sp>
        <p:nvSpPr>
          <p:cNvPr id="15" name="object 11">
            <a:extLst>
              <a:ext uri="{FF2B5EF4-FFF2-40B4-BE49-F238E27FC236}">
                <a16:creationId xmlns:a16="http://schemas.microsoft.com/office/drawing/2014/main" id="{6341DA36-3A8D-A7FB-6B06-F17959365C70}"/>
              </a:ext>
            </a:extLst>
          </p:cNvPr>
          <p:cNvSpPr txBox="1"/>
          <p:nvPr/>
        </p:nvSpPr>
        <p:spPr bwMode="auto">
          <a:xfrm>
            <a:off x="934624" y="2793325"/>
            <a:ext cx="2274898" cy="1280282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solidFill>
                  <a:srgbClr val="FF3366"/>
                </a:soli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dirty="0">
                <a:solidFill>
                  <a:srgbClr val="FF3256"/>
                </a:solidFill>
              </a:rPr>
              <a:t>10%</a:t>
            </a:r>
          </a:p>
        </p:txBody>
      </p:sp>
    </p:spTree>
    <p:extLst>
      <p:ext uri="{BB962C8B-B14F-4D97-AF65-F5344CB8AC3E}">
        <p14:creationId xmlns:p14="http://schemas.microsoft.com/office/powerpoint/2010/main" val="32318635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684440-B98B-FCCC-3FB5-F36C849F5F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35801CF-8277-B5B9-E802-13AFE0E89C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/>
        </p:blipFill>
        <p:spPr bwMode="auto">
          <a:xfrm rot="18519025">
            <a:off x="7428986" y="2572082"/>
            <a:ext cx="6582134" cy="6582134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DC3EB70-05CB-387E-FE1B-FD777A93CB65}"/>
              </a:ext>
            </a:extLst>
          </p:cNvPr>
          <p:cNvSpPr txBox="1"/>
          <p:nvPr/>
        </p:nvSpPr>
        <p:spPr bwMode="auto">
          <a:xfrm>
            <a:off x="424221" y="2190027"/>
            <a:ext cx="47591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слайда с данными</a:t>
            </a: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21EE62C9-BB95-145D-E74B-FF1639869875}"/>
              </a:ext>
            </a:extLst>
          </p:cNvPr>
          <p:cNvSpPr/>
          <p:nvPr/>
        </p:nvSpPr>
        <p:spPr bwMode="auto">
          <a:xfrm>
            <a:off x="6503550" y="2637523"/>
            <a:ext cx="5033565" cy="3486485"/>
          </a:xfrm>
          <a:prstGeom prst="roundRect">
            <a:avLst>
              <a:gd name="adj" fmla="val 8850"/>
            </a:avLst>
          </a:prstGeom>
          <a:gradFill>
            <a:gsLst>
              <a:gs pos="0">
                <a:srgbClr val="A0E720">
                  <a:alpha val="9720"/>
                </a:srgbClr>
              </a:gs>
              <a:gs pos="30000">
                <a:srgbClr val="4BE87B">
                  <a:alpha val="16096"/>
                </a:srgbClr>
              </a:gs>
              <a:gs pos="60000">
                <a:srgbClr val="42E3B4">
                  <a:alpha val="27718"/>
                </a:srgbClr>
              </a:gs>
              <a:gs pos="100000">
                <a:srgbClr val="7AC0FF">
                  <a:alpha val="31159"/>
                </a:srgbClr>
              </a:gs>
            </a:gsLst>
            <a:path path="circle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>
              <a:spcAft>
                <a:spcPts val="599"/>
              </a:spcAft>
              <a:buSzPct val="90000"/>
              <a:defRPr/>
            </a:pPr>
            <a:endParaRPr lang="ru-RU" sz="1600">
              <a:solidFill>
                <a:srgbClr val="FFFFFF"/>
              </a:solidFill>
              <a:latin typeface="SB Sans Display Light"/>
              <a:ea typeface="SB Sans Text Light"/>
              <a:cs typeface="SB Sans Display Light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688CDF19-07EE-1584-F430-021B64E24EAF}"/>
              </a:ext>
            </a:extLst>
          </p:cNvPr>
          <p:cNvGrpSpPr/>
          <p:nvPr/>
        </p:nvGrpSpPr>
        <p:grpSpPr>
          <a:xfrm>
            <a:off x="4295775" y="850392"/>
            <a:ext cx="1115182" cy="1262346"/>
            <a:chOff x="4860676" y="1022380"/>
            <a:chExt cx="1115182" cy="1262346"/>
          </a:xfrm>
        </p:grpSpPr>
        <p:sp>
          <p:nvSpPr>
            <p:cNvPr id="6" name="Text Placeholder 3">
              <a:extLst>
                <a:ext uri="{FF2B5EF4-FFF2-40B4-BE49-F238E27FC236}">
                  <a16:creationId xmlns:a16="http://schemas.microsoft.com/office/drawing/2014/main" id="{19B29AF8-846A-0335-A5F8-E80DF150C7BF}"/>
                </a:ext>
              </a:extLst>
            </p:cNvPr>
            <p:cNvSpPr txBox="1"/>
            <p:nvPr/>
          </p:nvSpPr>
          <p:spPr bwMode="auto">
            <a:xfrm>
              <a:off x="4896714" y="1022380"/>
              <a:ext cx="562014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 dirty="0">
                  <a:solidFill>
                    <a:srgbClr val="2A3238"/>
                  </a:solidFill>
                </a:rPr>
                <a:t>CSAT</a:t>
              </a:r>
              <a:endParaRPr lang="ru-RU" dirty="0">
                <a:solidFill>
                  <a:srgbClr val="2A3238"/>
                </a:solidFill>
              </a:endParaRPr>
            </a:p>
          </p:txBody>
        </p:sp>
        <p:sp>
          <p:nvSpPr>
            <p:cNvPr id="7" name="object 11">
              <a:extLst>
                <a:ext uri="{FF2B5EF4-FFF2-40B4-BE49-F238E27FC236}">
                  <a16:creationId xmlns:a16="http://schemas.microsoft.com/office/drawing/2014/main" id="{FDB2558F-BBF5-8CFB-A2D5-069D00245702}"/>
                </a:ext>
              </a:extLst>
            </p:cNvPr>
            <p:cNvSpPr txBox="1"/>
            <p:nvPr/>
          </p:nvSpPr>
          <p:spPr bwMode="auto">
            <a:xfrm>
              <a:off x="4860676" y="1496887"/>
              <a:ext cx="1115182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ru-RU"/>
              </a:defPPr>
              <a:lvl1pPr marL="12700">
                <a:spcBef>
                  <a:spcPts val="100"/>
                </a:spcBef>
                <a:defRPr sz="8000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Light"/>
                  <a:cs typeface="SB Sans Display Light"/>
                </a:defRPr>
              </a:lvl1pPr>
            </a:lstStyle>
            <a:p>
              <a:pPr>
                <a:defRPr/>
              </a:pPr>
              <a:r>
                <a:rPr lang="ru-RU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</a:t>
              </a:r>
              <a:r>
                <a:rPr lang="en-US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,</a:t>
              </a:r>
              <a:r>
                <a:rPr lang="ru-RU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</a:t>
              </a:r>
              <a:endParaRPr dirty="0"/>
            </a:p>
          </p:txBody>
        </p:sp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2EDE1714-2D6A-B7CC-D016-E050B8ABFE9D}"/>
              </a:ext>
            </a:extLst>
          </p:cNvPr>
          <p:cNvGrpSpPr/>
          <p:nvPr/>
        </p:nvGrpSpPr>
        <p:grpSpPr>
          <a:xfrm>
            <a:off x="5966160" y="850392"/>
            <a:ext cx="1674882" cy="1262346"/>
            <a:chOff x="6196288" y="1022380"/>
            <a:chExt cx="1674882" cy="1262346"/>
          </a:xfrm>
        </p:grpSpPr>
        <p:sp>
          <p:nvSpPr>
            <p:cNvPr id="9" name="Text Placeholder 3">
              <a:extLst>
                <a:ext uri="{FF2B5EF4-FFF2-40B4-BE49-F238E27FC236}">
                  <a16:creationId xmlns:a16="http://schemas.microsoft.com/office/drawing/2014/main" id="{3AFD5984-EDF4-1FED-1880-C013B013041B}"/>
                </a:ext>
              </a:extLst>
            </p:cNvPr>
            <p:cNvSpPr txBox="1"/>
            <p:nvPr/>
          </p:nvSpPr>
          <p:spPr bwMode="auto">
            <a:xfrm>
              <a:off x="6259639" y="1022380"/>
              <a:ext cx="1021059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 dirty="0">
                  <a:solidFill>
                    <a:srgbClr val="2A3238"/>
                  </a:solidFill>
                </a:rPr>
                <a:t>DAU</a:t>
              </a:r>
              <a:endParaRPr lang="ru-RU" dirty="0">
                <a:solidFill>
                  <a:srgbClr val="2A3238"/>
                </a:solidFill>
              </a:endParaRPr>
            </a:p>
          </p:txBody>
        </p:sp>
        <p:sp>
          <p:nvSpPr>
            <p:cNvPr id="10" name="object 11">
              <a:extLst>
                <a:ext uri="{FF2B5EF4-FFF2-40B4-BE49-F238E27FC236}">
                  <a16:creationId xmlns:a16="http://schemas.microsoft.com/office/drawing/2014/main" id="{5AC29AF2-B5CB-2313-4AA5-3B87C88CA76E}"/>
                </a:ext>
              </a:extLst>
            </p:cNvPr>
            <p:cNvSpPr txBox="1"/>
            <p:nvPr/>
          </p:nvSpPr>
          <p:spPr bwMode="auto">
            <a:xfrm>
              <a:off x="6196288" y="1496887"/>
              <a:ext cx="1674882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 </a:t>
              </a: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ххх</a:t>
              </a:r>
              <a:endParaRPr dirty="0"/>
            </a:p>
          </p:txBody>
        </p:sp>
      </p:grp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125E35AF-BA49-B0FB-04E4-A1A1E310D186}"/>
              </a:ext>
            </a:extLst>
          </p:cNvPr>
          <p:cNvGrpSpPr/>
          <p:nvPr/>
        </p:nvGrpSpPr>
        <p:grpSpPr>
          <a:xfrm>
            <a:off x="8375105" y="844814"/>
            <a:ext cx="1250338" cy="1267924"/>
            <a:chOff x="8236766" y="1016802"/>
            <a:chExt cx="1250338" cy="1267924"/>
          </a:xfrm>
        </p:grpSpPr>
        <p:sp>
          <p:nvSpPr>
            <p:cNvPr id="12" name="Text Placeholder 3">
              <a:extLst>
                <a:ext uri="{FF2B5EF4-FFF2-40B4-BE49-F238E27FC236}">
                  <a16:creationId xmlns:a16="http://schemas.microsoft.com/office/drawing/2014/main" id="{784D3A58-F710-EAD1-088B-1DB39197E215}"/>
                </a:ext>
              </a:extLst>
            </p:cNvPr>
            <p:cNvSpPr txBox="1"/>
            <p:nvPr/>
          </p:nvSpPr>
          <p:spPr bwMode="auto">
            <a:xfrm>
              <a:off x="8276521" y="1016802"/>
              <a:ext cx="772427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 dirty="0">
                  <a:solidFill>
                    <a:srgbClr val="2A3238"/>
                  </a:solidFill>
                </a:rPr>
                <a:t>MAU</a:t>
              </a:r>
              <a:endParaRPr lang="ru-RU" dirty="0">
                <a:solidFill>
                  <a:srgbClr val="2A3238"/>
                </a:solidFill>
              </a:endParaRPr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B05A21FD-98C6-603C-DBD5-C2CBC7CFAD3C}"/>
                </a:ext>
              </a:extLst>
            </p:cNvPr>
            <p:cNvSpPr txBox="1"/>
            <p:nvPr/>
          </p:nvSpPr>
          <p:spPr bwMode="auto">
            <a:xfrm>
              <a:off x="8236766" y="1496887"/>
              <a:ext cx="1250338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хК</a:t>
              </a:r>
              <a:endParaRPr dirty="0"/>
            </a:p>
          </p:txBody>
        </p:sp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8D8C200F-E707-191A-6275-7BBFE7EFCC3B}"/>
              </a:ext>
            </a:extLst>
          </p:cNvPr>
          <p:cNvGrpSpPr/>
          <p:nvPr/>
        </p:nvGrpSpPr>
        <p:grpSpPr>
          <a:xfrm>
            <a:off x="10116167" y="850392"/>
            <a:ext cx="1641100" cy="1262346"/>
            <a:chOff x="9735872" y="1022380"/>
            <a:chExt cx="1641100" cy="1262346"/>
          </a:xfrm>
        </p:grpSpPr>
        <p:sp>
          <p:nvSpPr>
            <p:cNvPr id="15" name="Text Placeholder 3">
              <a:extLst>
                <a:ext uri="{FF2B5EF4-FFF2-40B4-BE49-F238E27FC236}">
                  <a16:creationId xmlns:a16="http://schemas.microsoft.com/office/drawing/2014/main" id="{47CC9A27-90D7-D08E-EB98-C6AF140CF16B}"/>
                </a:ext>
              </a:extLst>
            </p:cNvPr>
            <p:cNvSpPr txBox="1"/>
            <p:nvPr/>
          </p:nvSpPr>
          <p:spPr bwMode="auto">
            <a:xfrm>
              <a:off x="9791465" y="1022380"/>
              <a:ext cx="1333735" cy="523220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ru-RU" dirty="0">
                  <a:solidFill>
                    <a:srgbClr val="2A3238"/>
                  </a:solidFill>
                </a:rPr>
                <a:t>Элементов ежедневно</a:t>
              </a:r>
              <a:endParaRPr dirty="0">
                <a:solidFill>
                  <a:srgbClr val="2A3238"/>
                </a:solidFill>
              </a:endParaRPr>
            </a:p>
          </p:txBody>
        </p:sp>
        <p:sp>
          <p:nvSpPr>
            <p:cNvPr id="16" name="object 11">
              <a:extLst>
                <a:ext uri="{FF2B5EF4-FFF2-40B4-BE49-F238E27FC236}">
                  <a16:creationId xmlns:a16="http://schemas.microsoft.com/office/drawing/2014/main" id="{89F42E01-B3CF-C0BE-387A-ACE51F8650B0}"/>
                </a:ext>
              </a:extLst>
            </p:cNvPr>
            <p:cNvSpPr txBox="1"/>
            <p:nvPr/>
          </p:nvSpPr>
          <p:spPr bwMode="auto">
            <a:xfrm>
              <a:off x="9735872" y="1496887"/>
              <a:ext cx="1641100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ххК</a:t>
              </a:r>
              <a:endParaRPr dirty="0"/>
            </a:p>
          </p:txBody>
        </p:sp>
      </p:grp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260836CD-421E-36C6-72BE-B8D3DA46377E}"/>
              </a:ext>
            </a:extLst>
          </p:cNvPr>
          <p:cNvSpPr txBox="1"/>
          <p:nvPr/>
        </p:nvSpPr>
        <p:spPr bwMode="auto">
          <a:xfrm>
            <a:off x="513990" y="3467645"/>
            <a:ext cx="5054912" cy="2262158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 marL="144000" lvl="0" indent="-144000">
              <a:spcBef>
                <a:spcPts val="1200"/>
              </a:spcBef>
              <a:spcAft>
                <a:spcPts val="599"/>
              </a:spcAft>
              <a:buClr>
                <a:srgbClr val="49F751"/>
              </a:buClr>
              <a:buSzPct val="100000"/>
              <a:buFont typeface="Arial"/>
              <a:buChar char="•"/>
              <a:defRPr sz="1400">
                <a:solidFill>
                  <a:srgbClr val="FFFFFF"/>
                </a:solidFill>
                <a:latin typeface="SB Sans Display"/>
                <a:cs typeface="SB Sans Display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buClr>
                <a:srgbClr val="01E0FF"/>
              </a:buClr>
              <a:defRPr/>
            </a:pP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Поддержка </a:t>
            </a:r>
            <a:r>
              <a:rPr lang="ru-RU" dirty="0" err="1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тач</a:t>
            </a: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-устройств: </a:t>
            </a:r>
            <a:r>
              <a:rPr lang="ru-RU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перемещение по доске, изменения масштаба и взаимодействие с объектами при помощи жестов, экранная клавиатура при вводе текста</a:t>
            </a:r>
            <a:endParaRPr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  <a:p>
            <a:pPr>
              <a:buClr>
                <a:srgbClr val="01E0FF"/>
              </a:buClr>
              <a:defRPr/>
            </a:pP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Расширение и улучшение функциональности: </a:t>
            </a:r>
            <a:r>
              <a:rPr lang="ru-RU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подписи на линиях, групповое изменение размеров объектов, 20 новых цветов в палитре стикеров, серьезное расширение возможностей в работе</a:t>
            </a:r>
            <a:br>
              <a:rPr lang="en-US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с таблицами</a:t>
            </a:r>
            <a:endParaRPr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F5508168-CB03-993B-0D7B-8D0EE4642A39}"/>
              </a:ext>
            </a:extLst>
          </p:cNvPr>
          <p:cNvSpPr/>
          <p:nvPr/>
        </p:nvSpPr>
        <p:spPr bwMode="auto">
          <a:xfrm>
            <a:off x="6694963" y="2829464"/>
            <a:ext cx="4634753" cy="3107013"/>
          </a:xfrm>
          <a:prstGeom prst="roundRect">
            <a:avLst>
              <a:gd name="adj" fmla="val 7747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rgbClr val="000333"/>
                </a:solidFill>
              </a:rPr>
              <a:t>Ваше изображение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6AB06D76-C2FA-F60E-2BC4-BF26D80566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rot="17432112" flipH="1">
            <a:off x="5564840" y="2988883"/>
            <a:ext cx="1383461" cy="13834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226652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1B5D9-E864-822F-46AF-5B746D4A8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8A851964-66AE-E7D7-E6A1-5685B52D95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155527">
            <a:off x="5558292" y="2029621"/>
            <a:ext cx="7528426" cy="752842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F27289-4445-9427-1002-E31A5A0577D5}"/>
              </a:ext>
            </a:extLst>
          </p:cNvPr>
          <p:cNvSpPr txBox="1"/>
          <p:nvPr/>
        </p:nvSpPr>
        <p:spPr bwMode="auto">
          <a:xfrm>
            <a:off x="424221" y="2190027"/>
            <a:ext cx="4759167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слайда с данными</a:t>
            </a: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C181DE2D-4712-C4C6-0917-FF927F188B45}"/>
              </a:ext>
            </a:extLst>
          </p:cNvPr>
          <p:cNvGrpSpPr/>
          <p:nvPr/>
        </p:nvGrpSpPr>
        <p:grpSpPr>
          <a:xfrm>
            <a:off x="4295775" y="850392"/>
            <a:ext cx="1115182" cy="1262346"/>
            <a:chOff x="4860676" y="1022380"/>
            <a:chExt cx="1115182" cy="1262346"/>
          </a:xfrm>
        </p:grpSpPr>
        <p:sp>
          <p:nvSpPr>
            <p:cNvPr id="6" name="Text Placeholder 3">
              <a:extLst>
                <a:ext uri="{FF2B5EF4-FFF2-40B4-BE49-F238E27FC236}">
                  <a16:creationId xmlns:a16="http://schemas.microsoft.com/office/drawing/2014/main" id="{73A3B0FD-4DFA-09BB-1AC0-AE633B71DC82}"/>
                </a:ext>
              </a:extLst>
            </p:cNvPr>
            <p:cNvSpPr txBox="1"/>
            <p:nvPr/>
          </p:nvSpPr>
          <p:spPr bwMode="auto">
            <a:xfrm>
              <a:off x="4896714" y="1022380"/>
              <a:ext cx="562014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 dirty="0">
                  <a:solidFill>
                    <a:srgbClr val="2A3238"/>
                  </a:solidFill>
                </a:rPr>
                <a:t>CSAT</a:t>
              </a:r>
              <a:endParaRPr lang="ru-RU" dirty="0">
                <a:solidFill>
                  <a:srgbClr val="2A3238"/>
                </a:solidFill>
              </a:endParaRPr>
            </a:p>
          </p:txBody>
        </p:sp>
        <p:sp>
          <p:nvSpPr>
            <p:cNvPr id="7" name="object 11">
              <a:extLst>
                <a:ext uri="{FF2B5EF4-FFF2-40B4-BE49-F238E27FC236}">
                  <a16:creationId xmlns:a16="http://schemas.microsoft.com/office/drawing/2014/main" id="{11C30C0A-E28B-F943-D220-3775C393AFB0}"/>
                </a:ext>
              </a:extLst>
            </p:cNvPr>
            <p:cNvSpPr txBox="1"/>
            <p:nvPr/>
          </p:nvSpPr>
          <p:spPr bwMode="auto">
            <a:xfrm>
              <a:off x="4860676" y="1496887"/>
              <a:ext cx="1115182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ru-RU"/>
              </a:defPPr>
              <a:lvl1pPr marL="12700">
                <a:spcBef>
                  <a:spcPts val="100"/>
                </a:spcBef>
                <a:defRPr sz="8000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Light"/>
                  <a:cs typeface="SB Sans Display Light"/>
                </a:defRPr>
              </a:lvl1pPr>
            </a:lstStyle>
            <a:p>
              <a:pPr>
                <a:defRPr/>
              </a:pPr>
              <a:r>
                <a:rPr lang="ru-RU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</a:t>
              </a:r>
              <a:r>
                <a:rPr lang="en-US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,</a:t>
              </a:r>
              <a:r>
                <a:rPr lang="ru-RU" sz="4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</a:t>
              </a:r>
              <a:endParaRPr dirty="0"/>
            </a:p>
          </p:txBody>
        </p:sp>
      </p:grp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6FA6A1FE-618C-EF56-3BA6-92B6A4FA2C9C}"/>
              </a:ext>
            </a:extLst>
          </p:cNvPr>
          <p:cNvGrpSpPr/>
          <p:nvPr/>
        </p:nvGrpSpPr>
        <p:grpSpPr>
          <a:xfrm>
            <a:off x="5966160" y="850392"/>
            <a:ext cx="1674882" cy="1262346"/>
            <a:chOff x="6196288" y="1022380"/>
            <a:chExt cx="1674882" cy="1262346"/>
          </a:xfrm>
        </p:grpSpPr>
        <p:sp>
          <p:nvSpPr>
            <p:cNvPr id="9" name="Text Placeholder 3">
              <a:extLst>
                <a:ext uri="{FF2B5EF4-FFF2-40B4-BE49-F238E27FC236}">
                  <a16:creationId xmlns:a16="http://schemas.microsoft.com/office/drawing/2014/main" id="{B63C4A50-AEDB-35AB-9AEC-F6F97E9721DD}"/>
                </a:ext>
              </a:extLst>
            </p:cNvPr>
            <p:cNvSpPr txBox="1"/>
            <p:nvPr/>
          </p:nvSpPr>
          <p:spPr bwMode="auto">
            <a:xfrm>
              <a:off x="6259639" y="1022380"/>
              <a:ext cx="1021059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 dirty="0">
                  <a:solidFill>
                    <a:srgbClr val="2A3238"/>
                  </a:solidFill>
                </a:rPr>
                <a:t>DAU</a:t>
              </a:r>
              <a:endParaRPr lang="ru-RU" dirty="0">
                <a:solidFill>
                  <a:srgbClr val="2A3238"/>
                </a:solidFill>
              </a:endParaRPr>
            </a:p>
          </p:txBody>
        </p:sp>
        <p:sp>
          <p:nvSpPr>
            <p:cNvPr id="10" name="object 11">
              <a:extLst>
                <a:ext uri="{FF2B5EF4-FFF2-40B4-BE49-F238E27FC236}">
                  <a16:creationId xmlns:a16="http://schemas.microsoft.com/office/drawing/2014/main" id="{55EF8335-08D6-F37C-A3FD-FF0A603DC59C}"/>
                </a:ext>
              </a:extLst>
            </p:cNvPr>
            <p:cNvSpPr txBox="1"/>
            <p:nvPr/>
          </p:nvSpPr>
          <p:spPr bwMode="auto">
            <a:xfrm>
              <a:off x="6196288" y="1496887"/>
              <a:ext cx="1674882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 </a:t>
              </a: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ххх</a:t>
              </a:r>
              <a:endParaRPr dirty="0"/>
            </a:p>
          </p:txBody>
        </p:sp>
      </p:grp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C8BDE467-BD7F-CA2C-0F6D-37245BB81213}"/>
              </a:ext>
            </a:extLst>
          </p:cNvPr>
          <p:cNvGrpSpPr/>
          <p:nvPr/>
        </p:nvGrpSpPr>
        <p:grpSpPr>
          <a:xfrm>
            <a:off x="8375105" y="844814"/>
            <a:ext cx="1250338" cy="1267924"/>
            <a:chOff x="8236766" y="1016802"/>
            <a:chExt cx="1250338" cy="1267924"/>
          </a:xfrm>
        </p:grpSpPr>
        <p:sp>
          <p:nvSpPr>
            <p:cNvPr id="12" name="Text Placeholder 3">
              <a:extLst>
                <a:ext uri="{FF2B5EF4-FFF2-40B4-BE49-F238E27FC236}">
                  <a16:creationId xmlns:a16="http://schemas.microsoft.com/office/drawing/2014/main" id="{FBF4B2DD-46B7-B514-DA1B-A6E339A47DD7}"/>
                </a:ext>
              </a:extLst>
            </p:cNvPr>
            <p:cNvSpPr txBox="1"/>
            <p:nvPr/>
          </p:nvSpPr>
          <p:spPr bwMode="auto">
            <a:xfrm>
              <a:off x="8276521" y="1016802"/>
              <a:ext cx="772427" cy="307777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en-US" dirty="0">
                  <a:solidFill>
                    <a:srgbClr val="2A3238"/>
                  </a:solidFill>
                </a:rPr>
                <a:t>MAU</a:t>
              </a:r>
              <a:endParaRPr lang="ru-RU" dirty="0">
                <a:solidFill>
                  <a:srgbClr val="2A3238"/>
                </a:solidFill>
              </a:endParaRPr>
            </a:p>
          </p:txBody>
        </p:sp>
        <p:sp>
          <p:nvSpPr>
            <p:cNvPr id="13" name="object 11">
              <a:extLst>
                <a:ext uri="{FF2B5EF4-FFF2-40B4-BE49-F238E27FC236}">
                  <a16:creationId xmlns:a16="http://schemas.microsoft.com/office/drawing/2014/main" id="{F59608D1-EF53-65CE-2C12-9B619B49EF6C}"/>
                </a:ext>
              </a:extLst>
            </p:cNvPr>
            <p:cNvSpPr txBox="1"/>
            <p:nvPr/>
          </p:nvSpPr>
          <p:spPr bwMode="auto">
            <a:xfrm>
              <a:off x="8236766" y="1496887"/>
              <a:ext cx="1250338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хК</a:t>
              </a:r>
              <a:endParaRPr dirty="0"/>
            </a:p>
          </p:txBody>
        </p:sp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3741A138-5F06-7691-F37C-FA9BF51F4434}"/>
              </a:ext>
            </a:extLst>
          </p:cNvPr>
          <p:cNvGrpSpPr/>
          <p:nvPr/>
        </p:nvGrpSpPr>
        <p:grpSpPr>
          <a:xfrm>
            <a:off x="10116167" y="850392"/>
            <a:ext cx="1641100" cy="1262346"/>
            <a:chOff x="9735872" y="1022380"/>
            <a:chExt cx="1641100" cy="1262346"/>
          </a:xfrm>
        </p:grpSpPr>
        <p:sp>
          <p:nvSpPr>
            <p:cNvPr id="15" name="Text Placeholder 3">
              <a:extLst>
                <a:ext uri="{FF2B5EF4-FFF2-40B4-BE49-F238E27FC236}">
                  <a16:creationId xmlns:a16="http://schemas.microsoft.com/office/drawing/2014/main" id="{D85D67F9-FE59-79A1-DDF9-8CC871BA11A6}"/>
                </a:ext>
              </a:extLst>
            </p:cNvPr>
            <p:cNvSpPr txBox="1"/>
            <p:nvPr/>
          </p:nvSpPr>
          <p:spPr bwMode="auto">
            <a:xfrm>
              <a:off x="9791465" y="1022380"/>
              <a:ext cx="1333735" cy="523220"/>
            </a:xfrm>
            <a:prstGeom prst="rect">
              <a:avLst/>
            </a:prstGeom>
            <a:noFill/>
          </p:spPr>
          <p:txBody>
            <a:bodyPr wrap="square" lIns="36000" rtlCol="0">
              <a:spAutoFit/>
            </a:bodyPr>
            <a:lstStyle>
              <a:defPPr>
                <a:defRPr lang="ru-RU"/>
              </a:defPPr>
              <a:lvl1pPr>
                <a:defRPr sz="1400">
                  <a:solidFill>
                    <a:srgbClr val="323F48"/>
                  </a:solidFill>
                  <a:latin typeface="SB Sans Text Light"/>
                  <a:cs typeface="SB Sans Text Light"/>
                </a:defRPr>
              </a:lvl1pPr>
              <a:lvl2pPr marL="685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400" b="0" i="0">
                  <a:latin typeface="SB Sans Display Regular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sz="2000" b="0" i="0">
                  <a:latin typeface="SB Sans Display Regular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  <a:defRPr b="0" i="0">
                  <a:latin typeface="SB Sans Display Regular"/>
                </a:defRPr>
              </a:lvl5pPr>
              <a:lvl6pPr marL="25146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6pPr>
              <a:lvl7pPr marL="29718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7pPr>
              <a:lvl8pPr marL="34290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8pPr>
              <a:lvl9pPr marL="3886200" indent="-228600">
                <a:lnSpc>
                  <a:spcPct val="90000"/>
                </a:lnSpc>
                <a:spcBef>
                  <a:spcPts val="500"/>
                </a:spcBef>
                <a:buFont typeface="Arial"/>
                <a:buChar char="•"/>
              </a:lvl9pPr>
            </a:lstStyle>
            <a:p>
              <a:pPr>
                <a:defRPr/>
              </a:pPr>
              <a:r>
                <a:rPr lang="ru-RU" dirty="0">
                  <a:solidFill>
                    <a:srgbClr val="2A3238"/>
                  </a:solidFill>
                </a:rPr>
                <a:t>Элементов ежедневно</a:t>
              </a:r>
              <a:endParaRPr dirty="0">
                <a:solidFill>
                  <a:srgbClr val="2A3238"/>
                </a:solidFill>
              </a:endParaRPr>
            </a:p>
          </p:txBody>
        </p:sp>
        <p:sp>
          <p:nvSpPr>
            <p:cNvPr id="16" name="object 11">
              <a:extLst>
                <a:ext uri="{FF2B5EF4-FFF2-40B4-BE49-F238E27FC236}">
                  <a16:creationId xmlns:a16="http://schemas.microsoft.com/office/drawing/2014/main" id="{6790EFDA-95FA-CB78-4C90-7F5FC44ED07E}"/>
                </a:ext>
              </a:extLst>
            </p:cNvPr>
            <p:cNvSpPr txBox="1"/>
            <p:nvPr/>
          </p:nvSpPr>
          <p:spPr bwMode="auto">
            <a:xfrm>
              <a:off x="9735872" y="1496887"/>
              <a:ext cx="1641100" cy="787839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en-US"/>
              </a:defPPr>
              <a:lvl1pPr marL="12700">
                <a:spcBef>
                  <a:spcPts val="100"/>
                </a:spcBef>
                <a:defRPr sz="5400" b="1" spc="-160">
                  <a:gradFill>
                    <a:gsLst>
                      <a:gs pos="18000">
                        <a:srgbClr val="1FB5AB"/>
                      </a:gs>
                      <a:gs pos="58000">
                        <a:srgbClr val="3FC493"/>
                      </a:gs>
                      <a:gs pos="85000">
                        <a:srgbClr val="9EE162"/>
                      </a:gs>
                    </a:gsLst>
                    <a:lin ang="19800000" scaled="0"/>
                  </a:gradFill>
                  <a:latin typeface="SB Sans Display Semibold"/>
                  <a:cs typeface="SB Sans Display Semibold"/>
                </a:defRPr>
              </a:lvl1pPr>
            </a:lstStyle>
            <a:p>
              <a:pPr>
                <a:defRPr/>
              </a:pPr>
              <a:r>
                <a:rPr lang="ru-RU" sz="4800" dirty="0" err="1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ххК</a:t>
              </a:r>
              <a:endParaRPr dirty="0"/>
            </a:p>
          </p:txBody>
        </p:sp>
      </p:grpSp>
      <p:sp>
        <p:nvSpPr>
          <p:cNvPr id="17" name="Text Placeholder 3">
            <a:extLst>
              <a:ext uri="{FF2B5EF4-FFF2-40B4-BE49-F238E27FC236}">
                <a16:creationId xmlns:a16="http://schemas.microsoft.com/office/drawing/2014/main" id="{205293CE-AAF7-2938-79AC-CF8394D6A4A9}"/>
              </a:ext>
            </a:extLst>
          </p:cNvPr>
          <p:cNvSpPr txBox="1"/>
          <p:nvPr/>
        </p:nvSpPr>
        <p:spPr bwMode="auto">
          <a:xfrm>
            <a:off x="513990" y="3467645"/>
            <a:ext cx="5054912" cy="2262158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en-US"/>
            </a:defPPr>
            <a:lvl1pPr marL="144000" lvl="0" indent="-144000">
              <a:spcBef>
                <a:spcPts val="1200"/>
              </a:spcBef>
              <a:spcAft>
                <a:spcPts val="599"/>
              </a:spcAft>
              <a:buClr>
                <a:srgbClr val="49F751"/>
              </a:buClr>
              <a:buSzPct val="100000"/>
              <a:buFont typeface="Arial"/>
              <a:buChar char="•"/>
              <a:defRPr sz="1400">
                <a:solidFill>
                  <a:srgbClr val="FFFFFF"/>
                </a:solidFill>
                <a:latin typeface="SB Sans Display"/>
                <a:cs typeface="SB Sans Display"/>
              </a:defRPr>
            </a:lvl1pPr>
            <a:lvl2pPr marL="685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buClr>
                <a:srgbClr val="01E0FF"/>
              </a:buClr>
              <a:defRPr/>
            </a:pP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Поддержка </a:t>
            </a:r>
            <a:r>
              <a:rPr lang="ru-RU" dirty="0" err="1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тач</a:t>
            </a: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-устройств: </a:t>
            </a:r>
            <a:r>
              <a:rPr lang="ru-RU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перемещение по доске, изменения масштаба и взаимодействие с объектами при помощи жестов, экранная клавиатура при вводе текста</a:t>
            </a:r>
            <a:endParaRPr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  <a:p>
            <a:pPr>
              <a:buClr>
                <a:srgbClr val="01E0FF"/>
              </a:buClr>
              <a:defRPr/>
            </a:pPr>
            <a:r>
              <a:rPr lang="ru-RU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Расширение и улучшение функциональности: </a:t>
            </a:r>
            <a:r>
              <a:rPr lang="ru-RU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подписи на линиях, групповое изменение размеров объектов, 20 новых цветов в палитре стикеров, серьезное расширение возможностей в работе</a:t>
            </a:r>
            <a:br>
              <a:rPr lang="en-US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ru-RU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с таблицами</a:t>
            </a:r>
            <a:endParaRPr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7B21DC48-1279-3D1D-374C-152DEF233C47}"/>
              </a:ext>
            </a:extLst>
          </p:cNvPr>
          <p:cNvGrpSpPr/>
          <p:nvPr/>
        </p:nvGrpSpPr>
        <p:grpSpPr>
          <a:xfrm>
            <a:off x="8229528" y="2206927"/>
            <a:ext cx="1971564" cy="4171840"/>
            <a:chOff x="7708094" y="2206927"/>
            <a:chExt cx="1971564" cy="4171840"/>
          </a:xfrm>
        </p:grpSpPr>
        <p:sp>
          <p:nvSpPr>
            <p:cNvPr id="21" name="Скругленный прямоугольник 20">
              <a:extLst>
                <a:ext uri="{FF2B5EF4-FFF2-40B4-BE49-F238E27FC236}">
                  <a16:creationId xmlns:a16="http://schemas.microsoft.com/office/drawing/2014/main" id="{09D4E76F-CE24-0438-77B8-3E03CA4BF34E}"/>
                </a:ext>
              </a:extLst>
            </p:cNvPr>
            <p:cNvSpPr/>
            <p:nvPr/>
          </p:nvSpPr>
          <p:spPr bwMode="auto">
            <a:xfrm>
              <a:off x="7772400" y="2285046"/>
              <a:ext cx="1853043" cy="4026107"/>
            </a:xfrm>
            <a:prstGeom prst="roundRect">
              <a:avLst>
                <a:gd name="adj" fmla="val 14608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1600" dirty="0">
                  <a:solidFill>
                    <a:srgbClr val="000333"/>
                  </a:solidFill>
                </a:rPr>
                <a:t>Ваше изображение</a:t>
              </a:r>
            </a:p>
          </p:txBody>
        </p:sp>
        <p:pic>
          <p:nvPicPr>
            <p:cNvPr id="22" name="Рисунок 21">
              <a:extLst>
                <a:ext uri="{FF2B5EF4-FFF2-40B4-BE49-F238E27FC236}">
                  <a16:creationId xmlns:a16="http://schemas.microsoft.com/office/drawing/2014/main" id="{13607608-540A-271E-29A3-251D60D5E10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/>
          </p:blipFill>
          <p:spPr bwMode="auto">
            <a:xfrm>
              <a:off x="7708094" y="2206927"/>
              <a:ext cx="1971564" cy="4171840"/>
            </a:xfrm>
            <a:prstGeom prst="rect">
              <a:avLst/>
            </a:prstGeom>
          </p:spPr>
        </p:pic>
      </p:grpSp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EAF989C3-7B89-63D0-9895-FC54EBF65AB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84883" y="2816225"/>
            <a:ext cx="960411" cy="960411"/>
          </a:xfrm>
          <a:prstGeom prst="rect">
            <a:avLst/>
          </a:prstGeom>
        </p:spPr>
      </p:pic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A59592A4-4851-0213-8687-54E6E9AF1562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 rot="15667340">
            <a:off x="10687765" y="3363018"/>
            <a:ext cx="1114377" cy="1114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7106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00409-751F-CC6B-BBC1-CF2537C63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DAE40994-B006-965F-39A0-9BA90AE2A76E}"/>
              </a:ext>
            </a:extLst>
          </p:cNvPr>
          <p:cNvGrpSpPr/>
          <p:nvPr/>
        </p:nvGrpSpPr>
        <p:grpSpPr>
          <a:xfrm>
            <a:off x="1840876" y="2401947"/>
            <a:ext cx="10443167" cy="1953403"/>
            <a:chOff x="1395012" y="2401947"/>
            <a:chExt cx="10443167" cy="1953403"/>
          </a:xfrm>
        </p:grpSpPr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FB6591F-A871-AD98-CEF2-85187E04C205}"/>
                </a:ext>
              </a:extLst>
            </p:cNvPr>
            <p:cNvSpPr txBox="1"/>
            <p:nvPr/>
          </p:nvSpPr>
          <p:spPr>
            <a:xfrm>
              <a:off x="2163149" y="3290512"/>
              <a:ext cx="9675030" cy="1064838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ru-RU"/>
              </a:defPPr>
              <a:lvl1pPr marL="12700" defTabSz="457200">
                <a:spcBef>
                  <a:spcPts val="100"/>
                </a:spcBef>
                <a:defRPr sz="7200" b="1" spc="-160">
                  <a:solidFill>
                    <a:schemeClr val="bg1"/>
                  </a:solidFill>
                  <a:latin typeface="SB Sans Display Semibold"/>
                  <a:cs typeface="SB Sans Display Semibold"/>
                </a:defRPr>
              </a:lvl1pPr>
              <a:lvl2pPr defTabSz="457200"/>
              <a:lvl3pPr defTabSz="457200"/>
              <a:lvl4pPr defTabSz="457200"/>
              <a:lvl5pPr defTabSz="457200"/>
              <a:lvl6pPr defTabSz="457200"/>
              <a:lvl7pPr defTabSz="457200"/>
              <a:lvl8pPr defTabSz="457200"/>
              <a:lvl9pPr defTabSz="457200"/>
            </a:lstStyle>
            <a:p>
              <a:r>
                <a:rPr lang="ru-RU" sz="6600" dirty="0">
                  <a:solidFill>
                    <a:srgbClr val="2A3238"/>
                  </a:solidFill>
                </a:rPr>
                <a:t>или важная цитата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8F53BD4-5F43-2DD7-CD12-165C07B25CDB}"/>
                </a:ext>
              </a:extLst>
            </p:cNvPr>
            <p:cNvSpPr txBox="1"/>
            <p:nvPr/>
          </p:nvSpPr>
          <p:spPr>
            <a:xfrm>
              <a:off x="1395012" y="2401947"/>
              <a:ext cx="7813964" cy="1064838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>
              <a:defPPr>
                <a:defRPr lang="ru-RU"/>
              </a:defPPr>
              <a:lvl1pPr marL="12700" defTabSz="457200">
                <a:spcBef>
                  <a:spcPts val="100"/>
                </a:spcBef>
                <a:defRPr sz="8000" b="1" spc="-16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defRPr>
              </a:lvl1pPr>
              <a:lvl2pPr defTabSz="457200"/>
              <a:lvl3pPr defTabSz="457200"/>
              <a:lvl4pPr defTabSz="457200"/>
              <a:lvl5pPr defTabSz="457200"/>
              <a:lvl6pPr defTabSz="457200"/>
              <a:lvl7pPr defTabSz="457200"/>
              <a:lvl8pPr defTabSz="457200"/>
              <a:lvl9pPr defTabSz="457200"/>
            </a:lstStyle>
            <a:p>
              <a:r>
                <a:rPr lang="ru-RU" sz="6600" dirty="0"/>
                <a:t>Главная мысль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104315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79394-6976-2FA6-90E6-53EC8C06D9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96C15BF-394E-B638-B34B-6A7993538208}"/>
              </a:ext>
            </a:extLst>
          </p:cNvPr>
          <p:cNvSpPr txBox="1"/>
          <p:nvPr/>
        </p:nvSpPr>
        <p:spPr>
          <a:xfrm>
            <a:off x="2736124" y="3290512"/>
            <a:ext cx="9675030" cy="1064838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72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sz="6600" dirty="0">
                <a:solidFill>
                  <a:srgbClr val="2A3238"/>
                </a:solidFill>
              </a:rPr>
              <a:t>или важная цитата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135BA71-AF37-F104-3A2B-0DAB055A58EF}"/>
              </a:ext>
            </a:extLst>
          </p:cNvPr>
          <p:cNvSpPr txBox="1"/>
          <p:nvPr/>
        </p:nvSpPr>
        <p:spPr>
          <a:xfrm>
            <a:off x="1793052" y="2454247"/>
            <a:ext cx="7813964" cy="1064838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8000" b="1" spc="-16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  <a:lvl2pPr defTabSz="457200"/>
            <a:lvl3pPr defTabSz="457200"/>
            <a:lvl4pPr defTabSz="457200"/>
            <a:lvl5pPr defTabSz="457200"/>
            <a:lvl6pPr defTabSz="457200"/>
            <a:lvl7pPr defTabSz="457200"/>
            <a:lvl8pPr defTabSz="457200"/>
            <a:lvl9pPr defTabSz="457200"/>
          </a:lstStyle>
          <a:p>
            <a:r>
              <a:rPr lang="ru-RU" sz="6600" dirty="0">
                <a:solidFill>
                  <a:srgbClr val="2A3238"/>
                </a:solidFill>
              </a:rPr>
              <a:t>Главная мысль</a:t>
            </a:r>
          </a:p>
        </p:txBody>
      </p:sp>
    </p:spTree>
    <p:extLst>
      <p:ext uri="{BB962C8B-B14F-4D97-AF65-F5344CB8AC3E}">
        <p14:creationId xmlns:p14="http://schemas.microsoft.com/office/powerpoint/2010/main" val="41555771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A10FC-3FAF-92E5-A5BA-07A3BA571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67DA9A1-3633-B5A8-51DC-1140B4FEE7E5}"/>
              </a:ext>
            </a:extLst>
          </p:cNvPr>
          <p:cNvSpPr/>
          <p:nvPr/>
        </p:nvSpPr>
        <p:spPr>
          <a:xfrm>
            <a:off x="0" y="4211782"/>
            <a:ext cx="12192000" cy="2646218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chemeClr val="bg1">
                  <a:shade val="100000"/>
                  <a:satMod val="115000"/>
                  <a:alpha val="0"/>
                </a:schemeClr>
              </a:gs>
            </a:gsLst>
            <a:path path="rect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48ED9E04-8518-F719-0616-02A8A24ABE7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0" r="-27061"/>
          <a:stretch/>
        </p:blipFill>
        <p:spPr>
          <a:xfrm>
            <a:off x="6095999" y="-1"/>
            <a:ext cx="7744691" cy="6858001"/>
          </a:xfrm>
          <a:prstGeom prst="roundRect">
            <a:avLst>
              <a:gd name="adj" fmla="val 15941"/>
            </a:avLst>
          </a:prstGeom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0870F22-BA5A-0976-533F-B884F87C63F1}"/>
              </a:ext>
            </a:extLst>
          </p:cNvPr>
          <p:cNvSpPr txBox="1"/>
          <p:nvPr/>
        </p:nvSpPr>
        <p:spPr>
          <a:xfrm>
            <a:off x="470654" y="2387890"/>
            <a:ext cx="48514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effectLst/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sz="1400" dirty="0">
                <a:solidFill>
                  <a:srgbClr val="2A3238"/>
                </a:solidFill>
              </a:rPr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</a:t>
            </a:r>
            <a:br>
              <a:rPr lang="ru-RU" sz="1400" dirty="0">
                <a:solidFill>
                  <a:srgbClr val="2A3238"/>
                </a:solidFill>
              </a:rPr>
            </a:br>
            <a:r>
              <a:rPr lang="ru-RU" sz="1400" dirty="0">
                <a:solidFill>
                  <a:srgbClr val="2A3238"/>
                </a:solidFill>
              </a:rPr>
              <a:t>и результаты, что обеспечивает успех всего предприятия.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7A67554-0BE6-689E-54BA-A135ADC0D7E8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фото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C2C4DF-472C-3A4D-55C1-74D77E35129C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22653395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C7C2C-0345-C95B-78A2-869C59039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841FE9ED-C96E-9FA6-8207-CDF390A6B69E}"/>
              </a:ext>
            </a:extLst>
          </p:cNvPr>
          <p:cNvSpPr/>
          <p:nvPr/>
        </p:nvSpPr>
        <p:spPr>
          <a:xfrm>
            <a:off x="0" y="4211782"/>
            <a:ext cx="12192000" cy="2646218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chemeClr val="bg1">
                  <a:shade val="100000"/>
                  <a:satMod val="115000"/>
                  <a:alpha val="0"/>
                </a:schemeClr>
              </a:gs>
            </a:gsLst>
            <a:path path="rect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CA010BC-C558-CCB4-316E-2FD8D8E3CF2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6096000" y="441325"/>
            <a:ext cx="5653088" cy="5984131"/>
          </a:xfrm>
          <a:prstGeom prst="roundRect">
            <a:avLst>
              <a:gd name="adj" fmla="val 13440"/>
            </a:avLst>
          </a:prstGeom>
          <a:effectLst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A79CD12-F1E4-0BED-61F6-C7564FEC5C4E}"/>
              </a:ext>
            </a:extLst>
          </p:cNvPr>
          <p:cNvSpPr txBox="1"/>
          <p:nvPr/>
        </p:nvSpPr>
        <p:spPr>
          <a:xfrm>
            <a:off x="470654" y="2387890"/>
            <a:ext cx="48514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effectLst/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sz="1400" dirty="0">
                <a:solidFill>
                  <a:srgbClr val="2A3238"/>
                </a:solidFill>
              </a:rPr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</a:t>
            </a:r>
            <a:br>
              <a:rPr lang="ru-RU" sz="1400" dirty="0">
                <a:solidFill>
                  <a:srgbClr val="2A3238"/>
                </a:solidFill>
              </a:rPr>
            </a:br>
            <a:r>
              <a:rPr lang="ru-RU" sz="1400" dirty="0">
                <a:solidFill>
                  <a:srgbClr val="2A3238"/>
                </a:solidFill>
              </a:rPr>
              <a:t>и результаты, что обеспечивает успех всего предприятия.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9B0F5-99F3-FCF7-743C-B334416578C0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фото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A59797-1476-A407-BD61-8EB62EDE7354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150447743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3A127E-2FD2-9CEC-0D94-6108BCA05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AFB54616-367D-997D-8371-AB6C821DE9BC}"/>
              </a:ext>
            </a:extLst>
          </p:cNvPr>
          <p:cNvSpPr/>
          <p:nvPr/>
        </p:nvSpPr>
        <p:spPr>
          <a:xfrm>
            <a:off x="0" y="4211782"/>
            <a:ext cx="12192000" cy="2646218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chemeClr val="bg1">
                  <a:shade val="100000"/>
                  <a:satMod val="115000"/>
                  <a:alpha val="0"/>
                </a:schemeClr>
              </a:gs>
            </a:gsLst>
            <a:path path="rect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FF5F0541-9EA2-3044-BF5C-7E77A6FD07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46244"/>
          <a:stretch/>
        </p:blipFill>
        <p:spPr>
          <a:xfrm>
            <a:off x="7967663" y="0"/>
            <a:ext cx="6177828" cy="6858000"/>
          </a:xfrm>
          <a:prstGeom prst="roundRect">
            <a:avLst>
              <a:gd name="adj" fmla="val 13984"/>
            </a:avLst>
          </a:prstGeom>
          <a:effectLst/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0A6CFB3-6181-D6B5-4BEE-DB050A14A8AB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фото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002C4A-F8CA-610B-B006-0A6C31F82D50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4CC1256-20B9-650C-AE2B-F95DD7518350}"/>
              </a:ext>
            </a:extLst>
          </p:cNvPr>
          <p:cNvSpPr txBox="1"/>
          <p:nvPr/>
        </p:nvSpPr>
        <p:spPr>
          <a:xfrm>
            <a:off x="469293" y="2384425"/>
            <a:ext cx="61449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effectLst/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и результаты, что обеспечивает успех всего предприятия.</a:t>
            </a:r>
          </a:p>
          <a:p>
            <a:endParaRPr lang="ru-RU" dirty="0">
              <a:solidFill>
                <a:srgbClr val="2A3238"/>
              </a:solidFill>
            </a:endParaRPr>
          </a:p>
          <a:p>
            <a:r>
              <a:rPr lang="ru-RU" dirty="0">
                <a:solidFill>
                  <a:srgbClr val="2A3238"/>
                </a:solidFill>
              </a:rPr>
              <a:t>Важным аспектом формирования команды является распределение ролей. Каждый член команды должен понимать свою роль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и ответственность, а также то, каким образом его работа влияет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на общий результат. </a:t>
            </a:r>
          </a:p>
        </p:txBody>
      </p:sp>
    </p:spTree>
    <p:extLst>
      <p:ext uri="{BB962C8B-B14F-4D97-AF65-F5344CB8AC3E}">
        <p14:creationId xmlns:p14="http://schemas.microsoft.com/office/powerpoint/2010/main" val="93300771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AAE3FB-01F8-048B-D05D-1BF9D450A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9933AE7-20CF-55DF-2F82-1BEB980AFB50}"/>
              </a:ext>
            </a:extLst>
          </p:cNvPr>
          <p:cNvSpPr/>
          <p:nvPr/>
        </p:nvSpPr>
        <p:spPr>
          <a:xfrm>
            <a:off x="0" y="4211782"/>
            <a:ext cx="12192000" cy="2646218"/>
          </a:xfrm>
          <a:prstGeom prst="rect">
            <a:avLst/>
          </a:prstGeom>
          <a:gradFill flip="none" rotWithShape="1">
            <a:gsLst>
              <a:gs pos="0">
                <a:srgbClr val="FFFFFF"/>
              </a:gs>
              <a:gs pos="100000">
                <a:schemeClr val="bg1">
                  <a:shade val="100000"/>
                  <a:satMod val="115000"/>
                  <a:alpha val="0"/>
                </a:schemeClr>
              </a:gs>
            </a:gsLst>
            <a:path path="rect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DB6B3DD-90B5-49DB-A813-CBF0AAC0254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8001000" y="441325"/>
            <a:ext cx="3748088" cy="5984131"/>
          </a:xfrm>
          <a:prstGeom prst="roundRect">
            <a:avLst>
              <a:gd name="adj" fmla="val 15188"/>
            </a:avLst>
          </a:prstGeom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E9BA0AC-34D2-9657-F3B5-3C871CA5AA6D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фото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74DED2-CA66-C1A0-47E6-54B9EF7BFC53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FCC08B-4BDD-B40B-D368-A3E760ABA7D1}"/>
              </a:ext>
            </a:extLst>
          </p:cNvPr>
          <p:cNvSpPr txBox="1"/>
          <p:nvPr/>
        </p:nvSpPr>
        <p:spPr>
          <a:xfrm>
            <a:off x="469293" y="2384425"/>
            <a:ext cx="614492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1400">
                <a:solidFill>
                  <a:schemeClr val="bg1"/>
                </a:solidFill>
                <a:effectLst/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управления, это искусство, которое требует внимательного подхода. Эффективная команда демонстрирует высокую продуктивность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и результаты, что обеспечивает успех всего предприятия.</a:t>
            </a:r>
          </a:p>
          <a:p>
            <a:endParaRPr lang="ru-RU" dirty="0">
              <a:solidFill>
                <a:srgbClr val="2A3238"/>
              </a:solidFill>
            </a:endParaRPr>
          </a:p>
          <a:p>
            <a:r>
              <a:rPr lang="ru-RU" dirty="0">
                <a:solidFill>
                  <a:srgbClr val="2A3238"/>
                </a:solidFill>
              </a:rPr>
              <a:t>Важным аспектом формирования команды является распределение ролей. Каждый член команды должен понимать свою роль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и ответственность, а также то, каким образом его работа влияет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на общий результат. </a:t>
            </a:r>
          </a:p>
        </p:txBody>
      </p:sp>
    </p:spTree>
    <p:extLst>
      <p:ext uri="{BB962C8B-B14F-4D97-AF65-F5344CB8AC3E}">
        <p14:creationId xmlns:p14="http://schemas.microsoft.com/office/powerpoint/2010/main" val="32872335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7DFD-B2EC-0F41-5F0C-7F9914D2C1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3">
            <a:extLst>
              <a:ext uri="{FF2B5EF4-FFF2-40B4-BE49-F238E27FC236}">
                <a16:creationId xmlns:a16="http://schemas.microsoft.com/office/drawing/2014/main" id="{E5120061-924D-70BD-9BFB-7A45F985C7B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253163" y="2376350"/>
            <a:ext cx="2563153" cy="2563153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9" name="Рисунок 6">
            <a:extLst>
              <a:ext uri="{FF2B5EF4-FFF2-40B4-BE49-F238E27FC236}">
                <a16:creationId xmlns:a16="http://schemas.microsoft.com/office/drawing/2014/main" id="{82D6DC16-529C-8C78-D4F7-414135FD9C96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71648" y="2376350"/>
            <a:ext cx="2563153" cy="2563153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10" name="Рисунок 8">
            <a:extLst>
              <a:ext uri="{FF2B5EF4-FFF2-40B4-BE49-F238E27FC236}">
                <a16:creationId xmlns:a16="http://schemas.microsoft.com/office/drawing/2014/main" id="{367580FE-FFE3-6F29-7C6D-023F6570EEE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348038" y="2378250"/>
            <a:ext cx="2547894" cy="2547894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11" name="Рисунок 9">
            <a:extLst>
              <a:ext uri="{FF2B5EF4-FFF2-40B4-BE49-F238E27FC236}">
                <a16:creationId xmlns:a16="http://schemas.microsoft.com/office/drawing/2014/main" id="{11599AA9-DF12-D38D-FD09-A0584F581AB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44"/>
          <a:stretch/>
        </p:blipFill>
        <p:spPr bwMode="auto">
          <a:xfrm>
            <a:off x="442913" y="2384425"/>
            <a:ext cx="2547894" cy="2547146"/>
          </a:xfrm>
          <a:prstGeom prst="roundRect">
            <a:avLst>
              <a:gd name="adj" fmla="val 11590"/>
            </a:avLst>
          </a:prstGeom>
          <a:effectLst/>
        </p:spPr>
      </p:pic>
      <p:sp>
        <p:nvSpPr>
          <p:cNvPr id="2" name="Текст 20">
            <a:extLst>
              <a:ext uri="{FF2B5EF4-FFF2-40B4-BE49-F238E27FC236}">
                <a16:creationId xmlns:a16="http://schemas.microsoft.com/office/drawing/2014/main" id="{8A5F3132-3472-0F92-8F09-91771D6138C4}"/>
              </a:ext>
            </a:extLst>
          </p:cNvPr>
          <p:cNvSpPr txBox="1">
            <a:spLocks/>
          </p:cNvSpPr>
          <p:nvPr/>
        </p:nvSpPr>
        <p:spPr bwMode="auto">
          <a:xfrm>
            <a:off x="442913" y="5130545"/>
            <a:ext cx="2479268" cy="34607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300" b="0" i="0" kern="1200">
                <a:solidFill>
                  <a:schemeClr val="accent3"/>
                </a:solidFill>
                <a:latin typeface="SB Sans Display Light" panose="020B0503040504020204" pitchFamily="34" charset="0"/>
                <a:ea typeface="+mn-ea"/>
                <a:cs typeface="SB Sans Display Light" panose="020B050304050402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40"/>
              </a:lnSpc>
            </a:pPr>
            <a:r>
              <a:rPr lang="ru-RU" sz="20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</a:t>
            </a:r>
          </a:p>
        </p:txBody>
      </p:sp>
      <p:sp>
        <p:nvSpPr>
          <p:cNvPr id="7" name="Текст 28">
            <a:extLst>
              <a:ext uri="{FF2B5EF4-FFF2-40B4-BE49-F238E27FC236}">
                <a16:creationId xmlns:a16="http://schemas.microsoft.com/office/drawing/2014/main" id="{8F04E48E-6157-BABF-1F54-0E6606623414}"/>
              </a:ext>
            </a:extLst>
          </p:cNvPr>
          <p:cNvSpPr txBox="1">
            <a:spLocks/>
          </p:cNvSpPr>
          <p:nvPr/>
        </p:nvSpPr>
        <p:spPr bwMode="auto">
          <a:xfrm>
            <a:off x="442913" y="5544290"/>
            <a:ext cx="2488789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13" name="Текст 20">
            <a:extLst>
              <a:ext uri="{FF2B5EF4-FFF2-40B4-BE49-F238E27FC236}">
                <a16:creationId xmlns:a16="http://schemas.microsoft.com/office/drawing/2014/main" id="{D94BF02C-47D5-DC91-4BD6-97EC1CB1ED6A}"/>
              </a:ext>
            </a:extLst>
          </p:cNvPr>
          <p:cNvSpPr txBox="1">
            <a:spLocks/>
          </p:cNvSpPr>
          <p:nvPr/>
        </p:nvSpPr>
        <p:spPr bwMode="auto">
          <a:xfrm>
            <a:off x="3356595" y="5130545"/>
            <a:ext cx="2479268" cy="34607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300" b="0" i="0" kern="1200">
                <a:solidFill>
                  <a:schemeClr val="accent3"/>
                </a:solidFill>
                <a:latin typeface="SB Sans Display Light" panose="020B0503040504020204" pitchFamily="34" charset="0"/>
                <a:ea typeface="+mn-ea"/>
                <a:cs typeface="SB Sans Display Light" panose="020B050304050402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40"/>
              </a:lnSpc>
            </a:pPr>
            <a:r>
              <a:rPr lang="ru-RU" sz="20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</a:t>
            </a:r>
          </a:p>
        </p:txBody>
      </p:sp>
      <p:sp>
        <p:nvSpPr>
          <p:cNvPr id="16" name="Текст 28">
            <a:extLst>
              <a:ext uri="{FF2B5EF4-FFF2-40B4-BE49-F238E27FC236}">
                <a16:creationId xmlns:a16="http://schemas.microsoft.com/office/drawing/2014/main" id="{578B9AAE-B0AA-0BCB-19AC-D01B59785C73}"/>
              </a:ext>
            </a:extLst>
          </p:cNvPr>
          <p:cNvSpPr txBox="1">
            <a:spLocks/>
          </p:cNvSpPr>
          <p:nvPr/>
        </p:nvSpPr>
        <p:spPr bwMode="auto">
          <a:xfrm>
            <a:off x="3356595" y="5544290"/>
            <a:ext cx="2488789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20" name="Текст 20">
            <a:extLst>
              <a:ext uri="{FF2B5EF4-FFF2-40B4-BE49-F238E27FC236}">
                <a16:creationId xmlns:a16="http://schemas.microsoft.com/office/drawing/2014/main" id="{BFD2F144-2541-5D41-4177-49F321ED5F7C}"/>
              </a:ext>
            </a:extLst>
          </p:cNvPr>
          <p:cNvSpPr txBox="1">
            <a:spLocks/>
          </p:cNvSpPr>
          <p:nvPr/>
        </p:nvSpPr>
        <p:spPr bwMode="auto">
          <a:xfrm>
            <a:off x="6254778" y="5130545"/>
            <a:ext cx="2479268" cy="34607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300" b="0" i="0" kern="1200">
                <a:solidFill>
                  <a:schemeClr val="accent3"/>
                </a:solidFill>
                <a:latin typeface="SB Sans Display Light" panose="020B0503040504020204" pitchFamily="34" charset="0"/>
                <a:ea typeface="+mn-ea"/>
                <a:cs typeface="SB Sans Display Light" panose="020B050304050402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40"/>
              </a:lnSpc>
            </a:pPr>
            <a:r>
              <a:rPr lang="ru-RU" sz="20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</a:t>
            </a:r>
          </a:p>
        </p:txBody>
      </p:sp>
      <p:sp>
        <p:nvSpPr>
          <p:cNvPr id="21" name="Текст 28">
            <a:extLst>
              <a:ext uri="{FF2B5EF4-FFF2-40B4-BE49-F238E27FC236}">
                <a16:creationId xmlns:a16="http://schemas.microsoft.com/office/drawing/2014/main" id="{6E3B4656-88AA-C95C-89E9-46765772F875}"/>
              </a:ext>
            </a:extLst>
          </p:cNvPr>
          <p:cNvSpPr txBox="1">
            <a:spLocks/>
          </p:cNvSpPr>
          <p:nvPr/>
        </p:nvSpPr>
        <p:spPr bwMode="auto">
          <a:xfrm>
            <a:off x="6254778" y="5544290"/>
            <a:ext cx="2488789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22" name="Текст 20">
            <a:extLst>
              <a:ext uri="{FF2B5EF4-FFF2-40B4-BE49-F238E27FC236}">
                <a16:creationId xmlns:a16="http://schemas.microsoft.com/office/drawing/2014/main" id="{F31FB2C2-C29A-2DF9-535A-2B10464F2A36}"/>
              </a:ext>
            </a:extLst>
          </p:cNvPr>
          <p:cNvSpPr txBox="1">
            <a:spLocks/>
          </p:cNvSpPr>
          <p:nvPr/>
        </p:nvSpPr>
        <p:spPr bwMode="auto">
          <a:xfrm>
            <a:off x="9168460" y="5130545"/>
            <a:ext cx="2479268" cy="346075"/>
          </a:xfrm>
          <a:prstGeom prst="rect">
            <a:avLst/>
          </a:prstGeom>
        </p:spPr>
        <p:txBody>
          <a:bodyPr lIns="0" tIns="0" rIns="0" bIns="0" anchor="t"/>
          <a:lstStyle>
            <a:lvl1pPr marL="0" indent="0" algn="l" defTabSz="914400" rtl="0" eaLnBrk="1" latinLnBrk="0" hangingPunct="1">
              <a:spcBef>
                <a:spcPct val="20000"/>
              </a:spcBef>
              <a:buFont typeface="Arial" pitchFamily="34" charset="0"/>
              <a:buNone/>
              <a:defRPr sz="3300" b="0" i="0" kern="1200">
                <a:solidFill>
                  <a:schemeClr val="accent3"/>
                </a:solidFill>
                <a:latin typeface="SB Sans Display Light" panose="020B0503040504020204" pitchFamily="34" charset="0"/>
                <a:ea typeface="+mn-ea"/>
                <a:cs typeface="SB Sans Display Light" panose="020B0503040504020204" pitchFamily="34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2440"/>
              </a:lnSpc>
            </a:pPr>
            <a:r>
              <a:rPr lang="ru-RU" sz="20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Заголовок</a:t>
            </a:r>
          </a:p>
        </p:txBody>
      </p:sp>
      <p:sp>
        <p:nvSpPr>
          <p:cNvPr id="23" name="Текст 28">
            <a:extLst>
              <a:ext uri="{FF2B5EF4-FFF2-40B4-BE49-F238E27FC236}">
                <a16:creationId xmlns:a16="http://schemas.microsoft.com/office/drawing/2014/main" id="{E4E120B2-EDBC-6AFB-EB6D-19FBD362F365}"/>
              </a:ext>
            </a:extLst>
          </p:cNvPr>
          <p:cNvSpPr txBox="1">
            <a:spLocks/>
          </p:cNvSpPr>
          <p:nvPr/>
        </p:nvSpPr>
        <p:spPr bwMode="auto">
          <a:xfrm>
            <a:off x="9168460" y="5544290"/>
            <a:ext cx="2488789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4A5F5-4F3B-8876-C6B6-3A9968EE0F17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4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фото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8222D7A-0C29-D4AA-DB32-0583174D2D87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42601121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DA1B-12BF-E717-A21D-2FAA4E0E6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1F4791B8-23B9-9CCA-B807-8402809AB0B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227718" y="2384425"/>
            <a:ext cx="3521370" cy="3064169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5" name="Рисунок 3">
            <a:extLst>
              <a:ext uri="{FF2B5EF4-FFF2-40B4-BE49-F238E27FC236}">
                <a16:creationId xmlns:a16="http://schemas.microsoft.com/office/drawing/2014/main" id="{32FA0C60-4F2D-EE2A-4181-6F6772C36A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59971" y="2384425"/>
            <a:ext cx="3524200" cy="3064169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6" name="Рисунок 3">
            <a:extLst>
              <a:ext uri="{FF2B5EF4-FFF2-40B4-BE49-F238E27FC236}">
                <a16:creationId xmlns:a16="http://schemas.microsoft.com/office/drawing/2014/main" id="{62CDD7B9-A5E4-698F-2AA4-CDAFBFC221D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44551" y="2384425"/>
            <a:ext cx="3522787" cy="3064169"/>
          </a:xfrm>
          <a:prstGeom prst="roundRect">
            <a:avLst>
              <a:gd name="adj" fmla="val 12039"/>
            </a:avLst>
          </a:prstGeom>
          <a:effectLst/>
        </p:spPr>
      </p:pic>
      <p:sp>
        <p:nvSpPr>
          <p:cNvPr id="3" name="Текст 28">
            <a:extLst>
              <a:ext uri="{FF2B5EF4-FFF2-40B4-BE49-F238E27FC236}">
                <a16:creationId xmlns:a16="http://schemas.microsoft.com/office/drawing/2014/main" id="{95174F32-7146-FF49-0169-D7A5E3207814}"/>
              </a:ext>
            </a:extLst>
          </p:cNvPr>
          <p:cNvSpPr txBox="1">
            <a:spLocks/>
          </p:cNvSpPr>
          <p:nvPr/>
        </p:nvSpPr>
        <p:spPr bwMode="auto">
          <a:xfrm>
            <a:off x="442912" y="5714549"/>
            <a:ext cx="3455987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это искусство, которое требует более внимательного подхода </a:t>
            </a:r>
          </a:p>
        </p:txBody>
      </p:sp>
      <p:sp>
        <p:nvSpPr>
          <p:cNvPr id="7" name="Текст 28">
            <a:extLst>
              <a:ext uri="{FF2B5EF4-FFF2-40B4-BE49-F238E27FC236}">
                <a16:creationId xmlns:a16="http://schemas.microsoft.com/office/drawing/2014/main" id="{781D449F-B63F-3A88-58F5-C0A764EFB1E8}"/>
              </a:ext>
            </a:extLst>
          </p:cNvPr>
          <p:cNvSpPr txBox="1">
            <a:spLocks/>
          </p:cNvSpPr>
          <p:nvPr/>
        </p:nvSpPr>
        <p:spPr bwMode="auto">
          <a:xfrm>
            <a:off x="4332287" y="5714549"/>
            <a:ext cx="3455987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это искусство, которое требует более внимательного подхода </a:t>
            </a:r>
          </a:p>
        </p:txBody>
      </p:sp>
      <p:sp>
        <p:nvSpPr>
          <p:cNvPr id="12" name="Текст 28">
            <a:extLst>
              <a:ext uri="{FF2B5EF4-FFF2-40B4-BE49-F238E27FC236}">
                <a16:creationId xmlns:a16="http://schemas.microsoft.com/office/drawing/2014/main" id="{F3FD1623-CAF4-72FC-888D-36E2D9CD6DF1}"/>
              </a:ext>
            </a:extLst>
          </p:cNvPr>
          <p:cNvSpPr txBox="1">
            <a:spLocks/>
          </p:cNvSpPr>
          <p:nvPr/>
        </p:nvSpPr>
        <p:spPr bwMode="auto">
          <a:xfrm>
            <a:off x="8258854" y="5714549"/>
            <a:ext cx="3455987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это искусство, которое требует более внимательного подхода 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34B52D9-39FB-3E18-2845-4DD482DC21BD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3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фото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BED5B7-0B60-D94D-8722-F4FB6991223F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22735694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E6CD3-C160-307C-A4F8-3443F10539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B8A0203D-24C8-56ED-D67E-66303A4557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42912" y="2386618"/>
            <a:ext cx="3517541" cy="1639759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D3AF7C5F-4588-5956-F083-6B128E01828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40920" y="2386618"/>
            <a:ext cx="3509271" cy="1648888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5B31CF42-EB8F-62D6-D549-3E11EEF709A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256181" y="2385953"/>
            <a:ext cx="3509851" cy="1648887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CB9CA6AF-AA4A-4E92-EECE-09F4ADCB88A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42913" y="4529875"/>
            <a:ext cx="3517540" cy="1639759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28" name="Рисунок 27">
            <a:extLst>
              <a:ext uri="{FF2B5EF4-FFF2-40B4-BE49-F238E27FC236}">
                <a16:creationId xmlns:a16="http://schemas.microsoft.com/office/drawing/2014/main" id="{229A8709-0F7B-EAAF-58AA-1DA32EBBAF8C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34913" y="4512413"/>
            <a:ext cx="3503534" cy="1648888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0C8BACC8-52BA-A304-D4F9-371AB3C48D1F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250211" y="4512413"/>
            <a:ext cx="3526333" cy="1648887"/>
          </a:xfrm>
          <a:prstGeom prst="roundRect">
            <a:avLst>
              <a:gd name="adj" fmla="val 12039"/>
            </a:avLst>
          </a:prstGeom>
          <a:effectLst/>
        </p:spPr>
      </p:pic>
      <p:sp>
        <p:nvSpPr>
          <p:cNvPr id="2" name="Текст 28">
            <a:extLst>
              <a:ext uri="{FF2B5EF4-FFF2-40B4-BE49-F238E27FC236}">
                <a16:creationId xmlns:a16="http://schemas.microsoft.com/office/drawing/2014/main" id="{3A2A9D28-D490-AB9B-751C-6CBDBF019A3B}"/>
              </a:ext>
            </a:extLst>
          </p:cNvPr>
          <p:cNvSpPr txBox="1">
            <a:spLocks/>
          </p:cNvSpPr>
          <p:nvPr/>
        </p:nvSpPr>
        <p:spPr bwMode="auto">
          <a:xfrm>
            <a:off x="434506" y="4141038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</a:t>
            </a:r>
          </a:p>
        </p:txBody>
      </p:sp>
      <p:sp>
        <p:nvSpPr>
          <p:cNvPr id="3" name="Текст 28">
            <a:extLst>
              <a:ext uri="{FF2B5EF4-FFF2-40B4-BE49-F238E27FC236}">
                <a16:creationId xmlns:a16="http://schemas.microsoft.com/office/drawing/2014/main" id="{AA690CE8-2DA7-A589-8943-631A4404CE1F}"/>
              </a:ext>
            </a:extLst>
          </p:cNvPr>
          <p:cNvSpPr txBox="1">
            <a:spLocks/>
          </p:cNvSpPr>
          <p:nvPr/>
        </p:nvSpPr>
        <p:spPr bwMode="auto">
          <a:xfrm>
            <a:off x="4320943" y="4141038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</a:t>
            </a:r>
          </a:p>
        </p:txBody>
      </p:sp>
      <p:sp>
        <p:nvSpPr>
          <p:cNvPr id="4" name="Текст 28">
            <a:extLst>
              <a:ext uri="{FF2B5EF4-FFF2-40B4-BE49-F238E27FC236}">
                <a16:creationId xmlns:a16="http://schemas.microsoft.com/office/drawing/2014/main" id="{8060A380-8F01-620D-AF7A-75BACBFAD3FC}"/>
              </a:ext>
            </a:extLst>
          </p:cNvPr>
          <p:cNvSpPr txBox="1">
            <a:spLocks/>
          </p:cNvSpPr>
          <p:nvPr/>
        </p:nvSpPr>
        <p:spPr bwMode="auto">
          <a:xfrm>
            <a:off x="8273012" y="4141038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</a:t>
            </a:r>
            <a:r>
              <a:rPr lang="ru-RU">
                <a:solidFill>
                  <a:srgbClr val="2A3238"/>
                </a:solidFill>
              </a:rPr>
              <a:t>команды </a:t>
            </a:r>
            <a:br>
              <a:rPr lang="en-US" dirty="0">
                <a:solidFill>
                  <a:srgbClr val="2A3238"/>
                </a:solidFill>
              </a:rPr>
            </a:br>
            <a:endParaRPr lang="ru-RU" dirty="0">
              <a:solidFill>
                <a:srgbClr val="2A3238"/>
              </a:solidFill>
            </a:endParaRPr>
          </a:p>
        </p:txBody>
      </p:sp>
      <p:sp>
        <p:nvSpPr>
          <p:cNvPr id="6" name="Текст 28">
            <a:extLst>
              <a:ext uri="{FF2B5EF4-FFF2-40B4-BE49-F238E27FC236}">
                <a16:creationId xmlns:a16="http://schemas.microsoft.com/office/drawing/2014/main" id="{1CBB36AD-3D98-B301-5B7A-F06FEB7D05AF}"/>
              </a:ext>
            </a:extLst>
          </p:cNvPr>
          <p:cNvSpPr txBox="1">
            <a:spLocks/>
          </p:cNvSpPr>
          <p:nvPr/>
        </p:nvSpPr>
        <p:spPr bwMode="auto">
          <a:xfrm>
            <a:off x="434506" y="6256421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</a:t>
            </a:r>
          </a:p>
        </p:txBody>
      </p:sp>
      <p:sp>
        <p:nvSpPr>
          <p:cNvPr id="7" name="Текст 28">
            <a:extLst>
              <a:ext uri="{FF2B5EF4-FFF2-40B4-BE49-F238E27FC236}">
                <a16:creationId xmlns:a16="http://schemas.microsoft.com/office/drawing/2014/main" id="{D0CB08D6-FD2C-25BC-1C09-176F50DD2069}"/>
              </a:ext>
            </a:extLst>
          </p:cNvPr>
          <p:cNvSpPr txBox="1">
            <a:spLocks/>
          </p:cNvSpPr>
          <p:nvPr/>
        </p:nvSpPr>
        <p:spPr bwMode="auto">
          <a:xfrm>
            <a:off x="4320943" y="6256421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</a:t>
            </a:r>
          </a:p>
        </p:txBody>
      </p:sp>
      <p:sp>
        <p:nvSpPr>
          <p:cNvPr id="8" name="Текст 28">
            <a:extLst>
              <a:ext uri="{FF2B5EF4-FFF2-40B4-BE49-F238E27FC236}">
                <a16:creationId xmlns:a16="http://schemas.microsoft.com/office/drawing/2014/main" id="{AC759EA5-8956-DDB6-30C1-32BFF008E1EF}"/>
              </a:ext>
            </a:extLst>
          </p:cNvPr>
          <p:cNvSpPr txBox="1">
            <a:spLocks/>
          </p:cNvSpPr>
          <p:nvPr/>
        </p:nvSpPr>
        <p:spPr bwMode="auto">
          <a:xfrm>
            <a:off x="8260312" y="6256421"/>
            <a:ext cx="3068518" cy="296874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</a:t>
            </a:r>
            <a:r>
              <a:rPr lang="ru-RU">
                <a:solidFill>
                  <a:srgbClr val="2A3238"/>
                </a:solidFill>
              </a:rPr>
              <a:t>команды </a:t>
            </a:r>
            <a:br>
              <a:rPr lang="en-US" dirty="0">
                <a:solidFill>
                  <a:srgbClr val="2A3238"/>
                </a:solidFill>
              </a:rPr>
            </a:br>
            <a:endParaRPr lang="ru-RU" dirty="0">
              <a:solidFill>
                <a:srgbClr val="2A3238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7E696B5-4A86-FB55-33E6-A1E7CD26687B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6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фото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8ECA02E-C3DA-7EB1-DB03-ADE1A8E3B793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2015728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78D96-CB65-7003-C083-6EB0E2D575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7237707-C095-C636-B076-752BC5F37A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097648" y="4509233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D92643C-481F-700A-DEFB-5EE73F696B20}"/>
              </a:ext>
            </a:extLst>
          </p:cNvPr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434263" y="2396099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9E7A62AC-AEFC-9F16-B7F0-22824A61A00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821050" y="2384425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61FA4B32-6C40-22FA-BC42-56DCB209DB66}"/>
              </a:ext>
            </a:extLst>
          </p:cNvPr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73363" y="2390384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2E3A84A-AFF7-E4AB-A7A9-E56DEC988C3D}"/>
              </a:ext>
            </a:extLst>
          </p:cNvPr>
          <p:cNvPicPr>
            <a:picLocks noChangeAspect="1"/>
          </p:cNvPicPr>
          <p:nvPr/>
        </p:nvPicPr>
        <p:blipFill rotWithShape="1"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42913" y="2390384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A1D25D26-FDDD-F7FB-6C44-2F59873E1D4B}"/>
              </a:ext>
            </a:extLst>
          </p:cNvPr>
          <p:cNvPicPr>
            <a:picLocks noChangeAspect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03813" y="2394842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40170386-B3CF-BEC0-EE5E-0659CBB6F1D5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421896" y="4516093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86F72BF1-308A-A5C2-EA97-F02C048754EA}"/>
              </a:ext>
            </a:extLst>
          </p:cNvPr>
          <p:cNvPicPr>
            <a:picLocks noChangeAspect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4163" y="4516608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0CC49A9E-3493-31B3-E57C-358105B023FA}"/>
              </a:ext>
            </a:extLst>
          </p:cNvPr>
          <p:cNvPicPr>
            <a:picLocks noChangeAspect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785452" y="4505463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1243121F-A681-EDE5-527A-81F0DD5CE1C4}"/>
              </a:ext>
            </a:extLst>
          </p:cNvPr>
          <p:cNvPicPr>
            <a:picLocks noChangeAspect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804152" y="4505465"/>
            <a:ext cx="934474" cy="934474"/>
          </a:xfrm>
          <a:prstGeom prst="roundRect">
            <a:avLst>
              <a:gd name="adj" fmla="val 18977"/>
            </a:avLst>
          </a:prstGeom>
          <a:effectLst/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F760E7D-E21F-775A-AC29-970EFDAE7F1C}"/>
              </a:ext>
            </a:extLst>
          </p:cNvPr>
          <p:cNvSpPr txBox="1"/>
          <p:nvPr/>
        </p:nvSpPr>
        <p:spPr bwMode="auto">
          <a:xfrm>
            <a:off x="425802" y="792340"/>
            <a:ext cx="64975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Команда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A6FED7-B9B5-145F-A080-8E5C2B6983A4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7" name="Text 1">
            <a:extLst>
              <a:ext uri="{FF2B5EF4-FFF2-40B4-BE49-F238E27FC236}">
                <a16:creationId xmlns:a16="http://schemas.microsoft.com/office/drawing/2014/main" id="{2C41C0AF-7715-3312-4169-AE0D7CB8BC94}"/>
              </a:ext>
            </a:extLst>
          </p:cNvPr>
          <p:cNvSpPr/>
          <p:nvPr/>
        </p:nvSpPr>
        <p:spPr bwMode="auto">
          <a:xfrm>
            <a:off x="429400" y="34150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ea typeface="SB Sans Text Regular" pitchFamily="34" charset="-122"/>
                <a:cs typeface="SB Sans Display Semibold" panose="020B0503040504020204" pitchFamily="34" charset="0"/>
              </a:rPr>
              <a:t>Станислав</a:t>
            </a:r>
            <a:br>
              <a:rPr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ea typeface="SB Sans Text Regular" pitchFamily="34" charset="-122"/>
                <a:cs typeface="SB Sans Display Semibold" panose="020B0503040504020204" pitchFamily="34" charset="0"/>
              </a:rPr>
              <a:t>Андреев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8" name="Text 2">
            <a:extLst>
              <a:ext uri="{FF2B5EF4-FFF2-40B4-BE49-F238E27FC236}">
                <a16:creationId xmlns:a16="http://schemas.microsoft.com/office/drawing/2014/main" id="{9FE634C7-0186-7901-2275-ED9936BE6AD8}"/>
              </a:ext>
            </a:extLst>
          </p:cNvPr>
          <p:cNvSpPr/>
          <p:nvPr/>
        </p:nvSpPr>
        <p:spPr bwMode="auto">
          <a:xfrm>
            <a:off x="429400" y="3874740"/>
            <a:ext cx="17716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2A3238"/>
                </a:solidFill>
                <a:latin typeface="SB Sans Text Light" panose="020B0303040504020204" pitchFamily="34" charset="0"/>
                <a:ea typeface="SB Sans Text Light" pitchFamily="34" charset="-122"/>
                <a:cs typeface="SB Sans Text Light" panose="020B0303040504020204" pitchFamily="34" charset="0"/>
              </a:rPr>
              <a:t>Генеральный директор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05A09A53-0129-9CF7-00A3-899D235EABCB}"/>
              </a:ext>
            </a:extLst>
          </p:cNvPr>
          <p:cNvSpPr/>
          <p:nvPr/>
        </p:nvSpPr>
        <p:spPr bwMode="auto">
          <a:xfrm>
            <a:off x="2759850" y="34150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Татьяна </a:t>
            </a:r>
            <a:br>
              <a:rPr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Шульгина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9AC6A55E-0C01-FFBE-B629-CBF582452A01}"/>
              </a:ext>
            </a:extLst>
          </p:cNvPr>
          <p:cNvSpPr/>
          <p:nvPr/>
        </p:nvSpPr>
        <p:spPr bwMode="auto">
          <a:xfrm>
            <a:off x="5090300" y="34150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Гавриил </a:t>
            </a:r>
            <a:br>
              <a:rPr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Гордеев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D7646AD1-3A5C-CD56-810E-770482761A99}"/>
              </a:ext>
            </a:extLst>
          </p:cNvPr>
          <p:cNvSpPr/>
          <p:nvPr/>
        </p:nvSpPr>
        <p:spPr bwMode="auto">
          <a:xfrm>
            <a:off x="5090300" y="3874740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 по развитию </a:t>
            </a:r>
            <a:br>
              <a:rPr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en-US"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нового бизнеса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2A7E526A-F0CC-E947-B398-D9CBF4B5DD7C}"/>
              </a:ext>
            </a:extLst>
          </p:cNvPr>
          <p:cNvSpPr/>
          <p:nvPr/>
        </p:nvSpPr>
        <p:spPr bwMode="auto">
          <a:xfrm>
            <a:off x="7420750" y="3415000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Елизавета </a:t>
            </a:r>
            <a:br>
              <a:rPr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Тринич-Афанасьева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FCFB375F-2E9A-8C4C-39AE-82DF8278B412}"/>
              </a:ext>
            </a:extLst>
          </p:cNvPr>
          <p:cNvSpPr/>
          <p:nvPr/>
        </p:nvSpPr>
        <p:spPr bwMode="auto">
          <a:xfrm>
            <a:off x="7420750" y="3874740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Руководитель </a:t>
            </a:r>
            <a:r>
              <a:rPr lang="en-US"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креативного продакшена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9B106190-5BC8-99B7-8AB4-FD06BE7A2542}"/>
              </a:ext>
            </a:extLst>
          </p:cNvPr>
          <p:cNvSpPr/>
          <p:nvPr/>
        </p:nvSpPr>
        <p:spPr bwMode="auto">
          <a:xfrm>
            <a:off x="9808350" y="3410031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Алексей </a:t>
            </a:r>
            <a:br>
              <a:rPr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Кузнецов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6" name="Text 10">
            <a:extLst>
              <a:ext uri="{FF2B5EF4-FFF2-40B4-BE49-F238E27FC236}">
                <a16:creationId xmlns:a16="http://schemas.microsoft.com/office/drawing/2014/main" id="{3F0A5BEE-F8BE-676F-92EE-B0674925BEDE}"/>
              </a:ext>
            </a:extLst>
          </p:cNvPr>
          <p:cNvSpPr/>
          <p:nvPr/>
        </p:nvSpPr>
        <p:spPr bwMode="auto">
          <a:xfrm>
            <a:off x="9808350" y="3879931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 направления</a:t>
            </a:r>
            <a:r>
              <a:rPr lang="en-US" sz="10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 </a:t>
            </a:r>
            <a:endParaRPr lang="ru-RU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  <a:p>
            <a:r>
              <a:rPr lang="en-US"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цифровых продуктов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97B1B9BD-B344-BA26-87C5-B6A6AEEE6D3F}"/>
              </a:ext>
            </a:extLst>
          </p:cNvPr>
          <p:cNvSpPr/>
          <p:nvPr/>
        </p:nvSpPr>
        <p:spPr bwMode="auto">
          <a:xfrm>
            <a:off x="5089964" y="5536249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ru-RU"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Анна</a:t>
            </a:r>
            <a:br>
              <a:rPr lang="ru-RU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ru-RU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Тупикина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BB122E2C-B381-9DD8-A81B-F8A66F936C69}"/>
              </a:ext>
            </a:extLst>
          </p:cNvPr>
          <p:cNvSpPr/>
          <p:nvPr/>
        </p:nvSpPr>
        <p:spPr bwMode="auto">
          <a:xfrm>
            <a:off x="5089964" y="6006149"/>
            <a:ext cx="17716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 </a:t>
            </a:r>
            <a:r>
              <a:rPr lang="en-US"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по маркетингу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73E87B38-64B8-800F-BA9F-487E2AAAA926}"/>
              </a:ext>
            </a:extLst>
          </p:cNvPr>
          <p:cNvSpPr/>
          <p:nvPr/>
        </p:nvSpPr>
        <p:spPr bwMode="auto">
          <a:xfrm>
            <a:off x="7408383" y="5536899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Надежда </a:t>
            </a:r>
            <a:br>
              <a:rPr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Козлова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268D982D-2E91-3987-C67E-5404CC2EF192}"/>
              </a:ext>
            </a:extLst>
          </p:cNvPr>
          <p:cNvSpPr/>
          <p:nvPr/>
        </p:nvSpPr>
        <p:spPr bwMode="auto">
          <a:xfrm>
            <a:off x="7408383" y="6006799"/>
            <a:ext cx="1771650" cy="14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HR-директор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22" name="Text 21">
            <a:extLst>
              <a:ext uri="{FF2B5EF4-FFF2-40B4-BE49-F238E27FC236}">
                <a16:creationId xmlns:a16="http://schemas.microsoft.com/office/drawing/2014/main" id="{C3DB1753-F9B4-4567-CE3B-13F8DDF1322C}"/>
              </a:ext>
            </a:extLst>
          </p:cNvPr>
          <p:cNvSpPr/>
          <p:nvPr/>
        </p:nvSpPr>
        <p:spPr bwMode="auto">
          <a:xfrm>
            <a:off x="435764" y="5556702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Анна </a:t>
            </a:r>
            <a:br>
              <a:rPr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Ветринская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CC03079A-9A9D-CCF7-E0C6-A95786A7EDFE}"/>
              </a:ext>
            </a:extLst>
          </p:cNvPr>
          <p:cNvSpPr/>
          <p:nvPr/>
        </p:nvSpPr>
        <p:spPr bwMode="auto">
          <a:xfrm>
            <a:off x="435764" y="6026602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0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 агентского </a:t>
            </a:r>
          </a:p>
          <a:p>
            <a:r>
              <a:rPr lang="ru-RU"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направления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32" name="Text 4">
            <a:extLst>
              <a:ext uri="{FF2B5EF4-FFF2-40B4-BE49-F238E27FC236}">
                <a16:creationId xmlns:a16="http://schemas.microsoft.com/office/drawing/2014/main" id="{02103327-93F0-07DE-1C16-50F7D40C9A61}"/>
              </a:ext>
            </a:extLst>
          </p:cNvPr>
          <p:cNvSpPr/>
          <p:nvPr/>
        </p:nvSpPr>
        <p:spPr bwMode="auto">
          <a:xfrm>
            <a:off x="2759850" y="3894377"/>
            <a:ext cx="1872778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Заместитель генерального
</a:t>
            </a:r>
            <a:r>
              <a:rPr lang="en-US" sz="1000" dirty="0" err="1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директора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39" name="Text 23">
            <a:extLst>
              <a:ext uri="{FF2B5EF4-FFF2-40B4-BE49-F238E27FC236}">
                <a16:creationId xmlns:a16="http://schemas.microsoft.com/office/drawing/2014/main" id="{A57A07DF-853F-71F1-3831-49590C0E0718}"/>
              </a:ext>
            </a:extLst>
          </p:cNvPr>
          <p:cNvSpPr/>
          <p:nvPr/>
        </p:nvSpPr>
        <p:spPr bwMode="auto">
          <a:xfrm>
            <a:off x="2779903" y="5528669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Карина </a:t>
            </a:r>
            <a:br>
              <a:rPr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Иванова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40" name="Text 24">
            <a:extLst>
              <a:ext uri="{FF2B5EF4-FFF2-40B4-BE49-F238E27FC236}">
                <a16:creationId xmlns:a16="http://schemas.microsoft.com/office/drawing/2014/main" id="{1B21886D-160A-494D-719C-87AA6285F314}"/>
              </a:ext>
            </a:extLst>
          </p:cNvPr>
          <p:cNvSpPr/>
          <p:nvPr/>
        </p:nvSpPr>
        <p:spPr bwMode="auto">
          <a:xfrm>
            <a:off x="2779903" y="5998569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Руководитель направления </a:t>
            </a:r>
            <a:r>
              <a:rPr lang="en-US"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организации мероприятий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45" name="Text 25">
            <a:extLst>
              <a:ext uri="{FF2B5EF4-FFF2-40B4-BE49-F238E27FC236}">
                <a16:creationId xmlns:a16="http://schemas.microsoft.com/office/drawing/2014/main" id="{D788E35A-F3D4-F959-1927-BFDA3B7665D6}"/>
              </a:ext>
            </a:extLst>
          </p:cNvPr>
          <p:cNvSpPr/>
          <p:nvPr/>
        </p:nvSpPr>
        <p:spPr bwMode="auto">
          <a:xfrm>
            <a:off x="9790639" y="5528671"/>
            <a:ext cx="1771650" cy="393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spcAft>
                <a:spcPts val="750"/>
              </a:spcAft>
            </a:pPr>
            <a:r>
              <a:rPr lang="en-US" sz="1400" b="1" dirty="0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Евгения </a:t>
            </a:r>
            <a:br>
              <a:rPr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</a:br>
            <a:r>
              <a:rPr lang="en-US" sz="1400" b="1">
                <a:solidFill>
                  <a:srgbClr val="2A3238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Шмырева</a:t>
            </a:r>
            <a:endParaRPr lang="en-US" sz="1400" b="1" dirty="0">
              <a:solidFill>
                <a:srgbClr val="2A3238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46" name="Text 26">
            <a:extLst>
              <a:ext uri="{FF2B5EF4-FFF2-40B4-BE49-F238E27FC236}">
                <a16:creationId xmlns:a16="http://schemas.microsoft.com/office/drawing/2014/main" id="{802FF0BE-22C2-2326-63B6-E79D8672D99C}"/>
              </a:ext>
            </a:extLst>
          </p:cNvPr>
          <p:cNvSpPr/>
          <p:nvPr/>
        </p:nvSpPr>
        <p:spPr bwMode="auto">
          <a:xfrm>
            <a:off x="9790639" y="5998571"/>
            <a:ext cx="177165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en-US" sz="10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Руководитель </a:t>
            </a:r>
            <a:br>
              <a:rPr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</a:br>
            <a:r>
              <a:rPr lang="en-US" sz="100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юридического отдела</a:t>
            </a:r>
            <a:endParaRPr lang="en-US" sz="10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416123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AFDA1B-12BF-E717-A21D-2FAA4E0E62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0013352B-8406-EAB3-D4D9-94741E47A451}"/>
              </a:ext>
            </a:extLst>
          </p:cNvPr>
          <p:cNvSpPr/>
          <p:nvPr/>
        </p:nvSpPr>
        <p:spPr>
          <a:xfrm>
            <a:off x="442912" y="2384426"/>
            <a:ext cx="3545194" cy="4032250"/>
          </a:xfrm>
          <a:prstGeom prst="roundRect">
            <a:avLst>
              <a:gd name="adj" fmla="val 12004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72714419-CB06-B9E6-7AD6-0EBE7C49F76C}"/>
              </a:ext>
            </a:extLst>
          </p:cNvPr>
          <p:cNvSpPr/>
          <p:nvPr/>
        </p:nvSpPr>
        <p:spPr>
          <a:xfrm>
            <a:off x="4345353" y="2384426"/>
            <a:ext cx="3520689" cy="4032250"/>
          </a:xfrm>
          <a:prstGeom prst="roundRect">
            <a:avLst>
              <a:gd name="adj" fmla="val 11431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BA88B3DD-EC3D-C3DB-00C1-DBCA655E8C36}"/>
              </a:ext>
            </a:extLst>
          </p:cNvPr>
          <p:cNvSpPr/>
          <p:nvPr/>
        </p:nvSpPr>
        <p:spPr>
          <a:xfrm>
            <a:off x="8229600" y="2384426"/>
            <a:ext cx="3519488" cy="4032250"/>
          </a:xfrm>
          <a:prstGeom prst="roundRect">
            <a:avLst>
              <a:gd name="adj" fmla="val 11717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4B4A849-A7B3-852A-DCD5-5B20287C27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8227718" y="2384425"/>
            <a:ext cx="3521370" cy="3064169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10" name="Рисунок 3">
            <a:extLst>
              <a:ext uri="{FF2B5EF4-FFF2-40B4-BE49-F238E27FC236}">
                <a16:creationId xmlns:a16="http://schemas.microsoft.com/office/drawing/2014/main" id="{D2D682F5-058B-8EE5-8EB6-484E7460E2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486"/>
          <a:stretch/>
        </p:blipFill>
        <p:spPr bwMode="auto">
          <a:xfrm>
            <a:off x="459971" y="2384425"/>
            <a:ext cx="3524200" cy="3064169"/>
          </a:xfrm>
          <a:prstGeom prst="roundRect">
            <a:avLst>
              <a:gd name="adj" fmla="val 12039"/>
            </a:avLst>
          </a:prstGeom>
          <a:effectLst/>
        </p:spPr>
      </p:pic>
      <p:pic>
        <p:nvPicPr>
          <p:cNvPr id="11" name="Рисунок 3">
            <a:extLst>
              <a:ext uri="{FF2B5EF4-FFF2-40B4-BE49-F238E27FC236}">
                <a16:creationId xmlns:a16="http://schemas.microsoft.com/office/drawing/2014/main" id="{FEA4F08F-4185-0FB9-5EB9-4F80DC592C9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4344551" y="2384425"/>
            <a:ext cx="3522787" cy="3064169"/>
          </a:xfrm>
          <a:prstGeom prst="roundRect">
            <a:avLst>
              <a:gd name="adj" fmla="val 12039"/>
            </a:avLst>
          </a:prstGeom>
          <a:effectLst/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E3858C1-FC81-E7B3-7543-B70F8FD024D0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3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карточки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CE6AED-D2E2-B744-2982-4F8CDC2B5EA2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14" name="Текст 28">
            <a:extLst>
              <a:ext uri="{FF2B5EF4-FFF2-40B4-BE49-F238E27FC236}">
                <a16:creationId xmlns:a16="http://schemas.microsoft.com/office/drawing/2014/main" id="{D7B46BB8-50E8-A0D4-0EEC-1F10E8DE3B7A}"/>
              </a:ext>
            </a:extLst>
          </p:cNvPr>
          <p:cNvSpPr txBox="1">
            <a:spLocks/>
          </p:cNvSpPr>
          <p:nvPr/>
        </p:nvSpPr>
        <p:spPr bwMode="auto">
          <a:xfrm>
            <a:off x="687688" y="5592854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это искусство, которое требует внимательного подхода </a:t>
            </a:r>
          </a:p>
        </p:txBody>
      </p:sp>
      <p:sp>
        <p:nvSpPr>
          <p:cNvPr id="15" name="Текст 28">
            <a:extLst>
              <a:ext uri="{FF2B5EF4-FFF2-40B4-BE49-F238E27FC236}">
                <a16:creationId xmlns:a16="http://schemas.microsoft.com/office/drawing/2014/main" id="{A6835363-629A-0C72-4B6D-527C3DA6E134}"/>
              </a:ext>
            </a:extLst>
          </p:cNvPr>
          <p:cNvSpPr txBox="1">
            <a:spLocks/>
          </p:cNvSpPr>
          <p:nvPr/>
        </p:nvSpPr>
        <p:spPr bwMode="auto">
          <a:xfrm>
            <a:off x="4618659" y="5592854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это искусство, которое требует внимательного подхода </a:t>
            </a:r>
          </a:p>
        </p:txBody>
      </p:sp>
      <p:sp>
        <p:nvSpPr>
          <p:cNvPr id="16" name="Текст 28">
            <a:extLst>
              <a:ext uri="{FF2B5EF4-FFF2-40B4-BE49-F238E27FC236}">
                <a16:creationId xmlns:a16="http://schemas.microsoft.com/office/drawing/2014/main" id="{BAA28D5C-73D7-F380-358A-3D99C5B48164}"/>
              </a:ext>
            </a:extLst>
          </p:cNvPr>
          <p:cNvSpPr txBox="1">
            <a:spLocks/>
          </p:cNvSpPr>
          <p:nvPr/>
        </p:nvSpPr>
        <p:spPr bwMode="auto">
          <a:xfrm>
            <a:off x="8473419" y="5592854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это искусство, которое требует внимательного подхода </a:t>
            </a:r>
          </a:p>
        </p:txBody>
      </p:sp>
    </p:spTree>
    <p:extLst>
      <p:ext uri="{BB962C8B-B14F-4D97-AF65-F5344CB8AC3E}">
        <p14:creationId xmlns:p14="http://schemas.microsoft.com/office/powerpoint/2010/main" val="2635988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B358-D453-B15E-631E-5079060CF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Скругленный прямоугольник 33">
            <a:extLst>
              <a:ext uri="{FF2B5EF4-FFF2-40B4-BE49-F238E27FC236}">
                <a16:creationId xmlns:a16="http://schemas.microsoft.com/office/drawing/2014/main" id="{6F24FA90-298C-3292-D494-2DAD040724C7}"/>
              </a:ext>
            </a:extLst>
          </p:cNvPr>
          <p:cNvSpPr/>
          <p:nvPr/>
        </p:nvSpPr>
        <p:spPr>
          <a:xfrm>
            <a:off x="8221004" y="2384426"/>
            <a:ext cx="3527403" cy="3024188"/>
          </a:xfrm>
          <a:prstGeom prst="roundRect">
            <a:avLst>
              <a:gd name="adj" fmla="val 11145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path path="circle">
              <a:fillToRect l="100000" b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35" name="Скругленный прямоугольник 34">
            <a:extLst>
              <a:ext uri="{FF2B5EF4-FFF2-40B4-BE49-F238E27FC236}">
                <a16:creationId xmlns:a16="http://schemas.microsoft.com/office/drawing/2014/main" id="{9CA284E0-6A06-9F67-8D28-36983FC550D8}"/>
              </a:ext>
            </a:extLst>
          </p:cNvPr>
          <p:cNvSpPr/>
          <p:nvPr/>
        </p:nvSpPr>
        <p:spPr>
          <a:xfrm>
            <a:off x="4346670" y="2384426"/>
            <a:ext cx="3491006" cy="3024188"/>
          </a:xfrm>
          <a:prstGeom prst="roundRect">
            <a:avLst>
              <a:gd name="adj" fmla="val 11145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path path="circle">
              <a:fillToRect l="100000" b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36" name="Скругленный прямоугольник 35">
            <a:extLst>
              <a:ext uri="{FF2B5EF4-FFF2-40B4-BE49-F238E27FC236}">
                <a16:creationId xmlns:a16="http://schemas.microsoft.com/office/drawing/2014/main" id="{E05F19F7-8B6E-FDC2-4F18-2AAD13C4B0F8}"/>
              </a:ext>
            </a:extLst>
          </p:cNvPr>
          <p:cNvSpPr/>
          <p:nvPr/>
        </p:nvSpPr>
        <p:spPr>
          <a:xfrm>
            <a:off x="442913" y="2384426"/>
            <a:ext cx="3529012" cy="3024188"/>
          </a:xfrm>
          <a:prstGeom prst="roundRect">
            <a:avLst>
              <a:gd name="adj" fmla="val 11145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path path="circle">
              <a:fillToRect l="100000" b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2932E6A-29C3-B032-0108-19216B6E764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303547" y="2499620"/>
            <a:ext cx="1499985" cy="1499985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7983C359-61C7-8F83-E349-2224273F2A0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32389" y="2302901"/>
            <a:ext cx="1929569" cy="192957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D4675760-53D8-02EE-04AB-ECFBE920347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6187" y="2233089"/>
            <a:ext cx="1881720" cy="188172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D66BBF1-52FF-5F40-E902-AE897853E9E0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3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карточки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69F88A-7EC6-25E2-9650-1A0E290C62D2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5" name="Текст 28">
            <a:extLst>
              <a:ext uri="{FF2B5EF4-FFF2-40B4-BE49-F238E27FC236}">
                <a16:creationId xmlns:a16="http://schemas.microsoft.com/office/drawing/2014/main" id="{BC6F96DC-C9C3-3A61-88C9-DCC5EC9F11A7}"/>
              </a:ext>
            </a:extLst>
          </p:cNvPr>
          <p:cNvSpPr txBox="1">
            <a:spLocks/>
          </p:cNvSpPr>
          <p:nvPr/>
        </p:nvSpPr>
        <p:spPr bwMode="auto">
          <a:xfrm>
            <a:off x="687688" y="4321699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200" b="0" i="0">
                <a:solidFill>
                  <a:schemeClr val="tx2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sz="14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это искусство, которое требует внимательного подхода </a:t>
            </a:r>
          </a:p>
        </p:txBody>
      </p:sp>
      <p:sp>
        <p:nvSpPr>
          <p:cNvPr id="6" name="Текст 28">
            <a:extLst>
              <a:ext uri="{FF2B5EF4-FFF2-40B4-BE49-F238E27FC236}">
                <a16:creationId xmlns:a16="http://schemas.microsoft.com/office/drawing/2014/main" id="{73193B50-C647-6794-A56C-F5209A4F9B73}"/>
              </a:ext>
            </a:extLst>
          </p:cNvPr>
          <p:cNvSpPr txBox="1">
            <a:spLocks/>
          </p:cNvSpPr>
          <p:nvPr/>
        </p:nvSpPr>
        <p:spPr bwMode="auto">
          <a:xfrm>
            <a:off x="4618659" y="4321699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это искусство, которое требует внимательного подхода </a:t>
            </a:r>
          </a:p>
        </p:txBody>
      </p:sp>
      <p:sp>
        <p:nvSpPr>
          <p:cNvPr id="7" name="Текст 28">
            <a:extLst>
              <a:ext uri="{FF2B5EF4-FFF2-40B4-BE49-F238E27FC236}">
                <a16:creationId xmlns:a16="http://schemas.microsoft.com/office/drawing/2014/main" id="{BA282C75-2B33-A4D7-98B0-F09D11AADE91}"/>
              </a:ext>
            </a:extLst>
          </p:cNvPr>
          <p:cNvSpPr txBox="1">
            <a:spLocks/>
          </p:cNvSpPr>
          <p:nvPr/>
        </p:nvSpPr>
        <p:spPr bwMode="auto">
          <a:xfrm>
            <a:off x="8473419" y="4321699"/>
            <a:ext cx="3181552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это искусство, которое требует внимательного подхода </a:t>
            </a:r>
          </a:p>
        </p:txBody>
      </p:sp>
    </p:spTree>
    <p:extLst>
      <p:ext uri="{BB962C8B-B14F-4D97-AF65-F5344CB8AC3E}">
        <p14:creationId xmlns:p14="http://schemas.microsoft.com/office/powerpoint/2010/main" val="244743031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343DB7-9585-03B5-464D-BD6709BCE7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Скругленный прямоугольник 29">
            <a:extLst>
              <a:ext uri="{FF2B5EF4-FFF2-40B4-BE49-F238E27FC236}">
                <a16:creationId xmlns:a16="http://schemas.microsoft.com/office/drawing/2014/main" id="{07BCB10C-84F3-4455-2265-4087D2CF9999}"/>
              </a:ext>
            </a:extLst>
          </p:cNvPr>
          <p:cNvSpPr/>
          <p:nvPr/>
        </p:nvSpPr>
        <p:spPr>
          <a:xfrm>
            <a:off x="9184393" y="2384425"/>
            <a:ext cx="2564695" cy="3793116"/>
          </a:xfrm>
          <a:prstGeom prst="roundRect">
            <a:avLst>
              <a:gd name="adj" fmla="val 11436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29" name="Скругленный прямоугольник 28">
            <a:extLst>
              <a:ext uri="{FF2B5EF4-FFF2-40B4-BE49-F238E27FC236}">
                <a16:creationId xmlns:a16="http://schemas.microsoft.com/office/drawing/2014/main" id="{7824FB73-D1BA-1B3A-40F5-B341B80275EF}"/>
              </a:ext>
            </a:extLst>
          </p:cNvPr>
          <p:cNvSpPr/>
          <p:nvPr/>
        </p:nvSpPr>
        <p:spPr>
          <a:xfrm>
            <a:off x="6244008" y="2384425"/>
            <a:ext cx="2564695" cy="3793116"/>
          </a:xfrm>
          <a:prstGeom prst="roundRect">
            <a:avLst>
              <a:gd name="adj" fmla="val 11436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D6D07482-18DC-D4B0-05FA-4E7AE60AD70D}"/>
              </a:ext>
            </a:extLst>
          </p:cNvPr>
          <p:cNvSpPr/>
          <p:nvPr/>
        </p:nvSpPr>
        <p:spPr>
          <a:xfrm>
            <a:off x="442914" y="2384425"/>
            <a:ext cx="2543422" cy="3793116"/>
          </a:xfrm>
          <a:prstGeom prst="roundRect">
            <a:avLst>
              <a:gd name="adj" fmla="val 11436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28" name="Скругленный прямоугольник 27">
            <a:extLst>
              <a:ext uri="{FF2B5EF4-FFF2-40B4-BE49-F238E27FC236}">
                <a16:creationId xmlns:a16="http://schemas.microsoft.com/office/drawing/2014/main" id="{19599643-7EB9-A993-B847-7A4BAF6DD405}"/>
              </a:ext>
            </a:extLst>
          </p:cNvPr>
          <p:cNvSpPr/>
          <p:nvPr/>
        </p:nvSpPr>
        <p:spPr>
          <a:xfrm>
            <a:off x="3345753" y="2384425"/>
            <a:ext cx="2556219" cy="3793116"/>
          </a:xfrm>
          <a:prstGeom prst="roundRect">
            <a:avLst>
              <a:gd name="adj" fmla="val 11436"/>
            </a:avLst>
          </a:prstGeom>
          <a:solidFill>
            <a:srgbClr val="52F46C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pic>
        <p:nvPicPr>
          <p:cNvPr id="6" name="Рисунок 3">
            <a:extLst>
              <a:ext uri="{FF2B5EF4-FFF2-40B4-BE49-F238E27FC236}">
                <a16:creationId xmlns:a16="http://schemas.microsoft.com/office/drawing/2014/main" id="{E67A171A-9774-DC4F-DB75-33A281EEC0B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6253163" y="2376350"/>
            <a:ext cx="2563153" cy="2563153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8" name="Рисунок 6">
            <a:extLst>
              <a:ext uri="{FF2B5EF4-FFF2-40B4-BE49-F238E27FC236}">
                <a16:creationId xmlns:a16="http://schemas.microsoft.com/office/drawing/2014/main" id="{DCB4EABD-255C-6D34-9BFB-734820C6992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71648" y="2376350"/>
            <a:ext cx="2563153" cy="2563153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12" name="Рисунок 8">
            <a:extLst>
              <a:ext uri="{FF2B5EF4-FFF2-40B4-BE49-F238E27FC236}">
                <a16:creationId xmlns:a16="http://schemas.microsoft.com/office/drawing/2014/main" id="{62849470-1DF6-2828-45F5-C40B74E870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348038" y="2378250"/>
            <a:ext cx="2547894" cy="2547894"/>
          </a:xfrm>
          <a:prstGeom prst="roundRect">
            <a:avLst>
              <a:gd name="adj" fmla="val 11590"/>
            </a:avLst>
          </a:prstGeom>
          <a:effectLst/>
        </p:spPr>
      </p:pic>
      <p:pic>
        <p:nvPicPr>
          <p:cNvPr id="13" name="Рисунок 9">
            <a:extLst>
              <a:ext uri="{FF2B5EF4-FFF2-40B4-BE49-F238E27FC236}">
                <a16:creationId xmlns:a16="http://schemas.microsoft.com/office/drawing/2014/main" id="{A04EF41C-F249-C821-B3CD-12C19395D97F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-644"/>
          <a:stretch/>
        </p:blipFill>
        <p:spPr bwMode="auto">
          <a:xfrm>
            <a:off x="442913" y="2384425"/>
            <a:ext cx="2547894" cy="2547146"/>
          </a:xfrm>
          <a:prstGeom prst="roundRect">
            <a:avLst>
              <a:gd name="adj" fmla="val 11590"/>
            </a:avLst>
          </a:prstGeom>
          <a:effectLst/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EF80003-D8B4-8067-8D0A-F25A6B7C2D30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4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карточки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D9E08C-D674-E409-CB08-FAE9DD5C29BD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9" name="Текст 28">
            <a:extLst>
              <a:ext uri="{FF2B5EF4-FFF2-40B4-BE49-F238E27FC236}">
                <a16:creationId xmlns:a16="http://schemas.microsoft.com/office/drawing/2014/main" id="{6AC2FF12-4C3F-4A5A-3DCF-782415BFEB81}"/>
              </a:ext>
            </a:extLst>
          </p:cNvPr>
          <p:cNvSpPr txBox="1">
            <a:spLocks/>
          </p:cNvSpPr>
          <p:nvPr/>
        </p:nvSpPr>
        <p:spPr bwMode="auto">
          <a:xfrm>
            <a:off x="658813" y="5113900"/>
            <a:ext cx="2188088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10" name="Текст 28">
            <a:extLst>
              <a:ext uri="{FF2B5EF4-FFF2-40B4-BE49-F238E27FC236}">
                <a16:creationId xmlns:a16="http://schemas.microsoft.com/office/drawing/2014/main" id="{2B794B72-8DD4-CFBF-50FE-058C9CC0E649}"/>
              </a:ext>
            </a:extLst>
          </p:cNvPr>
          <p:cNvSpPr txBox="1">
            <a:spLocks/>
          </p:cNvSpPr>
          <p:nvPr/>
        </p:nvSpPr>
        <p:spPr bwMode="auto">
          <a:xfrm>
            <a:off x="3567645" y="5113900"/>
            <a:ext cx="2188088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11" name="Текст 28">
            <a:extLst>
              <a:ext uri="{FF2B5EF4-FFF2-40B4-BE49-F238E27FC236}">
                <a16:creationId xmlns:a16="http://schemas.microsoft.com/office/drawing/2014/main" id="{3C021E28-204E-1151-8A59-4461E243A085}"/>
              </a:ext>
            </a:extLst>
          </p:cNvPr>
          <p:cNvSpPr txBox="1">
            <a:spLocks/>
          </p:cNvSpPr>
          <p:nvPr/>
        </p:nvSpPr>
        <p:spPr bwMode="auto">
          <a:xfrm>
            <a:off x="6471818" y="5113900"/>
            <a:ext cx="2188088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15" name="Текст 28">
            <a:extLst>
              <a:ext uri="{FF2B5EF4-FFF2-40B4-BE49-F238E27FC236}">
                <a16:creationId xmlns:a16="http://schemas.microsoft.com/office/drawing/2014/main" id="{BED2EFA4-DDE8-1158-FC90-55FFA0CA491D}"/>
              </a:ext>
            </a:extLst>
          </p:cNvPr>
          <p:cNvSpPr txBox="1">
            <a:spLocks/>
          </p:cNvSpPr>
          <p:nvPr/>
        </p:nvSpPr>
        <p:spPr bwMode="auto">
          <a:xfrm>
            <a:off x="9400293" y="5113900"/>
            <a:ext cx="2188088" cy="902602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</a:t>
            </a:r>
          </a:p>
        </p:txBody>
      </p:sp>
    </p:spTree>
    <p:extLst>
      <p:ext uri="{BB962C8B-B14F-4D97-AF65-F5344CB8AC3E}">
        <p14:creationId xmlns:p14="http://schemas.microsoft.com/office/powerpoint/2010/main" val="333306985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DA5900-78A7-AEB3-40D1-44B29A2BA8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2FAD5D6E-2190-F55F-0D32-5CE709E45BA7}"/>
              </a:ext>
            </a:extLst>
          </p:cNvPr>
          <p:cNvSpPr/>
          <p:nvPr/>
        </p:nvSpPr>
        <p:spPr>
          <a:xfrm>
            <a:off x="9184393" y="2384425"/>
            <a:ext cx="2564695" cy="3758798"/>
          </a:xfrm>
          <a:prstGeom prst="roundRect">
            <a:avLst>
              <a:gd name="adj" fmla="val 11436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path path="circle">
              <a:fillToRect l="100000" b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BC2045C0-29D0-250C-2054-7ADE4E2ACF99}"/>
              </a:ext>
            </a:extLst>
          </p:cNvPr>
          <p:cNvSpPr/>
          <p:nvPr/>
        </p:nvSpPr>
        <p:spPr>
          <a:xfrm>
            <a:off x="6244008" y="2384425"/>
            <a:ext cx="2564695" cy="3758798"/>
          </a:xfrm>
          <a:prstGeom prst="roundRect">
            <a:avLst>
              <a:gd name="adj" fmla="val 11436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path path="circle">
              <a:fillToRect l="100000" b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BB90539C-9F7F-9220-D0DA-7F6BD3E05B8F}"/>
              </a:ext>
            </a:extLst>
          </p:cNvPr>
          <p:cNvSpPr/>
          <p:nvPr/>
        </p:nvSpPr>
        <p:spPr>
          <a:xfrm>
            <a:off x="442914" y="2384425"/>
            <a:ext cx="2543422" cy="3758798"/>
          </a:xfrm>
          <a:prstGeom prst="roundRect">
            <a:avLst>
              <a:gd name="adj" fmla="val 11436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path path="circle">
              <a:fillToRect l="100000" b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9D836AE-F2B9-EF9A-47FE-5132ED623F89}"/>
              </a:ext>
            </a:extLst>
          </p:cNvPr>
          <p:cNvSpPr/>
          <p:nvPr/>
        </p:nvSpPr>
        <p:spPr>
          <a:xfrm>
            <a:off x="3345753" y="2384425"/>
            <a:ext cx="2556219" cy="3758798"/>
          </a:xfrm>
          <a:prstGeom prst="roundRect">
            <a:avLst>
              <a:gd name="adj" fmla="val 11436"/>
            </a:avLst>
          </a:prstGeom>
          <a:gradFill>
            <a:gsLst>
              <a:gs pos="0">
                <a:schemeClr val="accent2">
                  <a:lumMod val="60000"/>
                  <a:lumOff val="40000"/>
                </a:schemeClr>
              </a:gs>
              <a:gs pos="100000">
                <a:schemeClr val="bg1">
                  <a:shade val="100000"/>
                  <a:satMod val="115000"/>
                </a:schemeClr>
              </a:gs>
            </a:gsLst>
            <a:path path="circle">
              <a:fillToRect l="100000" b="100000"/>
            </a:path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7503293-C115-6A31-7899-6781C4DD35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258148" y="2502654"/>
            <a:ext cx="1521469" cy="1521469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26D0E669-653A-AC54-F210-DCFA4DF6F0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6397474" y="2499620"/>
            <a:ext cx="1499985" cy="1499985"/>
          </a:xfrm>
          <a:prstGeom prst="rect">
            <a:avLst/>
          </a:prstGeom>
        </p:spPr>
      </p:pic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BF7A73D2-8006-3B25-4389-0E3B1EDFFCE8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253594" y="2302901"/>
            <a:ext cx="1929569" cy="192957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1A411C20-E227-2121-253E-9959D4E6CE51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96187" y="2308753"/>
            <a:ext cx="1881720" cy="188172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7C32F2A-E52E-9CC2-1FF3-E1B3FC6873A4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4</a:t>
            </a:r>
            <a:r>
              <a:rPr lang="en-US" dirty="0">
                <a:solidFill>
                  <a:srgbClr val="2A3238"/>
                </a:solidFill>
              </a:rPr>
              <a:t> </a:t>
            </a:r>
            <a:r>
              <a:rPr lang="ru-RU" dirty="0">
                <a:solidFill>
                  <a:srgbClr val="2A3238"/>
                </a:solidFill>
              </a:rPr>
              <a:t>карточки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7062D8-E126-269A-EE7B-A99F0044FD2C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6" name="Текст 28">
            <a:extLst>
              <a:ext uri="{FF2B5EF4-FFF2-40B4-BE49-F238E27FC236}">
                <a16:creationId xmlns:a16="http://schemas.microsoft.com/office/drawing/2014/main" id="{BD2CBDF7-EB23-A0DA-785D-F1A464D5A243}"/>
              </a:ext>
            </a:extLst>
          </p:cNvPr>
          <p:cNvSpPr txBox="1">
            <a:spLocks/>
          </p:cNvSpPr>
          <p:nvPr/>
        </p:nvSpPr>
        <p:spPr bwMode="auto">
          <a:xfrm>
            <a:off x="658813" y="4240788"/>
            <a:ext cx="2188088" cy="1790877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управления, это искусство, которое требует внимательного подхода</a:t>
            </a:r>
            <a:r>
              <a:rPr lang="en-US" dirty="0">
                <a:solidFill>
                  <a:srgbClr val="2A3238"/>
                </a:solidFill>
              </a:rPr>
              <a:t>.</a:t>
            </a:r>
            <a:endParaRPr lang="ru-RU" dirty="0">
              <a:solidFill>
                <a:srgbClr val="2A3238"/>
              </a:solidFill>
            </a:endParaRPr>
          </a:p>
        </p:txBody>
      </p:sp>
      <p:sp>
        <p:nvSpPr>
          <p:cNvPr id="7" name="Текст 28">
            <a:extLst>
              <a:ext uri="{FF2B5EF4-FFF2-40B4-BE49-F238E27FC236}">
                <a16:creationId xmlns:a16="http://schemas.microsoft.com/office/drawing/2014/main" id="{A0CBAE67-9010-0991-18C4-D787AA5BDA8B}"/>
              </a:ext>
            </a:extLst>
          </p:cNvPr>
          <p:cNvSpPr txBox="1">
            <a:spLocks/>
          </p:cNvSpPr>
          <p:nvPr/>
        </p:nvSpPr>
        <p:spPr bwMode="auto">
          <a:xfrm>
            <a:off x="3575720" y="4240788"/>
            <a:ext cx="2188088" cy="1790877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управления, это искусство, которое требует </a:t>
            </a:r>
            <a:r>
              <a:rPr lang="ru-RU">
                <a:solidFill>
                  <a:srgbClr val="2A3238"/>
                </a:solidFill>
              </a:rPr>
              <a:t>внимательного подхода</a:t>
            </a:r>
            <a:r>
              <a:rPr lang="en-US" dirty="0">
                <a:solidFill>
                  <a:srgbClr val="2A3238"/>
                </a:solidFill>
              </a:rPr>
              <a:t>.</a:t>
            </a:r>
            <a:endParaRPr lang="ru-RU" dirty="0">
              <a:solidFill>
                <a:srgbClr val="2A3238"/>
              </a:solidFill>
            </a:endParaRPr>
          </a:p>
        </p:txBody>
      </p:sp>
      <p:sp>
        <p:nvSpPr>
          <p:cNvPr id="8" name="Текст 28">
            <a:extLst>
              <a:ext uri="{FF2B5EF4-FFF2-40B4-BE49-F238E27FC236}">
                <a16:creationId xmlns:a16="http://schemas.microsoft.com/office/drawing/2014/main" id="{36617C6A-F766-9CE5-8E82-89F50E2CFA82}"/>
              </a:ext>
            </a:extLst>
          </p:cNvPr>
          <p:cNvSpPr txBox="1">
            <a:spLocks/>
          </p:cNvSpPr>
          <p:nvPr/>
        </p:nvSpPr>
        <p:spPr bwMode="auto">
          <a:xfrm>
            <a:off x="6493111" y="4240788"/>
            <a:ext cx="2188088" cy="1790877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управления, это искусство, которое требует </a:t>
            </a:r>
            <a:r>
              <a:rPr lang="ru-RU">
                <a:solidFill>
                  <a:srgbClr val="2A3238"/>
                </a:solidFill>
              </a:rPr>
              <a:t>внимательного подхода</a:t>
            </a:r>
            <a:r>
              <a:rPr lang="en-US" dirty="0">
                <a:solidFill>
                  <a:srgbClr val="2A3238"/>
                </a:solidFill>
              </a:rPr>
              <a:t>.</a:t>
            </a:r>
            <a:endParaRPr lang="ru-RU" dirty="0">
              <a:solidFill>
                <a:srgbClr val="2A3238"/>
              </a:solidFill>
            </a:endParaRPr>
          </a:p>
        </p:txBody>
      </p:sp>
      <p:sp>
        <p:nvSpPr>
          <p:cNvPr id="21" name="Текст 28">
            <a:extLst>
              <a:ext uri="{FF2B5EF4-FFF2-40B4-BE49-F238E27FC236}">
                <a16:creationId xmlns:a16="http://schemas.microsoft.com/office/drawing/2014/main" id="{C6A009DE-B29B-E680-68E5-24F739C269FA}"/>
              </a:ext>
            </a:extLst>
          </p:cNvPr>
          <p:cNvSpPr txBox="1">
            <a:spLocks/>
          </p:cNvSpPr>
          <p:nvPr/>
        </p:nvSpPr>
        <p:spPr bwMode="auto">
          <a:xfrm>
            <a:off x="9408368" y="4240788"/>
            <a:ext cx="2188088" cy="1790877"/>
          </a:xfrm>
          <a:prstGeom prst="rect">
            <a:avLst/>
          </a:prstGeom>
        </p:spPr>
        <p:txBody>
          <a:bodyPr lIns="0" tIns="0" rIns="0" bIns="0"/>
          <a:lstStyle>
            <a:defPPr>
              <a:defRPr lang="ru-RU"/>
            </a:defPPr>
            <a:lvl1pPr indent="0">
              <a:lnSpc>
                <a:spcPct val="100000"/>
              </a:lnSpc>
              <a:spcBef>
                <a:spcPct val="20000"/>
              </a:spcBef>
              <a:buFont typeface="Arial" pitchFamily="34" charset="0"/>
              <a:buNone/>
              <a:defRPr sz="1400" b="0" i="0">
                <a:solidFill>
                  <a:schemeClr val="bg1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defRPr>
            </a:lvl1pPr>
            <a:lvl2pPr marL="742950" indent="-285750">
              <a:spcBef>
                <a:spcPct val="20000"/>
              </a:spcBef>
              <a:buFont typeface="Arial" pitchFamily="34" charset="0"/>
              <a:buChar char="–"/>
              <a:defRPr sz="2800"/>
            </a:lvl2pPr>
            <a:lvl3pPr marL="1143000" indent="-228600">
              <a:spcBef>
                <a:spcPct val="20000"/>
              </a:spcBef>
              <a:buFont typeface="Arial" pitchFamily="34" charset="0"/>
              <a:buChar char="•"/>
              <a:defRPr sz="2400"/>
            </a:lvl3pPr>
            <a:lvl4pPr marL="1600200" indent="-228600">
              <a:spcBef>
                <a:spcPct val="20000"/>
              </a:spcBef>
              <a:buFont typeface="Arial" pitchFamily="34" charset="0"/>
              <a:buChar char="–"/>
              <a:defRPr sz="2000"/>
            </a:lvl4pPr>
            <a:lvl5pPr marL="2057400" indent="-228600">
              <a:spcBef>
                <a:spcPct val="20000"/>
              </a:spcBef>
              <a:buFont typeface="Arial" pitchFamily="34" charset="0"/>
              <a:buChar char="»"/>
              <a:defRPr sz="2000"/>
            </a:lvl5pPr>
            <a:lvl6pPr marL="2514600" indent="-228600">
              <a:spcBef>
                <a:spcPct val="20000"/>
              </a:spcBef>
              <a:buFont typeface="Arial" pitchFamily="34" charset="0"/>
              <a:buChar char="•"/>
              <a:defRPr sz="2000"/>
            </a:lvl6pPr>
            <a:lvl7pPr marL="2971800" indent="-228600">
              <a:spcBef>
                <a:spcPct val="20000"/>
              </a:spcBef>
              <a:buFont typeface="Arial" pitchFamily="34" charset="0"/>
              <a:buChar char="•"/>
              <a:defRPr sz="2000"/>
            </a:lvl7pPr>
            <a:lvl8pPr marL="3429000" indent="-228600">
              <a:spcBef>
                <a:spcPct val="20000"/>
              </a:spcBef>
              <a:buFont typeface="Arial" pitchFamily="34" charset="0"/>
              <a:buChar char="•"/>
              <a:defRPr sz="2000"/>
            </a:lvl8pPr>
            <a:lvl9pPr marL="3886200" indent="-228600">
              <a:spcBef>
                <a:spcPct val="20000"/>
              </a:spcBef>
              <a:buFont typeface="Arial" pitchFamily="34" charset="0"/>
              <a:buChar char="•"/>
              <a:defRPr sz="2000"/>
            </a:lvl9pPr>
          </a:lstStyle>
          <a:p>
            <a:r>
              <a:rPr lang="ru-RU" dirty="0">
                <a:solidFill>
                  <a:srgbClr val="2A3238"/>
                </a:solidFill>
              </a:rPr>
              <a:t>Формирование успешной команды — это не просто вопрос управления, это искусство, которое требует </a:t>
            </a:r>
            <a:r>
              <a:rPr lang="ru-RU">
                <a:solidFill>
                  <a:srgbClr val="2A3238"/>
                </a:solidFill>
              </a:rPr>
              <a:t>внимательного подхода</a:t>
            </a:r>
            <a:r>
              <a:rPr lang="en-US" dirty="0">
                <a:solidFill>
                  <a:srgbClr val="2A3238"/>
                </a:solidFill>
              </a:rPr>
              <a:t>.</a:t>
            </a:r>
            <a:endParaRPr lang="ru-RU" dirty="0">
              <a:solidFill>
                <a:srgbClr val="2A3238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690813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6F61BD-C16F-612B-9A55-5B9234FE82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Таблица 5">
            <a:extLst>
              <a:ext uri="{FF2B5EF4-FFF2-40B4-BE49-F238E27FC236}">
                <a16:creationId xmlns:a16="http://schemas.microsoft.com/office/drawing/2014/main" id="{C9567DB9-3970-510E-0075-F3D04DC3E5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09126225"/>
              </p:ext>
            </p:extLst>
          </p:nvPr>
        </p:nvGraphicFramePr>
        <p:xfrm>
          <a:off x="550863" y="2186234"/>
          <a:ext cx="11185730" cy="43097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3714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3714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371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2371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15676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Semibold"/>
                          <a:cs typeface="SB Sans Text Semibold"/>
                        </a:rPr>
                        <a:t>Компания</a:t>
                      </a:r>
                      <a:endParaRPr b="0"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Периодичность</a:t>
                      </a:r>
                      <a:endParaRPr sz="1400" b="0" i="0" dirty="0">
                        <a:solidFill>
                          <a:srgbClr val="2A3238"/>
                        </a:solidFill>
                        <a:latin typeface="SB Sans Text Semibold"/>
                        <a:ea typeface="+mn-ea"/>
                        <a:cs typeface="SB Sans Text Semibold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Отклонения</a:t>
                      </a:r>
                      <a:endParaRPr b="0"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Показатель порогового значения</a:t>
                      </a:r>
                      <a:endParaRPr b="0"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Итого</a:t>
                      </a:r>
                      <a:endParaRPr b="0"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 err="1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Эвотор</a:t>
                      </a:r>
                      <a:endParaRPr sz="1400" b="0" i="0" dirty="0">
                        <a:solidFill>
                          <a:srgbClr val="2A3238"/>
                        </a:solidFill>
                        <a:latin typeface="SB Sans Text Semibold"/>
                        <a:ea typeface="+mn-ea"/>
                        <a:cs typeface="SB Sans Text Semibold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Ежемесячно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Да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2800" b="0" i="0" dirty="0">
                          <a:solidFill>
                            <a:srgbClr val="FF3256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120 000</a:t>
                      </a:r>
                      <a:endParaRPr dirty="0">
                        <a:solidFill>
                          <a:srgbClr val="FF3256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13 000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Деловая среда</a:t>
                      </a:r>
                      <a:endParaRPr b="0"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Ежеквартально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Да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2800" b="0" i="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75 000</a:t>
                      </a:r>
                      <a:endParaRPr dirty="0">
                        <a:solidFill>
                          <a:srgbClr val="56FF7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1 250 480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 err="1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СберСервис</a:t>
                      </a:r>
                      <a:endParaRPr sz="1400" b="0" i="0" dirty="0">
                        <a:solidFill>
                          <a:srgbClr val="2A3238"/>
                        </a:solidFill>
                        <a:latin typeface="SB Sans Text Semibold"/>
                        <a:ea typeface="+mn-ea"/>
                        <a:cs typeface="SB Sans Text Semibold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Один раз в 3 года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Нет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124 700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FF3256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76 790</a:t>
                      </a:r>
                      <a:endParaRPr sz="2800" b="0" i="0" kern="1200" dirty="0">
                        <a:solidFill>
                          <a:srgbClr val="FF3256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 err="1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СберБанк</a:t>
                      </a: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 Лизинг</a:t>
                      </a:r>
                      <a:endParaRPr b="0"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Еженедельно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–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FF3256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45 680</a:t>
                      </a:r>
                      <a:endParaRPr sz="2800" b="0" i="0" kern="1200" dirty="0">
                        <a:solidFill>
                          <a:srgbClr val="FF3256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209 100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en-US" sz="1400" b="0" i="0" dirty="0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Vision Labs</a:t>
                      </a:r>
                      <a:endParaRPr sz="1400" b="0" i="0" dirty="0">
                        <a:solidFill>
                          <a:srgbClr val="2A3238"/>
                        </a:solidFill>
                        <a:latin typeface="SB Sans Text Semibold"/>
                        <a:ea typeface="+mn-ea"/>
                        <a:cs typeface="SB Sans Text Semibold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Каждый февраль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Light"/>
                          <a:ea typeface="+mn-ea"/>
                          <a:cs typeface="SB Sans Text Light"/>
                        </a:rPr>
                        <a:t>Нет</a:t>
                      </a:r>
                      <a:endParaRPr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56FF71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12 400</a:t>
                      </a:r>
                      <a:endParaRPr sz="2800" b="0" i="0" kern="1200" dirty="0">
                        <a:solidFill>
                          <a:srgbClr val="56FF71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0" i="0" kern="1200" dirty="0">
                          <a:solidFill>
                            <a:srgbClr val="FF3256"/>
                          </a:solidFill>
                          <a:latin typeface="SB Sans Display Light"/>
                          <a:ea typeface="+mn-ea"/>
                          <a:cs typeface="SB Sans Display Light"/>
                        </a:rPr>
                        <a:t>25 000</a:t>
                      </a:r>
                      <a:endParaRPr sz="2800" b="0" i="0" kern="1200" dirty="0">
                        <a:solidFill>
                          <a:srgbClr val="FF3256"/>
                        </a:solidFill>
                        <a:latin typeface="SB Sans Display Light"/>
                        <a:ea typeface="+mn-ea"/>
                        <a:cs typeface="SB Sans Display Light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15676"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Text Semibold"/>
                          <a:ea typeface="+mn-ea"/>
                          <a:cs typeface="SB Sans Text Semibold"/>
                        </a:rPr>
                        <a:t>Итого</a:t>
                      </a:r>
                      <a:endParaRPr b="0" dirty="0">
                        <a:solidFill>
                          <a:srgbClr val="2A3238"/>
                        </a:solidFill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endParaRPr lang="ru-RU" sz="1400" b="0" i="0" dirty="0">
                        <a:solidFill>
                          <a:srgbClr val="2A3238"/>
                        </a:solidFill>
                        <a:latin typeface="SB Sans Text Medium"/>
                        <a:ea typeface="+mn-ea"/>
                        <a:cs typeface="SB Sans Text Medium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>
                        <a:defRPr/>
                      </a:pPr>
                      <a:endParaRPr lang="ru-RU" sz="1400" b="0" i="0" dirty="0">
                        <a:solidFill>
                          <a:srgbClr val="2A3238"/>
                        </a:solidFill>
                        <a:latin typeface="SB Sans Text Medium"/>
                        <a:ea typeface="+mn-ea"/>
                        <a:cs typeface="SB Sans Text Medium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>
                        <a:defRPr/>
                      </a:pPr>
                      <a:r>
                        <a:rPr lang="ru-RU" sz="2800" b="1" i="0" dirty="0">
                          <a:solidFill>
                            <a:srgbClr val="56FF71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377 780</a:t>
                      </a:r>
                      <a:endParaRPr dirty="0">
                        <a:solidFill>
                          <a:srgbClr val="56FF71"/>
                        </a:solidFill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latinLnBrk="0" hangingPunct="1">
                        <a:defRPr/>
                      </a:pPr>
                      <a:r>
                        <a:rPr lang="ru-RU" sz="2800" b="1" i="0" kern="1200" dirty="0">
                          <a:solidFill>
                            <a:srgbClr val="56FF71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1 574 370</a:t>
                      </a:r>
                      <a:endParaRPr sz="2800" b="1" i="0" kern="1200" dirty="0">
                        <a:solidFill>
                          <a:srgbClr val="56FF71"/>
                        </a:solidFill>
                        <a:latin typeface="SB Sans Display Semibold"/>
                        <a:ea typeface="+mn-ea"/>
                        <a:cs typeface="SB Sans Display Semibold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B95AE34-1AF8-FBB8-DACD-41D6F2DAAE68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таблицей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04A4EB-16CE-C9F9-6273-06F212373B82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7E5268CA-ECE7-F995-4646-A77D1A796F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92741" y="-5271503"/>
            <a:ext cx="7647168" cy="765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793628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7D3C4-A505-15D4-6647-4D709D366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6A678E0F-1726-2A83-7515-3CE33FAFF4CA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таблицей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A32201-C5BD-AC2D-7B43-17FDA9DDC078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EEB167E4-B6B2-F566-E78E-68645C96B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92741" y="-5271503"/>
            <a:ext cx="7647168" cy="7655928"/>
          </a:xfrm>
          <a:prstGeom prst="rect">
            <a:avLst/>
          </a:prstGeom>
        </p:spPr>
      </p:pic>
      <p:graphicFrame>
        <p:nvGraphicFramePr>
          <p:cNvPr id="2" name="Объект 14">
            <a:extLst>
              <a:ext uri="{FF2B5EF4-FFF2-40B4-BE49-F238E27FC236}">
                <a16:creationId xmlns:a16="http://schemas.microsoft.com/office/drawing/2014/main" id="{80A4B917-182D-8DA6-A300-43FD7EBD3AA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70752586"/>
              </p:ext>
            </p:extLst>
          </p:nvPr>
        </p:nvGraphicFramePr>
        <p:xfrm>
          <a:off x="442913" y="2349500"/>
          <a:ext cx="11270833" cy="40671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8833">
                  <a:extLst>
                    <a:ext uri="{9D8B030D-6E8A-4147-A177-3AD203B41FA5}">
                      <a16:colId xmlns:a16="http://schemas.microsoft.com/office/drawing/2014/main" val="158137065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908620984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93008485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224204811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536835018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037616019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002504697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3623109548"/>
                    </a:ext>
                  </a:extLst>
                </a:gridCol>
                <a:gridCol w="1224000">
                  <a:extLst>
                    <a:ext uri="{9D8B030D-6E8A-4147-A177-3AD203B41FA5}">
                      <a16:colId xmlns:a16="http://schemas.microsoft.com/office/drawing/2014/main" val="2864701372"/>
                    </a:ext>
                  </a:extLst>
                </a:gridCol>
              </a:tblGrid>
              <a:tr h="451908">
                <a:tc>
                  <a:txBody>
                    <a:bodyPr/>
                    <a:lstStyle/>
                    <a:p>
                      <a:endParaRPr lang="ru-RU" sz="1400" b="0" i="0" dirty="0">
                        <a:ln>
                          <a:noFill/>
                        </a:ln>
                        <a:solidFill>
                          <a:srgbClr val="2A3238"/>
                        </a:solidFill>
                        <a:latin typeface="SB Sans Display" panose="020B0503040504020204" pitchFamily="34" charset="0"/>
                        <a:ea typeface="SB Sans Text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1</a:t>
                      </a: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2</a:t>
                      </a: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3</a:t>
                      </a: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4</a:t>
                      </a: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5</a:t>
                      </a: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6</a:t>
                      </a: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7</a:t>
                      </a: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ln>
                            <a:noFill/>
                          </a:ln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 Light" panose="020B0303040504020204" pitchFamily="34" charset="0"/>
                          <a:cs typeface="SB Sans Display" panose="020B0503040504020204" pitchFamily="34" charset="0"/>
                        </a:rPr>
                        <a:t>Колонка 8</a:t>
                      </a: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2447128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1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79318467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2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5433417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3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22452360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1" i="0" dirty="0">
                          <a:solidFill>
                            <a:srgbClr val="2A3238"/>
                          </a:solidFill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Строка 4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1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Semibold" panose="020B0503040504020204" pitchFamily="34" charset="0"/>
                          <a:ea typeface="SB Sans Text" panose="020B0503040504020204" pitchFamily="34" charset="0"/>
                          <a:cs typeface="SB Sans Display Semibold" panose="020B0503040504020204" pitchFamily="34" charset="0"/>
                        </a:rPr>
                        <a:t>хххх</a:t>
                      </a:r>
                      <a:endParaRPr kumimoji="0" lang="ru-RU" sz="14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Semibold" panose="020B0503040504020204" pitchFamily="34" charset="0"/>
                        <a:ea typeface="SB Sans Text" panose="020B0503040504020204" pitchFamily="34" charset="0"/>
                        <a:cs typeface="SB Sans Display Semibold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30462762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5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05811678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6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29720552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7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23382602"/>
                  </a:ext>
                </a:extLst>
              </a:tr>
              <a:tr h="4519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1400" b="0" i="0" dirty="0">
                          <a:solidFill>
                            <a:srgbClr val="2A3238"/>
                          </a:solidFill>
                          <a:latin typeface="SB Sans Display" panose="020B0503040504020204" pitchFamily="34" charset="0"/>
                          <a:ea typeface="SB Sans Text" panose="020B0503040504020204" pitchFamily="34" charset="0"/>
                          <a:cs typeface="SB Sans Display" panose="020B0503040504020204" pitchFamily="34" charset="0"/>
                        </a:rPr>
                        <a:t>Строка 8</a:t>
                      </a: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ru-RU" sz="1400" b="0" i="0" u="none" strike="noStrike" kern="1200" cap="none" spc="0" normalizeH="0" baseline="0" noProof="0" dirty="0" err="1">
                          <a:ln>
                            <a:noFill/>
                          </a:ln>
                          <a:solidFill>
                            <a:srgbClr val="2A3238"/>
                          </a:solidFill>
                          <a:effectLst/>
                          <a:uLnTx/>
                          <a:uFillTx/>
                          <a:latin typeface="SB Sans Display Light" panose="020B0303040504020204" pitchFamily="34" charset="0"/>
                          <a:ea typeface="SB Sans Text" panose="020B0503040504020204" pitchFamily="34" charset="0"/>
                          <a:cs typeface="SB Sans Display Light" panose="020B0303040504020204" pitchFamily="34" charset="0"/>
                        </a:rPr>
                        <a:t>хххх</a:t>
                      </a:r>
                      <a:endParaRPr kumimoji="0" lang="ru-RU" sz="14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2A3238"/>
                        </a:solidFill>
                        <a:effectLst/>
                        <a:uLnTx/>
                        <a:uFillTx/>
                        <a:latin typeface="SB Sans Display Light" panose="020B0303040504020204" pitchFamily="34" charset="0"/>
                        <a:ea typeface="SB Sans Text" panose="020B0503040504020204" pitchFamily="34" charset="0"/>
                        <a:cs typeface="SB Sans Display Light" panose="020B030304050402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3021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8382044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5961F2-DF70-2B89-97D5-2A1922DCC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939D4A56-CCE3-39DB-CDBF-D678B9CA30A4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таблицей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3C0F77-8E06-9993-9C7C-A2596B4E0789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019BAA71-94DB-98C5-D367-BA5F348DF6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92741" y="-5271503"/>
            <a:ext cx="7647168" cy="7655928"/>
          </a:xfrm>
          <a:prstGeom prst="rect">
            <a:avLst/>
          </a:prstGeom>
        </p:spPr>
      </p:pic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47BB7712-A816-7D70-AD01-A64BAAC8E13D}"/>
              </a:ext>
            </a:extLst>
          </p:cNvPr>
          <p:cNvSpPr/>
          <p:nvPr/>
        </p:nvSpPr>
        <p:spPr bwMode="auto">
          <a:xfrm>
            <a:off x="1685942" y="2395071"/>
            <a:ext cx="1241405" cy="380078"/>
          </a:xfrm>
          <a:prstGeom prst="roundRect">
            <a:avLst>
              <a:gd name="adj" fmla="val 36013"/>
            </a:avLst>
          </a:prstGeom>
          <a:solidFill>
            <a:srgbClr val="50FA3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2A3238"/>
              </a:solidFill>
            </a:endParaRPr>
          </a:p>
        </p:txBody>
      </p:sp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1E08D8EF-EF6C-827B-FBD1-CD678DF255D9}"/>
              </a:ext>
            </a:extLst>
          </p:cNvPr>
          <p:cNvSpPr/>
          <p:nvPr/>
        </p:nvSpPr>
        <p:spPr bwMode="auto">
          <a:xfrm>
            <a:off x="2927348" y="2395071"/>
            <a:ext cx="1251743" cy="380078"/>
          </a:xfrm>
          <a:prstGeom prst="roundRect">
            <a:avLst>
              <a:gd name="adj" fmla="val 36013"/>
            </a:avLst>
          </a:prstGeom>
          <a:solidFill>
            <a:srgbClr val="49F75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2A3238"/>
              </a:solidFill>
            </a:endParaRPr>
          </a:p>
        </p:txBody>
      </p:sp>
      <p:sp>
        <p:nvSpPr>
          <p:cNvPr id="5" name="Скругленный прямоугольник 4">
            <a:extLst>
              <a:ext uri="{FF2B5EF4-FFF2-40B4-BE49-F238E27FC236}">
                <a16:creationId xmlns:a16="http://schemas.microsoft.com/office/drawing/2014/main" id="{CDAC543D-61A1-0247-98DB-54EA6EC59969}"/>
              </a:ext>
            </a:extLst>
          </p:cNvPr>
          <p:cNvSpPr/>
          <p:nvPr/>
        </p:nvSpPr>
        <p:spPr bwMode="auto">
          <a:xfrm>
            <a:off x="4179092" y="2395071"/>
            <a:ext cx="2725340" cy="380078"/>
          </a:xfrm>
          <a:prstGeom prst="roundRect">
            <a:avLst>
              <a:gd name="adj" fmla="val 36013"/>
            </a:avLst>
          </a:prstGeom>
          <a:solidFill>
            <a:srgbClr val="42F26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2A3238"/>
              </a:solidFill>
            </a:endParaRPr>
          </a:p>
        </p:txBody>
      </p:sp>
      <p:sp>
        <p:nvSpPr>
          <p:cNvPr id="6" name="Скругленный прямоугольник 5">
            <a:extLst>
              <a:ext uri="{FF2B5EF4-FFF2-40B4-BE49-F238E27FC236}">
                <a16:creationId xmlns:a16="http://schemas.microsoft.com/office/drawing/2014/main" id="{3E4EA068-1C48-E3E2-ABBE-313BDF3EB5D4}"/>
              </a:ext>
            </a:extLst>
          </p:cNvPr>
          <p:cNvSpPr/>
          <p:nvPr/>
        </p:nvSpPr>
        <p:spPr bwMode="auto">
          <a:xfrm>
            <a:off x="6904433" y="2395071"/>
            <a:ext cx="2595913" cy="380078"/>
          </a:xfrm>
          <a:prstGeom prst="roundRect">
            <a:avLst>
              <a:gd name="adj" fmla="val 36013"/>
            </a:avLst>
          </a:prstGeom>
          <a:solidFill>
            <a:srgbClr val="37ED9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2A3238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767B4FBF-A247-6FEA-8415-17799A664779}"/>
              </a:ext>
            </a:extLst>
          </p:cNvPr>
          <p:cNvSpPr/>
          <p:nvPr/>
        </p:nvSpPr>
        <p:spPr bwMode="auto">
          <a:xfrm>
            <a:off x="9500348" y="2395071"/>
            <a:ext cx="1743916" cy="380078"/>
          </a:xfrm>
          <a:prstGeom prst="roundRect">
            <a:avLst>
              <a:gd name="adj" fmla="val 36013"/>
            </a:avLst>
          </a:prstGeom>
          <a:solidFill>
            <a:srgbClr val="16DE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2A3238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C42A13F1-BE11-E212-7A0F-502E769D2EA6}"/>
              </a:ext>
            </a:extLst>
          </p:cNvPr>
          <p:cNvSpPr/>
          <p:nvPr/>
        </p:nvSpPr>
        <p:spPr bwMode="auto">
          <a:xfrm>
            <a:off x="550864" y="2395071"/>
            <a:ext cx="1135077" cy="380078"/>
          </a:xfrm>
          <a:prstGeom prst="roundRect">
            <a:avLst>
              <a:gd name="adj" fmla="val 36013"/>
            </a:avLst>
          </a:prstGeom>
          <a:solidFill>
            <a:srgbClr val="59FF1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ru-RU">
              <a:solidFill>
                <a:srgbClr val="2A3238"/>
              </a:solidFill>
            </a:endParaRPr>
          </a:p>
        </p:txBody>
      </p:sp>
      <p:graphicFrame>
        <p:nvGraphicFramePr>
          <p:cNvPr id="12" name="Таблица 11">
            <a:extLst>
              <a:ext uri="{FF2B5EF4-FFF2-40B4-BE49-F238E27FC236}">
                <a16:creationId xmlns:a16="http://schemas.microsoft.com/office/drawing/2014/main" id="{BD16BC33-BE8B-B0B5-2236-F016069346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413970"/>
              </p:ext>
            </p:extLst>
          </p:nvPr>
        </p:nvGraphicFramePr>
        <p:xfrm>
          <a:off x="550863" y="2373805"/>
          <a:ext cx="10693401" cy="30056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1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47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28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717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61438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7371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445373"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АС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Инцидент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Влияние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7200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Описание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Причина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72000">
                        <a:defRPr/>
                      </a:pPr>
                      <a:r>
                        <a:rPr lang="ru-RU" sz="1400" b="0" i="0" dirty="0">
                          <a:solidFill>
                            <a:schemeClr val="tx1"/>
                          </a:solidFill>
                          <a:latin typeface="SB Sans Display" panose="020B0503040504020204" pitchFamily="34" charset="0"/>
                          <a:cs typeface="SB Sans Display" panose="020B0503040504020204" pitchFamily="34" charset="0"/>
                        </a:rPr>
                        <a:t>Мероприятия</a:t>
                      </a:r>
                      <a:endParaRPr b="0" i="0" dirty="0">
                        <a:latin typeface="SB Sans Display" panose="020B0503040504020204" pitchFamily="34" charset="0"/>
                        <a:cs typeface="SB Sans Display" panose="020B0503040504020204" pitchFamily="34" charset="0"/>
                      </a:endParaRPr>
                    </a:p>
                  </a:txBody>
                  <a:tcPr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400" b="1" i="0" dirty="0">
                          <a:solidFill>
                            <a:srgbClr val="2A3238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Продукт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05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IM0318988</a:t>
                      </a:r>
                      <a:r>
                        <a:rPr lang="en-US" sz="105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xxx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1" i="0" dirty="0">
                          <a:solidFill>
                            <a:srgbClr val="2A3238"/>
                          </a:solidFill>
                          <a:latin typeface="SB Sans Text Semibold" panose="020B0503040504020204" pitchFamily="34" charset="0"/>
                          <a:ea typeface="+mn-ea"/>
                          <a:cs typeface="SB Sans Text Semibold" panose="020B0503040504020204" pitchFamily="34" charset="0"/>
                        </a:rPr>
                        <a:t>26,5%</a:t>
                      </a:r>
                      <a:endParaRPr sz="1600" b="1" i="0" dirty="0">
                        <a:solidFill>
                          <a:srgbClr val="2A3238"/>
                        </a:solidFill>
                        <a:latin typeface="SB Sans Text Semibold" panose="020B0503040504020204" pitchFamily="34" charset="0"/>
                        <a:cs typeface="SB Sans Text Semibold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Деградация производительности продукта</a:t>
                      </a:r>
                      <a:b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во всех каналах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Некорректная обработка штатных операций</a:t>
                      </a:r>
                      <a:br>
                        <a:rPr lang="en-US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из-за дефекта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Дефект устранен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400" b="1" i="0" dirty="0">
                          <a:solidFill>
                            <a:srgbClr val="2A3238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Продукт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05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IM0321174</a:t>
                      </a:r>
                      <a:r>
                        <a:rPr lang="en-US" sz="105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xxx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1" i="0" kern="1200" dirty="0">
                          <a:solidFill>
                            <a:srgbClr val="2A3238"/>
                          </a:solidFill>
                          <a:latin typeface="SB Sans Text Semibold" panose="020B0503040504020204" pitchFamily="34" charset="0"/>
                          <a:ea typeface="+mn-ea"/>
                          <a:cs typeface="SB Sans Text Semibold" panose="020B0503040504020204" pitchFamily="34" charset="0"/>
                        </a:rPr>
                        <a:t>0% </a:t>
                      </a:r>
                      <a:r>
                        <a:rPr lang="ru-RU" sz="105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(есть обходное решение)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Недоступность </a:t>
                      </a:r>
                      <a:r>
                        <a:rPr lang="en-US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desktop</a:t>
                      </a: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-приложений на </a:t>
                      </a:r>
                      <a:r>
                        <a:rPr lang="en-US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MacOS</a:t>
                      </a: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 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Блокировка УЗ </a:t>
                      </a:r>
                      <a:r>
                        <a:rPr lang="en-US" sz="1200" b="0" i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Apple</a:t>
                      </a:r>
                      <a:endParaRPr lang="ru-RU" sz="1200" b="0" i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ea typeface="+mn-ea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Приложение подписано резервной УЗ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400" b="1" i="0" dirty="0">
                          <a:solidFill>
                            <a:srgbClr val="2A3238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Продукт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05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IM0321665</a:t>
                      </a:r>
                      <a:r>
                        <a:rPr lang="en-US" sz="105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xxx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/>
                      </a:pPr>
                      <a:r>
                        <a:rPr lang="ru-RU" sz="1200" b="1" i="0" kern="1200" dirty="0">
                          <a:solidFill>
                            <a:srgbClr val="2A3238"/>
                          </a:solidFill>
                          <a:latin typeface="SB Sans Text Semibold" panose="020B0503040504020204" pitchFamily="34" charset="0"/>
                          <a:ea typeface="+mn-ea"/>
                          <a:cs typeface="SB Sans Text Semibold" panose="020B0503040504020204" pitchFamily="34" charset="0"/>
                        </a:rPr>
                        <a:t>2%</a:t>
                      </a:r>
                      <a:endParaRPr sz="1200" b="1" i="0" kern="1200" dirty="0">
                        <a:solidFill>
                          <a:srgbClr val="2A3238"/>
                        </a:solidFill>
                        <a:latin typeface="SB Sans Text Semibold" panose="020B0503040504020204" pitchFamily="34" charset="0"/>
                        <a:ea typeface="+mn-ea"/>
                        <a:cs typeface="SB Sans Text Semibold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Ошибки перекладки файлов</a:t>
                      </a:r>
                      <a:b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из </a:t>
                      </a:r>
                      <a:r>
                        <a:rPr lang="en-US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Omega</a:t>
                      </a: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 в </a:t>
                      </a:r>
                      <a:r>
                        <a:rPr lang="en-US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Sigma</a:t>
                      </a:r>
                      <a:endParaRPr lang="ru-RU" sz="12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ea typeface="+mn-ea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Следствие инцидента</a:t>
                      </a:r>
                      <a:br>
                        <a:rPr lang="en-US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</a:b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на АС ТФС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Миграция на выделенный ТФС (05.2026)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400" b="1" i="0" dirty="0">
                          <a:solidFill>
                            <a:srgbClr val="2A3238"/>
                          </a:solidFill>
                          <a:latin typeface="SB Sans Display Semibold"/>
                          <a:ea typeface="+mn-ea"/>
                          <a:cs typeface="SB Sans Display Semibold"/>
                        </a:rPr>
                        <a:t>Продукт</a:t>
                      </a:r>
                    </a:p>
                  </a:txBody>
                  <a:tcPr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05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IM0316640</a:t>
                      </a:r>
                      <a:r>
                        <a:rPr lang="en-US" sz="105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xxx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>
                        <a:defRPr/>
                      </a:pPr>
                      <a:r>
                        <a:rPr lang="ru-RU" sz="1200" b="1" i="0" kern="1200" dirty="0">
                          <a:solidFill>
                            <a:srgbClr val="2A3238"/>
                          </a:solidFill>
                          <a:latin typeface="SB Sans Text Semibold" panose="020B0503040504020204" pitchFamily="34" charset="0"/>
                          <a:ea typeface="+mn-ea"/>
                          <a:cs typeface="SB Sans Text Semibold" panose="020B0503040504020204" pitchFamily="34" charset="0"/>
                        </a:rPr>
                        <a:t>31%</a:t>
                      </a:r>
                      <a:endParaRPr sz="1200" b="1" i="0" kern="1200" dirty="0">
                        <a:solidFill>
                          <a:srgbClr val="2A3238"/>
                        </a:solidFill>
                        <a:latin typeface="SB Sans Text Semibold" panose="020B0503040504020204" pitchFamily="34" charset="0"/>
                        <a:ea typeface="+mn-ea"/>
                        <a:cs typeface="SB Sans Text Semibold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Массовые инциденты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Сбой СПО – конкурентный запуск служб после обновления ОС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lang="ru-RU" sz="1200" b="0" i="0" dirty="0">
                          <a:solidFill>
                            <a:srgbClr val="2A3238"/>
                          </a:solidFill>
                          <a:latin typeface="SB Sans Text" panose="020B0503040504020204" pitchFamily="34" charset="0"/>
                          <a:ea typeface="+mn-ea"/>
                          <a:cs typeface="SB Sans Text" panose="020B0503040504020204" pitchFamily="34" charset="0"/>
                        </a:rPr>
                        <a:t>Изменена логика запуска</a:t>
                      </a:r>
                      <a:endParaRPr sz="1600" b="0" i="0" dirty="0">
                        <a:solidFill>
                          <a:srgbClr val="2A3238"/>
                        </a:solidFill>
                        <a:latin typeface="SB Sans Text" panose="020B0503040504020204" pitchFamily="34" charset="0"/>
                        <a:cs typeface="SB Sans Text" panose="020B0503040504020204" pitchFamily="34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23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9960186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645AA-DA8A-B865-D3BE-7C51F4D670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Объект 5">
            <a:extLst>
              <a:ext uri="{FF2B5EF4-FFF2-40B4-BE49-F238E27FC236}">
                <a16:creationId xmlns:a16="http://schemas.microsoft.com/office/drawing/2014/main" id="{F0E2FDF3-758C-2AEB-FE8E-5765FDF4D7F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41177910"/>
              </p:ext>
            </p:extLst>
          </p:nvPr>
        </p:nvGraphicFramePr>
        <p:xfrm>
          <a:off x="550863" y="1352283"/>
          <a:ext cx="10813824" cy="522545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5C3BB4C-3209-7716-8938-094DF7826B58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графиком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975B3C4-E595-79B3-A67C-E2A450F38BFA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41718682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35D7B-CCF3-DC20-CE81-E191606DA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2">
            <a:extLst>
              <a:ext uri="{FF2B5EF4-FFF2-40B4-BE49-F238E27FC236}">
                <a16:creationId xmlns:a16="http://schemas.microsoft.com/office/drawing/2014/main" id="{1C0DEFE5-BFBF-F791-E694-129DBE75DC8E}"/>
              </a:ext>
            </a:extLst>
          </p:cNvPr>
          <p:cNvSpPr/>
          <p:nvPr/>
        </p:nvSpPr>
        <p:spPr bwMode="auto">
          <a:xfrm>
            <a:off x="1039837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AF61B2E5-2AA0-D25E-58F7-06F570A5CEA5}"/>
              </a:ext>
            </a:extLst>
          </p:cNvPr>
          <p:cNvSpPr/>
          <p:nvPr/>
        </p:nvSpPr>
        <p:spPr bwMode="auto">
          <a:xfrm>
            <a:off x="1039838" y="4847190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01E0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01E0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FF78B098-812E-5694-D189-3368BDA78E4A}"/>
              </a:ext>
            </a:extLst>
          </p:cNvPr>
          <p:cNvSpPr/>
          <p:nvPr/>
        </p:nvSpPr>
        <p:spPr bwMode="auto">
          <a:xfrm>
            <a:off x="3248051" y="4833938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01E0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01E0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BD642BB8-C5DD-9043-AC3C-FAB0D1522AA7}"/>
              </a:ext>
            </a:extLst>
          </p:cNvPr>
          <p:cNvSpPr/>
          <p:nvPr/>
        </p:nvSpPr>
        <p:spPr bwMode="auto">
          <a:xfrm>
            <a:off x="5456264" y="4833938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01E0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01E0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graphicFrame>
        <p:nvGraphicFramePr>
          <p:cNvPr id="14" name="Объект 5">
            <a:extLst>
              <a:ext uri="{FF2B5EF4-FFF2-40B4-BE49-F238E27FC236}">
                <a16:creationId xmlns:a16="http://schemas.microsoft.com/office/drawing/2014/main" id="{3A96F675-26B1-7F6C-46FB-71F97D0E82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50647997"/>
              </p:ext>
            </p:extLst>
          </p:nvPr>
        </p:nvGraphicFramePr>
        <p:xfrm>
          <a:off x="442913" y="1003147"/>
          <a:ext cx="11306176" cy="377220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3">
            <a:extLst>
              <a:ext uri="{FF2B5EF4-FFF2-40B4-BE49-F238E27FC236}">
                <a16:creationId xmlns:a16="http://schemas.microsoft.com/office/drawing/2014/main" id="{2C9E8020-33CA-6A77-D521-CCDB7BE55F08}"/>
              </a:ext>
            </a:extLst>
          </p:cNvPr>
          <p:cNvSpPr/>
          <p:nvPr/>
        </p:nvSpPr>
        <p:spPr bwMode="auto">
          <a:xfrm>
            <a:off x="7664476" y="4833938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01E0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01E0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21" name="Text 3">
            <a:extLst>
              <a:ext uri="{FF2B5EF4-FFF2-40B4-BE49-F238E27FC236}">
                <a16:creationId xmlns:a16="http://schemas.microsoft.com/office/drawing/2014/main" id="{B240B323-E118-60BF-2937-BFDB369A80BA}"/>
              </a:ext>
            </a:extLst>
          </p:cNvPr>
          <p:cNvSpPr/>
          <p:nvPr/>
        </p:nvSpPr>
        <p:spPr bwMode="auto">
          <a:xfrm>
            <a:off x="9872688" y="4833938"/>
            <a:ext cx="231931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2400"/>
              </a:lnSpc>
            </a:pPr>
            <a:r>
              <a:rPr lang="en-US" b="1" dirty="0">
                <a:solidFill>
                  <a:srgbClr val="01E0FF"/>
                </a:solidFill>
                <a:latin typeface="SB Sans Display Semibold" panose="020B0503040504020204" pitchFamily="34" charset="0"/>
                <a:ea typeface="SB Sans Display Light" pitchFamily="34" charset="-122"/>
                <a:cs typeface="SB Sans Display Semibold" panose="020B0503040504020204" pitchFamily="34" charset="0"/>
              </a:rPr>
              <a:t>Заголовок</a:t>
            </a:r>
            <a:endParaRPr lang="en-US" b="1" dirty="0">
              <a:solidFill>
                <a:srgbClr val="01E0FF"/>
              </a:solidFill>
              <a:latin typeface="SB Sans Display Semibold" panose="020B0503040504020204" pitchFamily="34" charset="0"/>
              <a:cs typeface="SB Sans Display Semibold" panose="020B0503040504020204" pitchFamily="34" charset="0"/>
            </a:endParaRPr>
          </a:p>
        </p:txBody>
      </p:sp>
      <p:sp>
        <p:nvSpPr>
          <p:cNvPr id="22" name="Text 2">
            <a:extLst>
              <a:ext uri="{FF2B5EF4-FFF2-40B4-BE49-F238E27FC236}">
                <a16:creationId xmlns:a16="http://schemas.microsoft.com/office/drawing/2014/main" id="{7567A2EC-AAD8-F7B6-4281-BD255A2FA069}"/>
              </a:ext>
            </a:extLst>
          </p:cNvPr>
          <p:cNvSpPr/>
          <p:nvPr/>
        </p:nvSpPr>
        <p:spPr bwMode="auto">
          <a:xfrm>
            <a:off x="3247932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23" name="Text 2">
            <a:extLst>
              <a:ext uri="{FF2B5EF4-FFF2-40B4-BE49-F238E27FC236}">
                <a16:creationId xmlns:a16="http://schemas.microsoft.com/office/drawing/2014/main" id="{3E676FB6-1ABA-BCAD-5CFD-C303B3900303}"/>
              </a:ext>
            </a:extLst>
          </p:cNvPr>
          <p:cNvSpPr/>
          <p:nvPr/>
        </p:nvSpPr>
        <p:spPr bwMode="auto">
          <a:xfrm>
            <a:off x="5447928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24" name="Text 2">
            <a:extLst>
              <a:ext uri="{FF2B5EF4-FFF2-40B4-BE49-F238E27FC236}">
                <a16:creationId xmlns:a16="http://schemas.microsoft.com/office/drawing/2014/main" id="{59DC42E7-3A69-D511-6468-F6D0C4A3953D}"/>
              </a:ext>
            </a:extLst>
          </p:cNvPr>
          <p:cNvSpPr/>
          <p:nvPr/>
        </p:nvSpPr>
        <p:spPr bwMode="auto">
          <a:xfrm>
            <a:off x="7680176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25" name="Text 2">
            <a:extLst>
              <a:ext uri="{FF2B5EF4-FFF2-40B4-BE49-F238E27FC236}">
                <a16:creationId xmlns:a16="http://schemas.microsoft.com/office/drawing/2014/main" id="{2CDA0BAF-C2F5-9991-73EC-8DA8275026CF}"/>
              </a:ext>
            </a:extLst>
          </p:cNvPr>
          <p:cNvSpPr/>
          <p:nvPr/>
        </p:nvSpPr>
        <p:spPr bwMode="auto">
          <a:xfrm>
            <a:off x="9885920" y="5166735"/>
            <a:ext cx="1691281" cy="565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Формирование успешной команды — это не просто вопрос управления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397191E-4982-45A8-1960-FBDD5E4AA05D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графиком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9B4DA9-4CBB-1FBB-4440-F1D729BF800D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145352857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B88CD8-074F-8308-3BEB-292EBB22EE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CAEDC9B-615D-E50E-2876-269C07314666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графиком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0F568E7-DE0C-242F-BB06-FCFACA799EBB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graphicFrame>
        <p:nvGraphicFramePr>
          <p:cNvPr id="7" name="Объект 2">
            <a:extLst>
              <a:ext uri="{FF2B5EF4-FFF2-40B4-BE49-F238E27FC236}">
                <a16:creationId xmlns:a16="http://schemas.microsoft.com/office/drawing/2014/main" id="{F3D750FB-7956-2359-0828-3F1C42282B4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429094787"/>
              </p:ext>
            </p:extLst>
          </p:nvPr>
        </p:nvGraphicFramePr>
        <p:xfrm>
          <a:off x="442912" y="2384425"/>
          <a:ext cx="11306175" cy="428939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153057904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EBF3E-9A20-92F8-42CD-845ED94E6F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4">
            <a:extLst>
              <a:ext uri="{FF2B5EF4-FFF2-40B4-BE49-F238E27FC236}">
                <a16:creationId xmlns:a16="http://schemas.microsoft.com/office/drawing/2014/main" id="{62C25E9E-37D7-D2CE-FBA6-58D32E1DDC89}"/>
              </a:ext>
            </a:extLst>
          </p:cNvPr>
          <p:cNvSpPr/>
          <p:nvPr/>
        </p:nvSpPr>
        <p:spPr bwMode="auto">
          <a:xfrm>
            <a:off x="550864" y="5062467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  <a:defRPr/>
            </a:pPr>
            <a:r>
              <a:rPr lang="ru-RU" sz="3200" dirty="0">
                <a:solidFill>
                  <a:srgbClr val="56FF71"/>
                </a:solidFill>
                <a:latin typeface="SB Sans Display" panose="020B0503040504020204" pitchFamily="34" charset="0"/>
                <a:ea typeface="SB Sans Display Light"/>
                <a:cs typeface="SB Sans Display" panose="020B0503040504020204" pitchFamily="34" charset="0"/>
              </a:rPr>
              <a:t>21</a:t>
            </a:r>
            <a:r>
              <a:rPr lang="en-US" sz="2000" dirty="0">
                <a:solidFill>
                  <a:srgbClr val="56FF71"/>
                </a:solidFill>
                <a:latin typeface="SB Sans Display" panose="020B0503040504020204" pitchFamily="34" charset="0"/>
                <a:ea typeface="SB Sans Display Light"/>
                <a:cs typeface="SB Sans Display" panose="020B0503040504020204" pitchFamily="34" charset="0"/>
              </a:rPr>
              <a:t>%</a:t>
            </a:r>
            <a:endParaRPr lang="en-US" sz="2000" dirty="0">
              <a:solidFill>
                <a:srgbClr val="56FF7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0BE66482-AF3B-B73A-0783-638112C07E3A}"/>
              </a:ext>
            </a:extLst>
          </p:cNvPr>
          <p:cNvSpPr/>
          <p:nvPr/>
        </p:nvSpPr>
        <p:spPr bwMode="auto">
          <a:xfrm>
            <a:off x="550863" y="5710167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9A17CE94-0604-96F9-2582-E72CD7BE5848}"/>
              </a:ext>
            </a:extLst>
          </p:cNvPr>
          <p:cNvSpPr/>
          <p:nvPr/>
        </p:nvSpPr>
        <p:spPr bwMode="auto">
          <a:xfrm>
            <a:off x="2356978" y="5062467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  <a:defRPr/>
            </a:pPr>
            <a:r>
              <a:rPr lang="ru-RU" sz="3200" dirty="0">
                <a:solidFill>
                  <a:srgbClr val="01E0FF"/>
                </a:solidFill>
                <a:latin typeface="SB Sans Display" panose="020B0503040504020204" pitchFamily="34" charset="0"/>
                <a:ea typeface="SB Sans Display Light"/>
                <a:cs typeface="SB Sans Display" panose="020B0503040504020204" pitchFamily="34" charset="0"/>
              </a:rPr>
              <a:t>79</a:t>
            </a:r>
            <a:r>
              <a:rPr lang="en-US" sz="2000" dirty="0">
                <a:solidFill>
                  <a:srgbClr val="01E0FF"/>
                </a:solidFill>
                <a:latin typeface="SB Sans Display" panose="020B0503040504020204" pitchFamily="34" charset="0"/>
                <a:ea typeface="SB Sans Display Light"/>
                <a:cs typeface="SB Sans Display" panose="020B0503040504020204" pitchFamily="34" charset="0"/>
              </a:rPr>
              <a:t>%</a:t>
            </a:r>
            <a:endParaRPr lang="en-US" sz="2000" dirty="0">
              <a:solidFill>
                <a:srgbClr val="01E0FF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cxnSp>
        <p:nvCxnSpPr>
          <p:cNvPr id="11" name="Прямая соединительная линия 10">
            <a:extLst>
              <a:ext uri="{FF2B5EF4-FFF2-40B4-BE49-F238E27FC236}">
                <a16:creationId xmlns:a16="http://schemas.microsoft.com/office/drawing/2014/main" id="{E77C973D-7A03-5059-1080-3D621E92B869}"/>
              </a:ext>
            </a:extLst>
          </p:cNvPr>
          <p:cNvCxnSpPr>
            <a:cxnSpLocks/>
          </p:cNvCxnSpPr>
          <p:nvPr/>
        </p:nvCxnSpPr>
        <p:spPr bwMode="auto">
          <a:xfrm>
            <a:off x="550864" y="5601191"/>
            <a:ext cx="598557" cy="0"/>
          </a:xfrm>
          <a:prstGeom prst="line">
            <a:avLst/>
          </a:prstGeom>
          <a:ln w="12700">
            <a:solidFill>
              <a:srgbClr val="56FF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единительная линия 11">
            <a:extLst>
              <a:ext uri="{FF2B5EF4-FFF2-40B4-BE49-F238E27FC236}">
                <a16:creationId xmlns:a16="http://schemas.microsoft.com/office/drawing/2014/main" id="{83ADEFDA-876D-8E67-33B6-89EB5F79D7A7}"/>
              </a:ext>
            </a:extLst>
          </p:cNvPr>
          <p:cNvCxnSpPr>
            <a:cxnSpLocks/>
          </p:cNvCxnSpPr>
          <p:nvPr/>
        </p:nvCxnSpPr>
        <p:spPr bwMode="auto">
          <a:xfrm>
            <a:off x="2356978" y="5602013"/>
            <a:ext cx="598557" cy="0"/>
          </a:xfrm>
          <a:prstGeom prst="line">
            <a:avLst/>
          </a:prstGeom>
          <a:ln w="12700">
            <a:solidFill>
              <a:srgbClr val="01E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Овал 12">
            <a:extLst>
              <a:ext uri="{FF2B5EF4-FFF2-40B4-BE49-F238E27FC236}">
                <a16:creationId xmlns:a16="http://schemas.microsoft.com/office/drawing/2014/main" id="{9A963B1B-79AA-387C-293B-EED9ED62CFFC}"/>
              </a:ext>
            </a:extLst>
          </p:cNvPr>
          <p:cNvSpPr/>
          <p:nvPr/>
        </p:nvSpPr>
        <p:spPr>
          <a:xfrm>
            <a:off x="737586" y="2344179"/>
            <a:ext cx="2100649" cy="2100649"/>
          </a:xfrm>
          <a:prstGeom prst="ellipse">
            <a:avLst/>
          </a:prstGeom>
          <a:gradFill flip="none" rotWithShape="1">
            <a:gsLst>
              <a:gs pos="48000">
                <a:schemeClr val="accent5">
                  <a:alpha val="0"/>
                </a:schemeClr>
              </a:gs>
              <a:gs pos="84000">
                <a:srgbClr val="01E0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Арка 13">
            <a:extLst>
              <a:ext uri="{FF2B5EF4-FFF2-40B4-BE49-F238E27FC236}">
                <a16:creationId xmlns:a16="http://schemas.microsoft.com/office/drawing/2014/main" id="{90250EE8-66AB-03B9-BA6F-99FE9D96EB97}"/>
              </a:ext>
            </a:extLst>
          </p:cNvPr>
          <p:cNvSpPr/>
          <p:nvPr/>
        </p:nvSpPr>
        <p:spPr>
          <a:xfrm rot="20574035">
            <a:off x="568497" y="2158828"/>
            <a:ext cx="2430376" cy="2430376"/>
          </a:xfrm>
          <a:prstGeom prst="blockArc">
            <a:avLst>
              <a:gd name="adj1" fmla="val 9434403"/>
              <a:gd name="adj2" fmla="val 13901251"/>
              <a:gd name="adj3" fmla="val 20503"/>
            </a:avLst>
          </a:prstGeom>
          <a:gradFill flip="none" rotWithShape="1">
            <a:gsLst>
              <a:gs pos="35000">
                <a:srgbClr val="56FF71"/>
              </a:gs>
              <a:gs pos="100000">
                <a:srgbClr val="56FF71"/>
              </a:gs>
            </a:gsLst>
            <a:lin ang="138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ru-RU" sz="120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5" name="object 11">
            <a:extLst>
              <a:ext uri="{FF2B5EF4-FFF2-40B4-BE49-F238E27FC236}">
                <a16:creationId xmlns:a16="http://schemas.microsoft.com/office/drawing/2014/main" id="{76D6C757-4FA5-2B0E-A5C3-A0C775DA3EBF}"/>
              </a:ext>
            </a:extLst>
          </p:cNvPr>
          <p:cNvSpPr txBox="1"/>
          <p:nvPr/>
        </p:nvSpPr>
        <p:spPr>
          <a:xfrm>
            <a:off x="1398541" y="3054153"/>
            <a:ext cx="1391777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lang="ru-RU" sz="5000" spc="-160" dirty="0">
                <a:solidFill>
                  <a:srgbClr val="2A3238"/>
                </a:solidFill>
                <a:latin typeface="SBSansDisplay-Light"/>
                <a:cs typeface="SBSansDisplay-Light"/>
              </a:rPr>
              <a:t>2</a:t>
            </a:r>
            <a:r>
              <a:rPr sz="5000" dirty="0">
                <a:solidFill>
                  <a:srgbClr val="2A3238"/>
                </a:solidFill>
                <a:latin typeface="SBSansDisplay-Light"/>
                <a:cs typeface="SBSansDisplay-Light"/>
              </a:rPr>
              <a:t>1</a:t>
            </a:r>
            <a:r>
              <a:rPr sz="5000" baseline="30000" dirty="0">
                <a:solidFill>
                  <a:srgbClr val="2A3238"/>
                </a:solidFill>
                <a:latin typeface="SBSansDisplay-Light"/>
                <a:cs typeface="SBSansDisplay-Light"/>
              </a:rPr>
              <a:t>%</a:t>
            </a: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29882958-CBB2-A331-9A53-F9A27CE5E0AA}"/>
              </a:ext>
            </a:extLst>
          </p:cNvPr>
          <p:cNvSpPr/>
          <p:nvPr/>
        </p:nvSpPr>
        <p:spPr bwMode="auto">
          <a:xfrm>
            <a:off x="2362250" y="5710167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7" name="Text 4">
            <a:extLst>
              <a:ext uri="{FF2B5EF4-FFF2-40B4-BE49-F238E27FC236}">
                <a16:creationId xmlns:a16="http://schemas.microsoft.com/office/drawing/2014/main" id="{BCD415F4-409A-B671-5DD3-2B607D291036}"/>
              </a:ext>
            </a:extLst>
          </p:cNvPr>
          <p:cNvSpPr/>
          <p:nvPr/>
        </p:nvSpPr>
        <p:spPr bwMode="auto">
          <a:xfrm>
            <a:off x="8480509" y="5062466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</a:pPr>
            <a:r>
              <a:rPr lang="ru-RU" sz="3200" dirty="0">
                <a:solidFill>
                  <a:srgbClr val="56FF7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75</a:t>
            </a:r>
            <a:r>
              <a:rPr lang="en-US" sz="2000" dirty="0">
                <a:solidFill>
                  <a:srgbClr val="56FF7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%</a:t>
            </a: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DFA1E37E-1E26-3B06-5B70-1E3D322C36E2}"/>
              </a:ext>
            </a:extLst>
          </p:cNvPr>
          <p:cNvSpPr/>
          <p:nvPr/>
        </p:nvSpPr>
        <p:spPr bwMode="auto">
          <a:xfrm>
            <a:off x="8480508" y="5710166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9" name="Text 6">
            <a:extLst>
              <a:ext uri="{FF2B5EF4-FFF2-40B4-BE49-F238E27FC236}">
                <a16:creationId xmlns:a16="http://schemas.microsoft.com/office/drawing/2014/main" id="{F51E44CB-EDC4-07CC-6CF0-FA671BEE20F5}"/>
              </a:ext>
            </a:extLst>
          </p:cNvPr>
          <p:cNvSpPr/>
          <p:nvPr/>
        </p:nvSpPr>
        <p:spPr bwMode="auto">
          <a:xfrm>
            <a:off x="10286623" y="5062466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</a:pPr>
            <a:r>
              <a:rPr lang="ru-RU" sz="3200" dirty="0">
                <a:solidFill>
                  <a:srgbClr val="01E0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25</a:t>
            </a:r>
            <a:r>
              <a:rPr lang="en-US" sz="2000" dirty="0">
                <a:solidFill>
                  <a:srgbClr val="01E0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%</a:t>
            </a:r>
          </a:p>
        </p:txBody>
      </p:sp>
      <p:cxnSp>
        <p:nvCxnSpPr>
          <p:cNvPr id="20" name="Прямая соединительная линия 19">
            <a:extLst>
              <a:ext uri="{FF2B5EF4-FFF2-40B4-BE49-F238E27FC236}">
                <a16:creationId xmlns:a16="http://schemas.microsoft.com/office/drawing/2014/main" id="{23DB76DB-8ADC-1B26-DFF2-B9B21FB22E36}"/>
              </a:ext>
            </a:extLst>
          </p:cNvPr>
          <p:cNvCxnSpPr>
            <a:cxnSpLocks/>
          </p:cNvCxnSpPr>
          <p:nvPr/>
        </p:nvCxnSpPr>
        <p:spPr bwMode="auto">
          <a:xfrm>
            <a:off x="8480509" y="5601190"/>
            <a:ext cx="598557" cy="0"/>
          </a:xfrm>
          <a:prstGeom prst="line">
            <a:avLst/>
          </a:prstGeom>
          <a:ln w="12700">
            <a:solidFill>
              <a:srgbClr val="56FF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9A8EEEF7-7FD8-4CBA-A6C8-DC5ACDA97FDD}"/>
              </a:ext>
            </a:extLst>
          </p:cNvPr>
          <p:cNvCxnSpPr>
            <a:cxnSpLocks/>
          </p:cNvCxnSpPr>
          <p:nvPr/>
        </p:nvCxnSpPr>
        <p:spPr bwMode="auto">
          <a:xfrm>
            <a:off x="10286623" y="5602012"/>
            <a:ext cx="598557" cy="0"/>
          </a:xfrm>
          <a:prstGeom prst="line">
            <a:avLst/>
          </a:prstGeom>
          <a:ln w="12700">
            <a:solidFill>
              <a:srgbClr val="01E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Овал 21">
            <a:extLst>
              <a:ext uri="{FF2B5EF4-FFF2-40B4-BE49-F238E27FC236}">
                <a16:creationId xmlns:a16="http://schemas.microsoft.com/office/drawing/2014/main" id="{16C06BDB-2207-8056-7A41-0D9B4F9261CB}"/>
              </a:ext>
            </a:extLst>
          </p:cNvPr>
          <p:cNvSpPr/>
          <p:nvPr/>
        </p:nvSpPr>
        <p:spPr>
          <a:xfrm>
            <a:off x="8667231" y="2344178"/>
            <a:ext cx="2100649" cy="2100649"/>
          </a:xfrm>
          <a:prstGeom prst="ellipse">
            <a:avLst/>
          </a:prstGeom>
          <a:gradFill flip="none" rotWithShape="1">
            <a:gsLst>
              <a:gs pos="48000">
                <a:schemeClr val="accent5">
                  <a:alpha val="0"/>
                </a:schemeClr>
              </a:gs>
              <a:gs pos="84000">
                <a:srgbClr val="01E0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Арка 22">
            <a:extLst>
              <a:ext uri="{FF2B5EF4-FFF2-40B4-BE49-F238E27FC236}">
                <a16:creationId xmlns:a16="http://schemas.microsoft.com/office/drawing/2014/main" id="{538C6D40-E03F-7EE5-76F3-7B99A4D9D449}"/>
              </a:ext>
            </a:extLst>
          </p:cNvPr>
          <p:cNvSpPr/>
          <p:nvPr/>
        </p:nvSpPr>
        <p:spPr>
          <a:xfrm rot="20710700">
            <a:off x="8498142" y="2181977"/>
            <a:ext cx="2430376" cy="2430376"/>
          </a:xfrm>
          <a:prstGeom prst="blockArc">
            <a:avLst>
              <a:gd name="adj1" fmla="val 20371259"/>
              <a:gd name="adj2" fmla="val 13901251"/>
              <a:gd name="adj3" fmla="val 20503"/>
            </a:avLst>
          </a:prstGeom>
          <a:gradFill flip="none" rotWithShape="1">
            <a:gsLst>
              <a:gs pos="35000">
                <a:srgbClr val="56FF71"/>
              </a:gs>
              <a:gs pos="100000">
                <a:srgbClr val="56FF71"/>
              </a:gs>
            </a:gsLst>
            <a:lin ang="138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ru-RU" sz="1200" dirty="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24" name="object 11">
            <a:extLst>
              <a:ext uri="{FF2B5EF4-FFF2-40B4-BE49-F238E27FC236}">
                <a16:creationId xmlns:a16="http://schemas.microsoft.com/office/drawing/2014/main" id="{5866A538-7025-3937-B7C5-99BD72EF4E09}"/>
              </a:ext>
            </a:extLst>
          </p:cNvPr>
          <p:cNvSpPr txBox="1"/>
          <p:nvPr/>
        </p:nvSpPr>
        <p:spPr>
          <a:xfrm>
            <a:off x="9255034" y="3066344"/>
            <a:ext cx="1538425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lang="ru-RU" sz="5000" spc="-160" dirty="0">
                <a:solidFill>
                  <a:srgbClr val="2A3238"/>
                </a:solidFill>
                <a:latin typeface="SBSansDisplay-Light"/>
                <a:cs typeface="SBSansDisplay-Light"/>
              </a:rPr>
              <a:t>75</a:t>
            </a:r>
            <a:r>
              <a:rPr sz="5000" baseline="30000" dirty="0">
                <a:solidFill>
                  <a:srgbClr val="2A3238"/>
                </a:solidFill>
                <a:latin typeface="SBSansDisplay-Light"/>
                <a:cs typeface="SBSansDisplay-Light"/>
              </a:rPr>
              <a:t>%</a:t>
            </a:r>
          </a:p>
        </p:txBody>
      </p:sp>
      <p:sp>
        <p:nvSpPr>
          <p:cNvPr id="25" name="Text 5">
            <a:extLst>
              <a:ext uri="{FF2B5EF4-FFF2-40B4-BE49-F238E27FC236}">
                <a16:creationId xmlns:a16="http://schemas.microsoft.com/office/drawing/2014/main" id="{28DB38C6-4C1D-DBA7-B9F1-04287D2D73E3}"/>
              </a:ext>
            </a:extLst>
          </p:cNvPr>
          <p:cNvSpPr/>
          <p:nvPr/>
        </p:nvSpPr>
        <p:spPr bwMode="auto">
          <a:xfrm>
            <a:off x="10291895" y="5710166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 общению</a:t>
            </a:r>
            <a:endParaRPr lang="ru-RU" sz="12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26" name="Text 4">
            <a:extLst>
              <a:ext uri="{FF2B5EF4-FFF2-40B4-BE49-F238E27FC236}">
                <a16:creationId xmlns:a16="http://schemas.microsoft.com/office/drawing/2014/main" id="{B0074482-205F-1908-8E8F-AF6D8D050D5C}"/>
              </a:ext>
            </a:extLst>
          </p:cNvPr>
          <p:cNvSpPr/>
          <p:nvPr/>
        </p:nvSpPr>
        <p:spPr bwMode="auto">
          <a:xfrm>
            <a:off x="4452943" y="5062466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</a:pPr>
            <a:r>
              <a:rPr lang="ru-RU" sz="3200" dirty="0">
                <a:solidFill>
                  <a:srgbClr val="56FF7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52</a:t>
            </a:r>
            <a:r>
              <a:rPr lang="en-US" sz="2000" dirty="0">
                <a:solidFill>
                  <a:srgbClr val="56FF7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%</a:t>
            </a:r>
          </a:p>
        </p:txBody>
      </p:sp>
      <p:sp>
        <p:nvSpPr>
          <p:cNvPr id="27" name="Text 5">
            <a:extLst>
              <a:ext uri="{FF2B5EF4-FFF2-40B4-BE49-F238E27FC236}">
                <a16:creationId xmlns:a16="http://schemas.microsoft.com/office/drawing/2014/main" id="{E960A976-5F96-F475-0347-2D840EC57ED4}"/>
              </a:ext>
            </a:extLst>
          </p:cNvPr>
          <p:cNvSpPr/>
          <p:nvPr/>
        </p:nvSpPr>
        <p:spPr bwMode="auto">
          <a:xfrm>
            <a:off x="4452942" y="5710166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28" name="Text 6">
            <a:extLst>
              <a:ext uri="{FF2B5EF4-FFF2-40B4-BE49-F238E27FC236}">
                <a16:creationId xmlns:a16="http://schemas.microsoft.com/office/drawing/2014/main" id="{9AA4DC13-38D2-E329-D726-F03CEEEC376F}"/>
              </a:ext>
            </a:extLst>
          </p:cNvPr>
          <p:cNvSpPr/>
          <p:nvPr/>
        </p:nvSpPr>
        <p:spPr bwMode="auto">
          <a:xfrm>
            <a:off x="6259057" y="5062466"/>
            <a:ext cx="1587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lnSpc>
                <a:spcPts val="4320"/>
              </a:lnSpc>
            </a:pPr>
            <a:r>
              <a:rPr lang="ru-RU" sz="3200" dirty="0">
                <a:solidFill>
                  <a:srgbClr val="01E0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48</a:t>
            </a:r>
            <a:r>
              <a:rPr lang="en-US" sz="2000" dirty="0">
                <a:solidFill>
                  <a:srgbClr val="01E0FF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%</a:t>
            </a:r>
          </a:p>
        </p:txBody>
      </p:sp>
      <p:cxnSp>
        <p:nvCxnSpPr>
          <p:cNvPr id="29" name="Прямая соединительная линия 28">
            <a:extLst>
              <a:ext uri="{FF2B5EF4-FFF2-40B4-BE49-F238E27FC236}">
                <a16:creationId xmlns:a16="http://schemas.microsoft.com/office/drawing/2014/main" id="{86AA34E8-E794-BFF3-CE5F-77B542C4051D}"/>
              </a:ext>
            </a:extLst>
          </p:cNvPr>
          <p:cNvCxnSpPr>
            <a:cxnSpLocks/>
          </p:cNvCxnSpPr>
          <p:nvPr/>
        </p:nvCxnSpPr>
        <p:spPr bwMode="auto">
          <a:xfrm>
            <a:off x="4452943" y="5601190"/>
            <a:ext cx="598557" cy="0"/>
          </a:xfrm>
          <a:prstGeom prst="line">
            <a:avLst/>
          </a:prstGeom>
          <a:ln w="12700">
            <a:solidFill>
              <a:srgbClr val="56FF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FC1BD96A-4AE2-147B-9480-F134D6B9B2F2}"/>
              </a:ext>
            </a:extLst>
          </p:cNvPr>
          <p:cNvCxnSpPr>
            <a:cxnSpLocks/>
          </p:cNvCxnSpPr>
          <p:nvPr/>
        </p:nvCxnSpPr>
        <p:spPr bwMode="auto">
          <a:xfrm>
            <a:off x="6259057" y="5602012"/>
            <a:ext cx="598557" cy="0"/>
          </a:xfrm>
          <a:prstGeom prst="line">
            <a:avLst/>
          </a:prstGeom>
          <a:ln w="12700">
            <a:solidFill>
              <a:srgbClr val="01E0F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Овал 30">
            <a:extLst>
              <a:ext uri="{FF2B5EF4-FFF2-40B4-BE49-F238E27FC236}">
                <a16:creationId xmlns:a16="http://schemas.microsoft.com/office/drawing/2014/main" id="{81F03100-F20F-ED17-5B0C-2E0A5CE57F73}"/>
              </a:ext>
            </a:extLst>
          </p:cNvPr>
          <p:cNvSpPr/>
          <p:nvPr/>
        </p:nvSpPr>
        <p:spPr>
          <a:xfrm>
            <a:off x="4639665" y="2344178"/>
            <a:ext cx="2100649" cy="2100649"/>
          </a:xfrm>
          <a:prstGeom prst="ellipse">
            <a:avLst/>
          </a:prstGeom>
          <a:gradFill flip="none" rotWithShape="1">
            <a:gsLst>
              <a:gs pos="48000">
                <a:schemeClr val="accent5">
                  <a:alpha val="0"/>
                </a:schemeClr>
              </a:gs>
              <a:gs pos="84000">
                <a:srgbClr val="01E0FF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2" name="Арка 31">
            <a:extLst>
              <a:ext uri="{FF2B5EF4-FFF2-40B4-BE49-F238E27FC236}">
                <a16:creationId xmlns:a16="http://schemas.microsoft.com/office/drawing/2014/main" id="{0C9E7C83-7FC3-DBCC-B8BD-C45C01B2F217}"/>
              </a:ext>
            </a:extLst>
          </p:cNvPr>
          <p:cNvSpPr/>
          <p:nvPr/>
        </p:nvSpPr>
        <p:spPr>
          <a:xfrm rot="20710700">
            <a:off x="4457876" y="2184227"/>
            <a:ext cx="2430376" cy="2430376"/>
          </a:xfrm>
          <a:prstGeom prst="blockArc">
            <a:avLst>
              <a:gd name="adj1" fmla="val 1466943"/>
              <a:gd name="adj2" fmla="val 13901251"/>
              <a:gd name="adj3" fmla="val 20503"/>
            </a:avLst>
          </a:prstGeom>
          <a:gradFill flip="none" rotWithShape="1">
            <a:gsLst>
              <a:gs pos="35000">
                <a:srgbClr val="56FF71"/>
              </a:gs>
              <a:gs pos="100000">
                <a:srgbClr val="56FF71"/>
              </a:gs>
            </a:gsLst>
            <a:lin ang="138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ru-RU" sz="1200">
              <a:solidFill>
                <a:schemeClr val="tx1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33" name="object 11">
            <a:extLst>
              <a:ext uri="{FF2B5EF4-FFF2-40B4-BE49-F238E27FC236}">
                <a16:creationId xmlns:a16="http://schemas.microsoft.com/office/drawing/2014/main" id="{D6429305-2CA5-237B-6642-5E3EA6F4B9B6}"/>
              </a:ext>
            </a:extLst>
          </p:cNvPr>
          <p:cNvSpPr txBox="1"/>
          <p:nvPr/>
        </p:nvSpPr>
        <p:spPr>
          <a:xfrm>
            <a:off x="5215276" y="3054152"/>
            <a:ext cx="1453313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1">
              <a:spcBef>
                <a:spcPts val="100"/>
              </a:spcBef>
            </a:pPr>
            <a:r>
              <a:rPr lang="ru-RU" sz="5000" spc="-160" dirty="0">
                <a:solidFill>
                  <a:srgbClr val="2A3238"/>
                </a:solidFill>
                <a:latin typeface="SBSansDisplay-Light"/>
                <a:cs typeface="SBSansDisplay-Light"/>
              </a:rPr>
              <a:t>52</a:t>
            </a:r>
            <a:r>
              <a:rPr sz="5000" baseline="30000" dirty="0">
                <a:solidFill>
                  <a:srgbClr val="2A3238"/>
                </a:solidFill>
                <a:latin typeface="SBSansDisplay-Light"/>
                <a:cs typeface="SBSansDisplay-Light"/>
              </a:rPr>
              <a:t>%</a:t>
            </a:r>
          </a:p>
        </p:txBody>
      </p:sp>
      <p:sp>
        <p:nvSpPr>
          <p:cNvPr id="34" name="Text 5">
            <a:extLst>
              <a:ext uri="{FF2B5EF4-FFF2-40B4-BE49-F238E27FC236}">
                <a16:creationId xmlns:a16="http://schemas.microsoft.com/office/drawing/2014/main" id="{C3991557-02D2-C839-7A41-76B0AA233B68}"/>
              </a:ext>
            </a:extLst>
          </p:cNvPr>
          <p:cNvSpPr/>
          <p:nvPr/>
        </p:nvSpPr>
        <p:spPr bwMode="auto">
          <a:xfrm>
            <a:off x="6264329" y="5710166"/>
            <a:ext cx="1748613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Создание среды, способствующей общению</a:t>
            </a:r>
            <a:endParaRPr lang="ru-RU" sz="1200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E05B389-63F8-E1D6-216A-32F804B2DB44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графиком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F3C0500-D8C1-2066-4369-F8B00ADA1213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392016259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F3ABFE-9098-B66F-B722-675D85B88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5">
            <a:extLst>
              <a:ext uri="{FF2B5EF4-FFF2-40B4-BE49-F238E27FC236}">
                <a16:creationId xmlns:a16="http://schemas.microsoft.com/office/drawing/2014/main" id="{44FA4D6F-9661-545C-239A-692B5A8FE178}"/>
              </a:ext>
            </a:extLst>
          </p:cNvPr>
          <p:cNvSpPr/>
          <p:nvPr/>
        </p:nvSpPr>
        <p:spPr bwMode="auto">
          <a:xfrm>
            <a:off x="442913" y="5432652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7" name="Text 6">
            <a:extLst>
              <a:ext uri="{FF2B5EF4-FFF2-40B4-BE49-F238E27FC236}">
                <a16:creationId xmlns:a16="http://schemas.microsoft.com/office/drawing/2014/main" id="{64967B8A-9072-F9FF-8140-D05FCB7180C0}"/>
              </a:ext>
            </a:extLst>
          </p:cNvPr>
          <p:cNvSpPr/>
          <p:nvPr/>
        </p:nvSpPr>
        <p:spPr bwMode="auto">
          <a:xfrm>
            <a:off x="442912" y="5800952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rgbClr val="2A3238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cxnSp>
        <p:nvCxnSpPr>
          <p:cNvPr id="8" name="Straight Connector 4">
            <a:extLst>
              <a:ext uri="{FF2B5EF4-FFF2-40B4-BE49-F238E27FC236}">
                <a16:creationId xmlns:a16="http://schemas.microsoft.com/office/drawing/2014/main" id="{A56FF39B-1F91-2C26-1026-8F7A0F68D535}"/>
              </a:ext>
            </a:extLst>
          </p:cNvPr>
          <p:cNvCxnSpPr>
            <a:cxnSpLocks/>
          </p:cNvCxnSpPr>
          <p:nvPr/>
        </p:nvCxnSpPr>
        <p:spPr bwMode="auto">
          <a:xfrm flipV="1">
            <a:off x="442913" y="4367896"/>
            <a:ext cx="4409953" cy="6745"/>
          </a:xfrm>
          <a:prstGeom prst="line">
            <a:avLst/>
          </a:prstGeom>
          <a:ln w="28575"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58">
            <a:extLst>
              <a:ext uri="{FF2B5EF4-FFF2-40B4-BE49-F238E27FC236}">
                <a16:creationId xmlns:a16="http://schemas.microsoft.com/office/drawing/2014/main" id="{67DD6C4B-0907-7D7C-53C6-4AF77754D446}"/>
              </a:ext>
            </a:extLst>
          </p:cNvPr>
          <p:cNvCxnSpPr>
            <a:cxnSpLocks/>
          </p:cNvCxnSpPr>
          <p:nvPr/>
        </p:nvCxnSpPr>
        <p:spPr>
          <a:xfrm>
            <a:off x="442913" y="4367728"/>
            <a:ext cx="0" cy="1015752"/>
          </a:xfrm>
          <a:prstGeom prst="line">
            <a:avLst/>
          </a:prstGeom>
          <a:ln w="6350" cap="rnd">
            <a:solidFill>
              <a:srgbClr val="2A3238"/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4">
            <a:extLst>
              <a:ext uri="{FF2B5EF4-FFF2-40B4-BE49-F238E27FC236}">
                <a16:creationId xmlns:a16="http://schemas.microsoft.com/office/drawing/2014/main" id="{D0B9F831-8135-CF36-5EB5-0B39E85C4597}"/>
              </a:ext>
            </a:extLst>
          </p:cNvPr>
          <p:cNvCxnSpPr>
            <a:cxnSpLocks/>
          </p:cNvCxnSpPr>
          <p:nvPr/>
        </p:nvCxnSpPr>
        <p:spPr bwMode="auto">
          <a:xfrm>
            <a:off x="4871864" y="4368039"/>
            <a:ext cx="6877224" cy="0"/>
          </a:xfrm>
          <a:prstGeom prst="line">
            <a:avLst/>
          </a:prstGeom>
          <a:ln w="28575">
            <a:solidFill>
              <a:srgbClr val="2A3238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>
            <a:extLst>
              <a:ext uri="{FF2B5EF4-FFF2-40B4-BE49-F238E27FC236}">
                <a16:creationId xmlns:a16="http://schemas.microsoft.com/office/drawing/2014/main" id="{5861FBAF-2360-CCBB-B407-4D4F1FFAA6AC}"/>
              </a:ext>
            </a:extLst>
          </p:cNvPr>
          <p:cNvSpPr/>
          <p:nvPr/>
        </p:nvSpPr>
        <p:spPr>
          <a:xfrm>
            <a:off x="346825" y="4281248"/>
            <a:ext cx="186786" cy="186786"/>
          </a:xfrm>
          <a:prstGeom prst="ellipse">
            <a:avLst/>
          </a:prstGeom>
          <a:solidFill>
            <a:srgbClr val="62ECFF"/>
          </a:solidFill>
          <a:ln>
            <a:solidFill>
              <a:srgbClr val="2A32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914B54F4-AD83-74CF-57C0-9677A3CA6A76}"/>
              </a:ext>
            </a:extLst>
          </p:cNvPr>
          <p:cNvSpPr/>
          <p:nvPr/>
        </p:nvSpPr>
        <p:spPr bwMode="auto">
          <a:xfrm>
            <a:off x="4871864" y="5432652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13" name="Text 6">
            <a:extLst>
              <a:ext uri="{FF2B5EF4-FFF2-40B4-BE49-F238E27FC236}">
                <a16:creationId xmlns:a16="http://schemas.microsoft.com/office/drawing/2014/main" id="{F87AA293-792F-9BD5-32C0-8DF1AE1D1C64}"/>
              </a:ext>
            </a:extLst>
          </p:cNvPr>
          <p:cNvSpPr/>
          <p:nvPr/>
        </p:nvSpPr>
        <p:spPr bwMode="auto">
          <a:xfrm>
            <a:off x="4871863" y="5800952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rgbClr val="2A3238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cxnSp>
        <p:nvCxnSpPr>
          <p:cNvPr id="14" name="Straight Connector 58">
            <a:extLst>
              <a:ext uri="{FF2B5EF4-FFF2-40B4-BE49-F238E27FC236}">
                <a16:creationId xmlns:a16="http://schemas.microsoft.com/office/drawing/2014/main" id="{2CCBD2F4-7CF9-B1B2-B3DC-EF9EF876A4A0}"/>
              </a:ext>
            </a:extLst>
          </p:cNvPr>
          <p:cNvCxnSpPr>
            <a:cxnSpLocks/>
          </p:cNvCxnSpPr>
          <p:nvPr/>
        </p:nvCxnSpPr>
        <p:spPr>
          <a:xfrm>
            <a:off x="4871864" y="4367728"/>
            <a:ext cx="0" cy="1015752"/>
          </a:xfrm>
          <a:prstGeom prst="line">
            <a:avLst/>
          </a:prstGeom>
          <a:ln w="6350" cap="rnd">
            <a:solidFill>
              <a:srgbClr val="2A3238"/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58">
            <a:extLst>
              <a:ext uri="{FF2B5EF4-FFF2-40B4-BE49-F238E27FC236}">
                <a16:creationId xmlns:a16="http://schemas.microsoft.com/office/drawing/2014/main" id="{493A9004-4729-0212-C65C-268C965E8206}"/>
              </a:ext>
            </a:extLst>
          </p:cNvPr>
          <p:cNvCxnSpPr>
            <a:cxnSpLocks/>
          </p:cNvCxnSpPr>
          <p:nvPr/>
        </p:nvCxnSpPr>
        <p:spPr>
          <a:xfrm>
            <a:off x="2639616" y="3314403"/>
            <a:ext cx="0" cy="1015752"/>
          </a:xfrm>
          <a:prstGeom prst="line">
            <a:avLst/>
          </a:prstGeom>
          <a:ln w="6350" cap="rnd">
            <a:solidFill>
              <a:srgbClr val="2A3238"/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5">
            <a:extLst>
              <a:ext uri="{FF2B5EF4-FFF2-40B4-BE49-F238E27FC236}">
                <a16:creationId xmlns:a16="http://schemas.microsoft.com/office/drawing/2014/main" id="{95A52803-3DD4-70DA-CF3C-43FF08EE53FD}"/>
              </a:ext>
            </a:extLst>
          </p:cNvPr>
          <p:cNvSpPr/>
          <p:nvPr/>
        </p:nvSpPr>
        <p:spPr bwMode="auto">
          <a:xfrm>
            <a:off x="2639616" y="2317296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17" name="Text 6">
            <a:extLst>
              <a:ext uri="{FF2B5EF4-FFF2-40B4-BE49-F238E27FC236}">
                <a16:creationId xmlns:a16="http://schemas.microsoft.com/office/drawing/2014/main" id="{E1C6B6D4-1B87-3E24-F57F-41046C5B8E5E}"/>
              </a:ext>
            </a:extLst>
          </p:cNvPr>
          <p:cNvSpPr/>
          <p:nvPr/>
        </p:nvSpPr>
        <p:spPr bwMode="auto">
          <a:xfrm>
            <a:off x="2639615" y="2685596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rgbClr val="2A3238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cxnSp>
        <p:nvCxnSpPr>
          <p:cNvPr id="18" name="Straight Connector 58">
            <a:extLst>
              <a:ext uri="{FF2B5EF4-FFF2-40B4-BE49-F238E27FC236}">
                <a16:creationId xmlns:a16="http://schemas.microsoft.com/office/drawing/2014/main" id="{F524006D-BCE1-476D-A5E5-DB84BD991F39}"/>
              </a:ext>
            </a:extLst>
          </p:cNvPr>
          <p:cNvCxnSpPr>
            <a:cxnSpLocks/>
          </p:cNvCxnSpPr>
          <p:nvPr/>
        </p:nvCxnSpPr>
        <p:spPr>
          <a:xfrm>
            <a:off x="6960096" y="3314403"/>
            <a:ext cx="0" cy="1015752"/>
          </a:xfrm>
          <a:prstGeom prst="line">
            <a:avLst/>
          </a:prstGeom>
          <a:ln w="6350" cap="rnd">
            <a:solidFill>
              <a:srgbClr val="2A3238"/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 5">
            <a:extLst>
              <a:ext uri="{FF2B5EF4-FFF2-40B4-BE49-F238E27FC236}">
                <a16:creationId xmlns:a16="http://schemas.microsoft.com/office/drawing/2014/main" id="{A00828EC-0EC2-9442-20B9-390D30AC7DF6}"/>
              </a:ext>
            </a:extLst>
          </p:cNvPr>
          <p:cNvSpPr/>
          <p:nvPr/>
        </p:nvSpPr>
        <p:spPr bwMode="auto">
          <a:xfrm>
            <a:off x="6960096" y="2317296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3E0DA6AD-4AA3-9618-85F3-C76D48FB42EF}"/>
              </a:ext>
            </a:extLst>
          </p:cNvPr>
          <p:cNvSpPr/>
          <p:nvPr/>
        </p:nvSpPr>
        <p:spPr bwMode="auto">
          <a:xfrm>
            <a:off x="6960095" y="2685596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rgbClr val="2A3238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sp>
        <p:nvSpPr>
          <p:cNvPr id="21" name="Text 5">
            <a:extLst>
              <a:ext uri="{FF2B5EF4-FFF2-40B4-BE49-F238E27FC236}">
                <a16:creationId xmlns:a16="http://schemas.microsoft.com/office/drawing/2014/main" id="{6A6FDF75-9B9C-2944-6D63-60D9C9055CA3}"/>
              </a:ext>
            </a:extLst>
          </p:cNvPr>
          <p:cNvSpPr/>
          <p:nvPr/>
        </p:nvSpPr>
        <p:spPr bwMode="auto">
          <a:xfrm>
            <a:off x="9192344" y="5432652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b="1" dirty="0">
                <a:solidFill>
                  <a:srgbClr val="62ECFF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rPr>
              <a:t>01.01.2025</a:t>
            </a:r>
          </a:p>
        </p:txBody>
      </p:sp>
      <p:sp>
        <p:nvSpPr>
          <p:cNvPr id="22" name="Text 6">
            <a:extLst>
              <a:ext uri="{FF2B5EF4-FFF2-40B4-BE49-F238E27FC236}">
                <a16:creationId xmlns:a16="http://schemas.microsoft.com/office/drawing/2014/main" id="{57DD6A00-CCC7-F963-8FB7-381774943F77}"/>
              </a:ext>
            </a:extLst>
          </p:cNvPr>
          <p:cNvSpPr/>
          <p:nvPr/>
        </p:nvSpPr>
        <p:spPr bwMode="auto">
          <a:xfrm>
            <a:off x="9192343" y="5800952"/>
            <a:ext cx="2743657" cy="6794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Создание среды, способствующей открытому общению</a:t>
            </a:r>
            <a:r>
              <a:rPr lang="en-US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 </a:t>
            </a:r>
            <a:r>
              <a:rPr lang="ru-RU" sz="1200" dirty="0">
                <a:solidFill>
                  <a:srgbClr val="2A3238"/>
                </a:solidFill>
                <a:effectLst/>
                <a:latin typeface="SB Sans Text" panose="020B0503040504020204" pitchFamily="34" charset="0"/>
                <a:cs typeface="SB Sans Text" panose="020B0503040504020204" pitchFamily="34" charset="0"/>
              </a:rPr>
              <a:t>среди сотрудников компании</a:t>
            </a:r>
            <a:endParaRPr lang="ru-RU" sz="1200" dirty="0">
              <a:solidFill>
                <a:srgbClr val="2A3238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cxnSp>
        <p:nvCxnSpPr>
          <p:cNvPr id="23" name="Straight Connector 58">
            <a:extLst>
              <a:ext uri="{FF2B5EF4-FFF2-40B4-BE49-F238E27FC236}">
                <a16:creationId xmlns:a16="http://schemas.microsoft.com/office/drawing/2014/main" id="{555C9066-DE82-E138-2CD8-82F676B368FB}"/>
              </a:ext>
            </a:extLst>
          </p:cNvPr>
          <p:cNvCxnSpPr>
            <a:cxnSpLocks/>
          </p:cNvCxnSpPr>
          <p:nvPr/>
        </p:nvCxnSpPr>
        <p:spPr>
          <a:xfrm>
            <a:off x="9192344" y="4367728"/>
            <a:ext cx="0" cy="1015752"/>
          </a:xfrm>
          <a:prstGeom prst="line">
            <a:avLst/>
          </a:prstGeom>
          <a:ln w="6350" cap="rnd">
            <a:solidFill>
              <a:srgbClr val="2A3238"/>
            </a:solidFill>
            <a:miter lim="800000"/>
            <a:head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C2833B72-80AB-EDEC-827F-FA09503613A8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таймлайном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ED77604-0CBE-D1A4-6F1E-16D281AF50A0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  <p:sp>
        <p:nvSpPr>
          <p:cNvPr id="26" name="Овал 25">
            <a:extLst>
              <a:ext uri="{FF2B5EF4-FFF2-40B4-BE49-F238E27FC236}">
                <a16:creationId xmlns:a16="http://schemas.microsoft.com/office/drawing/2014/main" id="{06E1B008-C558-ECC2-D780-DE06A22AD8CC}"/>
              </a:ext>
            </a:extLst>
          </p:cNvPr>
          <p:cNvSpPr/>
          <p:nvPr/>
        </p:nvSpPr>
        <p:spPr>
          <a:xfrm>
            <a:off x="2542915" y="4281248"/>
            <a:ext cx="186786" cy="186786"/>
          </a:xfrm>
          <a:prstGeom prst="ellipse">
            <a:avLst/>
          </a:prstGeom>
          <a:solidFill>
            <a:srgbClr val="62ECFF"/>
          </a:solidFill>
          <a:ln>
            <a:solidFill>
              <a:srgbClr val="2A32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27" name="Овал 26">
            <a:extLst>
              <a:ext uri="{FF2B5EF4-FFF2-40B4-BE49-F238E27FC236}">
                <a16:creationId xmlns:a16="http://schemas.microsoft.com/office/drawing/2014/main" id="{2F96570F-4BB6-4035-A718-CD28330D7227}"/>
              </a:ext>
            </a:extLst>
          </p:cNvPr>
          <p:cNvSpPr/>
          <p:nvPr/>
        </p:nvSpPr>
        <p:spPr>
          <a:xfrm>
            <a:off x="4777264" y="4281248"/>
            <a:ext cx="186786" cy="186786"/>
          </a:xfrm>
          <a:prstGeom prst="ellipse">
            <a:avLst/>
          </a:prstGeom>
          <a:solidFill>
            <a:srgbClr val="62ECFF"/>
          </a:solidFill>
          <a:ln>
            <a:solidFill>
              <a:srgbClr val="2A32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28" name="Овал 27">
            <a:extLst>
              <a:ext uri="{FF2B5EF4-FFF2-40B4-BE49-F238E27FC236}">
                <a16:creationId xmlns:a16="http://schemas.microsoft.com/office/drawing/2014/main" id="{5B383B86-A5D2-2F09-E5A6-200D83DE8CF2}"/>
              </a:ext>
            </a:extLst>
          </p:cNvPr>
          <p:cNvSpPr/>
          <p:nvPr/>
        </p:nvSpPr>
        <p:spPr>
          <a:xfrm>
            <a:off x="6865385" y="4281248"/>
            <a:ext cx="186786" cy="186786"/>
          </a:xfrm>
          <a:prstGeom prst="ellipse">
            <a:avLst/>
          </a:prstGeom>
          <a:solidFill>
            <a:schemeClr val="bg1"/>
          </a:solidFill>
          <a:ln>
            <a:solidFill>
              <a:srgbClr val="2A32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  <p:sp>
        <p:nvSpPr>
          <p:cNvPr id="29" name="Овал 28">
            <a:extLst>
              <a:ext uri="{FF2B5EF4-FFF2-40B4-BE49-F238E27FC236}">
                <a16:creationId xmlns:a16="http://schemas.microsoft.com/office/drawing/2014/main" id="{5037C4A8-2027-BDCB-115D-3BD9A3D3D42E}"/>
              </a:ext>
            </a:extLst>
          </p:cNvPr>
          <p:cNvSpPr/>
          <p:nvPr/>
        </p:nvSpPr>
        <p:spPr>
          <a:xfrm>
            <a:off x="9097726" y="4281248"/>
            <a:ext cx="186786" cy="186786"/>
          </a:xfrm>
          <a:prstGeom prst="ellipse">
            <a:avLst/>
          </a:prstGeom>
          <a:solidFill>
            <a:schemeClr val="bg1"/>
          </a:solidFill>
          <a:ln>
            <a:solidFill>
              <a:srgbClr val="2A3238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04484753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E3E0B-3F88-F070-E58F-DA59C54F6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EB40C133-C215-2A4E-A8A1-E52BF08BD5B4}"/>
              </a:ext>
            </a:extLst>
          </p:cNvPr>
          <p:cNvCxnSpPr>
            <a:cxnSpLocks/>
          </p:cNvCxnSpPr>
          <p:nvPr/>
        </p:nvCxnSpPr>
        <p:spPr>
          <a:xfrm>
            <a:off x="442913" y="2873829"/>
            <a:ext cx="0" cy="3542846"/>
          </a:xfrm>
          <a:prstGeom prst="line">
            <a:avLst/>
          </a:prstGeom>
          <a:ln w="22225">
            <a:solidFill>
              <a:srgbClr val="2A3238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38048510-886B-9029-0AA8-4DDA4D015306}"/>
              </a:ext>
            </a:extLst>
          </p:cNvPr>
          <p:cNvCxnSpPr>
            <a:cxnSpLocks/>
          </p:cNvCxnSpPr>
          <p:nvPr/>
        </p:nvCxnSpPr>
        <p:spPr>
          <a:xfrm>
            <a:off x="2704148" y="2873829"/>
            <a:ext cx="0" cy="3542846"/>
          </a:xfrm>
          <a:prstGeom prst="line">
            <a:avLst/>
          </a:prstGeom>
          <a:ln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99B43A63-3053-566D-2DB9-41BF1EB717F8}"/>
              </a:ext>
            </a:extLst>
          </p:cNvPr>
          <p:cNvCxnSpPr>
            <a:cxnSpLocks/>
          </p:cNvCxnSpPr>
          <p:nvPr/>
        </p:nvCxnSpPr>
        <p:spPr>
          <a:xfrm>
            <a:off x="4965383" y="2873829"/>
            <a:ext cx="0" cy="3542846"/>
          </a:xfrm>
          <a:prstGeom prst="line">
            <a:avLst/>
          </a:prstGeom>
          <a:ln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66C41C6D-3A6D-6446-2C9B-3C6EF0C271FE}"/>
              </a:ext>
            </a:extLst>
          </p:cNvPr>
          <p:cNvCxnSpPr>
            <a:cxnSpLocks/>
          </p:cNvCxnSpPr>
          <p:nvPr/>
        </p:nvCxnSpPr>
        <p:spPr>
          <a:xfrm>
            <a:off x="7226618" y="2873829"/>
            <a:ext cx="0" cy="3542846"/>
          </a:xfrm>
          <a:prstGeom prst="line">
            <a:avLst/>
          </a:prstGeom>
          <a:ln w="22225">
            <a:solidFill>
              <a:srgbClr val="2A3238"/>
            </a:solidFill>
            <a:headEnd type="oval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DCCAD71D-7DEC-B73E-51AD-4816DE2FEE23}"/>
              </a:ext>
            </a:extLst>
          </p:cNvPr>
          <p:cNvCxnSpPr>
            <a:cxnSpLocks/>
          </p:cNvCxnSpPr>
          <p:nvPr/>
        </p:nvCxnSpPr>
        <p:spPr>
          <a:xfrm>
            <a:off x="9487853" y="2873829"/>
            <a:ext cx="0" cy="3542846"/>
          </a:xfrm>
          <a:prstGeom prst="line">
            <a:avLst/>
          </a:prstGeom>
          <a:ln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5328B519-5671-B7EC-7E81-E9E99E0D2FC8}"/>
              </a:ext>
            </a:extLst>
          </p:cNvPr>
          <p:cNvCxnSpPr>
            <a:cxnSpLocks/>
          </p:cNvCxnSpPr>
          <p:nvPr/>
        </p:nvCxnSpPr>
        <p:spPr>
          <a:xfrm>
            <a:off x="11749088" y="2873829"/>
            <a:ext cx="0" cy="3542846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 5">
            <a:extLst>
              <a:ext uri="{FF2B5EF4-FFF2-40B4-BE49-F238E27FC236}">
                <a16:creationId xmlns:a16="http://schemas.microsoft.com/office/drawing/2014/main" id="{AA8D5303-96BA-097B-901E-37937A27012F}"/>
              </a:ext>
            </a:extLst>
          </p:cNvPr>
          <p:cNvSpPr/>
          <p:nvPr/>
        </p:nvSpPr>
        <p:spPr bwMode="auto">
          <a:xfrm>
            <a:off x="549559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01 </a:t>
            </a:r>
            <a:r>
              <a:rPr lang="ru-RU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rgbClr val="2A3238"/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12" name="Text 5">
            <a:extLst>
              <a:ext uri="{FF2B5EF4-FFF2-40B4-BE49-F238E27FC236}">
                <a16:creationId xmlns:a16="http://schemas.microsoft.com/office/drawing/2014/main" id="{EAC50DCF-4327-1287-507F-A3BEBD3397C6}"/>
              </a:ext>
            </a:extLst>
          </p:cNvPr>
          <p:cNvSpPr/>
          <p:nvPr/>
        </p:nvSpPr>
        <p:spPr bwMode="auto">
          <a:xfrm>
            <a:off x="2800265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en-US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0</a:t>
            </a:r>
            <a:r>
              <a:rPr lang="ru-RU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7</a:t>
            </a:r>
            <a:r>
              <a:rPr lang="en-US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 </a:t>
            </a:r>
            <a:r>
              <a:rPr lang="ru-RU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rgbClr val="2A3238"/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D2F4C29B-B9E5-6D87-84F7-49179D5F189E}"/>
              </a:ext>
            </a:extLst>
          </p:cNvPr>
          <p:cNvSpPr/>
          <p:nvPr/>
        </p:nvSpPr>
        <p:spPr bwMode="auto">
          <a:xfrm>
            <a:off x="5050971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13</a:t>
            </a:r>
            <a:r>
              <a:rPr lang="en-US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 </a:t>
            </a:r>
            <a:r>
              <a:rPr lang="ru-RU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rgbClr val="2A3238"/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14" name="Text 5">
            <a:extLst>
              <a:ext uri="{FF2B5EF4-FFF2-40B4-BE49-F238E27FC236}">
                <a16:creationId xmlns:a16="http://schemas.microsoft.com/office/drawing/2014/main" id="{F30F2F64-5AAE-FF0E-263B-7E9B2AC9329D}"/>
              </a:ext>
            </a:extLst>
          </p:cNvPr>
          <p:cNvSpPr/>
          <p:nvPr/>
        </p:nvSpPr>
        <p:spPr bwMode="auto">
          <a:xfrm>
            <a:off x="7301677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19</a:t>
            </a:r>
            <a:r>
              <a:rPr lang="en-US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 </a:t>
            </a:r>
            <a:r>
              <a:rPr lang="ru-RU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rgbClr val="2A3238"/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682751D1-6EDD-06E4-2691-6EDA4161B5FE}"/>
              </a:ext>
            </a:extLst>
          </p:cNvPr>
          <p:cNvSpPr/>
          <p:nvPr/>
        </p:nvSpPr>
        <p:spPr bwMode="auto">
          <a:xfrm>
            <a:off x="9552384" y="3042890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25</a:t>
            </a:r>
            <a:r>
              <a:rPr lang="en-US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 </a:t>
            </a:r>
            <a:r>
              <a:rPr lang="ru-RU" sz="1200" dirty="0">
                <a:solidFill>
                  <a:srgbClr val="2A3238"/>
                </a:solidFill>
                <a:latin typeface="SB Sans Display Light" panose="020B0303040504020204" pitchFamily="34" charset="0"/>
                <a:cs typeface="SB Sans Display Light" panose="020B0303040504020204" pitchFamily="34" charset="0"/>
              </a:rPr>
              <a:t>дек</a:t>
            </a:r>
            <a:endParaRPr lang="en-US" sz="1200" dirty="0">
              <a:solidFill>
                <a:srgbClr val="2A3238"/>
              </a:solidFill>
              <a:latin typeface="SB Sans Display Light" panose="020B0303040504020204" pitchFamily="34" charset="0"/>
              <a:cs typeface="SB Sans Display Light" panose="020B0303040504020204" pitchFamily="34" charset="0"/>
            </a:endParaRPr>
          </a:p>
        </p:txBody>
      </p:sp>
      <p:sp>
        <p:nvSpPr>
          <p:cNvPr id="16" name="Text 5">
            <a:extLst>
              <a:ext uri="{FF2B5EF4-FFF2-40B4-BE49-F238E27FC236}">
                <a16:creationId xmlns:a16="http://schemas.microsoft.com/office/drawing/2014/main" id="{A2F23218-441C-489E-BFC1-B184B054CC66}"/>
              </a:ext>
            </a:extLst>
          </p:cNvPr>
          <p:cNvSpPr/>
          <p:nvPr/>
        </p:nvSpPr>
        <p:spPr bwMode="auto">
          <a:xfrm>
            <a:off x="549559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1</a:t>
            </a:r>
            <a:endParaRPr lang="en-US" sz="1200" dirty="0">
              <a:solidFill>
                <a:srgbClr val="2A3238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7" name="Text 5">
            <a:extLst>
              <a:ext uri="{FF2B5EF4-FFF2-40B4-BE49-F238E27FC236}">
                <a16:creationId xmlns:a16="http://schemas.microsoft.com/office/drawing/2014/main" id="{B27F6B1B-1C64-6E62-4813-8036BCBC1DA2}"/>
              </a:ext>
            </a:extLst>
          </p:cNvPr>
          <p:cNvSpPr/>
          <p:nvPr/>
        </p:nvSpPr>
        <p:spPr bwMode="auto">
          <a:xfrm>
            <a:off x="2800265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2</a:t>
            </a:r>
            <a:endParaRPr lang="en-US" sz="1200" dirty="0">
              <a:solidFill>
                <a:srgbClr val="2A3238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8" name="Text 5">
            <a:extLst>
              <a:ext uri="{FF2B5EF4-FFF2-40B4-BE49-F238E27FC236}">
                <a16:creationId xmlns:a16="http://schemas.microsoft.com/office/drawing/2014/main" id="{89E677B5-9564-EDAE-0A03-198912596DE9}"/>
              </a:ext>
            </a:extLst>
          </p:cNvPr>
          <p:cNvSpPr/>
          <p:nvPr/>
        </p:nvSpPr>
        <p:spPr bwMode="auto">
          <a:xfrm>
            <a:off x="5050971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3</a:t>
            </a:r>
            <a:endParaRPr lang="en-US" sz="1200" dirty="0">
              <a:solidFill>
                <a:srgbClr val="2A3238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19" name="Text 5">
            <a:extLst>
              <a:ext uri="{FF2B5EF4-FFF2-40B4-BE49-F238E27FC236}">
                <a16:creationId xmlns:a16="http://schemas.microsoft.com/office/drawing/2014/main" id="{44843A09-61AC-61E3-6945-6956537EE72D}"/>
              </a:ext>
            </a:extLst>
          </p:cNvPr>
          <p:cNvSpPr/>
          <p:nvPr/>
        </p:nvSpPr>
        <p:spPr bwMode="auto">
          <a:xfrm>
            <a:off x="7301677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4</a:t>
            </a:r>
            <a:endParaRPr lang="en-US" sz="1200" dirty="0">
              <a:solidFill>
                <a:srgbClr val="2A3238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20" name="Text 5">
            <a:extLst>
              <a:ext uri="{FF2B5EF4-FFF2-40B4-BE49-F238E27FC236}">
                <a16:creationId xmlns:a16="http://schemas.microsoft.com/office/drawing/2014/main" id="{1EC81CE2-ABDE-69B2-6D32-D8D8E11BD7FE}"/>
              </a:ext>
            </a:extLst>
          </p:cNvPr>
          <p:cNvSpPr/>
          <p:nvPr/>
        </p:nvSpPr>
        <p:spPr bwMode="auto">
          <a:xfrm>
            <a:off x="9552384" y="2780928"/>
            <a:ext cx="15875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>
              <a:lnSpc>
                <a:spcPts val="2420"/>
              </a:lnSpc>
            </a:pPr>
            <a:r>
              <a:rPr lang="ru-RU" sz="1200" dirty="0">
                <a:solidFill>
                  <a:srgbClr val="2A3238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Неделя 5</a:t>
            </a:r>
            <a:endParaRPr lang="en-US" sz="1200" dirty="0">
              <a:solidFill>
                <a:srgbClr val="2A3238"/>
              </a:solidFill>
              <a:latin typeface="SB Sans Display" panose="020B0503040504020204" pitchFamily="34" charset="0"/>
              <a:cs typeface="SB Sans Display" panose="020B0503040504020204" pitchFamily="34" charset="0"/>
            </a:endParaRPr>
          </a:p>
        </p:txBody>
      </p:sp>
      <p:sp>
        <p:nvSpPr>
          <p:cNvPr id="22" name="Text 5">
            <a:extLst>
              <a:ext uri="{FF2B5EF4-FFF2-40B4-BE49-F238E27FC236}">
                <a16:creationId xmlns:a16="http://schemas.microsoft.com/office/drawing/2014/main" id="{7AE2F1B4-FEC9-2952-8EDF-89B93938BB1D}"/>
              </a:ext>
            </a:extLst>
          </p:cNvPr>
          <p:cNvSpPr/>
          <p:nvPr/>
        </p:nvSpPr>
        <p:spPr bwMode="auto">
          <a:xfrm>
            <a:off x="497332" y="2331509"/>
            <a:ext cx="1587500" cy="326174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Этап 1</a:t>
            </a:r>
            <a:endParaRPr lang="en-US" b="1" dirty="0">
              <a:gradFill>
                <a:gsLst>
                  <a:gs pos="0">
                    <a:srgbClr val="5BFC1F"/>
                  </a:gs>
                  <a:gs pos="100000">
                    <a:srgbClr val="0FDEF7"/>
                  </a:gs>
                </a:gsLst>
                <a:lin ang="21594000" scaled="0"/>
              </a:gradFill>
              <a:latin typeface="SB Sans Display Semibold"/>
              <a:cs typeface="SB Sans Display Semibold"/>
            </a:endParaRPr>
          </a:p>
        </p:txBody>
      </p:sp>
      <p:sp>
        <p:nvSpPr>
          <p:cNvPr id="23" name="Text 5">
            <a:extLst>
              <a:ext uri="{FF2B5EF4-FFF2-40B4-BE49-F238E27FC236}">
                <a16:creationId xmlns:a16="http://schemas.microsoft.com/office/drawing/2014/main" id="{1136F830-0320-7595-032A-67E51485D1AF}"/>
              </a:ext>
            </a:extLst>
          </p:cNvPr>
          <p:cNvSpPr/>
          <p:nvPr/>
        </p:nvSpPr>
        <p:spPr bwMode="auto">
          <a:xfrm>
            <a:off x="7301677" y="2331509"/>
            <a:ext cx="1587500" cy="326174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Этап 2</a:t>
            </a:r>
            <a:endParaRPr lang="en-US" b="1" dirty="0">
              <a:gradFill>
                <a:gsLst>
                  <a:gs pos="0">
                    <a:srgbClr val="5BFC1F"/>
                  </a:gs>
                  <a:gs pos="100000">
                    <a:srgbClr val="0FDEF7"/>
                  </a:gs>
                </a:gsLst>
                <a:lin ang="21594000" scaled="0"/>
              </a:gradFill>
              <a:latin typeface="SB Sans Display Semibold"/>
              <a:cs typeface="SB Sans Display Semibold"/>
            </a:endParaRPr>
          </a:p>
        </p:txBody>
      </p:sp>
      <p:sp>
        <p:nvSpPr>
          <p:cNvPr id="29" name="Скругленный прямоугольник 28">
            <a:extLst>
              <a:ext uri="{FF2B5EF4-FFF2-40B4-BE49-F238E27FC236}">
                <a16:creationId xmlns:a16="http://schemas.microsoft.com/office/drawing/2014/main" id="{4F848B8E-CAE8-4BC0-02F0-EFE9E623B1CB}"/>
              </a:ext>
            </a:extLst>
          </p:cNvPr>
          <p:cNvSpPr/>
          <p:nvPr/>
        </p:nvSpPr>
        <p:spPr>
          <a:xfrm>
            <a:off x="451104" y="3718560"/>
            <a:ext cx="3267456" cy="402336"/>
          </a:xfrm>
          <a:prstGeom prst="roundRect">
            <a:avLst/>
          </a:prstGeom>
          <a:gradFill flip="none" rotWithShape="1">
            <a:gsLst>
              <a:gs pos="37000">
                <a:srgbClr val="56FF71"/>
              </a:gs>
              <a:gs pos="100000">
                <a:schemeClr val="bg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30" name="Скругленный прямоугольник 29">
            <a:extLst>
              <a:ext uri="{FF2B5EF4-FFF2-40B4-BE49-F238E27FC236}">
                <a16:creationId xmlns:a16="http://schemas.microsoft.com/office/drawing/2014/main" id="{B064A111-670C-7CAC-2866-A12C01145A4B}"/>
              </a:ext>
            </a:extLst>
          </p:cNvPr>
          <p:cNvSpPr/>
          <p:nvPr/>
        </p:nvSpPr>
        <p:spPr>
          <a:xfrm>
            <a:off x="900761" y="4229180"/>
            <a:ext cx="3267456" cy="402336"/>
          </a:xfrm>
          <a:prstGeom prst="roundRect">
            <a:avLst/>
          </a:prstGeom>
          <a:gradFill flip="none" rotWithShape="1">
            <a:gsLst>
              <a:gs pos="51000">
                <a:srgbClr val="62ECFF"/>
              </a:gs>
              <a:gs pos="100000">
                <a:schemeClr val="bg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31" name="Скругленный прямоугольник 30">
            <a:extLst>
              <a:ext uri="{FF2B5EF4-FFF2-40B4-BE49-F238E27FC236}">
                <a16:creationId xmlns:a16="http://schemas.microsoft.com/office/drawing/2014/main" id="{8745A314-DE3F-F0C7-99B4-ABE765FDB0A7}"/>
              </a:ext>
            </a:extLst>
          </p:cNvPr>
          <p:cNvSpPr/>
          <p:nvPr/>
        </p:nvSpPr>
        <p:spPr>
          <a:xfrm>
            <a:off x="3513438" y="4731814"/>
            <a:ext cx="4938584" cy="402336"/>
          </a:xfrm>
          <a:prstGeom prst="roundRect">
            <a:avLst/>
          </a:prstGeom>
          <a:gradFill flip="none" rotWithShape="1">
            <a:gsLst>
              <a:gs pos="74000">
                <a:srgbClr val="FF3256"/>
              </a:gs>
              <a:gs pos="100000">
                <a:schemeClr val="bg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32" name="Скругленный прямоугольник 31">
            <a:extLst>
              <a:ext uri="{FF2B5EF4-FFF2-40B4-BE49-F238E27FC236}">
                <a16:creationId xmlns:a16="http://schemas.microsoft.com/office/drawing/2014/main" id="{18315586-DEBA-44C3-744A-2F2820137D2E}"/>
              </a:ext>
            </a:extLst>
          </p:cNvPr>
          <p:cNvSpPr/>
          <p:nvPr/>
        </p:nvSpPr>
        <p:spPr>
          <a:xfrm>
            <a:off x="7693152" y="5249649"/>
            <a:ext cx="2894440" cy="402336"/>
          </a:xfrm>
          <a:prstGeom prst="roundRect">
            <a:avLst/>
          </a:prstGeom>
          <a:gradFill flip="none" rotWithShape="1">
            <a:gsLst>
              <a:gs pos="37000">
                <a:srgbClr val="56FF71"/>
              </a:gs>
              <a:gs pos="100000">
                <a:schemeClr val="bg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33" name="Скругленный прямоугольник 32">
            <a:extLst>
              <a:ext uri="{FF2B5EF4-FFF2-40B4-BE49-F238E27FC236}">
                <a16:creationId xmlns:a16="http://schemas.microsoft.com/office/drawing/2014/main" id="{A57E38B3-35BF-ECD9-DD8D-A0C6EC0C59D1}"/>
              </a:ext>
            </a:extLst>
          </p:cNvPr>
          <p:cNvSpPr/>
          <p:nvPr/>
        </p:nvSpPr>
        <p:spPr>
          <a:xfrm>
            <a:off x="8496978" y="5745613"/>
            <a:ext cx="3267456" cy="402336"/>
          </a:xfrm>
          <a:prstGeom prst="roundRect">
            <a:avLst/>
          </a:prstGeom>
          <a:gradFill flip="none" rotWithShape="1">
            <a:gsLst>
              <a:gs pos="74000">
                <a:srgbClr val="FF3256"/>
              </a:gs>
              <a:gs pos="100000">
                <a:schemeClr val="bg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34" name="Скругленный прямоугольник 33">
            <a:extLst>
              <a:ext uri="{FF2B5EF4-FFF2-40B4-BE49-F238E27FC236}">
                <a16:creationId xmlns:a16="http://schemas.microsoft.com/office/drawing/2014/main" id="{52A8EECE-536A-514A-A6C6-BF338644737F}"/>
              </a:ext>
            </a:extLst>
          </p:cNvPr>
          <p:cNvSpPr/>
          <p:nvPr/>
        </p:nvSpPr>
        <p:spPr>
          <a:xfrm>
            <a:off x="4978528" y="5223676"/>
            <a:ext cx="1327780" cy="402336"/>
          </a:xfrm>
          <a:prstGeom prst="roundRect">
            <a:avLst/>
          </a:prstGeom>
          <a:gradFill flip="none" rotWithShape="1">
            <a:gsLst>
              <a:gs pos="51000">
                <a:srgbClr val="62ECFF"/>
              </a:gs>
              <a:gs pos="100000">
                <a:schemeClr val="bg1"/>
              </a:gs>
            </a:gsLst>
            <a:lin ang="105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ru-RU" sz="1200" dirty="0"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rPr>
              <a:t>Процесс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A0EA8EF-C1E2-AC49-173C-ED880692F36C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слайда с таймлайном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D05F933-8C9D-A047-AB38-EA382461C8ED}"/>
              </a:ext>
            </a:extLst>
          </p:cNvPr>
          <p:cNvSpPr txBox="1"/>
          <p:nvPr/>
        </p:nvSpPr>
        <p:spPr bwMode="auto">
          <a:xfrm>
            <a:off x="453795" y="1438670"/>
            <a:ext cx="38419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Пример подзаголовка слайда 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в 1 или 2 строки</a:t>
            </a:r>
          </a:p>
        </p:txBody>
      </p:sp>
    </p:spTree>
    <p:extLst>
      <p:ext uri="{BB962C8B-B14F-4D97-AF65-F5344CB8AC3E}">
        <p14:creationId xmlns:p14="http://schemas.microsoft.com/office/powerpoint/2010/main" val="271181039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D70AAB-7524-C7E6-D168-75A7D031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Скругленный прямоугольник 3">
            <a:extLst>
              <a:ext uri="{FF2B5EF4-FFF2-40B4-BE49-F238E27FC236}">
                <a16:creationId xmlns:a16="http://schemas.microsoft.com/office/drawing/2014/main" id="{B39EDE91-229C-89A6-D0C9-10E4177E8988}"/>
              </a:ext>
            </a:extLst>
          </p:cNvPr>
          <p:cNvSpPr/>
          <p:nvPr/>
        </p:nvSpPr>
        <p:spPr>
          <a:xfrm>
            <a:off x="550863" y="3190086"/>
            <a:ext cx="6624638" cy="2733393"/>
          </a:xfrm>
          <a:prstGeom prst="roundRect">
            <a:avLst>
              <a:gd name="adj" fmla="val 11436"/>
            </a:avLst>
          </a:prstGeom>
          <a:solidFill>
            <a:srgbClr val="01E0FF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0AF298-A470-0C7D-EEE9-41148AF46D45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Мемы в презентациях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801984-E2A5-02F8-5958-C0E9F93C6F8A}"/>
              </a:ext>
            </a:extLst>
          </p:cNvPr>
          <p:cNvSpPr txBox="1"/>
          <p:nvPr/>
        </p:nvSpPr>
        <p:spPr bwMode="auto">
          <a:xfrm>
            <a:off x="486453" y="2337413"/>
            <a:ext cx="7155318" cy="787839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>
            <a:defPPr>
              <a:defRPr lang="ru-RU"/>
            </a:defPPr>
            <a:lvl1pPr marL="12700" defTabSz="457200">
              <a:spcBef>
                <a:spcPts val="100"/>
              </a:spcBef>
              <a:defRPr sz="2400" b="1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/>
              <a:t>Мемы — это один из современных способов визуализации информации, который: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853605-0F00-7E90-806A-2C735A19BA27}"/>
              </a:ext>
            </a:extLst>
          </p:cNvPr>
          <p:cNvSpPr txBox="1"/>
          <p:nvPr/>
        </p:nvSpPr>
        <p:spPr bwMode="auto">
          <a:xfrm>
            <a:off x="453795" y="1438671"/>
            <a:ext cx="867931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Если презентации обучающие, информационные, рассчитанные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на более расслабленную аудиторию, то допускают использование мемов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9D22159-A623-BAE5-EC3C-6D02A0CC0767}"/>
              </a:ext>
            </a:extLst>
          </p:cNvPr>
          <p:cNvSpPr txBox="1"/>
          <p:nvPr/>
        </p:nvSpPr>
        <p:spPr bwMode="auto">
          <a:xfrm>
            <a:off x="754328" y="3349025"/>
            <a:ext cx="6529122" cy="2431435"/>
          </a:xfrm>
          <a:prstGeom prst="rect">
            <a:avLst/>
          </a:prstGeom>
          <a:noFill/>
        </p:spPr>
        <p:txBody>
          <a:bodyPr wrap="square" lIns="36000" rtlCol="0">
            <a:spAutoFit/>
          </a:bodyPr>
          <a:lstStyle>
            <a:defPPr>
              <a:defRPr lang="ru-RU"/>
            </a:defPPr>
            <a:lvl1pPr marL="144000" lvl="0" indent="-144000">
              <a:spcBef>
                <a:spcPts val="1200"/>
              </a:spcBef>
              <a:spcAft>
                <a:spcPts val="599"/>
              </a:spcAft>
              <a:buClr>
                <a:srgbClr val="49F751"/>
              </a:buClr>
              <a:buSzPct val="100000"/>
              <a:buFont typeface="Arial"/>
              <a:buChar char="•"/>
              <a:defRPr sz="1400">
                <a:solidFill>
                  <a:srgbClr val="FFFFFF"/>
                </a:solidFill>
                <a:latin typeface="SB Sans Text" panose="020B0503040504020204" pitchFamily="34" charset="0"/>
                <a:cs typeface="SB Sans Text" panose="020B0503040504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b="0" i="0">
                <a:latin typeface="SB Sans Display Regular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b="0" i="0">
                <a:latin typeface="SB Sans Display Regular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b="0" i="0">
                <a:latin typeface="SB Sans Display Regular"/>
              </a:defRPr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/>
              <a:buChar char="•"/>
            </a:lvl9pPr>
          </a:lstStyle>
          <a:p>
            <a:pPr>
              <a:spcAft>
                <a:spcPts val="0"/>
              </a:spcAft>
              <a:buClr>
                <a:srgbClr val="01E0FF"/>
              </a:buClr>
            </a:pPr>
            <a:r>
              <a:rPr lang="ru-RU" dirty="0">
                <a:solidFill>
                  <a:srgbClr val="2A3238"/>
                </a:solidFill>
              </a:rPr>
              <a:t>дает зрительный образ</a:t>
            </a:r>
          </a:p>
          <a:p>
            <a:pPr>
              <a:spcAft>
                <a:spcPts val="0"/>
              </a:spcAft>
              <a:buClr>
                <a:srgbClr val="01E0FF"/>
              </a:buClr>
            </a:pPr>
            <a:r>
              <a:rPr lang="ru-RU" dirty="0">
                <a:solidFill>
                  <a:srgbClr val="2A3238"/>
                </a:solidFill>
              </a:rPr>
              <a:t>выражает эмоциональное отношения автора к информации</a:t>
            </a:r>
          </a:p>
          <a:p>
            <a:pPr>
              <a:spcAft>
                <a:spcPts val="0"/>
              </a:spcAft>
              <a:buClr>
                <a:srgbClr val="01E0FF"/>
              </a:buClr>
            </a:pPr>
            <a:r>
              <a:rPr lang="ru-RU" dirty="0">
                <a:solidFill>
                  <a:srgbClr val="2A3238"/>
                </a:solidFill>
              </a:rPr>
              <a:t>заставляет вспомнить что-то забавное и получить положительный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настрой, а позже и положительное впечатление от презентации</a:t>
            </a:r>
          </a:p>
          <a:p>
            <a:pPr>
              <a:spcAft>
                <a:spcPts val="0"/>
              </a:spcAft>
              <a:buClr>
                <a:srgbClr val="01E0FF"/>
              </a:buClr>
            </a:pPr>
            <a:r>
              <a:rPr lang="ru-RU" dirty="0">
                <a:solidFill>
                  <a:srgbClr val="2A3238"/>
                </a:solidFill>
              </a:rPr>
              <a:t>дает возможность переключить внимание со скучного контента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и повысить вовлеченность зрителя в презентацию</a:t>
            </a:r>
          </a:p>
          <a:p>
            <a:pPr>
              <a:spcAft>
                <a:spcPts val="0"/>
              </a:spcAft>
              <a:buClr>
                <a:srgbClr val="01E0FF"/>
              </a:buClr>
            </a:pPr>
            <a:r>
              <a:rPr lang="ru-RU" dirty="0">
                <a:solidFill>
                  <a:srgbClr val="2A3238"/>
                </a:solidFill>
              </a:rPr>
              <a:t>дает возможность почувствовать себя частью комьюнити,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понимающего специфический юмор</a:t>
            </a:r>
          </a:p>
        </p:txBody>
      </p:sp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C0777C68-93DC-73E1-F586-D4633AB5FC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9185" y="1179285"/>
            <a:ext cx="2101092" cy="5495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68506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C1F84C-F433-D223-0604-7A4B22C01B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564A2A5-AF71-A83B-7B5A-EF440CD53BDF}"/>
              </a:ext>
            </a:extLst>
          </p:cNvPr>
          <p:cNvSpPr txBox="1"/>
          <p:nvPr/>
        </p:nvSpPr>
        <p:spPr bwMode="auto">
          <a:xfrm>
            <a:off x="425802" y="792340"/>
            <a:ext cx="78019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Мемы в презентациях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DBC5FD3-5C47-70D2-9DD5-F6096628C5A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6330" y="2690355"/>
            <a:ext cx="4845458" cy="2725570"/>
          </a:xfrm>
          <a:prstGeom prst="roundRect">
            <a:avLst>
              <a:gd name="adj" fmla="val 11192"/>
            </a:avLst>
          </a:prstGeom>
        </p:spPr>
      </p:pic>
      <p:sp>
        <p:nvSpPr>
          <p:cNvPr id="3" name="Text 5">
            <a:extLst>
              <a:ext uri="{FF2B5EF4-FFF2-40B4-BE49-F238E27FC236}">
                <a16:creationId xmlns:a16="http://schemas.microsoft.com/office/drawing/2014/main" id="{ADCF0026-CB24-E879-BD7F-167D218E3369}"/>
              </a:ext>
            </a:extLst>
          </p:cNvPr>
          <p:cNvSpPr/>
          <p:nvPr/>
        </p:nvSpPr>
        <p:spPr bwMode="auto">
          <a:xfrm>
            <a:off x="3073673" y="1767959"/>
            <a:ext cx="2475865" cy="3693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r>
              <a:rPr lang="ru-RU" dirty="0">
                <a:solidFill>
                  <a:srgbClr val="2A3238"/>
                </a:solidFill>
                <a:effectLst/>
                <a:latin typeface="SB Sans Text Light" panose="020B0303040504020204" pitchFamily="34" charset="0"/>
                <a:cs typeface="SB Sans Text Light" panose="020B0303040504020204" pitchFamily="34" charset="0"/>
              </a:rPr>
              <a:t>Можно использовать</a:t>
            </a:r>
            <a:endParaRPr lang="ru-RU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87C15F71-7C6E-3141-54B5-E508A6C8032D}"/>
              </a:ext>
            </a:extLst>
          </p:cNvPr>
          <p:cNvSpPr/>
          <p:nvPr/>
        </p:nvSpPr>
        <p:spPr bwMode="auto">
          <a:xfrm>
            <a:off x="4581227" y="2007144"/>
            <a:ext cx="1663859" cy="480063"/>
          </a:xfrm>
          <a:prstGeom prst="rect">
            <a:avLst/>
          </a:prstGeom>
        </p:spPr>
        <p:txBody>
          <a:bodyPr vert="horz" wrap="square" lIns="36000" tIns="12700" rIns="36000" bIns="36000" rtlCol="0">
            <a:spAutoFit/>
          </a:bodyPr>
          <a:lstStyle/>
          <a:p>
            <a:pPr marL="12700" defTabSz="457200">
              <a:spcBef>
                <a:spcPts val="100"/>
              </a:spcBef>
            </a:pPr>
            <a:r>
              <a:rPr lang="ru-RU" sz="2800" b="1" dirty="0">
                <a:gradFill>
                  <a:gsLst>
                    <a:gs pos="0">
                      <a:srgbClr val="5BFC1F"/>
                    </a:gs>
                    <a:gs pos="100000">
                      <a:srgbClr val="0FDEF7"/>
                    </a:gs>
                  </a:gsLst>
                  <a:lin ang="21594000" scaled="0"/>
                </a:gradFill>
                <a:latin typeface="SB Sans Display Semibold"/>
                <a:cs typeface="SB Sans Display Semibold"/>
              </a:rPr>
              <a:t>если</a:t>
            </a:r>
          </a:p>
        </p:txBody>
      </p:sp>
      <p:grpSp>
        <p:nvGrpSpPr>
          <p:cNvPr id="9" name="Группа 8">
            <a:extLst>
              <a:ext uri="{FF2B5EF4-FFF2-40B4-BE49-F238E27FC236}">
                <a16:creationId xmlns:a16="http://schemas.microsoft.com/office/drawing/2014/main" id="{CED908F2-0C86-5AF6-F8B5-F61C951D941D}"/>
              </a:ext>
            </a:extLst>
          </p:cNvPr>
          <p:cNvGrpSpPr/>
          <p:nvPr/>
        </p:nvGrpSpPr>
        <p:grpSpPr>
          <a:xfrm>
            <a:off x="6728109" y="1767959"/>
            <a:ext cx="3365309" cy="900065"/>
            <a:chOff x="5965848" y="1734846"/>
            <a:chExt cx="3365309" cy="900065"/>
          </a:xfrm>
        </p:grpSpPr>
        <p:sp>
          <p:nvSpPr>
            <p:cNvPr id="12" name="Text 5">
              <a:extLst>
                <a:ext uri="{FF2B5EF4-FFF2-40B4-BE49-F238E27FC236}">
                  <a16:creationId xmlns:a16="http://schemas.microsoft.com/office/drawing/2014/main" id="{E9A6028A-6CA8-8A43-4602-C25C2813F4FA}"/>
                </a:ext>
              </a:extLst>
            </p:cNvPr>
            <p:cNvSpPr/>
            <p:nvPr/>
          </p:nvSpPr>
          <p:spPr bwMode="auto">
            <a:xfrm>
              <a:off x="5965848" y="1734846"/>
              <a:ext cx="3365309" cy="480063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/>
            <a:p>
              <a:pPr marL="12700" defTabSz="457200">
                <a:spcBef>
                  <a:spcPts val="100"/>
                </a:spcBef>
              </a:pPr>
              <a:r>
                <a:rPr lang="ru-RU" sz="2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Это уместно</a:t>
              </a:r>
            </a:p>
          </p:txBody>
        </p:sp>
        <p:sp>
          <p:nvSpPr>
            <p:cNvPr id="13" name="Text 5">
              <a:extLst>
                <a:ext uri="{FF2B5EF4-FFF2-40B4-BE49-F238E27FC236}">
                  <a16:creationId xmlns:a16="http://schemas.microsoft.com/office/drawing/2014/main" id="{381A7743-BA88-2284-35D2-6993A13FD872}"/>
                </a:ext>
              </a:extLst>
            </p:cNvPr>
            <p:cNvSpPr/>
            <p:nvPr/>
          </p:nvSpPr>
          <p:spPr bwMode="auto">
            <a:xfrm>
              <a:off x="6019632" y="2184829"/>
              <a:ext cx="2599349" cy="4500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ru-RU" sz="1600" dirty="0">
                  <a:solidFill>
                    <a:srgbClr val="2A3238"/>
                  </a:solidFill>
                  <a:effectLst/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Лояльная аудитория</a:t>
              </a:r>
              <a:endParaRPr lang="ru-RU" sz="16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</p:grp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081CF58B-BA21-7088-80E2-E14AF32A3376}"/>
              </a:ext>
            </a:extLst>
          </p:cNvPr>
          <p:cNvGrpSpPr/>
          <p:nvPr/>
        </p:nvGrpSpPr>
        <p:grpSpPr>
          <a:xfrm>
            <a:off x="6728109" y="2911582"/>
            <a:ext cx="5441850" cy="905730"/>
            <a:chOff x="5965848" y="2985257"/>
            <a:chExt cx="5441850" cy="905730"/>
          </a:xfrm>
        </p:grpSpPr>
        <p:sp>
          <p:nvSpPr>
            <p:cNvPr id="15" name="Text 5">
              <a:extLst>
                <a:ext uri="{FF2B5EF4-FFF2-40B4-BE49-F238E27FC236}">
                  <a16:creationId xmlns:a16="http://schemas.microsoft.com/office/drawing/2014/main" id="{FE323D30-B8A7-6C8C-1FF7-5CC1851E5440}"/>
                </a:ext>
              </a:extLst>
            </p:cNvPr>
            <p:cNvSpPr/>
            <p:nvPr/>
          </p:nvSpPr>
          <p:spPr bwMode="auto">
            <a:xfrm>
              <a:off x="5965848" y="2985257"/>
              <a:ext cx="5441850" cy="480063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/>
            <a:p>
              <a:pPr marL="12700" defTabSz="457200">
                <a:spcBef>
                  <a:spcPts val="100"/>
                </a:spcBef>
              </a:pPr>
              <a:r>
                <a:rPr lang="ru-RU" sz="2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Общий культурный контекст</a:t>
              </a:r>
            </a:p>
          </p:txBody>
        </p:sp>
        <p:sp>
          <p:nvSpPr>
            <p:cNvPr id="16" name="Text 5">
              <a:extLst>
                <a:ext uri="{FF2B5EF4-FFF2-40B4-BE49-F238E27FC236}">
                  <a16:creationId xmlns:a16="http://schemas.microsoft.com/office/drawing/2014/main" id="{3E11CFDE-7129-842B-817F-40FB0F21709F}"/>
                </a:ext>
              </a:extLst>
            </p:cNvPr>
            <p:cNvSpPr/>
            <p:nvPr/>
          </p:nvSpPr>
          <p:spPr bwMode="auto">
            <a:xfrm>
              <a:off x="6019631" y="3440905"/>
              <a:ext cx="4168471" cy="4500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ru-RU" sz="1600" dirty="0">
                  <a:solidFill>
                    <a:srgbClr val="2A3238"/>
                  </a:solidFill>
                  <a:effectLst/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Уверенность в том, что мем все поймут</a:t>
              </a:r>
              <a:endParaRPr lang="ru-RU" sz="16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</p:grpSp>
      <p:grpSp>
        <p:nvGrpSpPr>
          <p:cNvPr id="17" name="Группа 16">
            <a:extLst>
              <a:ext uri="{FF2B5EF4-FFF2-40B4-BE49-F238E27FC236}">
                <a16:creationId xmlns:a16="http://schemas.microsoft.com/office/drawing/2014/main" id="{68E3761B-7A60-70FA-2DDB-BC5350E1BEE6}"/>
              </a:ext>
            </a:extLst>
          </p:cNvPr>
          <p:cNvGrpSpPr/>
          <p:nvPr/>
        </p:nvGrpSpPr>
        <p:grpSpPr>
          <a:xfrm>
            <a:off x="6728109" y="4060870"/>
            <a:ext cx="3765055" cy="902367"/>
            <a:chOff x="5965848" y="4241333"/>
            <a:chExt cx="3765055" cy="902367"/>
          </a:xfrm>
        </p:grpSpPr>
        <p:sp>
          <p:nvSpPr>
            <p:cNvPr id="18" name="Text 5">
              <a:extLst>
                <a:ext uri="{FF2B5EF4-FFF2-40B4-BE49-F238E27FC236}">
                  <a16:creationId xmlns:a16="http://schemas.microsoft.com/office/drawing/2014/main" id="{17326018-9B58-942A-A281-A12C1EBCBC86}"/>
                </a:ext>
              </a:extLst>
            </p:cNvPr>
            <p:cNvSpPr/>
            <p:nvPr/>
          </p:nvSpPr>
          <p:spPr bwMode="auto">
            <a:xfrm>
              <a:off x="5965848" y="4241333"/>
              <a:ext cx="3765055" cy="480063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/>
            <a:p>
              <a:pPr marL="12700" defTabSz="457200">
                <a:spcBef>
                  <a:spcPts val="100"/>
                </a:spcBef>
              </a:pPr>
              <a:r>
                <a:rPr lang="ru-RU" sz="2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Один или два раза</a:t>
              </a:r>
            </a:p>
          </p:txBody>
        </p:sp>
        <p:sp>
          <p:nvSpPr>
            <p:cNvPr id="19" name="Text 5">
              <a:extLst>
                <a:ext uri="{FF2B5EF4-FFF2-40B4-BE49-F238E27FC236}">
                  <a16:creationId xmlns:a16="http://schemas.microsoft.com/office/drawing/2014/main" id="{00DA3489-75B1-932D-F6B4-0915CF4765E5}"/>
                </a:ext>
              </a:extLst>
            </p:cNvPr>
            <p:cNvSpPr/>
            <p:nvPr/>
          </p:nvSpPr>
          <p:spPr bwMode="auto">
            <a:xfrm>
              <a:off x="6019632" y="4693618"/>
              <a:ext cx="3311525" cy="4500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ru-RU" sz="1600" dirty="0">
                  <a:solidFill>
                    <a:srgbClr val="2A3238"/>
                  </a:solidFill>
                  <a:effectLst/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За презентацию</a:t>
              </a:r>
              <a:endParaRPr lang="ru-RU" sz="16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</p:grpSp>
      <p:grpSp>
        <p:nvGrpSpPr>
          <p:cNvPr id="20" name="Группа 19">
            <a:extLst>
              <a:ext uri="{FF2B5EF4-FFF2-40B4-BE49-F238E27FC236}">
                <a16:creationId xmlns:a16="http://schemas.microsoft.com/office/drawing/2014/main" id="{D60B1723-D0A5-8C7F-81B1-129D613DEAC8}"/>
              </a:ext>
            </a:extLst>
          </p:cNvPr>
          <p:cNvGrpSpPr/>
          <p:nvPr/>
        </p:nvGrpSpPr>
        <p:grpSpPr>
          <a:xfrm>
            <a:off x="6728110" y="5206794"/>
            <a:ext cx="3981040" cy="906792"/>
            <a:chOff x="5965849" y="5494045"/>
            <a:chExt cx="3981040" cy="906792"/>
          </a:xfrm>
        </p:grpSpPr>
        <p:sp>
          <p:nvSpPr>
            <p:cNvPr id="21" name="Text 5">
              <a:extLst>
                <a:ext uri="{FF2B5EF4-FFF2-40B4-BE49-F238E27FC236}">
                  <a16:creationId xmlns:a16="http://schemas.microsoft.com/office/drawing/2014/main" id="{3667034A-FCEF-7888-02D9-8A35EEDFAC47}"/>
                </a:ext>
              </a:extLst>
            </p:cNvPr>
            <p:cNvSpPr/>
            <p:nvPr/>
          </p:nvSpPr>
          <p:spPr bwMode="auto">
            <a:xfrm>
              <a:off x="5965849" y="5494045"/>
              <a:ext cx="3981040" cy="480063"/>
            </a:xfrm>
            <a:prstGeom prst="rect">
              <a:avLst/>
            </a:prstGeom>
          </p:spPr>
          <p:txBody>
            <a:bodyPr vert="horz" wrap="square" lIns="36000" tIns="12700" rIns="36000" bIns="36000" rtlCol="0">
              <a:spAutoFit/>
            </a:bodyPr>
            <a:lstStyle/>
            <a:p>
              <a:pPr marL="12700" defTabSz="457200">
                <a:spcBef>
                  <a:spcPts val="100"/>
                </a:spcBef>
              </a:pPr>
              <a:r>
                <a:rPr lang="ru-RU" sz="2800" b="1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 Semibold"/>
                  <a:cs typeface="SB Sans Display Semibold"/>
                </a:rPr>
                <a:t>Безопасная шутка</a:t>
              </a:r>
            </a:p>
          </p:txBody>
        </p:sp>
        <p:sp>
          <p:nvSpPr>
            <p:cNvPr id="22" name="Text 5">
              <a:extLst>
                <a:ext uri="{FF2B5EF4-FFF2-40B4-BE49-F238E27FC236}">
                  <a16:creationId xmlns:a16="http://schemas.microsoft.com/office/drawing/2014/main" id="{AE64744F-B40F-BE20-A9ED-D95CC4E77B2E}"/>
                </a:ext>
              </a:extLst>
            </p:cNvPr>
            <p:cNvSpPr/>
            <p:nvPr/>
          </p:nvSpPr>
          <p:spPr bwMode="auto">
            <a:xfrm>
              <a:off x="6019632" y="5950755"/>
              <a:ext cx="3711271" cy="45008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r>
                <a:rPr lang="ru-RU" sz="1600" dirty="0">
                  <a:solidFill>
                    <a:srgbClr val="2A3238"/>
                  </a:solidFill>
                  <a:effectLst/>
                  <a:latin typeface="SB Sans Text Light" panose="020B0303040504020204" pitchFamily="34" charset="0"/>
                  <a:cs typeface="SB Sans Text Light" panose="020B0303040504020204" pitchFamily="34" charset="0"/>
                </a:rPr>
                <a:t>Например, с позиции самоиронии</a:t>
              </a:r>
              <a:endParaRPr lang="ru-RU" sz="1600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endParaRPr>
            </a:p>
          </p:txBody>
        </p:sp>
      </p:grpSp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3561AEF1-C804-04C3-536B-09A1805FF0F8}"/>
              </a:ext>
            </a:extLst>
          </p:cNvPr>
          <p:cNvCxnSpPr/>
          <p:nvPr/>
        </p:nvCxnSpPr>
        <p:spPr>
          <a:xfrm>
            <a:off x="6204711" y="5408613"/>
            <a:ext cx="392033" cy="0"/>
          </a:xfrm>
          <a:prstGeom prst="line">
            <a:avLst/>
          </a:prstGeom>
          <a:ln w="9525"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C0A262E-E6E3-198F-FF4A-21896937116D}"/>
              </a:ext>
            </a:extLst>
          </p:cNvPr>
          <p:cNvCxnSpPr/>
          <p:nvPr/>
        </p:nvCxnSpPr>
        <p:spPr>
          <a:xfrm>
            <a:off x="6204711" y="4282340"/>
            <a:ext cx="392033" cy="0"/>
          </a:xfrm>
          <a:prstGeom prst="line">
            <a:avLst/>
          </a:prstGeom>
          <a:ln w="9525"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AF6191CC-5989-F882-EE2A-2530935CBE22}"/>
              </a:ext>
            </a:extLst>
          </p:cNvPr>
          <p:cNvCxnSpPr/>
          <p:nvPr/>
        </p:nvCxnSpPr>
        <p:spPr>
          <a:xfrm>
            <a:off x="6204711" y="3133764"/>
            <a:ext cx="392033" cy="0"/>
          </a:xfrm>
          <a:prstGeom prst="line">
            <a:avLst/>
          </a:prstGeom>
          <a:ln w="9525"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9C65E730-EDE3-DAAF-38CE-71A96EC6211B}"/>
              </a:ext>
            </a:extLst>
          </p:cNvPr>
          <p:cNvCxnSpPr/>
          <p:nvPr/>
        </p:nvCxnSpPr>
        <p:spPr>
          <a:xfrm>
            <a:off x="6204711" y="2000297"/>
            <a:ext cx="392033" cy="0"/>
          </a:xfrm>
          <a:prstGeom prst="line">
            <a:avLst/>
          </a:prstGeom>
          <a:ln w="9525"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Прямая соединительная линия 26">
            <a:extLst>
              <a:ext uri="{FF2B5EF4-FFF2-40B4-BE49-F238E27FC236}">
                <a16:creationId xmlns:a16="http://schemas.microsoft.com/office/drawing/2014/main" id="{5A6790BC-81DD-E4AC-CC65-88F229A12456}"/>
              </a:ext>
            </a:extLst>
          </p:cNvPr>
          <p:cNvCxnSpPr>
            <a:cxnSpLocks/>
          </p:cNvCxnSpPr>
          <p:nvPr/>
        </p:nvCxnSpPr>
        <p:spPr>
          <a:xfrm>
            <a:off x="6208669" y="1996339"/>
            <a:ext cx="0" cy="3418860"/>
          </a:xfrm>
          <a:prstGeom prst="line">
            <a:avLst/>
          </a:prstGeom>
          <a:ln w="9525"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Прямая соединительная линия 27">
            <a:extLst>
              <a:ext uri="{FF2B5EF4-FFF2-40B4-BE49-F238E27FC236}">
                <a16:creationId xmlns:a16="http://schemas.microsoft.com/office/drawing/2014/main" id="{33ABF70B-8E2F-9C61-F205-4970F4D833EE}"/>
              </a:ext>
            </a:extLst>
          </p:cNvPr>
          <p:cNvCxnSpPr/>
          <p:nvPr/>
        </p:nvCxnSpPr>
        <p:spPr>
          <a:xfrm>
            <a:off x="5584933" y="2241602"/>
            <a:ext cx="392033" cy="0"/>
          </a:xfrm>
          <a:prstGeom prst="line">
            <a:avLst/>
          </a:prstGeom>
          <a:ln w="9525">
            <a:solidFill>
              <a:srgbClr val="2A3238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094532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6E9246-A93E-D4AF-2516-A314961B6F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23">
            <a:extLst>
              <a:ext uri="{FF2B5EF4-FFF2-40B4-BE49-F238E27FC236}">
                <a16:creationId xmlns:a16="http://schemas.microsoft.com/office/drawing/2014/main" id="{CEE6AE95-502E-FD63-603B-D6B393C087CE}"/>
              </a:ext>
            </a:extLst>
          </p:cNvPr>
          <p:cNvSpPr/>
          <p:nvPr/>
        </p:nvSpPr>
        <p:spPr bwMode="auto">
          <a:xfrm>
            <a:off x="524164" y="1916877"/>
            <a:ext cx="3876943" cy="4301044"/>
          </a:xfrm>
          <a:prstGeom prst="roundRect">
            <a:avLst>
              <a:gd name="adj" fmla="val 6786"/>
            </a:avLst>
          </a:prstGeom>
          <a:solidFill>
            <a:srgbClr val="2A3238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86886CFE-8713-91F4-83CE-E2D3FC584C8E}"/>
              </a:ext>
            </a:extLst>
          </p:cNvPr>
          <p:cNvGrpSpPr/>
          <p:nvPr/>
        </p:nvGrpSpPr>
        <p:grpSpPr>
          <a:xfrm>
            <a:off x="8773872" y="2623752"/>
            <a:ext cx="3009427" cy="1092586"/>
            <a:chOff x="6567095" y="1648193"/>
            <a:chExt cx="4140461" cy="1503213"/>
          </a:xfrm>
        </p:grpSpPr>
        <p:pic>
          <p:nvPicPr>
            <p:cNvPr id="7" name="Рисунок 6">
              <a:extLst>
                <a:ext uri="{FF2B5EF4-FFF2-40B4-BE49-F238E27FC236}">
                  <a16:creationId xmlns:a16="http://schemas.microsoft.com/office/drawing/2014/main" id="{F41F7449-EC94-A5D0-A869-D4A93C0BD87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/>
          </p:blipFill>
          <p:spPr bwMode="auto">
            <a:xfrm>
              <a:off x="6567095" y="1669407"/>
              <a:ext cx="1481999" cy="1481999"/>
            </a:xfrm>
            <a:prstGeom prst="rect">
              <a:avLst/>
            </a:prstGeom>
            <a:effectLst/>
          </p:spPr>
        </p:pic>
        <p:cxnSp>
          <p:nvCxnSpPr>
            <p:cNvPr id="8" name="Прямая соединительная линия 7">
              <a:extLst>
                <a:ext uri="{FF2B5EF4-FFF2-40B4-BE49-F238E27FC236}">
                  <a16:creationId xmlns:a16="http://schemas.microsoft.com/office/drawing/2014/main" id="{B7B92B8F-249B-3B01-ABF4-6FB1BBC4CBBE}"/>
                </a:ext>
              </a:extLst>
            </p:cNvPr>
            <p:cNvCxnSpPr/>
            <p:nvPr/>
          </p:nvCxnSpPr>
          <p:spPr>
            <a:xfrm>
              <a:off x="8286849" y="1710797"/>
              <a:ext cx="0" cy="1414669"/>
            </a:xfrm>
            <a:prstGeom prst="line">
              <a:avLst/>
            </a:prstGeom>
            <a:gradFill>
              <a:gsLst>
                <a:gs pos="0">
                  <a:schemeClr val="bg1">
                    <a:alpha val="15000"/>
                  </a:schemeClr>
                </a:gs>
                <a:gs pos="98000">
                  <a:schemeClr val="bg1">
                    <a:alpha val="20000"/>
                  </a:schemeClr>
                </a:gs>
              </a:gsLst>
              <a:lin ang="17400000" scaled="0"/>
            </a:gradFill>
            <a:ln w="12700">
              <a:solidFill>
                <a:srgbClr val="56FF7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FEEB76DD-B921-2A73-1705-B1A1392DF6A1}"/>
                </a:ext>
              </a:extLst>
            </p:cNvPr>
            <p:cNvSpPr txBox="1"/>
            <p:nvPr/>
          </p:nvSpPr>
          <p:spPr bwMode="auto">
            <a:xfrm>
              <a:off x="8359308" y="1648193"/>
              <a:ext cx="2348248" cy="110802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1000"/>
                </a:spcBef>
                <a:defRPr/>
              </a:pPr>
              <a:r>
                <a:rPr lang="ru-RU" sz="24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Название</a:t>
              </a:r>
            </a:p>
            <a:p>
              <a:pPr>
                <a:spcBef>
                  <a:spcPts val="1000"/>
                </a:spcBef>
                <a:defRPr/>
              </a:pPr>
              <a:r>
                <a:rPr lang="ru-RU" sz="14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Описание ссылки</a:t>
              </a:r>
              <a:endParaRPr dirty="0">
                <a:solidFill>
                  <a:srgbClr val="2A3238"/>
                </a:solidFill>
              </a:endParaRPr>
            </a:p>
          </p:txBody>
        </p:sp>
      </p:grpSp>
      <p:sp>
        <p:nvSpPr>
          <p:cNvPr id="10" name="Скругленный прямоугольник 23">
            <a:extLst>
              <a:ext uri="{FF2B5EF4-FFF2-40B4-BE49-F238E27FC236}">
                <a16:creationId xmlns:a16="http://schemas.microsoft.com/office/drawing/2014/main" id="{776728EB-D9E6-415D-1805-C882AFFF201B}"/>
              </a:ext>
            </a:extLst>
          </p:cNvPr>
          <p:cNvSpPr/>
          <p:nvPr/>
        </p:nvSpPr>
        <p:spPr bwMode="auto">
          <a:xfrm>
            <a:off x="4562117" y="1916877"/>
            <a:ext cx="3788323" cy="4301044"/>
          </a:xfrm>
          <a:prstGeom prst="roundRect">
            <a:avLst>
              <a:gd name="adj" fmla="val 6786"/>
            </a:avLst>
          </a:prstGeom>
          <a:solidFill>
            <a:srgbClr val="2A3238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grpSp>
        <p:nvGrpSpPr>
          <p:cNvPr id="11" name="Группа 10">
            <a:extLst>
              <a:ext uri="{FF2B5EF4-FFF2-40B4-BE49-F238E27FC236}">
                <a16:creationId xmlns:a16="http://schemas.microsoft.com/office/drawing/2014/main" id="{337C2B65-090C-86DD-AADE-3CCA1DEE3C94}"/>
              </a:ext>
            </a:extLst>
          </p:cNvPr>
          <p:cNvGrpSpPr/>
          <p:nvPr/>
        </p:nvGrpSpPr>
        <p:grpSpPr>
          <a:xfrm>
            <a:off x="4760535" y="4282192"/>
            <a:ext cx="3152042" cy="1654838"/>
            <a:chOff x="4135235" y="2790095"/>
            <a:chExt cx="5008014" cy="2629233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1D0E1A8-2064-7EAE-A142-D0776631DBF2}"/>
                </a:ext>
              </a:extLst>
            </p:cNvPr>
            <p:cNvSpPr txBox="1"/>
            <p:nvPr/>
          </p:nvSpPr>
          <p:spPr bwMode="auto">
            <a:xfrm>
              <a:off x="7939651" y="2790095"/>
              <a:ext cx="1203598" cy="806850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>
                <a:defRPr/>
              </a:pPr>
              <a: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скругление меньшего диаметра</a:t>
              </a:r>
              <a:endParaRPr sz="900" dirty="0">
                <a:solidFill>
                  <a:srgbClr val="2A3238"/>
                </a:solidFill>
                <a:latin typeface="SB Sans Text Light"/>
                <a:cs typeface="SB Sans Text Light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01259A27-6679-A01D-482C-18010DE23AE0}"/>
                </a:ext>
              </a:extLst>
            </p:cNvPr>
            <p:cNvSpPr txBox="1"/>
            <p:nvPr/>
          </p:nvSpPr>
          <p:spPr bwMode="auto">
            <a:xfrm>
              <a:off x="7939651" y="4554502"/>
              <a:ext cx="1180401" cy="806850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>
                <a:defRPr/>
              </a:pPr>
              <a: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скругления</a:t>
              </a:r>
              <a:b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</a:br>
              <a: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углов</a:t>
              </a:r>
              <a:b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</a:br>
              <a: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квадратов</a:t>
              </a:r>
              <a:endParaRPr sz="900" dirty="0">
                <a:solidFill>
                  <a:srgbClr val="2A3238"/>
                </a:solidFill>
                <a:latin typeface="SB Sans Text Light"/>
                <a:cs typeface="SB Sans Text Light"/>
              </a:endParaRP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F2F0E0C-A0F8-3D73-E432-B3E5ADDF21D5}"/>
                </a:ext>
              </a:extLst>
            </p:cNvPr>
            <p:cNvSpPr txBox="1"/>
            <p:nvPr/>
          </p:nvSpPr>
          <p:spPr bwMode="auto">
            <a:xfrm>
              <a:off x="4135235" y="3764563"/>
              <a:ext cx="1255015" cy="806850"/>
            </a:xfrm>
            <a:prstGeom prst="rect">
              <a:avLst/>
            </a:prstGeom>
            <a:noFill/>
          </p:spPr>
          <p:txBody>
            <a:bodyPr wrap="square" lIns="0" rtlCol="0">
              <a:spAutoFit/>
            </a:bodyPr>
            <a:lstStyle/>
            <a:p>
              <a:pPr algn="r">
                <a:defRPr/>
              </a:pPr>
              <a: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скругления</a:t>
              </a:r>
              <a:b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</a:br>
              <a: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большего</a:t>
              </a:r>
              <a:b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</a:br>
              <a:r>
                <a:rPr lang="ru-RU" sz="9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диаметра</a:t>
              </a:r>
              <a:endParaRPr sz="900" dirty="0">
                <a:solidFill>
                  <a:srgbClr val="2A3238"/>
                </a:solidFill>
                <a:latin typeface="SB Sans Text Light"/>
                <a:cs typeface="SB Sans Text Light"/>
              </a:endParaRPr>
            </a:p>
          </p:txBody>
        </p:sp>
        <p:grpSp>
          <p:nvGrpSpPr>
            <p:cNvPr id="15" name="Группа 14">
              <a:extLst>
                <a:ext uri="{FF2B5EF4-FFF2-40B4-BE49-F238E27FC236}">
                  <a16:creationId xmlns:a16="http://schemas.microsoft.com/office/drawing/2014/main" id="{0351075C-4B7C-CC72-3009-659A6E086C4B}"/>
                </a:ext>
              </a:extLst>
            </p:cNvPr>
            <p:cNvGrpSpPr/>
            <p:nvPr/>
          </p:nvGrpSpPr>
          <p:grpSpPr>
            <a:xfrm>
              <a:off x="5288631" y="2838466"/>
              <a:ext cx="2568318" cy="2580862"/>
              <a:chOff x="5288631" y="2838466"/>
              <a:chExt cx="2568318" cy="2580862"/>
            </a:xfrm>
          </p:grpSpPr>
          <p:sp>
            <p:nvSpPr>
              <p:cNvPr id="16" name="Полилиния 15">
                <a:extLst>
                  <a:ext uri="{FF2B5EF4-FFF2-40B4-BE49-F238E27FC236}">
                    <a16:creationId xmlns:a16="http://schemas.microsoft.com/office/drawing/2014/main" id="{2C882A4D-974C-B23B-6FD3-2906770B1060}"/>
                  </a:ext>
                </a:extLst>
              </p:cNvPr>
              <p:cNvSpPr/>
              <p:nvPr/>
            </p:nvSpPr>
            <p:spPr>
              <a:xfrm>
                <a:off x="5465121" y="2999769"/>
                <a:ext cx="2225313" cy="2227530"/>
              </a:xfrm>
              <a:custGeom>
                <a:avLst/>
                <a:gdLst>
                  <a:gd name="connsiteX0" fmla="*/ 0 w 2225313"/>
                  <a:gd name="connsiteY0" fmla="*/ 284970 h 2227530"/>
                  <a:gd name="connsiteX1" fmla="*/ 0 w 2225313"/>
                  <a:gd name="connsiteY1" fmla="*/ 1942560 h 2227530"/>
                  <a:gd name="connsiteX2" fmla="*/ 284687 w 2225313"/>
                  <a:gd name="connsiteY2" fmla="*/ 2227531 h 2227530"/>
                  <a:gd name="connsiteX3" fmla="*/ 1940627 w 2225313"/>
                  <a:gd name="connsiteY3" fmla="*/ 2227531 h 2227530"/>
                  <a:gd name="connsiteX4" fmla="*/ 2225314 w 2225313"/>
                  <a:gd name="connsiteY4" fmla="*/ 1942560 h 2227530"/>
                  <a:gd name="connsiteX5" fmla="*/ 2225314 w 2225313"/>
                  <a:gd name="connsiteY5" fmla="*/ 106768 h 2227530"/>
                  <a:gd name="connsiteX6" fmla="*/ 2118652 w 2225313"/>
                  <a:gd name="connsiteY6" fmla="*/ 0 h 2227530"/>
                  <a:gd name="connsiteX7" fmla="*/ 284687 w 2225313"/>
                  <a:gd name="connsiteY7" fmla="*/ 0 h 2227530"/>
                  <a:gd name="connsiteX8" fmla="*/ 0 w 2225313"/>
                  <a:gd name="connsiteY8" fmla="*/ 284970 h 222753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225313" h="2227530">
                    <a:moveTo>
                      <a:pt x="0" y="284970"/>
                    </a:moveTo>
                    <a:lnTo>
                      <a:pt x="0" y="1942560"/>
                    </a:lnTo>
                    <a:cubicBezTo>
                      <a:pt x="0" y="2100024"/>
                      <a:pt x="127380" y="2227531"/>
                      <a:pt x="284687" y="2227531"/>
                    </a:cubicBezTo>
                    <a:lnTo>
                      <a:pt x="1940627" y="2227531"/>
                    </a:lnTo>
                    <a:cubicBezTo>
                      <a:pt x="2097934" y="2227531"/>
                      <a:pt x="2225314" y="2100024"/>
                      <a:pt x="2225314" y="1942560"/>
                    </a:cubicBezTo>
                    <a:lnTo>
                      <a:pt x="2225314" y="106768"/>
                    </a:lnTo>
                    <a:cubicBezTo>
                      <a:pt x="2225314" y="47623"/>
                      <a:pt x="2177738" y="0"/>
                      <a:pt x="2118652" y="0"/>
                    </a:cubicBezTo>
                    <a:lnTo>
                      <a:pt x="284687" y="0"/>
                    </a:lnTo>
                    <a:cubicBezTo>
                      <a:pt x="127380" y="0"/>
                      <a:pt x="0" y="127507"/>
                      <a:pt x="0" y="284970"/>
                    </a:cubicBezTo>
                    <a:close/>
                  </a:path>
                </a:pathLst>
              </a:custGeom>
              <a:solidFill>
                <a:srgbClr val="FFFFFF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" name="Полилиния 16">
                <a:extLst>
                  <a:ext uri="{FF2B5EF4-FFF2-40B4-BE49-F238E27FC236}">
                    <a16:creationId xmlns:a16="http://schemas.microsoft.com/office/drawing/2014/main" id="{0922530F-A3BD-BA95-BA74-6EEB350B5A0B}"/>
                  </a:ext>
                </a:extLst>
              </p:cNvPr>
              <p:cNvSpPr/>
              <p:nvPr/>
            </p:nvSpPr>
            <p:spPr>
              <a:xfrm>
                <a:off x="560094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" name="Полилиния 17">
                <a:extLst>
                  <a:ext uri="{FF2B5EF4-FFF2-40B4-BE49-F238E27FC236}">
                    <a16:creationId xmlns:a16="http://schemas.microsoft.com/office/drawing/2014/main" id="{05B75557-11AF-DD95-BE7C-6A7ED68AF57D}"/>
                  </a:ext>
                </a:extLst>
              </p:cNvPr>
              <p:cNvSpPr/>
              <p:nvPr/>
            </p:nvSpPr>
            <p:spPr>
              <a:xfrm>
                <a:off x="560094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" name="Полилиния 18">
                <a:extLst>
                  <a:ext uri="{FF2B5EF4-FFF2-40B4-BE49-F238E27FC236}">
                    <a16:creationId xmlns:a16="http://schemas.microsoft.com/office/drawing/2014/main" id="{660A4180-10BA-811B-87AC-79E56FAFCB09}"/>
                  </a:ext>
                </a:extLst>
              </p:cNvPr>
              <p:cNvSpPr/>
              <p:nvPr/>
            </p:nvSpPr>
            <p:spPr>
              <a:xfrm>
                <a:off x="5600942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" name="Полилиния 19">
                <a:extLst>
                  <a:ext uri="{FF2B5EF4-FFF2-40B4-BE49-F238E27FC236}">
                    <a16:creationId xmlns:a16="http://schemas.microsoft.com/office/drawing/2014/main" id="{CC269C18-B382-6550-FD59-A6734F875F78}"/>
                  </a:ext>
                </a:extLst>
              </p:cNvPr>
              <p:cNvSpPr/>
              <p:nvPr/>
            </p:nvSpPr>
            <p:spPr>
              <a:xfrm>
                <a:off x="5600942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" name="Полилиния 20">
                <a:extLst>
                  <a:ext uri="{FF2B5EF4-FFF2-40B4-BE49-F238E27FC236}">
                    <a16:creationId xmlns:a16="http://schemas.microsoft.com/office/drawing/2014/main" id="{9A4BF6F2-9553-5B8E-C461-6B546F43417A}"/>
                  </a:ext>
                </a:extLst>
              </p:cNvPr>
              <p:cNvSpPr/>
              <p:nvPr/>
            </p:nvSpPr>
            <p:spPr>
              <a:xfrm>
                <a:off x="560094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" name="Полилиния 21">
                <a:extLst>
                  <a:ext uri="{FF2B5EF4-FFF2-40B4-BE49-F238E27FC236}">
                    <a16:creationId xmlns:a16="http://schemas.microsoft.com/office/drawing/2014/main" id="{2387F3F7-9CCB-BD7B-C428-C69B446D6E6B}"/>
                  </a:ext>
                </a:extLst>
              </p:cNvPr>
              <p:cNvSpPr/>
              <p:nvPr/>
            </p:nvSpPr>
            <p:spPr>
              <a:xfrm>
                <a:off x="560094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" name="Полилиния 22">
                <a:extLst>
                  <a:ext uri="{FF2B5EF4-FFF2-40B4-BE49-F238E27FC236}">
                    <a16:creationId xmlns:a16="http://schemas.microsoft.com/office/drawing/2014/main" id="{E396B775-08AA-395B-9FD4-EE8CFF86E46E}"/>
                  </a:ext>
                </a:extLst>
              </p:cNvPr>
              <p:cNvSpPr/>
              <p:nvPr/>
            </p:nvSpPr>
            <p:spPr>
              <a:xfrm>
                <a:off x="5600942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1" name="Полилиния 40">
                <a:extLst>
                  <a:ext uri="{FF2B5EF4-FFF2-40B4-BE49-F238E27FC236}">
                    <a16:creationId xmlns:a16="http://schemas.microsoft.com/office/drawing/2014/main" id="{BF06359E-6830-FD28-C546-B7330B764AC2}"/>
                  </a:ext>
                </a:extLst>
              </p:cNvPr>
              <p:cNvSpPr/>
              <p:nvPr/>
            </p:nvSpPr>
            <p:spPr>
              <a:xfrm>
                <a:off x="566846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4" name="Полилиния 43">
                <a:extLst>
                  <a:ext uri="{FF2B5EF4-FFF2-40B4-BE49-F238E27FC236}">
                    <a16:creationId xmlns:a16="http://schemas.microsoft.com/office/drawing/2014/main" id="{934AC9B6-17F3-BABC-2A26-962FDA0DBF9B}"/>
                  </a:ext>
                </a:extLst>
              </p:cNvPr>
              <p:cNvSpPr/>
              <p:nvPr/>
            </p:nvSpPr>
            <p:spPr>
              <a:xfrm>
                <a:off x="5668469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49" name="Полилиния 48">
                <a:extLst>
                  <a:ext uri="{FF2B5EF4-FFF2-40B4-BE49-F238E27FC236}">
                    <a16:creationId xmlns:a16="http://schemas.microsoft.com/office/drawing/2014/main" id="{183D9D84-A32E-3051-BA9C-CB02DB84AF46}"/>
                  </a:ext>
                </a:extLst>
              </p:cNvPr>
              <p:cNvSpPr/>
              <p:nvPr/>
            </p:nvSpPr>
            <p:spPr>
              <a:xfrm>
                <a:off x="5668469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0" name="Полилиния 49">
                <a:extLst>
                  <a:ext uri="{FF2B5EF4-FFF2-40B4-BE49-F238E27FC236}">
                    <a16:creationId xmlns:a16="http://schemas.microsoft.com/office/drawing/2014/main" id="{5D82295D-05BE-9516-2962-975E5E715E1B}"/>
                  </a:ext>
                </a:extLst>
              </p:cNvPr>
              <p:cNvSpPr/>
              <p:nvPr/>
            </p:nvSpPr>
            <p:spPr>
              <a:xfrm>
                <a:off x="5668469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1" name="Полилиния 50">
                <a:extLst>
                  <a:ext uri="{FF2B5EF4-FFF2-40B4-BE49-F238E27FC236}">
                    <a16:creationId xmlns:a16="http://schemas.microsoft.com/office/drawing/2014/main" id="{698ACB46-787B-A606-0FD8-BA4AD209CE06}"/>
                  </a:ext>
                </a:extLst>
              </p:cNvPr>
              <p:cNvSpPr/>
              <p:nvPr/>
            </p:nvSpPr>
            <p:spPr>
              <a:xfrm>
                <a:off x="5668469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2" name="Полилиния 51">
                <a:extLst>
                  <a:ext uri="{FF2B5EF4-FFF2-40B4-BE49-F238E27FC236}">
                    <a16:creationId xmlns:a16="http://schemas.microsoft.com/office/drawing/2014/main" id="{4BE5391A-6299-77EE-47E0-F0FA9E47D227}"/>
                  </a:ext>
                </a:extLst>
              </p:cNvPr>
              <p:cNvSpPr/>
              <p:nvPr/>
            </p:nvSpPr>
            <p:spPr>
              <a:xfrm>
                <a:off x="5668469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3" name="Полилиния 52">
                <a:extLst>
                  <a:ext uri="{FF2B5EF4-FFF2-40B4-BE49-F238E27FC236}">
                    <a16:creationId xmlns:a16="http://schemas.microsoft.com/office/drawing/2014/main" id="{D83C460D-57AA-245D-CCC0-2B75A1A0407A}"/>
                  </a:ext>
                </a:extLst>
              </p:cNvPr>
              <p:cNvSpPr/>
              <p:nvPr/>
            </p:nvSpPr>
            <p:spPr>
              <a:xfrm>
                <a:off x="566846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4" name="Полилиния 53">
                <a:extLst>
                  <a:ext uri="{FF2B5EF4-FFF2-40B4-BE49-F238E27FC236}">
                    <a16:creationId xmlns:a16="http://schemas.microsoft.com/office/drawing/2014/main" id="{C67AF16F-C5C2-518E-E0F8-E4F96C2C20AD}"/>
                  </a:ext>
                </a:extLst>
              </p:cNvPr>
              <p:cNvSpPr/>
              <p:nvPr/>
            </p:nvSpPr>
            <p:spPr>
              <a:xfrm>
                <a:off x="5668469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5" name="Полилиния 54">
                <a:extLst>
                  <a:ext uri="{FF2B5EF4-FFF2-40B4-BE49-F238E27FC236}">
                    <a16:creationId xmlns:a16="http://schemas.microsoft.com/office/drawing/2014/main" id="{952C9E7D-6D02-A18A-8145-940240267A78}"/>
                  </a:ext>
                </a:extLst>
              </p:cNvPr>
              <p:cNvSpPr/>
              <p:nvPr/>
            </p:nvSpPr>
            <p:spPr>
              <a:xfrm>
                <a:off x="566846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6" name="Полилиния 55">
                <a:extLst>
                  <a:ext uri="{FF2B5EF4-FFF2-40B4-BE49-F238E27FC236}">
                    <a16:creationId xmlns:a16="http://schemas.microsoft.com/office/drawing/2014/main" id="{0E9A8898-C76C-FE54-76BA-30D358976EC4}"/>
                  </a:ext>
                </a:extLst>
              </p:cNvPr>
              <p:cNvSpPr/>
              <p:nvPr/>
            </p:nvSpPr>
            <p:spPr>
              <a:xfrm>
                <a:off x="5668469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7" name="Полилиния 56">
                <a:extLst>
                  <a:ext uri="{FF2B5EF4-FFF2-40B4-BE49-F238E27FC236}">
                    <a16:creationId xmlns:a16="http://schemas.microsoft.com/office/drawing/2014/main" id="{730E5775-7DDD-B4C4-0C28-5636ED2DA9B3}"/>
                  </a:ext>
                </a:extLst>
              </p:cNvPr>
              <p:cNvSpPr/>
              <p:nvPr/>
            </p:nvSpPr>
            <p:spPr>
              <a:xfrm>
                <a:off x="5668469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8" name="Полилиния 57">
                <a:extLst>
                  <a:ext uri="{FF2B5EF4-FFF2-40B4-BE49-F238E27FC236}">
                    <a16:creationId xmlns:a16="http://schemas.microsoft.com/office/drawing/2014/main" id="{900E6F6D-68DA-44E7-FC2E-24569AD68315}"/>
                  </a:ext>
                </a:extLst>
              </p:cNvPr>
              <p:cNvSpPr/>
              <p:nvPr/>
            </p:nvSpPr>
            <p:spPr>
              <a:xfrm>
                <a:off x="5668469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59" name="Полилиния 58">
                <a:extLst>
                  <a:ext uri="{FF2B5EF4-FFF2-40B4-BE49-F238E27FC236}">
                    <a16:creationId xmlns:a16="http://schemas.microsoft.com/office/drawing/2014/main" id="{038AAA46-21F0-6932-6419-9B69961F8CC5}"/>
                  </a:ext>
                </a:extLst>
              </p:cNvPr>
              <p:cNvSpPr/>
              <p:nvPr/>
            </p:nvSpPr>
            <p:spPr>
              <a:xfrm>
                <a:off x="573599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0" name="Полилиния 59">
                <a:extLst>
                  <a:ext uri="{FF2B5EF4-FFF2-40B4-BE49-F238E27FC236}">
                    <a16:creationId xmlns:a16="http://schemas.microsoft.com/office/drawing/2014/main" id="{CE7A7DB9-3AAD-8DD7-862E-8E55B4D0C5D2}"/>
                  </a:ext>
                </a:extLst>
              </p:cNvPr>
              <p:cNvSpPr/>
              <p:nvPr/>
            </p:nvSpPr>
            <p:spPr>
              <a:xfrm>
                <a:off x="5735995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1" name="Полилиния 60">
                <a:extLst>
                  <a:ext uri="{FF2B5EF4-FFF2-40B4-BE49-F238E27FC236}">
                    <a16:creationId xmlns:a16="http://schemas.microsoft.com/office/drawing/2014/main" id="{2BA7AC71-7BF2-75D3-3CEB-FD2FE1A46C7C}"/>
                  </a:ext>
                </a:extLst>
              </p:cNvPr>
              <p:cNvSpPr/>
              <p:nvPr/>
            </p:nvSpPr>
            <p:spPr>
              <a:xfrm>
                <a:off x="573599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2" name="Полилиния 61">
                <a:extLst>
                  <a:ext uri="{FF2B5EF4-FFF2-40B4-BE49-F238E27FC236}">
                    <a16:creationId xmlns:a16="http://schemas.microsoft.com/office/drawing/2014/main" id="{988B920D-0A56-7F9D-981D-E24207C843C5}"/>
                  </a:ext>
                </a:extLst>
              </p:cNvPr>
              <p:cNvSpPr/>
              <p:nvPr/>
            </p:nvSpPr>
            <p:spPr>
              <a:xfrm>
                <a:off x="5735995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3" name="Полилиния 62">
                <a:extLst>
                  <a:ext uri="{FF2B5EF4-FFF2-40B4-BE49-F238E27FC236}">
                    <a16:creationId xmlns:a16="http://schemas.microsoft.com/office/drawing/2014/main" id="{810B11EE-49AD-1C7E-99A7-011CD2A2C82A}"/>
                  </a:ext>
                </a:extLst>
              </p:cNvPr>
              <p:cNvSpPr/>
              <p:nvPr/>
            </p:nvSpPr>
            <p:spPr>
              <a:xfrm>
                <a:off x="5735995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4" name="Полилиния 63">
                <a:extLst>
                  <a:ext uri="{FF2B5EF4-FFF2-40B4-BE49-F238E27FC236}">
                    <a16:creationId xmlns:a16="http://schemas.microsoft.com/office/drawing/2014/main" id="{5D76DD34-1D20-05D5-C04E-933A61301910}"/>
                  </a:ext>
                </a:extLst>
              </p:cNvPr>
              <p:cNvSpPr/>
              <p:nvPr/>
            </p:nvSpPr>
            <p:spPr>
              <a:xfrm>
                <a:off x="5735995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5" name="Полилиния 64">
                <a:extLst>
                  <a:ext uri="{FF2B5EF4-FFF2-40B4-BE49-F238E27FC236}">
                    <a16:creationId xmlns:a16="http://schemas.microsoft.com/office/drawing/2014/main" id="{5291CCB5-D021-BFAC-8E95-E0A06FD364DE}"/>
                  </a:ext>
                </a:extLst>
              </p:cNvPr>
              <p:cNvSpPr/>
              <p:nvPr/>
            </p:nvSpPr>
            <p:spPr>
              <a:xfrm>
                <a:off x="573599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6" name="Полилиния 65">
                <a:extLst>
                  <a:ext uri="{FF2B5EF4-FFF2-40B4-BE49-F238E27FC236}">
                    <a16:creationId xmlns:a16="http://schemas.microsoft.com/office/drawing/2014/main" id="{E488BCC6-956C-937B-C713-B2DA5BBAE84D}"/>
                  </a:ext>
                </a:extLst>
              </p:cNvPr>
              <p:cNvSpPr/>
              <p:nvPr/>
            </p:nvSpPr>
            <p:spPr>
              <a:xfrm>
                <a:off x="580352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7" name="Полилиния 66">
                <a:extLst>
                  <a:ext uri="{FF2B5EF4-FFF2-40B4-BE49-F238E27FC236}">
                    <a16:creationId xmlns:a16="http://schemas.microsoft.com/office/drawing/2014/main" id="{D07E2A51-D00A-9DBE-34E0-818E8F2022FF}"/>
                  </a:ext>
                </a:extLst>
              </p:cNvPr>
              <p:cNvSpPr/>
              <p:nvPr/>
            </p:nvSpPr>
            <p:spPr>
              <a:xfrm>
                <a:off x="5803522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8" name="Полилиния 67">
                <a:extLst>
                  <a:ext uri="{FF2B5EF4-FFF2-40B4-BE49-F238E27FC236}">
                    <a16:creationId xmlns:a16="http://schemas.microsoft.com/office/drawing/2014/main" id="{CC564C5E-07BB-0606-4A82-3BF0901A17C6}"/>
                  </a:ext>
                </a:extLst>
              </p:cNvPr>
              <p:cNvSpPr/>
              <p:nvPr/>
            </p:nvSpPr>
            <p:spPr>
              <a:xfrm>
                <a:off x="5803522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69" name="Полилиния 68">
                <a:extLst>
                  <a:ext uri="{FF2B5EF4-FFF2-40B4-BE49-F238E27FC236}">
                    <a16:creationId xmlns:a16="http://schemas.microsoft.com/office/drawing/2014/main" id="{76B02623-F5EF-B265-4B97-585A0B87D59A}"/>
                  </a:ext>
                </a:extLst>
              </p:cNvPr>
              <p:cNvSpPr/>
              <p:nvPr/>
            </p:nvSpPr>
            <p:spPr>
              <a:xfrm>
                <a:off x="5803522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0" name="Полилиния 69">
                <a:extLst>
                  <a:ext uri="{FF2B5EF4-FFF2-40B4-BE49-F238E27FC236}">
                    <a16:creationId xmlns:a16="http://schemas.microsoft.com/office/drawing/2014/main" id="{C4CB7473-23AE-4D40-19D1-2473D4E20684}"/>
                  </a:ext>
                </a:extLst>
              </p:cNvPr>
              <p:cNvSpPr/>
              <p:nvPr/>
            </p:nvSpPr>
            <p:spPr>
              <a:xfrm>
                <a:off x="580352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1" name="Полилиния 70">
                <a:extLst>
                  <a:ext uri="{FF2B5EF4-FFF2-40B4-BE49-F238E27FC236}">
                    <a16:creationId xmlns:a16="http://schemas.microsoft.com/office/drawing/2014/main" id="{E6DD7B19-0F03-A994-E22C-810A6EFBCCB2}"/>
                  </a:ext>
                </a:extLst>
              </p:cNvPr>
              <p:cNvSpPr/>
              <p:nvPr/>
            </p:nvSpPr>
            <p:spPr>
              <a:xfrm>
                <a:off x="580352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2" name="Полилиния 71">
                <a:extLst>
                  <a:ext uri="{FF2B5EF4-FFF2-40B4-BE49-F238E27FC236}">
                    <a16:creationId xmlns:a16="http://schemas.microsoft.com/office/drawing/2014/main" id="{9CC86082-B752-E692-06BF-A06A7E90160C}"/>
                  </a:ext>
                </a:extLst>
              </p:cNvPr>
              <p:cNvSpPr/>
              <p:nvPr/>
            </p:nvSpPr>
            <p:spPr>
              <a:xfrm>
                <a:off x="580352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3" name="Полилиния 72">
                <a:extLst>
                  <a:ext uri="{FF2B5EF4-FFF2-40B4-BE49-F238E27FC236}">
                    <a16:creationId xmlns:a16="http://schemas.microsoft.com/office/drawing/2014/main" id="{B5A1B329-ED35-54D8-CB99-5149C9F535BC}"/>
                  </a:ext>
                </a:extLst>
              </p:cNvPr>
              <p:cNvSpPr/>
              <p:nvPr/>
            </p:nvSpPr>
            <p:spPr>
              <a:xfrm>
                <a:off x="5803522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4" name="Полилиния 73">
                <a:extLst>
                  <a:ext uri="{FF2B5EF4-FFF2-40B4-BE49-F238E27FC236}">
                    <a16:creationId xmlns:a16="http://schemas.microsoft.com/office/drawing/2014/main" id="{84B77652-2607-6F9A-4158-35888AC80F82}"/>
                  </a:ext>
                </a:extLst>
              </p:cNvPr>
              <p:cNvSpPr/>
              <p:nvPr/>
            </p:nvSpPr>
            <p:spPr>
              <a:xfrm>
                <a:off x="5803522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5" name="Полилиния 74">
                <a:extLst>
                  <a:ext uri="{FF2B5EF4-FFF2-40B4-BE49-F238E27FC236}">
                    <a16:creationId xmlns:a16="http://schemas.microsoft.com/office/drawing/2014/main" id="{98D2320B-6FD1-3D9A-BCB3-5FF8D32EE629}"/>
                  </a:ext>
                </a:extLst>
              </p:cNvPr>
              <p:cNvSpPr/>
              <p:nvPr/>
            </p:nvSpPr>
            <p:spPr>
              <a:xfrm>
                <a:off x="5870281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6" name="Полилиния 75">
                <a:extLst>
                  <a:ext uri="{FF2B5EF4-FFF2-40B4-BE49-F238E27FC236}">
                    <a16:creationId xmlns:a16="http://schemas.microsoft.com/office/drawing/2014/main" id="{25999307-6E0E-D00C-31CB-3D7E8FC1B181}"/>
                  </a:ext>
                </a:extLst>
              </p:cNvPr>
              <p:cNvSpPr/>
              <p:nvPr/>
            </p:nvSpPr>
            <p:spPr>
              <a:xfrm>
                <a:off x="5870281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7" name="Полилиния 76">
                <a:extLst>
                  <a:ext uri="{FF2B5EF4-FFF2-40B4-BE49-F238E27FC236}">
                    <a16:creationId xmlns:a16="http://schemas.microsoft.com/office/drawing/2014/main" id="{028BB1F1-AA30-C2B7-FB31-A886CF899B1B}"/>
                  </a:ext>
                </a:extLst>
              </p:cNvPr>
              <p:cNvSpPr/>
              <p:nvPr/>
            </p:nvSpPr>
            <p:spPr>
              <a:xfrm>
                <a:off x="5870281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8" name="Полилиния 77">
                <a:extLst>
                  <a:ext uri="{FF2B5EF4-FFF2-40B4-BE49-F238E27FC236}">
                    <a16:creationId xmlns:a16="http://schemas.microsoft.com/office/drawing/2014/main" id="{F0C4331C-4BAC-508F-CC24-5B80F052A92D}"/>
                  </a:ext>
                </a:extLst>
              </p:cNvPr>
              <p:cNvSpPr/>
              <p:nvPr/>
            </p:nvSpPr>
            <p:spPr>
              <a:xfrm>
                <a:off x="5870281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79" name="Полилиния 78">
                <a:extLst>
                  <a:ext uri="{FF2B5EF4-FFF2-40B4-BE49-F238E27FC236}">
                    <a16:creationId xmlns:a16="http://schemas.microsoft.com/office/drawing/2014/main" id="{FCD2EE2D-F45D-60AA-4A19-A887BD76622B}"/>
                  </a:ext>
                </a:extLst>
              </p:cNvPr>
              <p:cNvSpPr/>
              <p:nvPr/>
            </p:nvSpPr>
            <p:spPr>
              <a:xfrm>
                <a:off x="5870281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0" name="Полилиния 79">
                <a:extLst>
                  <a:ext uri="{FF2B5EF4-FFF2-40B4-BE49-F238E27FC236}">
                    <a16:creationId xmlns:a16="http://schemas.microsoft.com/office/drawing/2014/main" id="{B29592FB-22D2-629B-0484-86B6941CB97F}"/>
                  </a:ext>
                </a:extLst>
              </p:cNvPr>
              <p:cNvSpPr/>
              <p:nvPr/>
            </p:nvSpPr>
            <p:spPr>
              <a:xfrm>
                <a:off x="5870281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1" name="Полилиния 80">
                <a:extLst>
                  <a:ext uri="{FF2B5EF4-FFF2-40B4-BE49-F238E27FC236}">
                    <a16:creationId xmlns:a16="http://schemas.microsoft.com/office/drawing/2014/main" id="{9AFC1E42-D569-F01B-7DF5-6AFE9ECF3D5E}"/>
                  </a:ext>
                </a:extLst>
              </p:cNvPr>
              <p:cNvSpPr/>
              <p:nvPr/>
            </p:nvSpPr>
            <p:spPr>
              <a:xfrm>
                <a:off x="5870281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2" name="Полилиния 81">
                <a:extLst>
                  <a:ext uri="{FF2B5EF4-FFF2-40B4-BE49-F238E27FC236}">
                    <a16:creationId xmlns:a16="http://schemas.microsoft.com/office/drawing/2014/main" id="{CB2DFB1E-8492-DF7A-02F1-F5E144670C2D}"/>
                  </a:ext>
                </a:extLst>
              </p:cNvPr>
              <p:cNvSpPr/>
              <p:nvPr/>
            </p:nvSpPr>
            <p:spPr>
              <a:xfrm>
                <a:off x="5870281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3" name="Полилиния 82">
                <a:extLst>
                  <a:ext uri="{FF2B5EF4-FFF2-40B4-BE49-F238E27FC236}">
                    <a16:creationId xmlns:a16="http://schemas.microsoft.com/office/drawing/2014/main" id="{32847674-CD6D-1D0B-2DC3-D1AF10AF1BA4}"/>
                  </a:ext>
                </a:extLst>
              </p:cNvPr>
              <p:cNvSpPr/>
              <p:nvPr/>
            </p:nvSpPr>
            <p:spPr>
              <a:xfrm>
                <a:off x="5870281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4" name="Полилиния 83">
                <a:extLst>
                  <a:ext uri="{FF2B5EF4-FFF2-40B4-BE49-F238E27FC236}">
                    <a16:creationId xmlns:a16="http://schemas.microsoft.com/office/drawing/2014/main" id="{C3DB3AF5-8323-19C8-45FF-1BA8C247C6BF}"/>
                  </a:ext>
                </a:extLst>
              </p:cNvPr>
              <p:cNvSpPr/>
              <p:nvPr/>
            </p:nvSpPr>
            <p:spPr>
              <a:xfrm>
                <a:off x="5937808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5" name="Полилиния 84">
                <a:extLst>
                  <a:ext uri="{FF2B5EF4-FFF2-40B4-BE49-F238E27FC236}">
                    <a16:creationId xmlns:a16="http://schemas.microsoft.com/office/drawing/2014/main" id="{B9319B2E-D344-3CAC-50D5-8CD4994A201D}"/>
                  </a:ext>
                </a:extLst>
              </p:cNvPr>
              <p:cNvSpPr/>
              <p:nvPr/>
            </p:nvSpPr>
            <p:spPr>
              <a:xfrm>
                <a:off x="5937808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6" name="Полилиния 85">
                <a:extLst>
                  <a:ext uri="{FF2B5EF4-FFF2-40B4-BE49-F238E27FC236}">
                    <a16:creationId xmlns:a16="http://schemas.microsoft.com/office/drawing/2014/main" id="{315711C1-F5F3-0BA9-E8D1-485F51208973}"/>
                  </a:ext>
                </a:extLst>
              </p:cNvPr>
              <p:cNvSpPr/>
              <p:nvPr/>
            </p:nvSpPr>
            <p:spPr>
              <a:xfrm>
                <a:off x="5937808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7" name="Полилиния 86">
                <a:extLst>
                  <a:ext uri="{FF2B5EF4-FFF2-40B4-BE49-F238E27FC236}">
                    <a16:creationId xmlns:a16="http://schemas.microsoft.com/office/drawing/2014/main" id="{718015EC-E435-25FF-0A82-062B59B4705C}"/>
                  </a:ext>
                </a:extLst>
              </p:cNvPr>
              <p:cNvSpPr/>
              <p:nvPr/>
            </p:nvSpPr>
            <p:spPr>
              <a:xfrm>
                <a:off x="5937808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8" name="Полилиния 87">
                <a:extLst>
                  <a:ext uri="{FF2B5EF4-FFF2-40B4-BE49-F238E27FC236}">
                    <a16:creationId xmlns:a16="http://schemas.microsoft.com/office/drawing/2014/main" id="{D5CB143F-FAAF-A106-1307-33E396A73F1C}"/>
                  </a:ext>
                </a:extLst>
              </p:cNvPr>
              <p:cNvSpPr/>
              <p:nvPr/>
            </p:nvSpPr>
            <p:spPr>
              <a:xfrm>
                <a:off x="5937808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89" name="Полилиния 88">
                <a:extLst>
                  <a:ext uri="{FF2B5EF4-FFF2-40B4-BE49-F238E27FC236}">
                    <a16:creationId xmlns:a16="http://schemas.microsoft.com/office/drawing/2014/main" id="{76CFE9EE-9E34-D7D9-1C9B-3741796FFD8C}"/>
                  </a:ext>
                </a:extLst>
              </p:cNvPr>
              <p:cNvSpPr/>
              <p:nvPr/>
            </p:nvSpPr>
            <p:spPr>
              <a:xfrm>
                <a:off x="600533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0" name="Полилиния 89">
                <a:extLst>
                  <a:ext uri="{FF2B5EF4-FFF2-40B4-BE49-F238E27FC236}">
                    <a16:creationId xmlns:a16="http://schemas.microsoft.com/office/drawing/2014/main" id="{BBFEA73F-D8DE-A98F-E3B2-5E2ED84E8A00}"/>
                  </a:ext>
                </a:extLst>
              </p:cNvPr>
              <p:cNvSpPr/>
              <p:nvPr/>
            </p:nvSpPr>
            <p:spPr>
              <a:xfrm>
                <a:off x="600533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1" name="Полилиния 90">
                <a:extLst>
                  <a:ext uri="{FF2B5EF4-FFF2-40B4-BE49-F238E27FC236}">
                    <a16:creationId xmlns:a16="http://schemas.microsoft.com/office/drawing/2014/main" id="{5D16315F-66F9-5ACA-F308-0B94CEEC9FC8}"/>
                  </a:ext>
                </a:extLst>
              </p:cNvPr>
              <p:cNvSpPr/>
              <p:nvPr/>
            </p:nvSpPr>
            <p:spPr>
              <a:xfrm>
                <a:off x="600533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2" name="Полилиния 91">
                <a:extLst>
                  <a:ext uri="{FF2B5EF4-FFF2-40B4-BE49-F238E27FC236}">
                    <a16:creationId xmlns:a16="http://schemas.microsoft.com/office/drawing/2014/main" id="{0C5C4CAE-A3DF-3259-271C-DB4F8A429194}"/>
                  </a:ext>
                </a:extLst>
              </p:cNvPr>
              <p:cNvSpPr/>
              <p:nvPr/>
            </p:nvSpPr>
            <p:spPr>
              <a:xfrm>
                <a:off x="6005335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3" name="Полилиния 92">
                <a:extLst>
                  <a:ext uri="{FF2B5EF4-FFF2-40B4-BE49-F238E27FC236}">
                    <a16:creationId xmlns:a16="http://schemas.microsoft.com/office/drawing/2014/main" id="{509591C9-BCF8-4358-BEBF-A84914BBBBB8}"/>
                  </a:ext>
                </a:extLst>
              </p:cNvPr>
              <p:cNvSpPr/>
              <p:nvPr/>
            </p:nvSpPr>
            <p:spPr>
              <a:xfrm>
                <a:off x="6005335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4" name="Полилиния 93">
                <a:extLst>
                  <a:ext uri="{FF2B5EF4-FFF2-40B4-BE49-F238E27FC236}">
                    <a16:creationId xmlns:a16="http://schemas.microsoft.com/office/drawing/2014/main" id="{E96A8780-02B5-91C5-EBF8-29230BDB6EA3}"/>
                  </a:ext>
                </a:extLst>
              </p:cNvPr>
              <p:cNvSpPr/>
              <p:nvPr/>
            </p:nvSpPr>
            <p:spPr>
              <a:xfrm>
                <a:off x="6005335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5" name="Полилиния 94">
                <a:extLst>
                  <a:ext uri="{FF2B5EF4-FFF2-40B4-BE49-F238E27FC236}">
                    <a16:creationId xmlns:a16="http://schemas.microsoft.com/office/drawing/2014/main" id="{35191228-5EE3-DE73-D35A-2F7E68FC7BA6}"/>
                  </a:ext>
                </a:extLst>
              </p:cNvPr>
              <p:cNvSpPr/>
              <p:nvPr/>
            </p:nvSpPr>
            <p:spPr>
              <a:xfrm>
                <a:off x="600533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6" name="Полилиния 95">
                <a:extLst>
                  <a:ext uri="{FF2B5EF4-FFF2-40B4-BE49-F238E27FC236}">
                    <a16:creationId xmlns:a16="http://schemas.microsoft.com/office/drawing/2014/main" id="{CB4C48CA-ACB6-5566-3581-047920D607AE}"/>
                  </a:ext>
                </a:extLst>
              </p:cNvPr>
              <p:cNvSpPr/>
              <p:nvPr/>
            </p:nvSpPr>
            <p:spPr>
              <a:xfrm>
                <a:off x="607286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7" name="Полилиния 96">
                <a:extLst>
                  <a:ext uri="{FF2B5EF4-FFF2-40B4-BE49-F238E27FC236}">
                    <a16:creationId xmlns:a16="http://schemas.microsoft.com/office/drawing/2014/main" id="{A5E4ADA2-6793-9323-F375-DA7C13D16F09}"/>
                  </a:ext>
                </a:extLst>
              </p:cNvPr>
              <p:cNvSpPr/>
              <p:nvPr/>
            </p:nvSpPr>
            <p:spPr>
              <a:xfrm>
                <a:off x="6072862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8" name="Полилиния 97">
                <a:extLst>
                  <a:ext uri="{FF2B5EF4-FFF2-40B4-BE49-F238E27FC236}">
                    <a16:creationId xmlns:a16="http://schemas.microsoft.com/office/drawing/2014/main" id="{1454144E-824D-C862-7E4C-5A7C45DE5800}"/>
                  </a:ext>
                </a:extLst>
              </p:cNvPr>
              <p:cNvSpPr/>
              <p:nvPr/>
            </p:nvSpPr>
            <p:spPr>
              <a:xfrm>
                <a:off x="607286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99" name="Полилиния 98">
                <a:extLst>
                  <a:ext uri="{FF2B5EF4-FFF2-40B4-BE49-F238E27FC236}">
                    <a16:creationId xmlns:a16="http://schemas.microsoft.com/office/drawing/2014/main" id="{A27730CA-A61A-8261-B428-EEAA88C5A2E9}"/>
                  </a:ext>
                </a:extLst>
              </p:cNvPr>
              <p:cNvSpPr/>
              <p:nvPr/>
            </p:nvSpPr>
            <p:spPr>
              <a:xfrm>
                <a:off x="6140389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0" name="Полилиния 99">
                <a:extLst>
                  <a:ext uri="{FF2B5EF4-FFF2-40B4-BE49-F238E27FC236}">
                    <a16:creationId xmlns:a16="http://schemas.microsoft.com/office/drawing/2014/main" id="{F14632F9-9A84-2F1C-0ED8-9F7A3BCCE988}"/>
                  </a:ext>
                </a:extLst>
              </p:cNvPr>
              <p:cNvSpPr/>
              <p:nvPr/>
            </p:nvSpPr>
            <p:spPr>
              <a:xfrm>
                <a:off x="6140389" y="482327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1" name="Полилиния 100">
                <a:extLst>
                  <a:ext uri="{FF2B5EF4-FFF2-40B4-BE49-F238E27FC236}">
                    <a16:creationId xmlns:a16="http://schemas.microsoft.com/office/drawing/2014/main" id="{2DCA393B-72D1-F225-C13B-1E09AEF346BC}"/>
                  </a:ext>
                </a:extLst>
              </p:cNvPr>
              <p:cNvSpPr/>
              <p:nvPr/>
            </p:nvSpPr>
            <p:spPr>
              <a:xfrm>
                <a:off x="6140389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2" name="Полилиния 101">
                <a:extLst>
                  <a:ext uri="{FF2B5EF4-FFF2-40B4-BE49-F238E27FC236}">
                    <a16:creationId xmlns:a16="http://schemas.microsoft.com/office/drawing/2014/main" id="{F9E9C338-26EC-E436-D467-0F16A3B198F5}"/>
                  </a:ext>
                </a:extLst>
              </p:cNvPr>
              <p:cNvSpPr/>
              <p:nvPr/>
            </p:nvSpPr>
            <p:spPr>
              <a:xfrm>
                <a:off x="6140389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3" name="Полилиния 102">
                <a:extLst>
                  <a:ext uri="{FF2B5EF4-FFF2-40B4-BE49-F238E27FC236}">
                    <a16:creationId xmlns:a16="http://schemas.microsoft.com/office/drawing/2014/main" id="{A3EA5D92-A6EF-1428-8078-EA9124C5BE8A}"/>
                  </a:ext>
                </a:extLst>
              </p:cNvPr>
              <p:cNvSpPr/>
              <p:nvPr/>
            </p:nvSpPr>
            <p:spPr>
              <a:xfrm>
                <a:off x="6140389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4" name="Полилиния 103">
                <a:extLst>
                  <a:ext uri="{FF2B5EF4-FFF2-40B4-BE49-F238E27FC236}">
                    <a16:creationId xmlns:a16="http://schemas.microsoft.com/office/drawing/2014/main" id="{0E69E090-A2EB-C358-C6D0-6565460CBE58}"/>
                  </a:ext>
                </a:extLst>
              </p:cNvPr>
              <p:cNvSpPr/>
              <p:nvPr/>
            </p:nvSpPr>
            <p:spPr>
              <a:xfrm>
                <a:off x="6140389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5" name="Полилиния 104">
                <a:extLst>
                  <a:ext uri="{FF2B5EF4-FFF2-40B4-BE49-F238E27FC236}">
                    <a16:creationId xmlns:a16="http://schemas.microsoft.com/office/drawing/2014/main" id="{C83E2E08-3C8A-9D65-12EC-99EEF763F50A}"/>
                  </a:ext>
                </a:extLst>
              </p:cNvPr>
              <p:cNvSpPr/>
              <p:nvPr/>
            </p:nvSpPr>
            <p:spPr>
              <a:xfrm>
                <a:off x="614038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6" name="Полилиния 105">
                <a:extLst>
                  <a:ext uri="{FF2B5EF4-FFF2-40B4-BE49-F238E27FC236}">
                    <a16:creationId xmlns:a16="http://schemas.microsoft.com/office/drawing/2014/main" id="{B8AD2741-4700-B522-EBB6-3235BC5D4096}"/>
                  </a:ext>
                </a:extLst>
              </p:cNvPr>
              <p:cNvSpPr/>
              <p:nvPr/>
            </p:nvSpPr>
            <p:spPr>
              <a:xfrm>
                <a:off x="6140389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7" name="Полилиния 106">
                <a:extLst>
                  <a:ext uri="{FF2B5EF4-FFF2-40B4-BE49-F238E27FC236}">
                    <a16:creationId xmlns:a16="http://schemas.microsoft.com/office/drawing/2014/main" id="{C62881CF-3B85-CC25-E79F-9D718B9CEE65}"/>
                  </a:ext>
                </a:extLst>
              </p:cNvPr>
              <p:cNvSpPr/>
              <p:nvPr/>
            </p:nvSpPr>
            <p:spPr>
              <a:xfrm>
                <a:off x="6140389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8" name="Полилиния 107">
                <a:extLst>
                  <a:ext uri="{FF2B5EF4-FFF2-40B4-BE49-F238E27FC236}">
                    <a16:creationId xmlns:a16="http://schemas.microsoft.com/office/drawing/2014/main" id="{9F2B4E8B-B75D-FB80-62DE-4B211FE1509F}"/>
                  </a:ext>
                </a:extLst>
              </p:cNvPr>
              <p:cNvSpPr/>
              <p:nvPr/>
            </p:nvSpPr>
            <p:spPr>
              <a:xfrm>
                <a:off x="6140389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09" name="Полилиния 108">
                <a:extLst>
                  <a:ext uri="{FF2B5EF4-FFF2-40B4-BE49-F238E27FC236}">
                    <a16:creationId xmlns:a16="http://schemas.microsoft.com/office/drawing/2014/main" id="{27509A66-8C0F-44AF-90CF-402548AE56E3}"/>
                  </a:ext>
                </a:extLst>
              </p:cNvPr>
              <p:cNvSpPr/>
              <p:nvPr/>
            </p:nvSpPr>
            <p:spPr>
              <a:xfrm>
                <a:off x="614038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0" name="Полилиния 109">
                <a:extLst>
                  <a:ext uri="{FF2B5EF4-FFF2-40B4-BE49-F238E27FC236}">
                    <a16:creationId xmlns:a16="http://schemas.microsoft.com/office/drawing/2014/main" id="{CAA7785F-937A-1879-6441-E117DE057A04}"/>
                  </a:ext>
                </a:extLst>
              </p:cNvPr>
              <p:cNvSpPr/>
              <p:nvPr/>
            </p:nvSpPr>
            <p:spPr>
              <a:xfrm>
                <a:off x="6140389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1" name="Полилиния 110">
                <a:extLst>
                  <a:ext uri="{FF2B5EF4-FFF2-40B4-BE49-F238E27FC236}">
                    <a16:creationId xmlns:a16="http://schemas.microsoft.com/office/drawing/2014/main" id="{56A85E0B-05D2-CDDC-DAEA-A5A75AC889BD}"/>
                  </a:ext>
                </a:extLst>
              </p:cNvPr>
              <p:cNvSpPr/>
              <p:nvPr/>
            </p:nvSpPr>
            <p:spPr>
              <a:xfrm>
                <a:off x="6140389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2" name="Полилиния 111">
                <a:extLst>
                  <a:ext uri="{FF2B5EF4-FFF2-40B4-BE49-F238E27FC236}">
                    <a16:creationId xmlns:a16="http://schemas.microsoft.com/office/drawing/2014/main" id="{0CC5BEC1-B023-7A59-AC28-D75DAC45FB10}"/>
                  </a:ext>
                </a:extLst>
              </p:cNvPr>
              <p:cNvSpPr/>
              <p:nvPr/>
            </p:nvSpPr>
            <p:spPr>
              <a:xfrm>
                <a:off x="614038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3" name="Полилиния 112">
                <a:extLst>
                  <a:ext uri="{FF2B5EF4-FFF2-40B4-BE49-F238E27FC236}">
                    <a16:creationId xmlns:a16="http://schemas.microsoft.com/office/drawing/2014/main" id="{D8211E88-2CA1-F764-71F0-B6A7B3FA72BB}"/>
                  </a:ext>
                </a:extLst>
              </p:cNvPr>
              <p:cNvSpPr/>
              <p:nvPr/>
            </p:nvSpPr>
            <p:spPr>
              <a:xfrm>
                <a:off x="6140389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4" name="Полилиния 113">
                <a:extLst>
                  <a:ext uri="{FF2B5EF4-FFF2-40B4-BE49-F238E27FC236}">
                    <a16:creationId xmlns:a16="http://schemas.microsoft.com/office/drawing/2014/main" id="{4DA7421E-FDDC-6D49-BD15-5AD7E3055CF1}"/>
                  </a:ext>
                </a:extLst>
              </p:cNvPr>
              <p:cNvSpPr/>
              <p:nvPr/>
            </p:nvSpPr>
            <p:spPr>
              <a:xfrm>
                <a:off x="6140389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5" name="Полилиния 114">
                <a:extLst>
                  <a:ext uri="{FF2B5EF4-FFF2-40B4-BE49-F238E27FC236}">
                    <a16:creationId xmlns:a16="http://schemas.microsoft.com/office/drawing/2014/main" id="{1225E48F-9B03-3E39-599A-0FC33903C53D}"/>
                  </a:ext>
                </a:extLst>
              </p:cNvPr>
              <p:cNvSpPr/>
              <p:nvPr/>
            </p:nvSpPr>
            <p:spPr>
              <a:xfrm>
                <a:off x="6140389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6" name="Полилиния 115">
                <a:extLst>
                  <a:ext uri="{FF2B5EF4-FFF2-40B4-BE49-F238E27FC236}">
                    <a16:creationId xmlns:a16="http://schemas.microsoft.com/office/drawing/2014/main" id="{4824DBD3-D858-924B-B4BA-764E0BB25700}"/>
                  </a:ext>
                </a:extLst>
              </p:cNvPr>
              <p:cNvSpPr/>
              <p:nvPr/>
            </p:nvSpPr>
            <p:spPr>
              <a:xfrm>
                <a:off x="6140389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7" name="Полилиния 116">
                <a:extLst>
                  <a:ext uri="{FF2B5EF4-FFF2-40B4-BE49-F238E27FC236}">
                    <a16:creationId xmlns:a16="http://schemas.microsoft.com/office/drawing/2014/main" id="{6AB5BA19-43CD-8844-889E-BD31E3E241F5}"/>
                  </a:ext>
                </a:extLst>
              </p:cNvPr>
              <p:cNvSpPr/>
              <p:nvPr/>
            </p:nvSpPr>
            <p:spPr>
              <a:xfrm>
                <a:off x="6140389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8" name="Полилиния 117">
                <a:extLst>
                  <a:ext uri="{FF2B5EF4-FFF2-40B4-BE49-F238E27FC236}">
                    <a16:creationId xmlns:a16="http://schemas.microsoft.com/office/drawing/2014/main" id="{28E8D476-B3B8-0ADF-3581-90C2628D4BEA}"/>
                  </a:ext>
                </a:extLst>
              </p:cNvPr>
              <p:cNvSpPr/>
              <p:nvPr/>
            </p:nvSpPr>
            <p:spPr>
              <a:xfrm>
                <a:off x="6207915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19" name="Полилиния 118">
                <a:extLst>
                  <a:ext uri="{FF2B5EF4-FFF2-40B4-BE49-F238E27FC236}">
                    <a16:creationId xmlns:a16="http://schemas.microsoft.com/office/drawing/2014/main" id="{EB606D43-612B-D19A-970A-52800C8D72BD}"/>
                  </a:ext>
                </a:extLst>
              </p:cNvPr>
              <p:cNvSpPr/>
              <p:nvPr/>
            </p:nvSpPr>
            <p:spPr>
              <a:xfrm>
                <a:off x="6207915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0" name="Полилиния 119">
                <a:extLst>
                  <a:ext uri="{FF2B5EF4-FFF2-40B4-BE49-F238E27FC236}">
                    <a16:creationId xmlns:a16="http://schemas.microsoft.com/office/drawing/2014/main" id="{A03B303B-44B2-CCF3-6399-9B05B8C6BE03}"/>
                  </a:ext>
                </a:extLst>
              </p:cNvPr>
              <p:cNvSpPr/>
              <p:nvPr/>
            </p:nvSpPr>
            <p:spPr>
              <a:xfrm>
                <a:off x="620791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1" name="Полилиния 120">
                <a:extLst>
                  <a:ext uri="{FF2B5EF4-FFF2-40B4-BE49-F238E27FC236}">
                    <a16:creationId xmlns:a16="http://schemas.microsoft.com/office/drawing/2014/main" id="{407C42B0-DC5B-372E-EB60-062D25610A47}"/>
                  </a:ext>
                </a:extLst>
              </p:cNvPr>
              <p:cNvSpPr/>
              <p:nvPr/>
            </p:nvSpPr>
            <p:spPr>
              <a:xfrm>
                <a:off x="620791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2" name="Полилиния 121">
                <a:extLst>
                  <a:ext uri="{FF2B5EF4-FFF2-40B4-BE49-F238E27FC236}">
                    <a16:creationId xmlns:a16="http://schemas.microsoft.com/office/drawing/2014/main" id="{D536B7B7-C150-0A0C-764A-1FC787700D86}"/>
                  </a:ext>
                </a:extLst>
              </p:cNvPr>
              <p:cNvSpPr/>
              <p:nvPr/>
            </p:nvSpPr>
            <p:spPr>
              <a:xfrm>
                <a:off x="6207915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3" name="Полилиния 122">
                <a:extLst>
                  <a:ext uri="{FF2B5EF4-FFF2-40B4-BE49-F238E27FC236}">
                    <a16:creationId xmlns:a16="http://schemas.microsoft.com/office/drawing/2014/main" id="{7340ED31-8B64-521F-3101-5CEF09BE4BC3}"/>
                  </a:ext>
                </a:extLst>
              </p:cNvPr>
              <p:cNvSpPr/>
              <p:nvPr/>
            </p:nvSpPr>
            <p:spPr>
              <a:xfrm>
                <a:off x="6207915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4" name="Полилиния 123">
                <a:extLst>
                  <a:ext uri="{FF2B5EF4-FFF2-40B4-BE49-F238E27FC236}">
                    <a16:creationId xmlns:a16="http://schemas.microsoft.com/office/drawing/2014/main" id="{8322FF4E-4739-04B0-C650-3DE0990537E8}"/>
                  </a:ext>
                </a:extLst>
              </p:cNvPr>
              <p:cNvSpPr/>
              <p:nvPr/>
            </p:nvSpPr>
            <p:spPr>
              <a:xfrm>
                <a:off x="620791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5" name="Полилиния 124">
                <a:extLst>
                  <a:ext uri="{FF2B5EF4-FFF2-40B4-BE49-F238E27FC236}">
                    <a16:creationId xmlns:a16="http://schemas.microsoft.com/office/drawing/2014/main" id="{756B4BDB-B7A0-BE3E-9318-3D6A33105E54}"/>
                  </a:ext>
                </a:extLst>
              </p:cNvPr>
              <p:cNvSpPr/>
              <p:nvPr/>
            </p:nvSpPr>
            <p:spPr>
              <a:xfrm>
                <a:off x="6207915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6" name="Полилиния 125">
                <a:extLst>
                  <a:ext uri="{FF2B5EF4-FFF2-40B4-BE49-F238E27FC236}">
                    <a16:creationId xmlns:a16="http://schemas.microsoft.com/office/drawing/2014/main" id="{646B6E45-09FC-80DB-7ED6-51FD45FECE9F}"/>
                  </a:ext>
                </a:extLst>
              </p:cNvPr>
              <p:cNvSpPr/>
              <p:nvPr/>
            </p:nvSpPr>
            <p:spPr>
              <a:xfrm>
                <a:off x="6207915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7" name="Полилиния 126">
                <a:extLst>
                  <a:ext uri="{FF2B5EF4-FFF2-40B4-BE49-F238E27FC236}">
                    <a16:creationId xmlns:a16="http://schemas.microsoft.com/office/drawing/2014/main" id="{0DD7E5DC-89C3-7B4A-A62E-9772E98CEC37}"/>
                  </a:ext>
                </a:extLst>
              </p:cNvPr>
              <p:cNvSpPr/>
              <p:nvPr/>
            </p:nvSpPr>
            <p:spPr>
              <a:xfrm>
                <a:off x="620791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8" name="Полилиния 127">
                <a:extLst>
                  <a:ext uri="{FF2B5EF4-FFF2-40B4-BE49-F238E27FC236}">
                    <a16:creationId xmlns:a16="http://schemas.microsoft.com/office/drawing/2014/main" id="{31B7EE81-6E96-F0F9-E4DF-F3D42D2107F2}"/>
                  </a:ext>
                </a:extLst>
              </p:cNvPr>
              <p:cNvSpPr/>
              <p:nvPr/>
            </p:nvSpPr>
            <p:spPr>
              <a:xfrm>
                <a:off x="6207915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29" name="Полилиния 128">
                <a:extLst>
                  <a:ext uri="{FF2B5EF4-FFF2-40B4-BE49-F238E27FC236}">
                    <a16:creationId xmlns:a16="http://schemas.microsoft.com/office/drawing/2014/main" id="{D31876E4-8B38-E3F9-C536-088C39A85512}"/>
                  </a:ext>
                </a:extLst>
              </p:cNvPr>
              <p:cNvSpPr/>
              <p:nvPr/>
            </p:nvSpPr>
            <p:spPr>
              <a:xfrm>
                <a:off x="6207915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0" name="Полилиния 129">
                <a:extLst>
                  <a:ext uri="{FF2B5EF4-FFF2-40B4-BE49-F238E27FC236}">
                    <a16:creationId xmlns:a16="http://schemas.microsoft.com/office/drawing/2014/main" id="{24E1F49B-9892-9583-27D9-9DF029387C6B}"/>
                  </a:ext>
                </a:extLst>
              </p:cNvPr>
              <p:cNvSpPr/>
              <p:nvPr/>
            </p:nvSpPr>
            <p:spPr>
              <a:xfrm>
                <a:off x="6275442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1" name="Полилиния 130">
                <a:extLst>
                  <a:ext uri="{FF2B5EF4-FFF2-40B4-BE49-F238E27FC236}">
                    <a16:creationId xmlns:a16="http://schemas.microsoft.com/office/drawing/2014/main" id="{EB2749B6-F3FC-A176-8AA1-17073983DD7E}"/>
                  </a:ext>
                </a:extLst>
              </p:cNvPr>
              <p:cNvSpPr/>
              <p:nvPr/>
            </p:nvSpPr>
            <p:spPr>
              <a:xfrm>
                <a:off x="6275442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2" name="Полилиния 131">
                <a:extLst>
                  <a:ext uri="{FF2B5EF4-FFF2-40B4-BE49-F238E27FC236}">
                    <a16:creationId xmlns:a16="http://schemas.microsoft.com/office/drawing/2014/main" id="{1A237FA2-97AD-845C-C389-1139B38F8B63}"/>
                  </a:ext>
                </a:extLst>
              </p:cNvPr>
              <p:cNvSpPr/>
              <p:nvPr/>
            </p:nvSpPr>
            <p:spPr>
              <a:xfrm>
                <a:off x="6275442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3" name="Полилиния 132">
                <a:extLst>
                  <a:ext uri="{FF2B5EF4-FFF2-40B4-BE49-F238E27FC236}">
                    <a16:creationId xmlns:a16="http://schemas.microsoft.com/office/drawing/2014/main" id="{7FA1DC23-E3D8-A3CD-FAC1-C3A870DA2D53}"/>
                  </a:ext>
                </a:extLst>
              </p:cNvPr>
              <p:cNvSpPr/>
              <p:nvPr/>
            </p:nvSpPr>
            <p:spPr>
              <a:xfrm>
                <a:off x="6275442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4" name="Полилиния 133">
                <a:extLst>
                  <a:ext uri="{FF2B5EF4-FFF2-40B4-BE49-F238E27FC236}">
                    <a16:creationId xmlns:a16="http://schemas.microsoft.com/office/drawing/2014/main" id="{33901F91-A759-575E-B4E1-2C17B4B376FB}"/>
                  </a:ext>
                </a:extLst>
              </p:cNvPr>
              <p:cNvSpPr/>
              <p:nvPr/>
            </p:nvSpPr>
            <p:spPr>
              <a:xfrm>
                <a:off x="6275442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5" name="Полилиния 134">
                <a:extLst>
                  <a:ext uri="{FF2B5EF4-FFF2-40B4-BE49-F238E27FC236}">
                    <a16:creationId xmlns:a16="http://schemas.microsoft.com/office/drawing/2014/main" id="{BAE89DDC-C25D-5DAC-DEB2-41CBF3001CA6}"/>
                  </a:ext>
                </a:extLst>
              </p:cNvPr>
              <p:cNvSpPr/>
              <p:nvPr/>
            </p:nvSpPr>
            <p:spPr>
              <a:xfrm>
                <a:off x="627544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6" name="Полилиния 135">
                <a:extLst>
                  <a:ext uri="{FF2B5EF4-FFF2-40B4-BE49-F238E27FC236}">
                    <a16:creationId xmlns:a16="http://schemas.microsoft.com/office/drawing/2014/main" id="{FFB1267F-F31C-BE96-32BF-13D5755A32AE}"/>
                  </a:ext>
                </a:extLst>
              </p:cNvPr>
              <p:cNvSpPr/>
              <p:nvPr/>
            </p:nvSpPr>
            <p:spPr>
              <a:xfrm>
                <a:off x="6275442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7" name="Полилиния 136">
                <a:extLst>
                  <a:ext uri="{FF2B5EF4-FFF2-40B4-BE49-F238E27FC236}">
                    <a16:creationId xmlns:a16="http://schemas.microsoft.com/office/drawing/2014/main" id="{E5A642D5-E1BD-DE84-D000-A0D4DADB51B5}"/>
                  </a:ext>
                </a:extLst>
              </p:cNvPr>
              <p:cNvSpPr/>
              <p:nvPr/>
            </p:nvSpPr>
            <p:spPr>
              <a:xfrm>
                <a:off x="627544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8" name="Полилиния 137">
                <a:extLst>
                  <a:ext uri="{FF2B5EF4-FFF2-40B4-BE49-F238E27FC236}">
                    <a16:creationId xmlns:a16="http://schemas.microsoft.com/office/drawing/2014/main" id="{D88E9CDE-BCF7-6B2F-32CE-2D6AE15E1D23}"/>
                  </a:ext>
                </a:extLst>
              </p:cNvPr>
              <p:cNvSpPr/>
              <p:nvPr/>
            </p:nvSpPr>
            <p:spPr>
              <a:xfrm>
                <a:off x="627544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39" name="Полилиния 138">
                <a:extLst>
                  <a:ext uri="{FF2B5EF4-FFF2-40B4-BE49-F238E27FC236}">
                    <a16:creationId xmlns:a16="http://schemas.microsoft.com/office/drawing/2014/main" id="{F5B7613B-52EB-6504-9A94-4859CD1544A3}"/>
                  </a:ext>
                </a:extLst>
              </p:cNvPr>
              <p:cNvSpPr/>
              <p:nvPr/>
            </p:nvSpPr>
            <p:spPr>
              <a:xfrm>
                <a:off x="6275442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0" name="Полилиния 139">
                <a:extLst>
                  <a:ext uri="{FF2B5EF4-FFF2-40B4-BE49-F238E27FC236}">
                    <a16:creationId xmlns:a16="http://schemas.microsoft.com/office/drawing/2014/main" id="{429F55A2-4D41-A557-6833-8CBECADFE9B2}"/>
                  </a:ext>
                </a:extLst>
              </p:cNvPr>
              <p:cNvSpPr/>
              <p:nvPr/>
            </p:nvSpPr>
            <p:spPr>
              <a:xfrm>
                <a:off x="6275442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1" name="Полилиния 140">
                <a:extLst>
                  <a:ext uri="{FF2B5EF4-FFF2-40B4-BE49-F238E27FC236}">
                    <a16:creationId xmlns:a16="http://schemas.microsoft.com/office/drawing/2014/main" id="{6F014711-2F5C-F090-8B79-4EBAA1867D84}"/>
                  </a:ext>
                </a:extLst>
              </p:cNvPr>
              <p:cNvSpPr/>
              <p:nvPr/>
            </p:nvSpPr>
            <p:spPr>
              <a:xfrm>
                <a:off x="6275442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2" name="Полилиния 141">
                <a:extLst>
                  <a:ext uri="{FF2B5EF4-FFF2-40B4-BE49-F238E27FC236}">
                    <a16:creationId xmlns:a16="http://schemas.microsoft.com/office/drawing/2014/main" id="{150E77A8-70FE-3CB4-2782-AF4932FB8085}"/>
                  </a:ext>
                </a:extLst>
              </p:cNvPr>
              <p:cNvSpPr/>
              <p:nvPr/>
            </p:nvSpPr>
            <p:spPr>
              <a:xfrm>
                <a:off x="6275442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3" name="Полилиния 142">
                <a:extLst>
                  <a:ext uri="{FF2B5EF4-FFF2-40B4-BE49-F238E27FC236}">
                    <a16:creationId xmlns:a16="http://schemas.microsoft.com/office/drawing/2014/main" id="{F1130CAA-5868-5A18-1F37-E3CB53B33FF6}"/>
                  </a:ext>
                </a:extLst>
              </p:cNvPr>
              <p:cNvSpPr/>
              <p:nvPr/>
            </p:nvSpPr>
            <p:spPr>
              <a:xfrm>
                <a:off x="6342969" y="482327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4" name="Полилиния 143">
                <a:extLst>
                  <a:ext uri="{FF2B5EF4-FFF2-40B4-BE49-F238E27FC236}">
                    <a16:creationId xmlns:a16="http://schemas.microsoft.com/office/drawing/2014/main" id="{D052A53D-4CD1-BDBB-9796-F263AC7AD398}"/>
                  </a:ext>
                </a:extLst>
              </p:cNvPr>
              <p:cNvSpPr/>
              <p:nvPr/>
            </p:nvSpPr>
            <p:spPr>
              <a:xfrm>
                <a:off x="6342969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5" name="Полилиния 144">
                <a:extLst>
                  <a:ext uri="{FF2B5EF4-FFF2-40B4-BE49-F238E27FC236}">
                    <a16:creationId xmlns:a16="http://schemas.microsoft.com/office/drawing/2014/main" id="{389C7D99-0E94-5020-5238-0CB4732971DB}"/>
                  </a:ext>
                </a:extLst>
              </p:cNvPr>
              <p:cNvSpPr/>
              <p:nvPr/>
            </p:nvSpPr>
            <p:spPr>
              <a:xfrm>
                <a:off x="634296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6" name="Полилиния 145">
                <a:extLst>
                  <a:ext uri="{FF2B5EF4-FFF2-40B4-BE49-F238E27FC236}">
                    <a16:creationId xmlns:a16="http://schemas.microsoft.com/office/drawing/2014/main" id="{61F21B6C-700E-43AA-FBD7-B033284E9392}"/>
                  </a:ext>
                </a:extLst>
              </p:cNvPr>
              <p:cNvSpPr/>
              <p:nvPr/>
            </p:nvSpPr>
            <p:spPr>
              <a:xfrm>
                <a:off x="6342969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7" name="Полилиния 146">
                <a:extLst>
                  <a:ext uri="{FF2B5EF4-FFF2-40B4-BE49-F238E27FC236}">
                    <a16:creationId xmlns:a16="http://schemas.microsoft.com/office/drawing/2014/main" id="{28BE627B-4733-C4C5-0FC9-BEB4835B3A46}"/>
                  </a:ext>
                </a:extLst>
              </p:cNvPr>
              <p:cNvSpPr/>
              <p:nvPr/>
            </p:nvSpPr>
            <p:spPr>
              <a:xfrm>
                <a:off x="6342969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8" name="Полилиния 147">
                <a:extLst>
                  <a:ext uri="{FF2B5EF4-FFF2-40B4-BE49-F238E27FC236}">
                    <a16:creationId xmlns:a16="http://schemas.microsoft.com/office/drawing/2014/main" id="{996F5997-DBF0-BFEA-F106-A7CECE3325CA}"/>
                  </a:ext>
                </a:extLst>
              </p:cNvPr>
              <p:cNvSpPr/>
              <p:nvPr/>
            </p:nvSpPr>
            <p:spPr>
              <a:xfrm>
                <a:off x="634296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49" name="Полилиния 148">
                <a:extLst>
                  <a:ext uri="{FF2B5EF4-FFF2-40B4-BE49-F238E27FC236}">
                    <a16:creationId xmlns:a16="http://schemas.microsoft.com/office/drawing/2014/main" id="{E92605D2-E683-D0A3-49A5-0DEEAD440D3C}"/>
                  </a:ext>
                </a:extLst>
              </p:cNvPr>
              <p:cNvSpPr/>
              <p:nvPr/>
            </p:nvSpPr>
            <p:spPr>
              <a:xfrm>
                <a:off x="6342969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0" name="Полилиния 149">
                <a:extLst>
                  <a:ext uri="{FF2B5EF4-FFF2-40B4-BE49-F238E27FC236}">
                    <a16:creationId xmlns:a16="http://schemas.microsoft.com/office/drawing/2014/main" id="{56F820C5-075C-3B64-6FA1-8D120A7032F8}"/>
                  </a:ext>
                </a:extLst>
              </p:cNvPr>
              <p:cNvSpPr/>
              <p:nvPr/>
            </p:nvSpPr>
            <p:spPr>
              <a:xfrm>
                <a:off x="634296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1" name="Полилиния 150">
                <a:extLst>
                  <a:ext uri="{FF2B5EF4-FFF2-40B4-BE49-F238E27FC236}">
                    <a16:creationId xmlns:a16="http://schemas.microsoft.com/office/drawing/2014/main" id="{7C85CAF4-1DFD-1E91-9A1C-3934A0B396D0}"/>
                  </a:ext>
                </a:extLst>
              </p:cNvPr>
              <p:cNvSpPr/>
              <p:nvPr/>
            </p:nvSpPr>
            <p:spPr>
              <a:xfrm>
                <a:off x="6342969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2" name="Полилиния 151">
                <a:extLst>
                  <a:ext uri="{FF2B5EF4-FFF2-40B4-BE49-F238E27FC236}">
                    <a16:creationId xmlns:a16="http://schemas.microsoft.com/office/drawing/2014/main" id="{1BEBC40A-9132-5B81-9B35-4DDAF1ABCECA}"/>
                  </a:ext>
                </a:extLst>
              </p:cNvPr>
              <p:cNvSpPr/>
              <p:nvPr/>
            </p:nvSpPr>
            <p:spPr>
              <a:xfrm>
                <a:off x="6342969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3" name="Полилиния 152">
                <a:extLst>
                  <a:ext uri="{FF2B5EF4-FFF2-40B4-BE49-F238E27FC236}">
                    <a16:creationId xmlns:a16="http://schemas.microsoft.com/office/drawing/2014/main" id="{88B2ADC3-13F9-C1DA-F4C4-124DBDB9B25F}"/>
                  </a:ext>
                </a:extLst>
              </p:cNvPr>
              <p:cNvSpPr/>
              <p:nvPr/>
            </p:nvSpPr>
            <p:spPr>
              <a:xfrm>
                <a:off x="6342969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4" name="Полилиния 153">
                <a:extLst>
                  <a:ext uri="{FF2B5EF4-FFF2-40B4-BE49-F238E27FC236}">
                    <a16:creationId xmlns:a16="http://schemas.microsoft.com/office/drawing/2014/main" id="{6E9F1750-D31E-5562-A3EB-005375EBA603}"/>
                  </a:ext>
                </a:extLst>
              </p:cNvPr>
              <p:cNvSpPr/>
              <p:nvPr/>
            </p:nvSpPr>
            <p:spPr>
              <a:xfrm>
                <a:off x="6342969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5" name="Полилиния 154">
                <a:extLst>
                  <a:ext uri="{FF2B5EF4-FFF2-40B4-BE49-F238E27FC236}">
                    <a16:creationId xmlns:a16="http://schemas.microsoft.com/office/drawing/2014/main" id="{681CC11C-16DA-0320-86CA-B81B82871940}"/>
                  </a:ext>
                </a:extLst>
              </p:cNvPr>
              <p:cNvSpPr/>
              <p:nvPr/>
            </p:nvSpPr>
            <p:spPr>
              <a:xfrm>
                <a:off x="6342969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6" name="Полилиния 155">
                <a:extLst>
                  <a:ext uri="{FF2B5EF4-FFF2-40B4-BE49-F238E27FC236}">
                    <a16:creationId xmlns:a16="http://schemas.microsoft.com/office/drawing/2014/main" id="{AAD0D992-9CDF-25FE-030B-998D70F5C114}"/>
                  </a:ext>
                </a:extLst>
              </p:cNvPr>
              <p:cNvSpPr/>
              <p:nvPr/>
            </p:nvSpPr>
            <p:spPr>
              <a:xfrm>
                <a:off x="6409728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7" name="Полилиния 156">
                <a:extLst>
                  <a:ext uri="{FF2B5EF4-FFF2-40B4-BE49-F238E27FC236}">
                    <a16:creationId xmlns:a16="http://schemas.microsoft.com/office/drawing/2014/main" id="{2D9574BE-200D-D623-A8F8-274A699508C0}"/>
                  </a:ext>
                </a:extLst>
              </p:cNvPr>
              <p:cNvSpPr/>
              <p:nvPr/>
            </p:nvSpPr>
            <p:spPr>
              <a:xfrm>
                <a:off x="6409728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8" name="Полилиния 157">
                <a:extLst>
                  <a:ext uri="{FF2B5EF4-FFF2-40B4-BE49-F238E27FC236}">
                    <a16:creationId xmlns:a16="http://schemas.microsoft.com/office/drawing/2014/main" id="{5A3561BA-3190-E8EE-D62D-69081316BAFE}"/>
                  </a:ext>
                </a:extLst>
              </p:cNvPr>
              <p:cNvSpPr/>
              <p:nvPr/>
            </p:nvSpPr>
            <p:spPr>
              <a:xfrm>
                <a:off x="6409728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59" name="Полилиния 158">
                <a:extLst>
                  <a:ext uri="{FF2B5EF4-FFF2-40B4-BE49-F238E27FC236}">
                    <a16:creationId xmlns:a16="http://schemas.microsoft.com/office/drawing/2014/main" id="{992F23C3-68E3-E231-F637-564F3C146620}"/>
                  </a:ext>
                </a:extLst>
              </p:cNvPr>
              <p:cNvSpPr/>
              <p:nvPr/>
            </p:nvSpPr>
            <p:spPr>
              <a:xfrm>
                <a:off x="6409728" y="482327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0" name="Полилиния 159">
                <a:extLst>
                  <a:ext uri="{FF2B5EF4-FFF2-40B4-BE49-F238E27FC236}">
                    <a16:creationId xmlns:a16="http://schemas.microsoft.com/office/drawing/2014/main" id="{B381B5FB-171E-9B67-0FF0-EBFECD99B242}"/>
                  </a:ext>
                </a:extLst>
              </p:cNvPr>
              <p:cNvSpPr/>
              <p:nvPr/>
            </p:nvSpPr>
            <p:spPr>
              <a:xfrm>
                <a:off x="6409728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1" name="Полилиния 160">
                <a:extLst>
                  <a:ext uri="{FF2B5EF4-FFF2-40B4-BE49-F238E27FC236}">
                    <a16:creationId xmlns:a16="http://schemas.microsoft.com/office/drawing/2014/main" id="{7CA5CF4B-89E7-8662-D2C6-4E0BA08802DC}"/>
                  </a:ext>
                </a:extLst>
              </p:cNvPr>
              <p:cNvSpPr/>
              <p:nvPr/>
            </p:nvSpPr>
            <p:spPr>
              <a:xfrm>
                <a:off x="6409728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2" name="Полилиния 161">
                <a:extLst>
                  <a:ext uri="{FF2B5EF4-FFF2-40B4-BE49-F238E27FC236}">
                    <a16:creationId xmlns:a16="http://schemas.microsoft.com/office/drawing/2014/main" id="{BFE29E96-02AA-F34B-9CF2-3A2C32F32EDF}"/>
                  </a:ext>
                </a:extLst>
              </p:cNvPr>
              <p:cNvSpPr/>
              <p:nvPr/>
            </p:nvSpPr>
            <p:spPr>
              <a:xfrm>
                <a:off x="6409728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3" name="Полилиния 162">
                <a:extLst>
                  <a:ext uri="{FF2B5EF4-FFF2-40B4-BE49-F238E27FC236}">
                    <a16:creationId xmlns:a16="http://schemas.microsoft.com/office/drawing/2014/main" id="{2AF245D1-D2CE-65F3-CB90-19D50D6BFB8D}"/>
                  </a:ext>
                </a:extLst>
              </p:cNvPr>
              <p:cNvSpPr/>
              <p:nvPr/>
            </p:nvSpPr>
            <p:spPr>
              <a:xfrm>
                <a:off x="6409728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4" name="Полилиния 163">
                <a:extLst>
                  <a:ext uri="{FF2B5EF4-FFF2-40B4-BE49-F238E27FC236}">
                    <a16:creationId xmlns:a16="http://schemas.microsoft.com/office/drawing/2014/main" id="{72432E54-9B93-84A7-C2F5-90DBBC1B425B}"/>
                  </a:ext>
                </a:extLst>
              </p:cNvPr>
              <p:cNvSpPr/>
              <p:nvPr/>
            </p:nvSpPr>
            <p:spPr>
              <a:xfrm>
                <a:off x="6409728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5" name="Полилиния 164">
                <a:extLst>
                  <a:ext uri="{FF2B5EF4-FFF2-40B4-BE49-F238E27FC236}">
                    <a16:creationId xmlns:a16="http://schemas.microsoft.com/office/drawing/2014/main" id="{CE0B6D65-8D9B-05FB-A444-688CCFDD9D63}"/>
                  </a:ext>
                </a:extLst>
              </p:cNvPr>
              <p:cNvSpPr/>
              <p:nvPr/>
            </p:nvSpPr>
            <p:spPr>
              <a:xfrm>
                <a:off x="6409728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6" name="Полилиния 165">
                <a:extLst>
                  <a:ext uri="{FF2B5EF4-FFF2-40B4-BE49-F238E27FC236}">
                    <a16:creationId xmlns:a16="http://schemas.microsoft.com/office/drawing/2014/main" id="{6191B31B-76BA-CF9F-297B-153C98F2DE64}"/>
                  </a:ext>
                </a:extLst>
              </p:cNvPr>
              <p:cNvSpPr/>
              <p:nvPr/>
            </p:nvSpPr>
            <p:spPr>
              <a:xfrm>
                <a:off x="6409728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7" name="Полилиния 166">
                <a:extLst>
                  <a:ext uri="{FF2B5EF4-FFF2-40B4-BE49-F238E27FC236}">
                    <a16:creationId xmlns:a16="http://schemas.microsoft.com/office/drawing/2014/main" id="{0D3D2583-2FE1-4862-EEAF-09BDA18C46AA}"/>
                  </a:ext>
                </a:extLst>
              </p:cNvPr>
              <p:cNvSpPr/>
              <p:nvPr/>
            </p:nvSpPr>
            <p:spPr>
              <a:xfrm>
                <a:off x="6409728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8" name="Полилиния 167">
                <a:extLst>
                  <a:ext uri="{FF2B5EF4-FFF2-40B4-BE49-F238E27FC236}">
                    <a16:creationId xmlns:a16="http://schemas.microsoft.com/office/drawing/2014/main" id="{3D8E88D8-790E-CC00-F0E7-298689EFC054}"/>
                  </a:ext>
                </a:extLst>
              </p:cNvPr>
              <p:cNvSpPr/>
              <p:nvPr/>
            </p:nvSpPr>
            <p:spPr>
              <a:xfrm>
                <a:off x="6409728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69" name="Полилиния 168">
                <a:extLst>
                  <a:ext uri="{FF2B5EF4-FFF2-40B4-BE49-F238E27FC236}">
                    <a16:creationId xmlns:a16="http://schemas.microsoft.com/office/drawing/2014/main" id="{148E49BA-2296-7C42-6CDD-DF43EE3CFA0D}"/>
                  </a:ext>
                </a:extLst>
              </p:cNvPr>
              <p:cNvSpPr/>
              <p:nvPr/>
            </p:nvSpPr>
            <p:spPr>
              <a:xfrm>
                <a:off x="6409728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0" name="Полилиния 169">
                <a:extLst>
                  <a:ext uri="{FF2B5EF4-FFF2-40B4-BE49-F238E27FC236}">
                    <a16:creationId xmlns:a16="http://schemas.microsoft.com/office/drawing/2014/main" id="{1201AB5E-7463-3A20-6D8E-31294B145FDA}"/>
                  </a:ext>
                </a:extLst>
              </p:cNvPr>
              <p:cNvSpPr/>
              <p:nvPr/>
            </p:nvSpPr>
            <p:spPr>
              <a:xfrm>
                <a:off x="6477255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1" name="Полилиния 170">
                <a:extLst>
                  <a:ext uri="{FF2B5EF4-FFF2-40B4-BE49-F238E27FC236}">
                    <a16:creationId xmlns:a16="http://schemas.microsoft.com/office/drawing/2014/main" id="{238A1BCC-BDB1-5A69-60F4-93DD0A314526}"/>
                  </a:ext>
                </a:extLst>
              </p:cNvPr>
              <p:cNvSpPr/>
              <p:nvPr/>
            </p:nvSpPr>
            <p:spPr>
              <a:xfrm>
                <a:off x="6477255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2" name="Полилиния 171">
                <a:extLst>
                  <a:ext uri="{FF2B5EF4-FFF2-40B4-BE49-F238E27FC236}">
                    <a16:creationId xmlns:a16="http://schemas.microsoft.com/office/drawing/2014/main" id="{C1B03006-E211-163B-62FB-DE1FCC62F93A}"/>
                  </a:ext>
                </a:extLst>
              </p:cNvPr>
              <p:cNvSpPr/>
              <p:nvPr/>
            </p:nvSpPr>
            <p:spPr>
              <a:xfrm>
                <a:off x="647725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3" name="Полилиния 172">
                <a:extLst>
                  <a:ext uri="{FF2B5EF4-FFF2-40B4-BE49-F238E27FC236}">
                    <a16:creationId xmlns:a16="http://schemas.microsoft.com/office/drawing/2014/main" id="{E344754B-47B3-41F5-84ED-9328AD8DDC24}"/>
                  </a:ext>
                </a:extLst>
              </p:cNvPr>
              <p:cNvSpPr/>
              <p:nvPr/>
            </p:nvSpPr>
            <p:spPr>
              <a:xfrm>
                <a:off x="6477255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4" name="Полилиния 173">
                <a:extLst>
                  <a:ext uri="{FF2B5EF4-FFF2-40B4-BE49-F238E27FC236}">
                    <a16:creationId xmlns:a16="http://schemas.microsoft.com/office/drawing/2014/main" id="{C1BCF928-F967-291C-BE44-48C29D0D27C3}"/>
                  </a:ext>
                </a:extLst>
              </p:cNvPr>
              <p:cNvSpPr/>
              <p:nvPr/>
            </p:nvSpPr>
            <p:spPr>
              <a:xfrm>
                <a:off x="6477255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5" name="Полилиния 174">
                <a:extLst>
                  <a:ext uri="{FF2B5EF4-FFF2-40B4-BE49-F238E27FC236}">
                    <a16:creationId xmlns:a16="http://schemas.microsoft.com/office/drawing/2014/main" id="{F6562EC0-2680-BF13-06B4-2F225636F687}"/>
                  </a:ext>
                </a:extLst>
              </p:cNvPr>
              <p:cNvSpPr/>
              <p:nvPr/>
            </p:nvSpPr>
            <p:spPr>
              <a:xfrm>
                <a:off x="6477255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6" name="Полилиния 175">
                <a:extLst>
                  <a:ext uri="{FF2B5EF4-FFF2-40B4-BE49-F238E27FC236}">
                    <a16:creationId xmlns:a16="http://schemas.microsoft.com/office/drawing/2014/main" id="{932577EA-1B28-6B5A-4CDB-61BFBB15D3F6}"/>
                  </a:ext>
                </a:extLst>
              </p:cNvPr>
              <p:cNvSpPr/>
              <p:nvPr/>
            </p:nvSpPr>
            <p:spPr>
              <a:xfrm>
                <a:off x="6477255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7" name="Полилиния 176">
                <a:extLst>
                  <a:ext uri="{FF2B5EF4-FFF2-40B4-BE49-F238E27FC236}">
                    <a16:creationId xmlns:a16="http://schemas.microsoft.com/office/drawing/2014/main" id="{E788BA51-78F3-5043-A6D8-30948BEEB728}"/>
                  </a:ext>
                </a:extLst>
              </p:cNvPr>
              <p:cNvSpPr/>
              <p:nvPr/>
            </p:nvSpPr>
            <p:spPr>
              <a:xfrm>
                <a:off x="647725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8" name="Полилиния 177">
                <a:extLst>
                  <a:ext uri="{FF2B5EF4-FFF2-40B4-BE49-F238E27FC236}">
                    <a16:creationId xmlns:a16="http://schemas.microsoft.com/office/drawing/2014/main" id="{9CA140B0-1595-C351-3101-650AE4A3F3DB}"/>
                  </a:ext>
                </a:extLst>
              </p:cNvPr>
              <p:cNvSpPr/>
              <p:nvPr/>
            </p:nvSpPr>
            <p:spPr>
              <a:xfrm>
                <a:off x="6477255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79" name="Полилиния 178">
                <a:extLst>
                  <a:ext uri="{FF2B5EF4-FFF2-40B4-BE49-F238E27FC236}">
                    <a16:creationId xmlns:a16="http://schemas.microsoft.com/office/drawing/2014/main" id="{BD490FBF-51CC-1853-236B-456BB243F92B}"/>
                  </a:ext>
                </a:extLst>
              </p:cNvPr>
              <p:cNvSpPr/>
              <p:nvPr/>
            </p:nvSpPr>
            <p:spPr>
              <a:xfrm>
                <a:off x="6477255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0" name="Полилиния 179">
                <a:extLst>
                  <a:ext uri="{FF2B5EF4-FFF2-40B4-BE49-F238E27FC236}">
                    <a16:creationId xmlns:a16="http://schemas.microsoft.com/office/drawing/2014/main" id="{E2C00FED-97DB-6748-03D6-9BA7BEC89C80}"/>
                  </a:ext>
                </a:extLst>
              </p:cNvPr>
              <p:cNvSpPr/>
              <p:nvPr/>
            </p:nvSpPr>
            <p:spPr>
              <a:xfrm>
                <a:off x="6477255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1" name="Полилиния 180">
                <a:extLst>
                  <a:ext uri="{FF2B5EF4-FFF2-40B4-BE49-F238E27FC236}">
                    <a16:creationId xmlns:a16="http://schemas.microsoft.com/office/drawing/2014/main" id="{5A0F3E46-86C3-664F-C0C1-5EDDCFB149F7}"/>
                  </a:ext>
                </a:extLst>
              </p:cNvPr>
              <p:cNvSpPr/>
              <p:nvPr/>
            </p:nvSpPr>
            <p:spPr>
              <a:xfrm>
                <a:off x="6477255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2" name="Полилиния 181">
                <a:extLst>
                  <a:ext uri="{FF2B5EF4-FFF2-40B4-BE49-F238E27FC236}">
                    <a16:creationId xmlns:a16="http://schemas.microsoft.com/office/drawing/2014/main" id="{E0FD62A9-CDA1-9D1F-3804-0768B5BCE1D9}"/>
                  </a:ext>
                </a:extLst>
              </p:cNvPr>
              <p:cNvSpPr/>
              <p:nvPr/>
            </p:nvSpPr>
            <p:spPr>
              <a:xfrm>
                <a:off x="6544782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3" name="Полилиния 182">
                <a:extLst>
                  <a:ext uri="{FF2B5EF4-FFF2-40B4-BE49-F238E27FC236}">
                    <a16:creationId xmlns:a16="http://schemas.microsoft.com/office/drawing/2014/main" id="{67B533EC-89AD-0C92-61D6-8E3E75340A9A}"/>
                  </a:ext>
                </a:extLst>
              </p:cNvPr>
              <p:cNvSpPr/>
              <p:nvPr/>
            </p:nvSpPr>
            <p:spPr>
              <a:xfrm>
                <a:off x="6544782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4" name="Полилиния 183">
                <a:extLst>
                  <a:ext uri="{FF2B5EF4-FFF2-40B4-BE49-F238E27FC236}">
                    <a16:creationId xmlns:a16="http://schemas.microsoft.com/office/drawing/2014/main" id="{7301DB1F-4179-E122-F48E-5B5D750731F2}"/>
                  </a:ext>
                </a:extLst>
              </p:cNvPr>
              <p:cNvSpPr/>
              <p:nvPr/>
            </p:nvSpPr>
            <p:spPr>
              <a:xfrm>
                <a:off x="6544782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5" name="Полилиния 184">
                <a:extLst>
                  <a:ext uri="{FF2B5EF4-FFF2-40B4-BE49-F238E27FC236}">
                    <a16:creationId xmlns:a16="http://schemas.microsoft.com/office/drawing/2014/main" id="{A71D1A79-BAA4-90EC-97DD-25E2C868AD29}"/>
                  </a:ext>
                </a:extLst>
              </p:cNvPr>
              <p:cNvSpPr/>
              <p:nvPr/>
            </p:nvSpPr>
            <p:spPr>
              <a:xfrm>
                <a:off x="6544782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6" name="Полилиния 185">
                <a:extLst>
                  <a:ext uri="{FF2B5EF4-FFF2-40B4-BE49-F238E27FC236}">
                    <a16:creationId xmlns:a16="http://schemas.microsoft.com/office/drawing/2014/main" id="{00471919-08EF-D6AF-B6F1-132A8BC1C138}"/>
                  </a:ext>
                </a:extLst>
              </p:cNvPr>
              <p:cNvSpPr/>
              <p:nvPr/>
            </p:nvSpPr>
            <p:spPr>
              <a:xfrm>
                <a:off x="654478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7" name="Полилиния 186">
                <a:extLst>
                  <a:ext uri="{FF2B5EF4-FFF2-40B4-BE49-F238E27FC236}">
                    <a16:creationId xmlns:a16="http://schemas.microsoft.com/office/drawing/2014/main" id="{B1EFD974-63AB-3011-2BFD-A3493B3CA2C4}"/>
                  </a:ext>
                </a:extLst>
              </p:cNvPr>
              <p:cNvSpPr/>
              <p:nvPr/>
            </p:nvSpPr>
            <p:spPr>
              <a:xfrm>
                <a:off x="6544782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8" name="Полилиния 187">
                <a:extLst>
                  <a:ext uri="{FF2B5EF4-FFF2-40B4-BE49-F238E27FC236}">
                    <a16:creationId xmlns:a16="http://schemas.microsoft.com/office/drawing/2014/main" id="{8B2F193A-BC23-2B39-48A2-0E1D5D60721A}"/>
                  </a:ext>
                </a:extLst>
              </p:cNvPr>
              <p:cNvSpPr/>
              <p:nvPr/>
            </p:nvSpPr>
            <p:spPr>
              <a:xfrm>
                <a:off x="6544782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89" name="Полилиния 188">
                <a:extLst>
                  <a:ext uri="{FF2B5EF4-FFF2-40B4-BE49-F238E27FC236}">
                    <a16:creationId xmlns:a16="http://schemas.microsoft.com/office/drawing/2014/main" id="{E6FB51CA-0DBE-6330-C58D-387155BF5184}"/>
                  </a:ext>
                </a:extLst>
              </p:cNvPr>
              <p:cNvSpPr/>
              <p:nvPr/>
            </p:nvSpPr>
            <p:spPr>
              <a:xfrm>
                <a:off x="654478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0" name="Полилиния 189">
                <a:extLst>
                  <a:ext uri="{FF2B5EF4-FFF2-40B4-BE49-F238E27FC236}">
                    <a16:creationId xmlns:a16="http://schemas.microsoft.com/office/drawing/2014/main" id="{7487416C-D723-01E3-0864-E3AACD2872CC}"/>
                  </a:ext>
                </a:extLst>
              </p:cNvPr>
              <p:cNvSpPr/>
              <p:nvPr/>
            </p:nvSpPr>
            <p:spPr>
              <a:xfrm>
                <a:off x="654478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1" name="Полилиния 190">
                <a:extLst>
                  <a:ext uri="{FF2B5EF4-FFF2-40B4-BE49-F238E27FC236}">
                    <a16:creationId xmlns:a16="http://schemas.microsoft.com/office/drawing/2014/main" id="{139E7DF0-34CB-0A8F-ADA7-889E30BE4FC2}"/>
                  </a:ext>
                </a:extLst>
              </p:cNvPr>
              <p:cNvSpPr/>
              <p:nvPr/>
            </p:nvSpPr>
            <p:spPr>
              <a:xfrm>
                <a:off x="6544782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2" name="Полилиния 191">
                <a:extLst>
                  <a:ext uri="{FF2B5EF4-FFF2-40B4-BE49-F238E27FC236}">
                    <a16:creationId xmlns:a16="http://schemas.microsoft.com/office/drawing/2014/main" id="{F7A308A1-161A-7E9C-4EE9-3787861C51D0}"/>
                  </a:ext>
                </a:extLst>
              </p:cNvPr>
              <p:cNvSpPr/>
              <p:nvPr/>
            </p:nvSpPr>
            <p:spPr>
              <a:xfrm>
                <a:off x="6544782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3" name="Полилиния 192">
                <a:extLst>
                  <a:ext uri="{FF2B5EF4-FFF2-40B4-BE49-F238E27FC236}">
                    <a16:creationId xmlns:a16="http://schemas.microsoft.com/office/drawing/2014/main" id="{6377F103-2B03-DCB4-C267-BC4EA0DE6F5D}"/>
                  </a:ext>
                </a:extLst>
              </p:cNvPr>
              <p:cNvSpPr/>
              <p:nvPr/>
            </p:nvSpPr>
            <p:spPr>
              <a:xfrm>
                <a:off x="6544782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4" name="Полилиния 193">
                <a:extLst>
                  <a:ext uri="{FF2B5EF4-FFF2-40B4-BE49-F238E27FC236}">
                    <a16:creationId xmlns:a16="http://schemas.microsoft.com/office/drawing/2014/main" id="{ADC1DB64-BFC5-1D42-0C64-358435A8A5F3}"/>
                  </a:ext>
                </a:extLst>
              </p:cNvPr>
              <p:cNvSpPr/>
              <p:nvPr/>
            </p:nvSpPr>
            <p:spPr>
              <a:xfrm>
                <a:off x="6544782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5" name="Полилиния 194">
                <a:extLst>
                  <a:ext uri="{FF2B5EF4-FFF2-40B4-BE49-F238E27FC236}">
                    <a16:creationId xmlns:a16="http://schemas.microsoft.com/office/drawing/2014/main" id="{FDCEEB01-C762-EBCC-233D-398B64F1D6D3}"/>
                  </a:ext>
                </a:extLst>
              </p:cNvPr>
              <p:cNvSpPr/>
              <p:nvPr/>
            </p:nvSpPr>
            <p:spPr>
              <a:xfrm>
                <a:off x="6544782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6" name="Полилиния 195">
                <a:extLst>
                  <a:ext uri="{FF2B5EF4-FFF2-40B4-BE49-F238E27FC236}">
                    <a16:creationId xmlns:a16="http://schemas.microsoft.com/office/drawing/2014/main" id="{4981482A-699D-FEDD-614B-546EDECCA036}"/>
                  </a:ext>
                </a:extLst>
              </p:cNvPr>
              <p:cNvSpPr/>
              <p:nvPr/>
            </p:nvSpPr>
            <p:spPr>
              <a:xfrm>
                <a:off x="6544782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7" name="Полилиния 196">
                <a:extLst>
                  <a:ext uri="{FF2B5EF4-FFF2-40B4-BE49-F238E27FC236}">
                    <a16:creationId xmlns:a16="http://schemas.microsoft.com/office/drawing/2014/main" id="{0048D4D9-4C46-9759-B6AF-8E1BD2B52141}"/>
                  </a:ext>
                </a:extLst>
              </p:cNvPr>
              <p:cNvSpPr/>
              <p:nvPr/>
            </p:nvSpPr>
            <p:spPr>
              <a:xfrm>
                <a:off x="6544782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8" name="Полилиния 197">
                <a:extLst>
                  <a:ext uri="{FF2B5EF4-FFF2-40B4-BE49-F238E27FC236}">
                    <a16:creationId xmlns:a16="http://schemas.microsoft.com/office/drawing/2014/main" id="{42247813-7BBD-62C7-0049-56E9B0EDCA70}"/>
                  </a:ext>
                </a:extLst>
              </p:cNvPr>
              <p:cNvSpPr/>
              <p:nvPr/>
            </p:nvSpPr>
            <p:spPr>
              <a:xfrm>
                <a:off x="6612308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199" name="Полилиния 198">
                <a:extLst>
                  <a:ext uri="{FF2B5EF4-FFF2-40B4-BE49-F238E27FC236}">
                    <a16:creationId xmlns:a16="http://schemas.microsoft.com/office/drawing/2014/main" id="{9059306D-EE21-C581-10FE-F110DD919299}"/>
                  </a:ext>
                </a:extLst>
              </p:cNvPr>
              <p:cNvSpPr/>
              <p:nvPr/>
            </p:nvSpPr>
            <p:spPr>
              <a:xfrm>
                <a:off x="6612308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0" name="Полилиния 199">
                <a:extLst>
                  <a:ext uri="{FF2B5EF4-FFF2-40B4-BE49-F238E27FC236}">
                    <a16:creationId xmlns:a16="http://schemas.microsoft.com/office/drawing/2014/main" id="{E10323F0-1868-AE85-9B9C-108F5077C66F}"/>
                  </a:ext>
                </a:extLst>
              </p:cNvPr>
              <p:cNvSpPr/>
              <p:nvPr/>
            </p:nvSpPr>
            <p:spPr>
              <a:xfrm>
                <a:off x="6612308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1" name="Полилиния 200">
                <a:extLst>
                  <a:ext uri="{FF2B5EF4-FFF2-40B4-BE49-F238E27FC236}">
                    <a16:creationId xmlns:a16="http://schemas.microsoft.com/office/drawing/2014/main" id="{B3BC956D-FA5D-B1CB-D565-1F01D911C3AB}"/>
                  </a:ext>
                </a:extLst>
              </p:cNvPr>
              <p:cNvSpPr/>
              <p:nvPr/>
            </p:nvSpPr>
            <p:spPr>
              <a:xfrm>
                <a:off x="6612308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2" name="Полилиния 201">
                <a:extLst>
                  <a:ext uri="{FF2B5EF4-FFF2-40B4-BE49-F238E27FC236}">
                    <a16:creationId xmlns:a16="http://schemas.microsoft.com/office/drawing/2014/main" id="{D0C56F95-077C-7029-4B58-A2AC678778D5}"/>
                  </a:ext>
                </a:extLst>
              </p:cNvPr>
              <p:cNvSpPr/>
              <p:nvPr/>
            </p:nvSpPr>
            <p:spPr>
              <a:xfrm>
                <a:off x="6612308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3" name="Полилиния 202">
                <a:extLst>
                  <a:ext uri="{FF2B5EF4-FFF2-40B4-BE49-F238E27FC236}">
                    <a16:creationId xmlns:a16="http://schemas.microsoft.com/office/drawing/2014/main" id="{4334E86D-226C-24D0-2A13-64EB55E02860}"/>
                  </a:ext>
                </a:extLst>
              </p:cNvPr>
              <p:cNvSpPr/>
              <p:nvPr/>
            </p:nvSpPr>
            <p:spPr>
              <a:xfrm>
                <a:off x="6612308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4" name="Полилиния 203">
                <a:extLst>
                  <a:ext uri="{FF2B5EF4-FFF2-40B4-BE49-F238E27FC236}">
                    <a16:creationId xmlns:a16="http://schemas.microsoft.com/office/drawing/2014/main" id="{BFDAA068-DCDC-192E-FC03-1FF8F77CF2A2}"/>
                  </a:ext>
                </a:extLst>
              </p:cNvPr>
              <p:cNvSpPr/>
              <p:nvPr/>
            </p:nvSpPr>
            <p:spPr>
              <a:xfrm>
                <a:off x="6612308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5" name="Полилиния 204">
                <a:extLst>
                  <a:ext uri="{FF2B5EF4-FFF2-40B4-BE49-F238E27FC236}">
                    <a16:creationId xmlns:a16="http://schemas.microsoft.com/office/drawing/2014/main" id="{741F98C0-8C48-26BF-FC45-B8AE42814F83}"/>
                  </a:ext>
                </a:extLst>
              </p:cNvPr>
              <p:cNvSpPr/>
              <p:nvPr/>
            </p:nvSpPr>
            <p:spPr>
              <a:xfrm>
                <a:off x="6612308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6" name="Полилиния 205">
                <a:extLst>
                  <a:ext uri="{FF2B5EF4-FFF2-40B4-BE49-F238E27FC236}">
                    <a16:creationId xmlns:a16="http://schemas.microsoft.com/office/drawing/2014/main" id="{B7E9C5F3-2DF1-DB6A-0E0C-CE5264953456}"/>
                  </a:ext>
                </a:extLst>
              </p:cNvPr>
              <p:cNvSpPr/>
              <p:nvPr/>
            </p:nvSpPr>
            <p:spPr>
              <a:xfrm>
                <a:off x="6612308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7" name="Полилиния 206">
                <a:extLst>
                  <a:ext uri="{FF2B5EF4-FFF2-40B4-BE49-F238E27FC236}">
                    <a16:creationId xmlns:a16="http://schemas.microsoft.com/office/drawing/2014/main" id="{8A2AE5A5-6B03-4772-F22B-6DCE883B96F7}"/>
                  </a:ext>
                </a:extLst>
              </p:cNvPr>
              <p:cNvSpPr/>
              <p:nvPr/>
            </p:nvSpPr>
            <p:spPr>
              <a:xfrm>
                <a:off x="6612308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8" name="Полилиния 207">
                <a:extLst>
                  <a:ext uri="{FF2B5EF4-FFF2-40B4-BE49-F238E27FC236}">
                    <a16:creationId xmlns:a16="http://schemas.microsoft.com/office/drawing/2014/main" id="{FED0A734-7321-9D45-A552-E102A19A6F3F}"/>
                  </a:ext>
                </a:extLst>
              </p:cNvPr>
              <p:cNvSpPr/>
              <p:nvPr/>
            </p:nvSpPr>
            <p:spPr>
              <a:xfrm>
                <a:off x="6612308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09" name="Полилиния 208">
                <a:extLst>
                  <a:ext uri="{FF2B5EF4-FFF2-40B4-BE49-F238E27FC236}">
                    <a16:creationId xmlns:a16="http://schemas.microsoft.com/office/drawing/2014/main" id="{47960D4E-9C03-E57B-799A-EE9675180034}"/>
                  </a:ext>
                </a:extLst>
              </p:cNvPr>
              <p:cNvSpPr/>
              <p:nvPr/>
            </p:nvSpPr>
            <p:spPr>
              <a:xfrm>
                <a:off x="6612308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0" name="Полилиния 209">
                <a:extLst>
                  <a:ext uri="{FF2B5EF4-FFF2-40B4-BE49-F238E27FC236}">
                    <a16:creationId xmlns:a16="http://schemas.microsoft.com/office/drawing/2014/main" id="{4498E881-C0F0-BD54-5F6E-E1637D99FB5E}"/>
                  </a:ext>
                </a:extLst>
              </p:cNvPr>
              <p:cNvSpPr/>
              <p:nvPr/>
            </p:nvSpPr>
            <p:spPr>
              <a:xfrm>
                <a:off x="6612308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1" name="Полилиния 210">
                <a:extLst>
                  <a:ext uri="{FF2B5EF4-FFF2-40B4-BE49-F238E27FC236}">
                    <a16:creationId xmlns:a16="http://schemas.microsoft.com/office/drawing/2014/main" id="{765E52A9-1D03-9D59-07C4-743A1ACBA419}"/>
                  </a:ext>
                </a:extLst>
              </p:cNvPr>
              <p:cNvSpPr/>
              <p:nvPr/>
            </p:nvSpPr>
            <p:spPr>
              <a:xfrm>
                <a:off x="6612308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2" name="Полилиния 211">
                <a:extLst>
                  <a:ext uri="{FF2B5EF4-FFF2-40B4-BE49-F238E27FC236}">
                    <a16:creationId xmlns:a16="http://schemas.microsoft.com/office/drawing/2014/main" id="{5BD4D61F-9FCB-02B5-66CA-CCAF20A8E2A1}"/>
                  </a:ext>
                </a:extLst>
              </p:cNvPr>
              <p:cNvSpPr/>
              <p:nvPr/>
            </p:nvSpPr>
            <p:spPr>
              <a:xfrm>
                <a:off x="6679835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3" name="Полилиния 212">
                <a:extLst>
                  <a:ext uri="{FF2B5EF4-FFF2-40B4-BE49-F238E27FC236}">
                    <a16:creationId xmlns:a16="http://schemas.microsoft.com/office/drawing/2014/main" id="{A59B7B71-874A-8C6C-7575-26B1AA1D757B}"/>
                  </a:ext>
                </a:extLst>
              </p:cNvPr>
              <p:cNvSpPr/>
              <p:nvPr/>
            </p:nvSpPr>
            <p:spPr>
              <a:xfrm>
                <a:off x="6679835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4" name="Полилиния 213">
                <a:extLst>
                  <a:ext uri="{FF2B5EF4-FFF2-40B4-BE49-F238E27FC236}">
                    <a16:creationId xmlns:a16="http://schemas.microsoft.com/office/drawing/2014/main" id="{7DD50F2B-B3F9-3CED-C051-86AB3524D1C4}"/>
                  </a:ext>
                </a:extLst>
              </p:cNvPr>
              <p:cNvSpPr/>
              <p:nvPr/>
            </p:nvSpPr>
            <p:spPr>
              <a:xfrm>
                <a:off x="667983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5" name="Полилиния 214">
                <a:extLst>
                  <a:ext uri="{FF2B5EF4-FFF2-40B4-BE49-F238E27FC236}">
                    <a16:creationId xmlns:a16="http://schemas.microsoft.com/office/drawing/2014/main" id="{B9F1C072-6F59-1363-AF5F-30C4AE71F8B7}"/>
                  </a:ext>
                </a:extLst>
              </p:cNvPr>
              <p:cNvSpPr/>
              <p:nvPr/>
            </p:nvSpPr>
            <p:spPr>
              <a:xfrm>
                <a:off x="6679835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6" name="Полилиния 215">
                <a:extLst>
                  <a:ext uri="{FF2B5EF4-FFF2-40B4-BE49-F238E27FC236}">
                    <a16:creationId xmlns:a16="http://schemas.microsoft.com/office/drawing/2014/main" id="{22C025CD-2673-CCE9-33C3-A834B5E1501F}"/>
                  </a:ext>
                </a:extLst>
              </p:cNvPr>
              <p:cNvSpPr/>
              <p:nvPr/>
            </p:nvSpPr>
            <p:spPr>
              <a:xfrm>
                <a:off x="667983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7" name="Полилиния 216">
                <a:extLst>
                  <a:ext uri="{FF2B5EF4-FFF2-40B4-BE49-F238E27FC236}">
                    <a16:creationId xmlns:a16="http://schemas.microsoft.com/office/drawing/2014/main" id="{084AE239-0C46-B063-585C-CB61BD36EFF0}"/>
                  </a:ext>
                </a:extLst>
              </p:cNvPr>
              <p:cNvSpPr/>
              <p:nvPr/>
            </p:nvSpPr>
            <p:spPr>
              <a:xfrm>
                <a:off x="667983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8" name="Полилиния 217">
                <a:extLst>
                  <a:ext uri="{FF2B5EF4-FFF2-40B4-BE49-F238E27FC236}">
                    <a16:creationId xmlns:a16="http://schemas.microsoft.com/office/drawing/2014/main" id="{4E5CF1C5-0A1C-B750-FB0C-60C7D502D758}"/>
                  </a:ext>
                </a:extLst>
              </p:cNvPr>
              <p:cNvSpPr/>
              <p:nvPr/>
            </p:nvSpPr>
            <p:spPr>
              <a:xfrm>
                <a:off x="6679835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19" name="Полилиния 218">
                <a:extLst>
                  <a:ext uri="{FF2B5EF4-FFF2-40B4-BE49-F238E27FC236}">
                    <a16:creationId xmlns:a16="http://schemas.microsoft.com/office/drawing/2014/main" id="{18ECB7EF-744F-EC2F-5836-D61CFE226C15}"/>
                  </a:ext>
                </a:extLst>
              </p:cNvPr>
              <p:cNvSpPr/>
              <p:nvPr/>
            </p:nvSpPr>
            <p:spPr>
              <a:xfrm>
                <a:off x="6747362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0" name="Полилиния 219">
                <a:extLst>
                  <a:ext uri="{FF2B5EF4-FFF2-40B4-BE49-F238E27FC236}">
                    <a16:creationId xmlns:a16="http://schemas.microsoft.com/office/drawing/2014/main" id="{BA0763B9-9B8A-012D-617B-4D224C19A8DF}"/>
                  </a:ext>
                </a:extLst>
              </p:cNvPr>
              <p:cNvSpPr/>
              <p:nvPr/>
            </p:nvSpPr>
            <p:spPr>
              <a:xfrm>
                <a:off x="6747362" y="482327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1" name="Полилиния 220">
                <a:extLst>
                  <a:ext uri="{FF2B5EF4-FFF2-40B4-BE49-F238E27FC236}">
                    <a16:creationId xmlns:a16="http://schemas.microsoft.com/office/drawing/2014/main" id="{266800D6-445B-07AE-9B5B-E3F44741FECE}"/>
                  </a:ext>
                </a:extLst>
              </p:cNvPr>
              <p:cNvSpPr/>
              <p:nvPr/>
            </p:nvSpPr>
            <p:spPr>
              <a:xfrm>
                <a:off x="674736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2" name="Полилиния 221">
                <a:extLst>
                  <a:ext uri="{FF2B5EF4-FFF2-40B4-BE49-F238E27FC236}">
                    <a16:creationId xmlns:a16="http://schemas.microsoft.com/office/drawing/2014/main" id="{D4F429B9-7C26-7D4B-F6DD-417FAD25A5F8}"/>
                  </a:ext>
                </a:extLst>
              </p:cNvPr>
              <p:cNvSpPr/>
              <p:nvPr/>
            </p:nvSpPr>
            <p:spPr>
              <a:xfrm>
                <a:off x="6747362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3" name="Полилиния 222">
                <a:extLst>
                  <a:ext uri="{FF2B5EF4-FFF2-40B4-BE49-F238E27FC236}">
                    <a16:creationId xmlns:a16="http://schemas.microsoft.com/office/drawing/2014/main" id="{9ADCEC7B-1590-3130-5757-2A9920D12F41}"/>
                  </a:ext>
                </a:extLst>
              </p:cNvPr>
              <p:cNvSpPr/>
              <p:nvPr/>
            </p:nvSpPr>
            <p:spPr>
              <a:xfrm>
                <a:off x="674736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4" name="Полилиния 223">
                <a:extLst>
                  <a:ext uri="{FF2B5EF4-FFF2-40B4-BE49-F238E27FC236}">
                    <a16:creationId xmlns:a16="http://schemas.microsoft.com/office/drawing/2014/main" id="{FB1AADB5-8314-1F1E-9637-C1EDB1EA32CE}"/>
                  </a:ext>
                </a:extLst>
              </p:cNvPr>
              <p:cNvSpPr/>
              <p:nvPr/>
            </p:nvSpPr>
            <p:spPr>
              <a:xfrm>
                <a:off x="6747362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5" name="Полилиния 224">
                <a:extLst>
                  <a:ext uri="{FF2B5EF4-FFF2-40B4-BE49-F238E27FC236}">
                    <a16:creationId xmlns:a16="http://schemas.microsoft.com/office/drawing/2014/main" id="{93791610-033B-69D0-F969-98FA388BF664}"/>
                  </a:ext>
                </a:extLst>
              </p:cNvPr>
              <p:cNvSpPr/>
              <p:nvPr/>
            </p:nvSpPr>
            <p:spPr>
              <a:xfrm>
                <a:off x="6747362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6" name="Полилиния 225">
                <a:extLst>
                  <a:ext uri="{FF2B5EF4-FFF2-40B4-BE49-F238E27FC236}">
                    <a16:creationId xmlns:a16="http://schemas.microsoft.com/office/drawing/2014/main" id="{A41D9C86-7015-6B62-8A8A-41D629146D37}"/>
                  </a:ext>
                </a:extLst>
              </p:cNvPr>
              <p:cNvSpPr/>
              <p:nvPr/>
            </p:nvSpPr>
            <p:spPr>
              <a:xfrm>
                <a:off x="6747362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7" name="Полилиния 226">
                <a:extLst>
                  <a:ext uri="{FF2B5EF4-FFF2-40B4-BE49-F238E27FC236}">
                    <a16:creationId xmlns:a16="http://schemas.microsoft.com/office/drawing/2014/main" id="{8D5E9FFB-3EDF-F056-5FEB-479D5CD1680D}"/>
                  </a:ext>
                </a:extLst>
              </p:cNvPr>
              <p:cNvSpPr/>
              <p:nvPr/>
            </p:nvSpPr>
            <p:spPr>
              <a:xfrm>
                <a:off x="6747362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8" name="Полилиния 227">
                <a:extLst>
                  <a:ext uri="{FF2B5EF4-FFF2-40B4-BE49-F238E27FC236}">
                    <a16:creationId xmlns:a16="http://schemas.microsoft.com/office/drawing/2014/main" id="{532A71BC-E7DC-C96C-7F2D-F7E235BA6D80}"/>
                  </a:ext>
                </a:extLst>
              </p:cNvPr>
              <p:cNvSpPr/>
              <p:nvPr/>
            </p:nvSpPr>
            <p:spPr>
              <a:xfrm>
                <a:off x="6747362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29" name="Полилиния 228">
                <a:extLst>
                  <a:ext uri="{FF2B5EF4-FFF2-40B4-BE49-F238E27FC236}">
                    <a16:creationId xmlns:a16="http://schemas.microsoft.com/office/drawing/2014/main" id="{537925EB-597F-1F53-AA40-37D65D6F9072}"/>
                  </a:ext>
                </a:extLst>
              </p:cNvPr>
              <p:cNvSpPr/>
              <p:nvPr/>
            </p:nvSpPr>
            <p:spPr>
              <a:xfrm>
                <a:off x="6814889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0" name="Полилиния 229">
                <a:extLst>
                  <a:ext uri="{FF2B5EF4-FFF2-40B4-BE49-F238E27FC236}">
                    <a16:creationId xmlns:a16="http://schemas.microsoft.com/office/drawing/2014/main" id="{6021A934-72B9-E87B-0529-143A971C6809}"/>
                  </a:ext>
                </a:extLst>
              </p:cNvPr>
              <p:cNvSpPr/>
              <p:nvPr/>
            </p:nvSpPr>
            <p:spPr>
              <a:xfrm>
                <a:off x="6814889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1" name="Полилиния 230">
                <a:extLst>
                  <a:ext uri="{FF2B5EF4-FFF2-40B4-BE49-F238E27FC236}">
                    <a16:creationId xmlns:a16="http://schemas.microsoft.com/office/drawing/2014/main" id="{783935FB-DE09-9A5A-E186-4B1662AB88EE}"/>
                  </a:ext>
                </a:extLst>
              </p:cNvPr>
              <p:cNvSpPr/>
              <p:nvPr/>
            </p:nvSpPr>
            <p:spPr>
              <a:xfrm>
                <a:off x="6814889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2" name="Полилиния 231">
                <a:extLst>
                  <a:ext uri="{FF2B5EF4-FFF2-40B4-BE49-F238E27FC236}">
                    <a16:creationId xmlns:a16="http://schemas.microsoft.com/office/drawing/2014/main" id="{9D7154F0-689F-B350-549D-DFAEFD6E18DA}"/>
                  </a:ext>
                </a:extLst>
              </p:cNvPr>
              <p:cNvSpPr/>
              <p:nvPr/>
            </p:nvSpPr>
            <p:spPr>
              <a:xfrm>
                <a:off x="6814889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3" name="Полилиния 232">
                <a:extLst>
                  <a:ext uri="{FF2B5EF4-FFF2-40B4-BE49-F238E27FC236}">
                    <a16:creationId xmlns:a16="http://schemas.microsoft.com/office/drawing/2014/main" id="{0CB22855-8DA0-EFE6-CB1B-E69D2CEECFA2}"/>
                  </a:ext>
                </a:extLst>
              </p:cNvPr>
              <p:cNvSpPr/>
              <p:nvPr/>
            </p:nvSpPr>
            <p:spPr>
              <a:xfrm>
                <a:off x="6814889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4" name="Полилиния 233">
                <a:extLst>
                  <a:ext uri="{FF2B5EF4-FFF2-40B4-BE49-F238E27FC236}">
                    <a16:creationId xmlns:a16="http://schemas.microsoft.com/office/drawing/2014/main" id="{3A92AEFB-FCE9-460D-DE5A-9E6DD7453F61}"/>
                  </a:ext>
                </a:extLst>
              </p:cNvPr>
              <p:cNvSpPr/>
              <p:nvPr/>
            </p:nvSpPr>
            <p:spPr>
              <a:xfrm>
                <a:off x="6814889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5" name="Полилиния 234">
                <a:extLst>
                  <a:ext uri="{FF2B5EF4-FFF2-40B4-BE49-F238E27FC236}">
                    <a16:creationId xmlns:a16="http://schemas.microsoft.com/office/drawing/2014/main" id="{F397BC18-AC23-2729-04A9-C23C492E5146}"/>
                  </a:ext>
                </a:extLst>
              </p:cNvPr>
              <p:cNvSpPr/>
              <p:nvPr/>
            </p:nvSpPr>
            <p:spPr>
              <a:xfrm>
                <a:off x="6814889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6" name="Полилиния 235">
                <a:extLst>
                  <a:ext uri="{FF2B5EF4-FFF2-40B4-BE49-F238E27FC236}">
                    <a16:creationId xmlns:a16="http://schemas.microsoft.com/office/drawing/2014/main" id="{95E09432-1AB9-85F4-9D6F-F0D20B22FE87}"/>
                  </a:ext>
                </a:extLst>
              </p:cNvPr>
              <p:cNvSpPr/>
              <p:nvPr/>
            </p:nvSpPr>
            <p:spPr>
              <a:xfrm>
                <a:off x="6814889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7" name="Полилиния 236">
                <a:extLst>
                  <a:ext uri="{FF2B5EF4-FFF2-40B4-BE49-F238E27FC236}">
                    <a16:creationId xmlns:a16="http://schemas.microsoft.com/office/drawing/2014/main" id="{13CBA47D-7A68-55FE-2264-4862139E80C0}"/>
                  </a:ext>
                </a:extLst>
              </p:cNvPr>
              <p:cNvSpPr/>
              <p:nvPr/>
            </p:nvSpPr>
            <p:spPr>
              <a:xfrm>
                <a:off x="681488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8" name="Полилиния 237">
                <a:extLst>
                  <a:ext uri="{FF2B5EF4-FFF2-40B4-BE49-F238E27FC236}">
                    <a16:creationId xmlns:a16="http://schemas.microsoft.com/office/drawing/2014/main" id="{0A045B7E-928E-F8C6-5F70-0AFDA0102F33}"/>
                  </a:ext>
                </a:extLst>
              </p:cNvPr>
              <p:cNvSpPr/>
              <p:nvPr/>
            </p:nvSpPr>
            <p:spPr>
              <a:xfrm>
                <a:off x="6814889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39" name="Полилиния 238">
                <a:extLst>
                  <a:ext uri="{FF2B5EF4-FFF2-40B4-BE49-F238E27FC236}">
                    <a16:creationId xmlns:a16="http://schemas.microsoft.com/office/drawing/2014/main" id="{8523CDA1-43C7-5F46-C5BC-5795D8454757}"/>
                  </a:ext>
                </a:extLst>
              </p:cNvPr>
              <p:cNvSpPr/>
              <p:nvPr/>
            </p:nvSpPr>
            <p:spPr>
              <a:xfrm>
                <a:off x="6814889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0" name="Полилиния 239">
                <a:extLst>
                  <a:ext uri="{FF2B5EF4-FFF2-40B4-BE49-F238E27FC236}">
                    <a16:creationId xmlns:a16="http://schemas.microsoft.com/office/drawing/2014/main" id="{01525EEC-CEC6-42A6-5A43-66632FD6F490}"/>
                  </a:ext>
                </a:extLst>
              </p:cNvPr>
              <p:cNvSpPr/>
              <p:nvPr/>
            </p:nvSpPr>
            <p:spPr>
              <a:xfrm>
                <a:off x="6814889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1" name="Полилиния 240">
                <a:extLst>
                  <a:ext uri="{FF2B5EF4-FFF2-40B4-BE49-F238E27FC236}">
                    <a16:creationId xmlns:a16="http://schemas.microsoft.com/office/drawing/2014/main" id="{28C97864-49B6-2B61-DD77-E7D70840CB00}"/>
                  </a:ext>
                </a:extLst>
              </p:cNvPr>
              <p:cNvSpPr/>
              <p:nvPr/>
            </p:nvSpPr>
            <p:spPr>
              <a:xfrm>
                <a:off x="6814889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2" name="Полилиния 241">
                <a:extLst>
                  <a:ext uri="{FF2B5EF4-FFF2-40B4-BE49-F238E27FC236}">
                    <a16:creationId xmlns:a16="http://schemas.microsoft.com/office/drawing/2014/main" id="{E5D8534F-5B1D-F023-57F8-52F942BD435A}"/>
                  </a:ext>
                </a:extLst>
              </p:cNvPr>
              <p:cNvSpPr/>
              <p:nvPr/>
            </p:nvSpPr>
            <p:spPr>
              <a:xfrm>
                <a:off x="6814889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3" name="Полилиния 242">
                <a:extLst>
                  <a:ext uri="{FF2B5EF4-FFF2-40B4-BE49-F238E27FC236}">
                    <a16:creationId xmlns:a16="http://schemas.microsoft.com/office/drawing/2014/main" id="{9B03E1A6-78D0-F4FB-0481-C3BB5611D654}"/>
                  </a:ext>
                </a:extLst>
              </p:cNvPr>
              <p:cNvSpPr/>
              <p:nvPr/>
            </p:nvSpPr>
            <p:spPr>
              <a:xfrm>
                <a:off x="6814889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4" name="Полилиния 243">
                <a:extLst>
                  <a:ext uri="{FF2B5EF4-FFF2-40B4-BE49-F238E27FC236}">
                    <a16:creationId xmlns:a16="http://schemas.microsoft.com/office/drawing/2014/main" id="{A19E78A7-6CA3-9E3C-89B2-3DF8D6A65CF6}"/>
                  </a:ext>
                </a:extLst>
              </p:cNvPr>
              <p:cNvSpPr/>
              <p:nvPr/>
            </p:nvSpPr>
            <p:spPr>
              <a:xfrm>
                <a:off x="6814889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5" name="Полилиния 244">
                <a:extLst>
                  <a:ext uri="{FF2B5EF4-FFF2-40B4-BE49-F238E27FC236}">
                    <a16:creationId xmlns:a16="http://schemas.microsoft.com/office/drawing/2014/main" id="{EF3AEB84-C3A5-053A-4273-A69662DE8192}"/>
                  </a:ext>
                </a:extLst>
              </p:cNvPr>
              <p:cNvSpPr/>
              <p:nvPr/>
            </p:nvSpPr>
            <p:spPr>
              <a:xfrm>
                <a:off x="6882415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6" name="Полилиния 245">
                <a:extLst>
                  <a:ext uri="{FF2B5EF4-FFF2-40B4-BE49-F238E27FC236}">
                    <a16:creationId xmlns:a16="http://schemas.microsoft.com/office/drawing/2014/main" id="{340CA678-5437-3157-FACE-49D30C21552D}"/>
                  </a:ext>
                </a:extLst>
              </p:cNvPr>
              <p:cNvSpPr/>
              <p:nvPr/>
            </p:nvSpPr>
            <p:spPr>
              <a:xfrm>
                <a:off x="6882415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7" name="Полилиния 246">
                <a:extLst>
                  <a:ext uri="{FF2B5EF4-FFF2-40B4-BE49-F238E27FC236}">
                    <a16:creationId xmlns:a16="http://schemas.microsoft.com/office/drawing/2014/main" id="{DC1B4A09-653E-577F-7166-AE5A267F5403}"/>
                  </a:ext>
                </a:extLst>
              </p:cNvPr>
              <p:cNvSpPr/>
              <p:nvPr/>
            </p:nvSpPr>
            <p:spPr>
              <a:xfrm>
                <a:off x="6882415" y="475567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8" name="Полилиния 247">
                <a:extLst>
                  <a:ext uri="{FF2B5EF4-FFF2-40B4-BE49-F238E27FC236}">
                    <a16:creationId xmlns:a16="http://schemas.microsoft.com/office/drawing/2014/main" id="{FFCB819A-76FD-D97A-7A20-381FF5F12908}"/>
                  </a:ext>
                </a:extLst>
              </p:cNvPr>
              <p:cNvSpPr/>
              <p:nvPr/>
            </p:nvSpPr>
            <p:spPr>
              <a:xfrm>
                <a:off x="6882415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49" name="Полилиния 248">
                <a:extLst>
                  <a:ext uri="{FF2B5EF4-FFF2-40B4-BE49-F238E27FC236}">
                    <a16:creationId xmlns:a16="http://schemas.microsoft.com/office/drawing/2014/main" id="{F00C1055-9F9E-8DB4-27A5-DCB948AF494E}"/>
                  </a:ext>
                </a:extLst>
              </p:cNvPr>
              <p:cNvSpPr/>
              <p:nvPr/>
            </p:nvSpPr>
            <p:spPr>
              <a:xfrm>
                <a:off x="6882415" y="455366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0" name="Полилиния 249">
                <a:extLst>
                  <a:ext uri="{FF2B5EF4-FFF2-40B4-BE49-F238E27FC236}">
                    <a16:creationId xmlns:a16="http://schemas.microsoft.com/office/drawing/2014/main" id="{CEEC22DA-A094-D83C-A6BC-59E6DC0F51C0}"/>
                  </a:ext>
                </a:extLst>
              </p:cNvPr>
              <p:cNvSpPr/>
              <p:nvPr/>
            </p:nvSpPr>
            <p:spPr>
              <a:xfrm>
                <a:off x="688241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1" name="Полилиния 250">
                <a:extLst>
                  <a:ext uri="{FF2B5EF4-FFF2-40B4-BE49-F238E27FC236}">
                    <a16:creationId xmlns:a16="http://schemas.microsoft.com/office/drawing/2014/main" id="{505EE57F-CCA4-DC52-5771-90F3875E0182}"/>
                  </a:ext>
                </a:extLst>
              </p:cNvPr>
              <p:cNvSpPr/>
              <p:nvPr/>
            </p:nvSpPr>
            <p:spPr>
              <a:xfrm>
                <a:off x="6882415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2" name="Полилиния 251">
                <a:extLst>
                  <a:ext uri="{FF2B5EF4-FFF2-40B4-BE49-F238E27FC236}">
                    <a16:creationId xmlns:a16="http://schemas.microsoft.com/office/drawing/2014/main" id="{A25369DD-64C0-2EB1-6448-E6C079EC6007}"/>
                  </a:ext>
                </a:extLst>
              </p:cNvPr>
              <p:cNvSpPr/>
              <p:nvPr/>
            </p:nvSpPr>
            <p:spPr>
              <a:xfrm>
                <a:off x="688241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3" name="Полилиния 252">
                <a:extLst>
                  <a:ext uri="{FF2B5EF4-FFF2-40B4-BE49-F238E27FC236}">
                    <a16:creationId xmlns:a16="http://schemas.microsoft.com/office/drawing/2014/main" id="{2D99DAC4-26DC-E69E-06FA-96CC0D7CCF42}"/>
                  </a:ext>
                </a:extLst>
              </p:cNvPr>
              <p:cNvSpPr/>
              <p:nvPr/>
            </p:nvSpPr>
            <p:spPr>
              <a:xfrm>
                <a:off x="6882415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4" name="Полилиния 253">
                <a:extLst>
                  <a:ext uri="{FF2B5EF4-FFF2-40B4-BE49-F238E27FC236}">
                    <a16:creationId xmlns:a16="http://schemas.microsoft.com/office/drawing/2014/main" id="{D84D61B2-1800-AEAD-0EDE-853F09E8DB32}"/>
                  </a:ext>
                </a:extLst>
              </p:cNvPr>
              <p:cNvSpPr/>
              <p:nvPr/>
            </p:nvSpPr>
            <p:spPr>
              <a:xfrm>
                <a:off x="6882415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5" name="Полилиния 254">
                <a:extLst>
                  <a:ext uri="{FF2B5EF4-FFF2-40B4-BE49-F238E27FC236}">
                    <a16:creationId xmlns:a16="http://schemas.microsoft.com/office/drawing/2014/main" id="{508D6F63-ADC6-E3D7-87D4-A2EF20A73C3F}"/>
                  </a:ext>
                </a:extLst>
              </p:cNvPr>
              <p:cNvSpPr/>
              <p:nvPr/>
            </p:nvSpPr>
            <p:spPr>
              <a:xfrm>
                <a:off x="6882415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6" name="Полилиния 255">
                <a:extLst>
                  <a:ext uri="{FF2B5EF4-FFF2-40B4-BE49-F238E27FC236}">
                    <a16:creationId xmlns:a16="http://schemas.microsoft.com/office/drawing/2014/main" id="{489A2E01-BAF0-7741-7166-8C4ABDA426FD}"/>
                  </a:ext>
                </a:extLst>
              </p:cNvPr>
              <p:cNvSpPr/>
              <p:nvPr/>
            </p:nvSpPr>
            <p:spPr>
              <a:xfrm>
                <a:off x="6882415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7" name="Полилиния 256">
                <a:extLst>
                  <a:ext uri="{FF2B5EF4-FFF2-40B4-BE49-F238E27FC236}">
                    <a16:creationId xmlns:a16="http://schemas.microsoft.com/office/drawing/2014/main" id="{DFD3E9F8-4D8B-4F6C-A7A5-1243356BBFF4}"/>
                  </a:ext>
                </a:extLst>
              </p:cNvPr>
              <p:cNvSpPr/>
              <p:nvPr/>
            </p:nvSpPr>
            <p:spPr>
              <a:xfrm>
                <a:off x="688241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8" name="Полилиния 257">
                <a:extLst>
                  <a:ext uri="{FF2B5EF4-FFF2-40B4-BE49-F238E27FC236}">
                    <a16:creationId xmlns:a16="http://schemas.microsoft.com/office/drawing/2014/main" id="{3E61E78C-A912-77C2-9DC9-D913537E9A02}"/>
                  </a:ext>
                </a:extLst>
              </p:cNvPr>
              <p:cNvSpPr/>
              <p:nvPr/>
            </p:nvSpPr>
            <p:spPr>
              <a:xfrm>
                <a:off x="6882415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59" name="Полилиния 258">
                <a:extLst>
                  <a:ext uri="{FF2B5EF4-FFF2-40B4-BE49-F238E27FC236}">
                    <a16:creationId xmlns:a16="http://schemas.microsoft.com/office/drawing/2014/main" id="{C2364D96-7486-5126-9E0B-5ABF49534195}"/>
                  </a:ext>
                </a:extLst>
              </p:cNvPr>
              <p:cNvSpPr/>
              <p:nvPr/>
            </p:nvSpPr>
            <p:spPr>
              <a:xfrm>
                <a:off x="6882415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0" name="Полилиния 259">
                <a:extLst>
                  <a:ext uri="{FF2B5EF4-FFF2-40B4-BE49-F238E27FC236}">
                    <a16:creationId xmlns:a16="http://schemas.microsoft.com/office/drawing/2014/main" id="{C6B476C0-14A2-C042-376A-B1C8223FF313}"/>
                  </a:ext>
                </a:extLst>
              </p:cNvPr>
              <p:cNvSpPr/>
              <p:nvPr/>
            </p:nvSpPr>
            <p:spPr>
              <a:xfrm>
                <a:off x="6882415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1" name="Полилиния 260">
                <a:extLst>
                  <a:ext uri="{FF2B5EF4-FFF2-40B4-BE49-F238E27FC236}">
                    <a16:creationId xmlns:a16="http://schemas.microsoft.com/office/drawing/2014/main" id="{4022A586-AF54-D18D-3C30-0E4E8BDCAAC2}"/>
                  </a:ext>
                </a:extLst>
              </p:cNvPr>
              <p:cNvSpPr/>
              <p:nvPr/>
            </p:nvSpPr>
            <p:spPr>
              <a:xfrm>
                <a:off x="688241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2" name="Полилиния 261">
                <a:extLst>
                  <a:ext uri="{FF2B5EF4-FFF2-40B4-BE49-F238E27FC236}">
                    <a16:creationId xmlns:a16="http://schemas.microsoft.com/office/drawing/2014/main" id="{631E80A3-6C8A-C239-762B-F84F6C380040}"/>
                  </a:ext>
                </a:extLst>
              </p:cNvPr>
              <p:cNvSpPr/>
              <p:nvPr/>
            </p:nvSpPr>
            <p:spPr>
              <a:xfrm>
                <a:off x="6882415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3" name="Полилиния 262">
                <a:extLst>
                  <a:ext uri="{FF2B5EF4-FFF2-40B4-BE49-F238E27FC236}">
                    <a16:creationId xmlns:a16="http://schemas.microsoft.com/office/drawing/2014/main" id="{7F2F5171-82B7-CA4E-B797-0623677F30DA}"/>
                  </a:ext>
                </a:extLst>
              </p:cNvPr>
              <p:cNvSpPr/>
              <p:nvPr/>
            </p:nvSpPr>
            <p:spPr>
              <a:xfrm>
                <a:off x="6882415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4" name="Полилиния 263">
                <a:extLst>
                  <a:ext uri="{FF2B5EF4-FFF2-40B4-BE49-F238E27FC236}">
                    <a16:creationId xmlns:a16="http://schemas.microsoft.com/office/drawing/2014/main" id="{0F494F8B-F19A-5CBA-7B06-25CEE57F979E}"/>
                  </a:ext>
                </a:extLst>
              </p:cNvPr>
              <p:cNvSpPr/>
              <p:nvPr/>
            </p:nvSpPr>
            <p:spPr>
              <a:xfrm>
                <a:off x="6949175" y="502605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5" name="Полилиния 264">
                <a:extLst>
                  <a:ext uri="{FF2B5EF4-FFF2-40B4-BE49-F238E27FC236}">
                    <a16:creationId xmlns:a16="http://schemas.microsoft.com/office/drawing/2014/main" id="{DB7615A0-A969-E1C2-002F-AC41D1A2E9F5}"/>
                  </a:ext>
                </a:extLst>
              </p:cNvPr>
              <p:cNvSpPr/>
              <p:nvPr/>
            </p:nvSpPr>
            <p:spPr>
              <a:xfrm>
                <a:off x="6949175" y="4958460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6" name="Полилиния 265">
                <a:extLst>
                  <a:ext uri="{FF2B5EF4-FFF2-40B4-BE49-F238E27FC236}">
                    <a16:creationId xmlns:a16="http://schemas.microsoft.com/office/drawing/2014/main" id="{82F2E431-D58C-4D10-4E46-579FD4D5791F}"/>
                  </a:ext>
                </a:extLst>
              </p:cNvPr>
              <p:cNvSpPr/>
              <p:nvPr/>
            </p:nvSpPr>
            <p:spPr>
              <a:xfrm>
                <a:off x="6949175" y="4890866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7" name="Полилиния 266">
                <a:extLst>
                  <a:ext uri="{FF2B5EF4-FFF2-40B4-BE49-F238E27FC236}">
                    <a16:creationId xmlns:a16="http://schemas.microsoft.com/office/drawing/2014/main" id="{A9B69902-2012-81E9-5322-E64F38642E95}"/>
                  </a:ext>
                </a:extLst>
              </p:cNvPr>
              <p:cNvSpPr/>
              <p:nvPr/>
            </p:nvSpPr>
            <p:spPr>
              <a:xfrm>
                <a:off x="6949175" y="468885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8" name="Полилиния 267">
                <a:extLst>
                  <a:ext uri="{FF2B5EF4-FFF2-40B4-BE49-F238E27FC236}">
                    <a16:creationId xmlns:a16="http://schemas.microsoft.com/office/drawing/2014/main" id="{6BFCF176-7D3B-C63D-7101-BB33071F9E78}"/>
                  </a:ext>
                </a:extLst>
              </p:cNvPr>
              <p:cNvSpPr/>
              <p:nvPr/>
            </p:nvSpPr>
            <p:spPr>
              <a:xfrm>
                <a:off x="6949175" y="462125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69" name="Полилиния 268">
                <a:extLst>
                  <a:ext uri="{FF2B5EF4-FFF2-40B4-BE49-F238E27FC236}">
                    <a16:creationId xmlns:a16="http://schemas.microsoft.com/office/drawing/2014/main" id="{9EE188CB-44FB-D567-AC5F-CC1F69A3299F}"/>
                  </a:ext>
                </a:extLst>
              </p:cNvPr>
              <p:cNvSpPr/>
              <p:nvPr/>
            </p:nvSpPr>
            <p:spPr>
              <a:xfrm>
                <a:off x="6949175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0" name="Полилиния 269">
                <a:extLst>
                  <a:ext uri="{FF2B5EF4-FFF2-40B4-BE49-F238E27FC236}">
                    <a16:creationId xmlns:a16="http://schemas.microsoft.com/office/drawing/2014/main" id="{B1146FF4-D481-5C4D-FC83-5CBA52A84169}"/>
                  </a:ext>
                </a:extLst>
              </p:cNvPr>
              <p:cNvSpPr/>
              <p:nvPr/>
            </p:nvSpPr>
            <p:spPr>
              <a:xfrm>
                <a:off x="694917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1" name="Полилиния 270">
                <a:extLst>
                  <a:ext uri="{FF2B5EF4-FFF2-40B4-BE49-F238E27FC236}">
                    <a16:creationId xmlns:a16="http://schemas.microsoft.com/office/drawing/2014/main" id="{81AB43B7-7B3D-BB2A-A041-17DE644FEFEB}"/>
                  </a:ext>
                </a:extLst>
              </p:cNvPr>
              <p:cNvSpPr/>
              <p:nvPr/>
            </p:nvSpPr>
            <p:spPr>
              <a:xfrm>
                <a:off x="694917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2" name="Полилиния 271">
                <a:extLst>
                  <a:ext uri="{FF2B5EF4-FFF2-40B4-BE49-F238E27FC236}">
                    <a16:creationId xmlns:a16="http://schemas.microsoft.com/office/drawing/2014/main" id="{947EE0CB-285E-B204-CCBC-E38C3DF4DDCF}"/>
                  </a:ext>
                </a:extLst>
              </p:cNvPr>
              <p:cNvSpPr/>
              <p:nvPr/>
            </p:nvSpPr>
            <p:spPr>
              <a:xfrm>
                <a:off x="6949175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3" name="Полилиния 272">
                <a:extLst>
                  <a:ext uri="{FF2B5EF4-FFF2-40B4-BE49-F238E27FC236}">
                    <a16:creationId xmlns:a16="http://schemas.microsoft.com/office/drawing/2014/main" id="{B3BD6CCE-5678-53D0-B84B-17BCC2F43BD0}"/>
                  </a:ext>
                </a:extLst>
              </p:cNvPr>
              <p:cNvSpPr/>
              <p:nvPr/>
            </p:nvSpPr>
            <p:spPr>
              <a:xfrm>
                <a:off x="6949175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4" name="Полилиния 273">
                <a:extLst>
                  <a:ext uri="{FF2B5EF4-FFF2-40B4-BE49-F238E27FC236}">
                    <a16:creationId xmlns:a16="http://schemas.microsoft.com/office/drawing/2014/main" id="{CD9C3521-C86A-4793-B127-5987D7F2CC87}"/>
                  </a:ext>
                </a:extLst>
              </p:cNvPr>
              <p:cNvSpPr/>
              <p:nvPr/>
            </p:nvSpPr>
            <p:spPr>
              <a:xfrm>
                <a:off x="694917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5" name="Полилиния 274">
                <a:extLst>
                  <a:ext uri="{FF2B5EF4-FFF2-40B4-BE49-F238E27FC236}">
                    <a16:creationId xmlns:a16="http://schemas.microsoft.com/office/drawing/2014/main" id="{2D447D99-7CF4-AD46-9DD5-EFF602ADF2A7}"/>
                  </a:ext>
                </a:extLst>
              </p:cNvPr>
              <p:cNvSpPr/>
              <p:nvPr/>
            </p:nvSpPr>
            <p:spPr>
              <a:xfrm>
                <a:off x="694917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6" name="Полилиния 275">
                <a:extLst>
                  <a:ext uri="{FF2B5EF4-FFF2-40B4-BE49-F238E27FC236}">
                    <a16:creationId xmlns:a16="http://schemas.microsoft.com/office/drawing/2014/main" id="{5FCE530A-F9BD-E5DF-0A13-764281189C8B}"/>
                  </a:ext>
                </a:extLst>
              </p:cNvPr>
              <p:cNvSpPr/>
              <p:nvPr/>
            </p:nvSpPr>
            <p:spPr>
              <a:xfrm>
                <a:off x="6949175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7" name="Полилиния 276">
                <a:extLst>
                  <a:ext uri="{FF2B5EF4-FFF2-40B4-BE49-F238E27FC236}">
                    <a16:creationId xmlns:a16="http://schemas.microsoft.com/office/drawing/2014/main" id="{182D5CC0-49A0-B428-A351-C3C5A9F5D003}"/>
                  </a:ext>
                </a:extLst>
              </p:cNvPr>
              <p:cNvSpPr/>
              <p:nvPr/>
            </p:nvSpPr>
            <p:spPr>
              <a:xfrm>
                <a:off x="6949175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8" name="Полилиния 277">
                <a:extLst>
                  <a:ext uri="{FF2B5EF4-FFF2-40B4-BE49-F238E27FC236}">
                    <a16:creationId xmlns:a16="http://schemas.microsoft.com/office/drawing/2014/main" id="{4A6E20C5-B348-B08D-D05E-5FFD6F1CAE5E}"/>
                  </a:ext>
                </a:extLst>
              </p:cNvPr>
              <p:cNvSpPr/>
              <p:nvPr/>
            </p:nvSpPr>
            <p:spPr>
              <a:xfrm>
                <a:off x="6949175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79" name="Полилиния 278">
                <a:extLst>
                  <a:ext uri="{FF2B5EF4-FFF2-40B4-BE49-F238E27FC236}">
                    <a16:creationId xmlns:a16="http://schemas.microsoft.com/office/drawing/2014/main" id="{00D919CA-F1C4-59DE-B9E4-316F4C5C3651}"/>
                  </a:ext>
                </a:extLst>
              </p:cNvPr>
              <p:cNvSpPr/>
              <p:nvPr/>
            </p:nvSpPr>
            <p:spPr>
              <a:xfrm>
                <a:off x="694917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0" name="Полилиния 279">
                <a:extLst>
                  <a:ext uri="{FF2B5EF4-FFF2-40B4-BE49-F238E27FC236}">
                    <a16:creationId xmlns:a16="http://schemas.microsoft.com/office/drawing/2014/main" id="{A86225D2-68FD-2238-8853-5A5AF964620B}"/>
                  </a:ext>
                </a:extLst>
              </p:cNvPr>
              <p:cNvSpPr/>
              <p:nvPr/>
            </p:nvSpPr>
            <p:spPr>
              <a:xfrm>
                <a:off x="6949175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1" name="Полилиния 280">
                <a:extLst>
                  <a:ext uri="{FF2B5EF4-FFF2-40B4-BE49-F238E27FC236}">
                    <a16:creationId xmlns:a16="http://schemas.microsoft.com/office/drawing/2014/main" id="{76F733AA-625D-38F3-A45C-5BF7A3AB65DC}"/>
                  </a:ext>
                </a:extLst>
              </p:cNvPr>
              <p:cNvSpPr/>
              <p:nvPr/>
            </p:nvSpPr>
            <p:spPr>
              <a:xfrm>
                <a:off x="6949175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2" name="Полилиния 281">
                <a:extLst>
                  <a:ext uri="{FF2B5EF4-FFF2-40B4-BE49-F238E27FC236}">
                    <a16:creationId xmlns:a16="http://schemas.microsoft.com/office/drawing/2014/main" id="{C9B7CBEA-A6AD-7E60-CC12-222660E5211C}"/>
                  </a:ext>
                </a:extLst>
              </p:cNvPr>
              <p:cNvSpPr/>
              <p:nvPr/>
            </p:nvSpPr>
            <p:spPr>
              <a:xfrm>
                <a:off x="6949175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3" name="Полилиния 282">
                <a:extLst>
                  <a:ext uri="{FF2B5EF4-FFF2-40B4-BE49-F238E27FC236}">
                    <a16:creationId xmlns:a16="http://schemas.microsoft.com/office/drawing/2014/main" id="{511A9674-DD1E-90DC-39E9-B998D3519AB5}"/>
                  </a:ext>
                </a:extLst>
              </p:cNvPr>
              <p:cNvSpPr/>
              <p:nvPr/>
            </p:nvSpPr>
            <p:spPr>
              <a:xfrm>
                <a:off x="701670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4" name="Полилиния 283">
                <a:extLst>
                  <a:ext uri="{FF2B5EF4-FFF2-40B4-BE49-F238E27FC236}">
                    <a16:creationId xmlns:a16="http://schemas.microsoft.com/office/drawing/2014/main" id="{23E7744F-4C52-2FF4-51E1-1574BD49E7A1}"/>
                  </a:ext>
                </a:extLst>
              </p:cNvPr>
              <p:cNvSpPr/>
              <p:nvPr/>
            </p:nvSpPr>
            <p:spPr>
              <a:xfrm>
                <a:off x="7016702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5" name="Полилиния 284">
                <a:extLst>
                  <a:ext uri="{FF2B5EF4-FFF2-40B4-BE49-F238E27FC236}">
                    <a16:creationId xmlns:a16="http://schemas.microsoft.com/office/drawing/2014/main" id="{B57BA91B-5B7F-B79D-47CB-E9CBE9C0F80F}"/>
                  </a:ext>
                </a:extLst>
              </p:cNvPr>
              <p:cNvSpPr/>
              <p:nvPr/>
            </p:nvSpPr>
            <p:spPr>
              <a:xfrm>
                <a:off x="7016702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6" name="Полилиния 285">
                <a:extLst>
                  <a:ext uri="{FF2B5EF4-FFF2-40B4-BE49-F238E27FC236}">
                    <a16:creationId xmlns:a16="http://schemas.microsoft.com/office/drawing/2014/main" id="{AAED1FA6-75EA-DCD8-BC79-D6C3C4F3087F}"/>
                  </a:ext>
                </a:extLst>
              </p:cNvPr>
              <p:cNvSpPr/>
              <p:nvPr/>
            </p:nvSpPr>
            <p:spPr>
              <a:xfrm>
                <a:off x="7016702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7" name="Полилиния 286">
                <a:extLst>
                  <a:ext uri="{FF2B5EF4-FFF2-40B4-BE49-F238E27FC236}">
                    <a16:creationId xmlns:a16="http://schemas.microsoft.com/office/drawing/2014/main" id="{CD51E555-8A4E-8D8A-804B-14D776B3E8A5}"/>
                  </a:ext>
                </a:extLst>
              </p:cNvPr>
              <p:cNvSpPr/>
              <p:nvPr/>
            </p:nvSpPr>
            <p:spPr>
              <a:xfrm>
                <a:off x="7016702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8" name="Полилиния 287">
                <a:extLst>
                  <a:ext uri="{FF2B5EF4-FFF2-40B4-BE49-F238E27FC236}">
                    <a16:creationId xmlns:a16="http://schemas.microsoft.com/office/drawing/2014/main" id="{48565385-8AFE-6F81-34A3-8A08EBBE3557}"/>
                  </a:ext>
                </a:extLst>
              </p:cNvPr>
              <p:cNvSpPr/>
              <p:nvPr/>
            </p:nvSpPr>
            <p:spPr>
              <a:xfrm>
                <a:off x="7016702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89" name="Полилиния 288">
                <a:extLst>
                  <a:ext uri="{FF2B5EF4-FFF2-40B4-BE49-F238E27FC236}">
                    <a16:creationId xmlns:a16="http://schemas.microsoft.com/office/drawing/2014/main" id="{B173E074-AC38-A4CC-103C-3E3D1E0D88DD}"/>
                  </a:ext>
                </a:extLst>
              </p:cNvPr>
              <p:cNvSpPr/>
              <p:nvPr/>
            </p:nvSpPr>
            <p:spPr>
              <a:xfrm>
                <a:off x="7016702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0" name="Полилиния 289">
                <a:extLst>
                  <a:ext uri="{FF2B5EF4-FFF2-40B4-BE49-F238E27FC236}">
                    <a16:creationId xmlns:a16="http://schemas.microsoft.com/office/drawing/2014/main" id="{AC183D2A-20DF-E18A-D776-DA15F230BB49}"/>
                  </a:ext>
                </a:extLst>
              </p:cNvPr>
              <p:cNvSpPr/>
              <p:nvPr/>
            </p:nvSpPr>
            <p:spPr>
              <a:xfrm>
                <a:off x="7016702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1" name="Полилиния 290">
                <a:extLst>
                  <a:ext uri="{FF2B5EF4-FFF2-40B4-BE49-F238E27FC236}">
                    <a16:creationId xmlns:a16="http://schemas.microsoft.com/office/drawing/2014/main" id="{80974EF2-7EED-651B-F045-DB9EFFF20120}"/>
                  </a:ext>
                </a:extLst>
              </p:cNvPr>
              <p:cNvSpPr/>
              <p:nvPr/>
            </p:nvSpPr>
            <p:spPr>
              <a:xfrm>
                <a:off x="7016702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2" name="Полилиния 291">
                <a:extLst>
                  <a:ext uri="{FF2B5EF4-FFF2-40B4-BE49-F238E27FC236}">
                    <a16:creationId xmlns:a16="http://schemas.microsoft.com/office/drawing/2014/main" id="{3074DEEC-45FA-FBD4-F437-85215F2C2DE7}"/>
                  </a:ext>
                </a:extLst>
              </p:cNvPr>
              <p:cNvSpPr/>
              <p:nvPr/>
            </p:nvSpPr>
            <p:spPr>
              <a:xfrm>
                <a:off x="7084228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3" name="Полилиния 292">
                <a:extLst>
                  <a:ext uri="{FF2B5EF4-FFF2-40B4-BE49-F238E27FC236}">
                    <a16:creationId xmlns:a16="http://schemas.microsoft.com/office/drawing/2014/main" id="{63AE106E-467E-A38A-3A1E-E1E10E09910E}"/>
                  </a:ext>
                </a:extLst>
              </p:cNvPr>
              <p:cNvSpPr/>
              <p:nvPr/>
            </p:nvSpPr>
            <p:spPr>
              <a:xfrm>
                <a:off x="7084228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4" name="Полилиния 293">
                <a:extLst>
                  <a:ext uri="{FF2B5EF4-FFF2-40B4-BE49-F238E27FC236}">
                    <a16:creationId xmlns:a16="http://schemas.microsoft.com/office/drawing/2014/main" id="{76ACC7B7-D32B-D775-B9E1-0CA0032D2066}"/>
                  </a:ext>
                </a:extLst>
              </p:cNvPr>
              <p:cNvSpPr/>
              <p:nvPr/>
            </p:nvSpPr>
            <p:spPr>
              <a:xfrm>
                <a:off x="7084228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5" name="Полилиния 294">
                <a:extLst>
                  <a:ext uri="{FF2B5EF4-FFF2-40B4-BE49-F238E27FC236}">
                    <a16:creationId xmlns:a16="http://schemas.microsoft.com/office/drawing/2014/main" id="{73F84CBB-5BF7-436C-6951-C114BB7F1406}"/>
                  </a:ext>
                </a:extLst>
              </p:cNvPr>
              <p:cNvSpPr/>
              <p:nvPr/>
            </p:nvSpPr>
            <p:spPr>
              <a:xfrm>
                <a:off x="7084228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6" name="Полилиния 295">
                <a:extLst>
                  <a:ext uri="{FF2B5EF4-FFF2-40B4-BE49-F238E27FC236}">
                    <a16:creationId xmlns:a16="http://schemas.microsoft.com/office/drawing/2014/main" id="{03BB1738-2754-069D-BFF1-D5F4A2E6D0A0}"/>
                  </a:ext>
                </a:extLst>
              </p:cNvPr>
              <p:cNvSpPr/>
              <p:nvPr/>
            </p:nvSpPr>
            <p:spPr>
              <a:xfrm>
                <a:off x="7084228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7" name="Полилиния 296">
                <a:extLst>
                  <a:ext uri="{FF2B5EF4-FFF2-40B4-BE49-F238E27FC236}">
                    <a16:creationId xmlns:a16="http://schemas.microsoft.com/office/drawing/2014/main" id="{5A6A0D32-AA00-7634-CCD3-9045DEFA3A16}"/>
                  </a:ext>
                </a:extLst>
              </p:cNvPr>
              <p:cNvSpPr/>
              <p:nvPr/>
            </p:nvSpPr>
            <p:spPr>
              <a:xfrm>
                <a:off x="7084228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8" name="Полилиния 297">
                <a:extLst>
                  <a:ext uri="{FF2B5EF4-FFF2-40B4-BE49-F238E27FC236}">
                    <a16:creationId xmlns:a16="http://schemas.microsoft.com/office/drawing/2014/main" id="{459CC1D9-ABB7-BBCD-0FEF-A57EBFAA6878}"/>
                  </a:ext>
                </a:extLst>
              </p:cNvPr>
              <p:cNvSpPr/>
              <p:nvPr/>
            </p:nvSpPr>
            <p:spPr>
              <a:xfrm>
                <a:off x="7084228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299" name="Полилиния 298">
                <a:extLst>
                  <a:ext uri="{FF2B5EF4-FFF2-40B4-BE49-F238E27FC236}">
                    <a16:creationId xmlns:a16="http://schemas.microsoft.com/office/drawing/2014/main" id="{21FCD677-9E27-BEC4-4AA3-E6999FB185D5}"/>
                  </a:ext>
                </a:extLst>
              </p:cNvPr>
              <p:cNvSpPr/>
              <p:nvPr/>
            </p:nvSpPr>
            <p:spPr>
              <a:xfrm>
                <a:off x="7084228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0" name="Полилиния 299">
                <a:extLst>
                  <a:ext uri="{FF2B5EF4-FFF2-40B4-BE49-F238E27FC236}">
                    <a16:creationId xmlns:a16="http://schemas.microsoft.com/office/drawing/2014/main" id="{6949EB62-B9B6-07C9-7F6E-D6A8CAFDE735}"/>
                  </a:ext>
                </a:extLst>
              </p:cNvPr>
              <p:cNvSpPr/>
              <p:nvPr/>
            </p:nvSpPr>
            <p:spPr>
              <a:xfrm>
                <a:off x="7084228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1" name="Полилиния 300">
                <a:extLst>
                  <a:ext uri="{FF2B5EF4-FFF2-40B4-BE49-F238E27FC236}">
                    <a16:creationId xmlns:a16="http://schemas.microsoft.com/office/drawing/2014/main" id="{774B0106-A951-535E-7DA3-FD2B6E0F0F3C}"/>
                  </a:ext>
                </a:extLst>
              </p:cNvPr>
              <p:cNvSpPr/>
              <p:nvPr/>
            </p:nvSpPr>
            <p:spPr>
              <a:xfrm>
                <a:off x="7151755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2" name="Полилиния 301">
                <a:extLst>
                  <a:ext uri="{FF2B5EF4-FFF2-40B4-BE49-F238E27FC236}">
                    <a16:creationId xmlns:a16="http://schemas.microsoft.com/office/drawing/2014/main" id="{34102872-7613-EE87-25A5-09035B5D44F5}"/>
                  </a:ext>
                </a:extLst>
              </p:cNvPr>
              <p:cNvSpPr/>
              <p:nvPr/>
            </p:nvSpPr>
            <p:spPr>
              <a:xfrm>
                <a:off x="7151755" y="441847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3" name="Полилиния 302">
                <a:extLst>
                  <a:ext uri="{FF2B5EF4-FFF2-40B4-BE49-F238E27FC236}">
                    <a16:creationId xmlns:a16="http://schemas.microsoft.com/office/drawing/2014/main" id="{86A90B52-86A2-8172-232C-4F02DB93AA4D}"/>
                  </a:ext>
                </a:extLst>
              </p:cNvPr>
              <p:cNvSpPr/>
              <p:nvPr/>
            </p:nvSpPr>
            <p:spPr>
              <a:xfrm>
                <a:off x="7151755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4" name="Полилиния 303">
                <a:extLst>
                  <a:ext uri="{FF2B5EF4-FFF2-40B4-BE49-F238E27FC236}">
                    <a16:creationId xmlns:a16="http://schemas.microsoft.com/office/drawing/2014/main" id="{42FEE225-9191-B0BE-6F05-7302BFD31412}"/>
                  </a:ext>
                </a:extLst>
              </p:cNvPr>
              <p:cNvSpPr/>
              <p:nvPr/>
            </p:nvSpPr>
            <p:spPr>
              <a:xfrm>
                <a:off x="7151755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5" name="Полилиния 304">
                <a:extLst>
                  <a:ext uri="{FF2B5EF4-FFF2-40B4-BE49-F238E27FC236}">
                    <a16:creationId xmlns:a16="http://schemas.microsoft.com/office/drawing/2014/main" id="{A3CC0B64-131A-FEA3-9A8A-72635A99A5A2}"/>
                  </a:ext>
                </a:extLst>
              </p:cNvPr>
              <p:cNvSpPr/>
              <p:nvPr/>
            </p:nvSpPr>
            <p:spPr>
              <a:xfrm>
                <a:off x="7151755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6" name="Полилиния 305">
                <a:extLst>
                  <a:ext uri="{FF2B5EF4-FFF2-40B4-BE49-F238E27FC236}">
                    <a16:creationId xmlns:a16="http://schemas.microsoft.com/office/drawing/2014/main" id="{AEC6C190-3711-A14D-0A6E-E5FA6067549B}"/>
                  </a:ext>
                </a:extLst>
              </p:cNvPr>
              <p:cNvSpPr/>
              <p:nvPr/>
            </p:nvSpPr>
            <p:spPr>
              <a:xfrm>
                <a:off x="7151755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7" name="Полилиния 306">
                <a:extLst>
                  <a:ext uri="{FF2B5EF4-FFF2-40B4-BE49-F238E27FC236}">
                    <a16:creationId xmlns:a16="http://schemas.microsoft.com/office/drawing/2014/main" id="{EEE0081D-DCB5-7255-FFFB-3EFDAD55A774}"/>
                  </a:ext>
                </a:extLst>
              </p:cNvPr>
              <p:cNvSpPr/>
              <p:nvPr/>
            </p:nvSpPr>
            <p:spPr>
              <a:xfrm>
                <a:off x="7151755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8" name="Полилиния 307">
                <a:extLst>
                  <a:ext uri="{FF2B5EF4-FFF2-40B4-BE49-F238E27FC236}">
                    <a16:creationId xmlns:a16="http://schemas.microsoft.com/office/drawing/2014/main" id="{B48846E3-7942-3F8F-67BE-CACD85E8A133}"/>
                  </a:ext>
                </a:extLst>
              </p:cNvPr>
              <p:cNvSpPr/>
              <p:nvPr/>
            </p:nvSpPr>
            <p:spPr>
              <a:xfrm>
                <a:off x="7151755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09" name="Полилиния 308">
                <a:extLst>
                  <a:ext uri="{FF2B5EF4-FFF2-40B4-BE49-F238E27FC236}">
                    <a16:creationId xmlns:a16="http://schemas.microsoft.com/office/drawing/2014/main" id="{C97AC058-72F8-01FE-F023-32733E87105C}"/>
                  </a:ext>
                </a:extLst>
              </p:cNvPr>
              <p:cNvSpPr/>
              <p:nvPr/>
            </p:nvSpPr>
            <p:spPr>
              <a:xfrm>
                <a:off x="7151755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0" name="Полилиния 309">
                <a:extLst>
                  <a:ext uri="{FF2B5EF4-FFF2-40B4-BE49-F238E27FC236}">
                    <a16:creationId xmlns:a16="http://schemas.microsoft.com/office/drawing/2014/main" id="{4FFFBF5B-845B-BCF1-0CF0-8B43AAC4046F}"/>
                  </a:ext>
                </a:extLst>
              </p:cNvPr>
              <p:cNvSpPr/>
              <p:nvPr/>
            </p:nvSpPr>
            <p:spPr>
              <a:xfrm>
                <a:off x="7151755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1" name="Полилиния 310">
                <a:extLst>
                  <a:ext uri="{FF2B5EF4-FFF2-40B4-BE49-F238E27FC236}">
                    <a16:creationId xmlns:a16="http://schemas.microsoft.com/office/drawing/2014/main" id="{380981B7-5F97-4834-5FAC-4791EC42FB93}"/>
                  </a:ext>
                </a:extLst>
              </p:cNvPr>
              <p:cNvSpPr/>
              <p:nvPr/>
            </p:nvSpPr>
            <p:spPr>
              <a:xfrm>
                <a:off x="7151755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2" name="Полилиния 311">
                <a:extLst>
                  <a:ext uri="{FF2B5EF4-FFF2-40B4-BE49-F238E27FC236}">
                    <a16:creationId xmlns:a16="http://schemas.microsoft.com/office/drawing/2014/main" id="{3E066499-6286-CFD6-7B7F-300227D5C6F9}"/>
                  </a:ext>
                </a:extLst>
              </p:cNvPr>
              <p:cNvSpPr/>
              <p:nvPr/>
            </p:nvSpPr>
            <p:spPr>
              <a:xfrm>
                <a:off x="7151755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3" name="Полилиния 312">
                <a:extLst>
                  <a:ext uri="{FF2B5EF4-FFF2-40B4-BE49-F238E27FC236}">
                    <a16:creationId xmlns:a16="http://schemas.microsoft.com/office/drawing/2014/main" id="{ED4F87A8-1829-6BF5-B321-09C5F9E2EFCC}"/>
                  </a:ext>
                </a:extLst>
              </p:cNvPr>
              <p:cNvSpPr/>
              <p:nvPr/>
            </p:nvSpPr>
            <p:spPr>
              <a:xfrm>
                <a:off x="7219282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4" name="Полилиния 313">
                <a:extLst>
                  <a:ext uri="{FF2B5EF4-FFF2-40B4-BE49-F238E27FC236}">
                    <a16:creationId xmlns:a16="http://schemas.microsoft.com/office/drawing/2014/main" id="{FA1D4EB2-CB5D-390F-BAA4-51B96616BA62}"/>
                  </a:ext>
                </a:extLst>
              </p:cNvPr>
              <p:cNvSpPr/>
              <p:nvPr/>
            </p:nvSpPr>
            <p:spPr>
              <a:xfrm>
                <a:off x="7219282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5" name="Полилиния 314">
                <a:extLst>
                  <a:ext uri="{FF2B5EF4-FFF2-40B4-BE49-F238E27FC236}">
                    <a16:creationId xmlns:a16="http://schemas.microsoft.com/office/drawing/2014/main" id="{382A407C-7A33-95C6-A35F-BD4DC0F49375}"/>
                  </a:ext>
                </a:extLst>
              </p:cNvPr>
              <p:cNvSpPr/>
              <p:nvPr/>
            </p:nvSpPr>
            <p:spPr>
              <a:xfrm>
                <a:off x="7219282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6" name="Полилиния 315">
                <a:extLst>
                  <a:ext uri="{FF2B5EF4-FFF2-40B4-BE49-F238E27FC236}">
                    <a16:creationId xmlns:a16="http://schemas.microsoft.com/office/drawing/2014/main" id="{3F859990-88E3-FF1B-DA59-4AEA0CA613E9}"/>
                  </a:ext>
                </a:extLst>
              </p:cNvPr>
              <p:cNvSpPr/>
              <p:nvPr/>
            </p:nvSpPr>
            <p:spPr>
              <a:xfrm>
                <a:off x="7219282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7" name="Полилиния 316">
                <a:extLst>
                  <a:ext uri="{FF2B5EF4-FFF2-40B4-BE49-F238E27FC236}">
                    <a16:creationId xmlns:a16="http://schemas.microsoft.com/office/drawing/2014/main" id="{E15BA884-D82E-3ECB-3ABD-ACA3D8EB2768}"/>
                  </a:ext>
                </a:extLst>
              </p:cNvPr>
              <p:cNvSpPr/>
              <p:nvPr/>
            </p:nvSpPr>
            <p:spPr>
              <a:xfrm>
                <a:off x="721928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8" name="Полилиния 317">
                <a:extLst>
                  <a:ext uri="{FF2B5EF4-FFF2-40B4-BE49-F238E27FC236}">
                    <a16:creationId xmlns:a16="http://schemas.microsoft.com/office/drawing/2014/main" id="{04067776-7CE3-BDB5-8E78-9A241A033643}"/>
                  </a:ext>
                </a:extLst>
              </p:cNvPr>
              <p:cNvSpPr/>
              <p:nvPr/>
            </p:nvSpPr>
            <p:spPr>
              <a:xfrm>
                <a:off x="7219282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19" name="Полилиния 318">
                <a:extLst>
                  <a:ext uri="{FF2B5EF4-FFF2-40B4-BE49-F238E27FC236}">
                    <a16:creationId xmlns:a16="http://schemas.microsoft.com/office/drawing/2014/main" id="{960E50D0-7390-4F46-9EEB-C892C183685A}"/>
                  </a:ext>
                </a:extLst>
              </p:cNvPr>
              <p:cNvSpPr/>
              <p:nvPr/>
            </p:nvSpPr>
            <p:spPr>
              <a:xfrm>
                <a:off x="7219282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0" name="Полилиния 319">
                <a:extLst>
                  <a:ext uri="{FF2B5EF4-FFF2-40B4-BE49-F238E27FC236}">
                    <a16:creationId xmlns:a16="http://schemas.microsoft.com/office/drawing/2014/main" id="{85069888-D48B-A2B0-CEEF-A261F2B6F00B}"/>
                  </a:ext>
                </a:extLst>
              </p:cNvPr>
              <p:cNvSpPr/>
              <p:nvPr/>
            </p:nvSpPr>
            <p:spPr>
              <a:xfrm>
                <a:off x="7219282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1" name="Полилиния 320">
                <a:extLst>
                  <a:ext uri="{FF2B5EF4-FFF2-40B4-BE49-F238E27FC236}">
                    <a16:creationId xmlns:a16="http://schemas.microsoft.com/office/drawing/2014/main" id="{83FF4A20-F714-DAD1-7C70-8E5C7CD334BE}"/>
                  </a:ext>
                </a:extLst>
              </p:cNvPr>
              <p:cNvSpPr/>
              <p:nvPr/>
            </p:nvSpPr>
            <p:spPr>
              <a:xfrm>
                <a:off x="7219282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2" name="Полилиния 321">
                <a:extLst>
                  <a:ext uri="{FF2B5EF4-FFF2-40B4-BE49-F238E27FC236}">
                    <a16:creationId xmlns:a16="http://schemas.microsoft.com/office/drawing/2014/main" id="{FDA193B0-290A-AFE8-6D4E-8F85C27C3A68}"/>
                  </a:ext>
                </a:extLst>
              </p:cNvPr>
              <p:cNvSpPr/>
              <p:nvPr/>
            </p:nvSpPr>
            <p:spPr>
              <a:xfrm>
                <a:off x="7219282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3" name="Полилиния 322">
                <a:extLst>
                  <a:ext uri="{FF2B5EF4-FFF2-40B4-BE49-F238E27FC236}">
                    <a16:creationId xmlns:a16="http://schemas.microsoft.com/office/drawing/2014/main" id="{86B41651-3E7D-050B-56F9-6233D20BE0E1}"/>
                  </a:ext>
                </a:extLst>
              </p:cNvPr>
              <p:cNvSpPr/>
              <p:nvPr/>
            </p:nvSpPr>
            <p:spPr>
              <a:xfrm>
                <a:off x="7219282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4" name="Полилиния 323">
                <a:extLst>
                  <a:ext uri="{FF2B5EF4-FFF2-40B4-BE49-F238E27FC236}">
                    <a16:creationId xmlns:a16="http://schemas.microsoft.com/office/drawing/2014/main" id="{47D245EC-67AB-E4DA-2FE9-BA3D35FE7EDA}"/>
                  </a:ext>
                </a:extLst>
              </p:cNvPr>
              <p:cNvSpPr/>
              <p:nvPr/>
            </p:nvSpPr>
            <p:spPr>
              <a:xfrm>
                <a:off x="7219282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5" name="Полилиния 324">
                <a:extLst>
                  <a:ext uri="{FF2B5EF4-FFF2-40B4-BE49-F238E27FC236}">
                    <a16:creationId xmlns:a16="http://schemas.microsoft.com/office/drawing/2014/main" id="{D58FDC93-4D7F-209C-A7F8-FFEFCD850115}"/>
                  </a:ext>
                </a:extLst>
              </p:cNvPr>
              <p:cNvSpPr/>
              <p:nvPr/>
            </p:nvSpPr>
            <p:spPr>
              <a:xfrm>
                <a:off x="7219282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6" name="Полилиния 325">
                <a:extLst>
                  <a:ext uri="{FF2B5EF4-FFF2-40B4-BE49-F238E27FC236}">
                    <a16:creationId xmlns:a16="http://schemas.microsoft.com/office/drawing/2014/main" id="{7C08ABA5-0DF2-22DC-5404-6B681C050842}"/>
                  </a:ext>
                </a:extLst>
              </p:cNvPr>
              <p:cNvSpPr/>
              <p:nvPr/>
            </p:nvSpPr>
            <p:spPr>
              <a:xfrm>
                <a:off x="728680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7" name="Полилиния 326">
                <a:extLst>
                  <a:ext uri="{FF2B5EF4-FFF2-40B4-BE49-F238E27FC236}">
                    <a16:creationId xmlns:a16="http://schemas.microsoft.com/office/drawing/2014/main" id="{F44D6E4E-EC19-AF55-C574-5D227F772834}"/>
                  </a:ext>
                </a:extLst>
              </p:cNvPr>
              <p:cNvSpPr/>
              <p:nvPr/>
            </p:nvSpPr>
            <p:spPr>
              <a:xfrm>
                <a:off x="7286809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8" name="Полилиния 327">
                <a:extLst>
                  <a:ext uri="{FF2B5EF4-FFF2-40B4-BE49-F238E27FC236}">
                    <a16:creationId xmlns:a16="http://schemas.microsoft.com/office/drawing/2014/main" id="{2AB130B5-8F78-676C-0121-BDDE9323A477}"/>
                  </a:ext>
                </a:extLst>
              </p:cNvPr>
              <p:cNvSpPr/>
              <p:nvPr/>
            </p:nvSpPr>
            <p:spPr>
              <a:xfrm>
                <a:off x="7286809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29" name="Полилиния 328">
                <a:extLst>
                  <a:ext uri="{FF2B5EF4-FFF2-40B4-BE49-F238E27FC236}">
                    <a16:creationId xmlns:a16="http://schemas.microsoft.com/office/drawing/2014/main" id="{10061C10-3F2F-AD57-7043-947D4CE70190}"/>
                  </a:ext>
                </a:extLst>
              </p:cNvPr>
              <p:cNvSpPr/>
              <p:nvPr/>
            </p:nvSpPr>
            <p:spPr>
              <a:xfrm>
                <a:off x="7286809" y="408127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0" name="Полилиния 329">
                <a:extLst>
                  <a:ext uri="{FF2B5EF4-FFF2-40B4-BE49-F238E27FC236}">
                    <a16:creationId xmlns:a16="http://schemas.microsoft.com/office/drawing/2014/main" id="{3582B9EE-E920-B02A-4C93-7CD26A5AF752}"/>
                  </a:ext>
                </a:extLst>
              </p:cNvPr>
              <p:cNvSpPr/>
              <p:nvPr/>
            </p:nvSpPr>
            <p:spPr>
              <a:xfrm>
                <a:off x="7286809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1" name="Полилиния 330">
                <a:extLst>
                  <a:ext uri="{FF2B5EF4-FFF2-40B4-BE49-F238E27FC236}">
                    <a16:creationId xmlns:a16="http://schemas.microsoft.com/office/drawing/2014/main" id="{7A57E795-026F-98E5-F431-64E3A6DC0134}"/>
                  </a:ext>
                </a:extLst>
              </p:cNvPr>
              <p:cNvSpPr/>
              <p:nvPr/>
            </p:nvSpPr>
            <p:spPr>
              <a:xfrm>
                <a:off x="728680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2" name="Полилиния 331">
                <a:extLst>
                  <a:ext uri="{FF2B5EF4-FFF2-40B4-BE49-F238E27FC236}">
                    <a16:creationId xmlns:a16="http://schemas.microsoft.com/office/drawing/2014/main" id="{E19E181D-D8CD-18BB-5A13-63B17BBEC967}"/>
                  </a:ext>
                </a:extLst>
              </p:cNvPr>
              <p:cNvSpPr/>
              <p:nvPr/>
            </p:nvSpPr>
            <p:spPr>
              <a:xfrm>
                <a:off x="7286809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3" name="Полилиния 332">
                <a:extLst>
                  <a:ext uri="{FF2B5EF4-FFF2-40B4-BE49-F238E27FC236}">
                    <a16:creationId xmlns:a16="http://schemas.microsoft.com/office/drawing/2014/main" id="{2BB045A0-1B2F-BEDD-B02F-7B9A2ADF3160}"/>
                  </a:ext>
                </a:extLst>
              </p:cNvPr>
              <p:cNvSpPr/>
              <p:nvPr/>
            </p:nvSpPr>
            <p:spPr>
              <a:xfrm>
                <a:off x="7286809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4" name="Полилиния 333">
                <a:extLst>
                  <a:ext uri="{FF2B5EF4-FFF2-40B4-BE49-F238E27FC236}">
                    <a16:creationId xmlns:a16="http://schemas.microsoft.com/office/drawing/2014/main" id="{2F930337-7C69-2AA1-2512-4273C78A74C2}"/>
                  </a:ext>
                </a:extLst>
              </p:cNvPr>
              <p:cNvSpPr/>
              <p:nvPr/>
            </p:nvSpPr>
            <p:spPr>
              <a:xfrm>
                <a:off x="7286809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5" name="Полилиния 334">
                <a:extLst>
                  <a:ext uri="{FF2B5EF4-FFF2-40B4-BE49-F238E27FC236}">
                    <a16:creationId xmlns:a16="http://schemas.microsoft.com/office/drawing/2014/main" id="{51F7E089-45FB-2858-E03D-18A96843C3EB}"/>
                  </a:ext>
                </a:extLst>
              </p:cNvPr>
              <p:cNvSpPr/>
              <p:nvPr/>
            </p:nvSpPr>
            <p:spPr>
              <a:xfrm>
                <a:off x="7286809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6" name="Полилиния 335">
                <a:extLst>
                  <a:ext uri="{FF2B5EF4-FFF2-40B4-BE49-F238E27FC236}">
                    <a16:creationId xmlns:a16="http://schemas.microsoft.com/office/drawing/2014/main" id="{1AAA9D84-BAFD-1E29-BDBF-A5372AEB7FBD}"/>
                  </a:ext>
                </a:extLst>
              </p:cNvPr>
              <p:cNvSpPr/>
              <p:nvPr/>
            </p:nvSpPr>
            <p:spPr>
              <a:xfrm>
                <a:off x="7286809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7" name="Полилиния 336">
                <a:extLst>
                  <a:ext uri="{FF2B5EF4-FFF2-40B4-BE49-F238E27FC236}">
                    <a16:creationId xmlns:a16="http://schemas.microsoft.com/office/drawing/2014/main" id="{663FFFA3-01AE-FBC7-F0A7-F5FB462E6FAC}"/>
                  </a:ext>
                </a:extLst>
              </p:cNvPr>
              <p:cNvSpPr/>
              <p:nvPr/>
            </p:nvSpPr>
            <p:spPr>
              <a:xfrm>
                <a:off x="7286809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8" name="Полилиния 337">
                <a:extLst>
                  <a:ext uri="{FF2B5EF4-FFF2-40B4-BE49-F238E27FC236}">
                    <a16:creationId xmlns:a16="http://schemas.microsoft.com/office/drawing/2014/main" id="{044CB922-6723-8D7C-A997-3C5F4A3B896A}"/>
                  </a:ext>
                </a:extLst>
              </p:cNvPr>
              <p:cNvSpPr/>
              <p:nvPr/>
            </p:nvSpPr>
            <p:spPr>
              <a:xfrm>
                <a:off x="7354336" y="435088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39" name="Полилиния 338">
                <a:extLst>
                  <a:ext uri="{FF2B5EF4-FFF2-40B4-BE49-F238E27FC236}">
                    <a16:creationId xmlns:a16="http://schemas.microsoft.com/office/drawing/2014/main" id="{43640A7B-7AE0-2BE4-D3F9-59CE222D316B}"/>
                  </a:ext>
                </a:extLst>
              </p:cNvPr>
              <p:cNvSpPr/>
              <p:nvPr/>
            </p:nvSpPr>
            <p:spPr>
              <a:xfrm>
                <a:off x="7354336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0" name="Полилиния 339">
                <a:extLst>
                  <a:ext uri="{FF2B5EF4-FFF2-40B4-BE49-F238E27FC236}">
                    <a16:creationId xmlns:a16="http://schemas.microsoft.com/office/drawing/2014/main" id="{9D581328-DE52-570A-B548-4A5AD2055985}"/>
                  </a:ext>
                </a:extLst>
              </p:cNvPr>
              <p:cNvSpPr/>
              <p:nvPr/>
            </p:nvSpPr>
            <p:spPr>
              <a:xfrm>
                <a:off x="7354336" y="394608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1" name="Полилиния 340">
                <a:extLst>
                  <a:ext uri="{FF2B5EF4-FFF2-40B4-BE49-F238E27FC236}">
                    <a16:creationId xmlns:a16="http://schemas.microsoft.com/office/drawing/2014/main" id="{E688458E-BA08-84C6-5E37-8518C149BB79}"/>
                  </a:ext>
                </a:extLst>
              </p:cNvPr>
              <p:cNvSpPr/>
              <p:nvPr/>
            </p:nvSpPr>
            <p:spPr>
              <a:xfrm>
                <a:off x="7354336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2" name="Полилиния 341">
                <a:extLst>
                  <a:ext uri="{FF2B5EF4-FFF2-40B4-BE49-F238E27FC236}">
                    <a16:creationId xmlns:a16="http://schemas.microsoft.com/office/drawing/2014/main" id="{30D1BF6A-0A06-156E-C3B6-F9D29FE38210}"/>
                  </a:ext>
                </a:extLst>
              </p:cNvPr>
              <p:cNvSpPr/>
              <p:nvPr/>
            </p:nvSpPr>
            <p:spPr>
              <a:xfrm>
                <a:off x="7354336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3" name="Полилиния 342">
                <a:extLst>
                  <a:ext uri="{FF2B5EF4-FFF2-40B4-BE49-F238E27FC236}">
                    <a16:creationId xmlns:a16="http://schemas.microsoft.com/office/drawing/2014/main" id="{5717714A-E13B-17E9-E86A-FEBC5615FC12}"/>
                  </a:ext>
                </a:extLst>
              </p:cNvPr>
              <p:cNvSpPr/>
              <p:nvPr/>
            </p:nvSpPr>
            <p:spPr>
              <a:xfrm>
                <a:off x="7354336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4" name="Полилиния 343">
                <a:extLst>
                  <a:ext uri="{FF2B5EF4-FFF2-40B4-BE49-F238E27FC236}">
                    <a16:creationId xmlns:a16="http://schemas.microsoft.com/office/drawing/2014/main" id="{B7F1CF16-EE96-5472-5D06-3127D36D0C30}"/>
                  </a:ext>
                </a:extLst>
              </p:cNvPr>
              <p:cNvSpPr/>
              <p:nvPr/>
            </p:nvSpPr>
            <p:spPr>
              <a:xfrm>
                <a:off x="7354336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5" name="Полилиния 344">
                <a:extLst>
                  <a:ext uri="{FF2B5EF4-FFF2-40B4-BE49-F238E27FC236}">
                    <a16:creationId xmlns:a16="http://schemas.microsoft.com/office/drawing/2014/main" id="{CF7DB2A8-7C7A-5D4B-5D4A-909567FBE93E}"/>
                  </a:ext>
                </a:extLst>
              </p:cNvPr>
              <p:cNvSpPr/>
              <p:nvPr/>
            </p:nvSpPr>
            <p:spPr>
              <a:xfrm>
                <a:off x="7354336" y="320332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6" name="Полилиния 345">
                <a:extLst>
                  <a:ext uri="{FF2B5EF4-FFF2-40B4-BE49-F238E27FC236}">
                    <a16:creationId xmlns:a16="http://schemas.microsoft.com/office/drawing/2014/main" id="{0A634C86-C2E0-6291-C479-2F1B0B1BA5D3}"/>
                  </a:ext>
                </a:extLst>
              </p:cNvPr>
              <p:cNvSpPr/>
              <p:nvPr/>
            </p:nvSpPr>
            <p:spPr>
              <a:xfrm>
                <a:off x="7354336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7" name="Полилиния 346">
                <a:extLst>
                  <a:ext uri="{FF2B5EF4-FFF2-40B4-BE49-F238E27FC236}">
                    <a16:creationId xmlns:a16="http://schemas.microsoft.com/office/drawing/2014/main" id="{68BCBE82-0AAF-CCC8-8EDA-2FB3387A088A}"/>
                  </a:ext>
                </a:extLst>
              </p:cNvPr>
              <p:cNvSpPr/>
              <p:nvPr/>
            </p:nvSpPr>
            <p:spPr>
              <a:xfrm>
                <a:off x="7421862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8" name="Полилиния 347">
                <a:extLst>
                  <a:ext uri="{FF2B5EF4-FFF2-40B4-BE49-F238E27FC236}">
                    <a16:creationId xmlns:a16="http://schemas.microsoft.com/office/drawing/2014/main" id="{CA7AF3A7-CCA5-3CDC-7B95-9022B297151C}"/>
                  </a:ext>
                </a:extLst>
              </p:cNvPr>
              <p:cNvSpPr/>
              <p:nvPr/>
            </p:nvSpPr>
            <p:spPr>
              <a:xfrm>
                <a:off x="7421862" y="414886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49" name="Полилиния 348">
                <a:extLst>
                  <a:ext uri="{FF2B5EF4-FFF2-40B4-BE49-F238E27FC236}">
                    <a16:creationId xmlns:a16="http://schemas.microsoft.com/office/drawing/2014/main" id="{33FB21BB-DDE3-BE2A-7079-4220DDC66E4C}"/>
                  </a:ext>
                </a:extLst>
              </p:cNvPr>
              <p:cNvSpPr/>
              <p:nvPr/>
            </p:nvSpPr>
            <p:spPr>
              <a:xfrm>
                <a:off x="7421862" y="401368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0" name="Полилиния 349">
                <a:extLst>
                  <a:ext uri="{FF2B5EF4-FFF2-40B4-BE49-F238E27FC236}">
                    <a16:creationId xmlns:a16="http://schemas.microsoft.com/office/drawing/2014/main" id="{1118D807-A291-40C0-253E-70B4D465E357}"/>
                  </a:ext>
                </a:extLst>
              </p:cNvPr>
              <p:cNvSpPr/>
              <p:nvPr/>
            </p:nvSpPr>
            <p:spPr>
              <a:xfrm>
                <a:off x="7421862" y="360888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1" name="Полилиния 350">
                <a:extLst>
                  <a:ext uri="{FF2B5EF4-FFF2-40B4-BE49-F238E27FC236}">
                    <a16:creationId xmlns:a16="http://schemas.microsoft.com/office/drawing/2014/main" id="{DF0BE365-E62B-990B-7747-78007A132BA7}"/>
                  </a:ext>
                </a:extLst>
              </p:cNvPr>
              <p:cNvSpPr/>
              <p:nvPr/>
            </p:nvSpPr>
            <p:spPr>
              <a:xfrm>
                <a:off x="7421862" y="347369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2" name="Полилиния 351">
                <a:extLst>
                  <a:ext uri="{FF2B5EF4-FFF2-40B4-BE49-F238E27FC236}">
                    <a16:creationId xmlns:a16="http://schemas.microsoft.com/office/drawing/2014/main" id="{944218DC-AC3E-77C0-1633-BD61823D5D6B}"/>
                  </a:ext>
                </a:extLst>
              </p:cNvPr>
              <p:cNvSpPr/>
              <p:nvPr/>
            </p:nvSpPr>
            <p:spPr>
              <a:xfrm>
                <a:off x="7421862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3" name="Полилиния 352">
                <a:extLst>
                  <a:ext uri="{FF2B5EF4-FFF2-40B4-BE49-F238E27FC236}">
                    <a16:creationId xmlns:a16="http://schemas.microsoft.com/office/drawing/2014/main" id="{1D7BC935-550D-7C31-6C67-1C031E7D248B}"/>
                  </a:ext>
                </a:extLst>
              </p:cNvPr>
              <p:cNvSpPr/>
              <p:nvPr/>
            </p:nvSpPr>
            <p:spPr>
              <a:xfrm>
                <a:off x="7421862" y="327091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4" name="Полилиния 353">
                <a:extLst>
                  <a:ext uri="{FF2B5EF4-FFF2-40B4-BE49-F238E27FC236}">
                    <a16:creationId xmlns:a16="http://schemas.microsoft.com/office/drawing/2014/main" id="{6E987134-C11E-1A52-092B-90EE21ED2ACF}"/>
                  </a:ext>
                </a:extLst>
              </p:cNvPr>
              <p:cNvSpPr/>
              <p:nvPr/>
            </p:nvSpPr>
            <p:spPr>
              <a:xfrm>
                <a:off x="7421862" y="3135726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5" name="Полилиния 354">
                <a:extLst>
                  <a:ext uri="{FF2B5EF4-FFF2-40B4-BE49-F238E27FC236}">
                    <a16:creationId xmlns:a16="http://schemas.microsoft.com/office/drawing/2014/main" id="{41E01CC4-52E5-0B12-CC9B-F845B2B19977}"/>
                  </a:ext>
                </a:extLst>
              </p:cNvPr>
              <p:cNvSpPr/>
              <p:nvPr/>
            </p:nvSpPr>
            <p:spPr>
              <a:xfrm>
                <a:off x="7489389" y="448607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6" name="Полилиния 355">
                <a:extLst>
                  <a:ext uri="{FF2B5EF4-FFF2-40B4-BE49-F238E27FC236}">
                    <a16:creationId xmlns:a16="http://schemas.microsoft.com/office/drawing/2014/main" id="{B017873F-DECE-5B72-F200-4BFFB32CA371}"/>
                  </a:ext>
                </a:extLst>
              </p:cNvPr>
              <p:cNvSpPr/>
              <p:nvPr/>
            </p:nvSpPr>
            <p:spPr>
              <a:xfrm>
                <a:off x="7489389" y="428328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7" name="Полилиния 356">
                <a:extLst>
                  <a:ext uri="{FF2B5EF4-FFF2-40B4-BE49-F238E27FC236}">
                    <a16:creationId xmlns:a16="http://schemas.microsoft.com/office/drawing/2014/main" id="{7DDD4E9F-FE97-ECDD-2CB8-DEC4099C3E9A}"/>
                  </a:ext>
                </a:extLst>
              </p:cNvPr>
              <p:cNvSpPr/>
              <p:nvPr/>
            </p:nvSpPr>
            <p:spPr>
              <a:xfrm>
                <a:off x="7489389" y="4215694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8" name="Полилиния 357">
                <a:extLst>
                  <a:ext uri="{FF2B5EF4-FFF2-40B4-BE49-F238E27FC236}">
                    <a16:creationId xmlns:a16="http://schemas.microsoft.com/office/drawing/2014/main" id="{7E4CF2D5-568F-067A-05F1-50E8E55F28E5}"/>
                  </a:ext>
                </a:extLst>
              </p:cNvPr>
              <p:cNvSpPr/>
              <p:nvPr/>
            </p:nvSpPr>
            <p:spPr>
              <a:xfrm>
                <a:off x="7489389" y="3878492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59" name="Полилиния 358">
                <a:extLst>
                  <a:ext uri="{FF2B5EF4-FFF2-40B4-BE49-F238E27FC236}">
                    <a16:creationId xmlns:a16="http://schemas.microsoft.com/office/drawing/2014/main" id="{CD4F90F9-33BC-7C22-1733-B44857F7E7DA}"/>
                  </a:ext>
                </a:extLst>
              </p:cNvPr>
              <p:cNvSpPr/>
              <p:nvPr/>
            </p:nvSpPr>
            <p:spPr>
              <a:xfrm>
                <a:off x="7489389" y="3810898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0" name="Полилиния 359">
                <a:extLst>
                  <a:ext uri="{FF2B5EF4-FFF2-40B4-BE49-F238E27FC236}">
                    <a16:creationId xmlns:a16="http://schemas.microsoft.com/office/drawing/2014/main" id="{110313BC-4D5F-0AE4-54CC-02E410E278B2}"/>
                  </a:ext>
                </a:extLst>
              </p:cNvPr>
              <p:cNvSpPr/>
              <p:nvPr/>
            </p:nvSpPr>
            <p:spPr>
              <a:xfrm>
                <a:off x="7489389" y="3743304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1" name="Полилиния 360">
                <a:extLst>
                  <a:ext uri="{FF2B5EF4-FFF2-40B4-BE49-F238E27FC236}">
                    <a16:creationId xmlns:a16="http://schemas.microsoft.com/office/drawing/2014/main" id="{3077D0CB-0683-7161-6454-51CA4E6E9FA5}"/>
                  </a:ext>
                </a:extLst>
              </p:cNvPr>
              <p:cNvSpPr/>
              <p:nvPr/>
            </p:nvSpPr>
            <p:spPr>
              <a:xfrm>
                <a:off x="7489389" y="367571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2" name="Полилиния 361">
                <a:extLst>
                  <a:ext uri="{FF2B5EF4-FFF2-40B4-BE49-F238E27FC236}">
                    <a16:creationId xmlns:a16="http://schemas.microsoft.com/office/drawing/2014/main" id="{E29560A2-9253-E7D2-4E5C-9AF871757FFD}"/>
                  </a:ext>
                </a:extLst>
              </p:cNvPr>
              <p:cNvSpPr/>
              <p:nvPr/>
            </p:nvSpPr>
            <p:spPr>
              <a:xfrm>
                <a:off x="7489389" y="3541290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3" name="Полилиния 362">
                <a:extLst>
                  <a:ext uri="{FF2B5EF4-FFF2-40B4-BE49-F238E27FC236}">
                    <a16:creationId xmlns:a16="http://schemas.microsoft.com/office/drawing/2014/main" id="{B9E75AC5-687D-AE27-B4DD-B9D4A4582BD1}"/>
                  </a:ext>
                </a:extLst>
              </p:cNvPr>
              <p:cNvSpPr/>
              <p:nvPr/>
            </p:nvSpPr>
            <p:spPr>
              <a:xfrm>
                <a:off x="7489389" y="3406102"/>
                <a:ext cx="67526" cy="67593"/>
              </a:xfrm>
              <a:custGeom>
                <a:avLst/>
                <a:gdLst>
                  <a:gd name="connsiteX0" fmla="*/ 0 w 67526"/>
                  <a:gd name="connsiteY0" fmla="*/ 67594 h 67593"/>
                  <a:gd name="connsiteX1" fmla="*/ 0 w 67526"/>
                  <a:gd name="connsiteY1" fmla="*/ 0 h 67593"/>
                  <a:gd name="connsiteX2" fmla="*/ 67527 w 67526"/>
                  <a:gd name="connsiteY2" fmla="*/ 0 h 67593"/>
                  <a:gd name="connsiteX3" fmla="*/ 67527 w 67526"/>
                  <a:gd name="connsiteY3" fmla="*/ 67594 h 67593"/>
                  <a:gd name="connsiteX4" fmla="*/ 0 w 67526"/>
                  <a:gd name="connsiteY4" fmla="*/ 67594 h 675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3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4" name="Полилиния 363">
                <a:extLst>
                  <a:ext uri="{FF2B5EF4-FFF2-40B4-BE49-F238E27FC236}">
                    <a16:creationId xmlns:a16="http://schemas.microsoft.com/office/drawing/2014/main" id="{B54191BE-13F7-B67A-0D01-5186DAACD666}"/>
                  </a:ext>
                </a:extLst>
              </p:cNvPr>
              <p:cNvSpPr/>
              <p:nvPr/>
            </p:nvSpPr>
            <p:spPr>
              <a:xfrm>
                <a:off x="7489389" y="3338508"/>
                <a:ext cx="67526" cy="67594"/>
              </a:xfrm>
              <a:custGeom>
                <a:avLst/>
                <a:gdLst>
                  <a:gd name="connsiteX0" fmla="*/ 0 w 67526"/>
                  <a:gd name="connsiteY0" fmla="*/ 67594 h 67594"/>
                  <a:gd name="connsiteX1" fmla="*/ 0 w 67526"/>
                  <a:gd name="connsiteY1" fmla="*/ 0 h 67594"/>
                  <a:gd name="connsiteX2" fmla="*/ 67527 w 67526"/>
                  <a:gd name="connsiteY2" fmla="*/ 0 h 67594"/>
                  <a:gd name="connsiteX3" fmla="*/ 67527 w 67526"/>
                  <a:gd name="connsiteY3" fmla="*/ 67594 h 67594"/>
                  <a:gd name="connsiteX4" fmla="*/ 0 w 67526"/>
                  <a:gd name="connsiteY4" fmla="*/ 67594 h 6759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67526" h="67594">
                    <a:moveTo>
                      <a:pt x="0" y="67594"/>
                    </a:moveTo>
                    <a:lnTo>
                      <a:pt x="0" y="0"/>
                    </a:lnTo>
                    <a:lnTo>
                      <a:pt x="67527" y="0"/>
                    </a:lnTo>
                    <a:lnTo>
                      <a:pt x="67527" y="67594"/>
                    </a:lnTo>
                    <a:lnTo>
                      <a:pt x="0" y="67594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5" name="Полилиния 364">
                <a:extLst>
                  <a:ext uri="{FF2B5EF4-FFF2-40B4-BE49-F238E27FC236}">
                    <a16:creationId xmlns:a16="http://schemas.microsoft.com/office/drawing/2014/main" id="{31F0AC3C-38C5-68A9-EFED-038C1071D751}"/>
                  </a:ext>
                </a:extLst>
              </p:cNvPr>
              <p:cNvSpPr/>
              <p:nvPr/>
            </p:nvSpPr>
            <p:spPr>
              <a:xfrm>
                <a:off x="5600942" y="4621258"/>
                <a:ext cx="471919" cy="473158"/>
              </a:xfrm>
              <a:custGeom>
                <a:avLst/>
                <a:gdLst>
                  <a:gd name="connsiteX0" fmla="*/ 0 w 471919"/>
                  <a:gd name="connsiteY0" fmla="*/ 0 h 473158"/>
                  <a:gd name="connsiteX1" fmla="*/ 161143 w 471919"/>
                  <a:gd name="connsiteY1" fmla="*/ 0 h 473158"/>
                  <a:gd name="connsiteX2" fmla="*/ 310777 w 471919"/>
                  <a:gd name="connsiteY2" fmla="*/ 0 h 473158"/>
                  <a:gd name="connsiteX3" fmla="*/ 471920 w 471919"/>
                  <a:gd name="connsiteY3" fmla="*/ 0 h 473158"/>
                  <a:gd name="connsiteX4" fmla="*/ 471920 w 471919"/>
                  <a:gd name="connsiteY4" fmla="*/ 159768 h 473158"/>
                  <a:gd name="connsiteX5" fmla="*/ 471920 w 471919"/>
                  <a:gd name="connsiteY5" fmla="*/ 473158 h 473158"/>
                  <a:gd name="connsiteX6" fmla="*/ 161143 w 471919"/>
                  <a:gd name="connsiteY6" fmla="*/ 473158 h 473158"/>
                  <a:gd name="connsiteX7" fmla="*/ 0 w 471919"/>
                  <a:gd name="connsiteY7" fmla="*/ 313390 h 473158"/>
                  <a:gd name="connsiteX8" fmla="*/ 0 w 471919"/>
                  <a:gd name="connsiteY8" fmla="*/ 159768 h 473158"/>
                  <a:gd name="connsiteX9" fmla="*/ 0 w 471919"/>
                  <a:gd name="connsiteY9" fmla="*/ 0 h 473158"/>
                  <a:gd name="connsiteX10" fmla="*/ 70596 w 471919"/>
                  <a:gd name="connsiteY10" fmla="*/ 70666 h 473158"/>
                  <a:gd name="connsiteX11" fmla="*/ 70596 w 471919"/>
                  <a:gd name="connsiteY11" fmla="*/ 312622 h 473158"/>
                  <a:gd name="connsiteX12" fmla="*/ 161143 w 471919"/>
                  <a:gd name="connsiteY12" fmla="*/ 400955 h 473158"/>
                  <a:gd name="connsiteX13" fmla="*/ 401324 w 471919"/>
                  <a:gd name="connsiteY13" fmla="*/ 400955 h 473158"/>
                  <a:gd name="connsiteX14" fmla="*/ 401324 w 471919"/>
                  <a:gd name="connsiteY14" fmla="*/ 69898 h 473158"/>
                  <a:gd name="connsiteX15" fmla="*/ 70596 w 471919"/>
                  <a:gd name="connsiteY15" fmla="*/ 69898 h 473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71919" h="473158">
                    <a:moveTo>
                      <a:pt x="0" y="0"/>
                    </a:moveTo>
                    <a:lnTo>
                      <a:pt x="161143" y="0"/>
                    </a:lnTo>
                    <a:lnTo>
                      <a:pt x="310777" y="0"/>
                    </a:lnTo>
                    <a:cubicBezTo>
                      <a:pt x="350679" y="0"/>
                      <a:pt x="471920" y="0"/>
                      <a:pt x="471920" y="0"/>
                    </a:cubicBezTo>
                    <a:cubicBezTo>
                      <a:pt x="471920" y="0"/>
                      <a:pt x="471920" y="111377"/>
                      <a:pt x="471920" y="159768"/>
                    </a:cubicBezTo>
                    <a:lnTo>
                      <a:pt x="471920" y="473158"/>
                    </a:lnTo>
                    <a:lnTo>
                      <a:pt x="161143" y="473158"/>
                    </a:lnTo>
                    <a:cubicBezTo>
                      <a:pt x="72131" y="473158"/>
                      <a:pt x="0" y="401724"/>
                      <a:pt x="0" y="313390"/>
                    </a:cubicBezTo>
                    <a:lnTo>
                      <a:pt x="0" y="159768"/>
                    </a:lnTo>
                    <a:lnTo>
                      <a:pt x="0" y="0"/>
                    </a:lnTo>
                    <a:close/>
                    <a:moveTo>
                      <a:pt x="70596" y="70666"/>
                    </a:moveTo>
                    <a:lnTo>
                      <a:pt x="70596" y="312622"/>
                    </a:lnTo>
                    <a:cubicBezTo>
                      <a:pt x="70596" y="361782"/>
                      <a:pt x="111266" y="400955"/>
                      <a:pt x="161143" y="400955"/>
                    </a:cubicBezTo>
                    <a:lnTo>
                      <a:pt x="401324" y="400955"/>
                    </a:lnTo>
                    <a:lnTo>
                      <a:pt x="401324" y="69898"/>
                    </a:lnTo>
                    <a:lnTo>
                      <a:pt x="70596" y="69898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6" name="Полилиния 365">
                <a:extLst>
                  <a:ext uri="{FF2B5EF4-FFF2-40B4-BE49-F238E27FC236}">
                    <a16:creationId xmlns:a16="http://schemas.microsoft.com/office/drawing/2014/main" id="{D5346B1C-7384-5B07-2F62-D9A0D61151F9}"/>
                  </a:ext>
                </a:extLst>
              </p:cNvPr>
              <p:cNvSpPr/>
              <p:nvPr/>
            </p:nvSpPr>
            <p:spPr>
              <a:xfrm>
                <a:off x="5600942" y="3136494"/>
                <a:ext cx="471919" cy="472390"/>
              </a:xfrm>
              <a:custGeom>
                <a:avLst/>
                <a:gdLst>
                  <a:gd name="connsiteX0" fmla="*/ 0 w 471919"/>
                  <a:gd name="connsiteY0" fmla="*/ 472390 h 472390"/>
                  <a:gd name="connsiteX1" fmla="*/ 161143 w 471919"/>
                  <a:gd name="connsiteY1" fmla="*/ 472390 h 472390"/>
                  <a:gd name="connsiteX2" fmla="*/ 310777 w 471919"/>
                  <a:gd name="connsiteY2" fmla="*/ 472390 h 472390"/>
                  <a:gd name="connsiteX3" fmla="*/ 471920 w 471919"/>
                  <a:gd name="connsiteY3" fmla="*/ 472390 h 472390"/>
                  <a:gd name="connsiteX4" fmla="*/ 471920 w 471919"/>
                  <a:gd name="connsiteY4" fmla="*/ 312622 h 472390"/>
                  <a:gd name="connsiteX5" fmla="*/ 471920 w 471919"/>
                  <a:gd name="connsiteY5" fmla="*/ 0 h 472390"/>
                  <a:gd name="connsiteX6" fmla="*/ 161143 w 471919"/>
                  <a:gd name="connsiteY6" fmla="*/ 0 h 472390"/>
                  <a:gd name="connsiteX7" fmla="*/ 0 w 471919"/>
                  <a:gd name="connsiteY7" fmla="*/ 159768 h 472390"/>
                  <a:gd name="connsiteX8" fmla="*/ 0 w 471919"/>
                  <a:gd name="connsiteY8" fmla="*/ 313391 h 472390"/>
                  <a:gd name="connsiteX9" fmla="*/ 0 w 471919"/>
                  <a:gd name="connsiteY9" fmla="*/ 472390 h 472390"/>
                  <a:gd name="connsiteX10" fmla="*/ 70596 w 471919"/>
                  <a:gd name="connsiteY10" fmla="*/ 400956 h 472390"/>
                  <a:gd name="connsiteX11" fmla="*/ 70596 w 471919"/>
                  <a:gd name="connsiteY11" fmla="*/ 159000 h 472390"/>
                  <a:gd name="connsiteX12" fmla="*/ 161143 w 471919"/>
                  <a:gd name="connsiteY12" fmla="*/ 70666 h 472390"/>
                  <a:gd name="connsiteX13" fmla="*/ 401324 w 471919"/>
                  <a:gd name="connsiteY13" fmla="*/ 70666 h 472390"/>
                  <a:gd name="connsiteX14" fmla="*/ 401324 w 471919"/>
                  <a:gd name="connsiteY14" fmla="*/ 400956 h 472390"/>
                  <a:gd name="connsiteX15" fmla="*/ 70596 w 471919"/>
                  <a:gd name="connsiteY15" fmla="*/ 400956 h 4723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71919" h="472390">
                    <a:moveTo>
                      <a:pt x="0" y="472390"/>
                    </a:moveTo>
                    <a:lnTo>
                      <a:pt x="161143" y="472390"/>
                    </a:lnTo>
                    <a:lnTo>
                      <a:pt x="310777" y="472390"/>
                    </a:lnTo>
                    <a:cubicBezTo>
                      <a:pt x="350679" y="472390"/>
                      <a:pt x="471920" y="472390"/>
                      <a:pt x="471920" y="472390"/>
                    </a:cubicBezTo>
                    <a:cubicBezTo>
                      <a:pt x="471920" y="472390"/>
                      <a:pt x="471920" y="361014"/>
                      <a:pt x="471920" y="312622"/>
                    </a:cubicBezTo>
                    <a:lnTo>
                      <a:pt x="471920" y="0"/>
                    </a:lnTo>
                    <a:lnTo>
                      <a:pt x="161143" y="0"/>
                    </a:lnTo>
                    <a:cubicBezTo>
                      <a:pt x="72131" y="0"/>
                      <a:pt x="0" y="71435"/>
                      <a:pt x="0" y="159768"/>
                    </a:cubicBezTo>
                    <a:lnTo>
                      <a:pt x="0" y="313391"/>
                    </a:lnTo>
                    <a:lnTo>
                      <a:pt x="0" y="472390"/>
                    </a:lnTo>
                    <a:close/>
                    <a:moveTo>
                      <a:pt x="70596" y="400956"/>
                    </a:moveTo>
                    <a:lnTo>
                      <a:pt x="70596" y="159000"/>
                    </a:lnTo>
                    <a:cubicBezTo>
                      <a:pt x="70596" y="109840"/>
                      <a:pt x="111266" y="70666"/>
                      <a:pt x="161143" y="70666"/>
                    </a:cubicBezTo>
                    <a:lnTo>
                      <a:pt x="401324" y="70666"/>
                    </a:lnTo>
                    <a:lnTo>
                      <a:pt x="401324" y="400956"/>
                    </a:lnTo>
                    <a:lnTo>
                      <a:pt x="70596" y="400956"/>
                    </a:ln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7" name="Полилиния 366">
                <a:extLst>
                  <a:ext uri="{FF2B5EF4-FFF2-40B4-BE49-F238E27FC236}">
                    <a16:creationId xmlns:a16="http://schemas.microsoft.com/office/drawing/2014/main" id="{3D63033A-623E-A76A-5041-49045821EC17}"/>
                  </a:ext>
                </a:extLst>
              </p:cNvPr>
              <p:cNvSpPr/>
              <p:nvPr/>
            </p:nvSpPr>
            <p:spPr>
              <a:xfrm>
                <a:off x="7084228" y="4621258"/>
                <a:ext cx="471919" cy="473158"/>
              </a:xfrm>
              <a:custGeom>
                <a:avLst/>
                <a:gdLst>
                  <a:gd name="connsiteX0" fmla="*/ 471920 w 471919"/>
                  <a:gd name="connsiteY0" fmla="*/ 0 h 473158"/>
                  <a:gd name="connsiteX1" fmla="*/ 310777 w 471919"/>
                  <a:gd name="connsiteY1" fmla="*/ 0 h 473158"/>
                  <a:gd name="connsiteX2" fmla="*/ 161143 w 471919"/>
                  <a:gd name="connsiteY2" fmla="*/ 0 h 473158"/>
                  <a:gd name="connsiteX3" fmla="*/ 0 w 471919"/>
                  <a:gd name="connsiteY3" fmla="*/ 0 h 473158"/>
                  <a:gd name="connsiteX4" fmla="*/ 0 w 471919"/>
                  <a:gd name="connsiteY4" fmla="*/ 159768 h 473158"/>
                  <a:gd name="connsiteX5" fmla="*/ 0 w 471919"/>
                  <a:gd name="connsiteY5" fmla="*/ 473158 h 473158"/>
                  <a:gd name="connsiteX6" fmla="*/ 310777 w 471919"/>
                  <a:gd name="connsiteY6" fmla="*/ 473158 h 473158"/>
                  <a:gd name="connsiteX7" fmla="*/ 471920 w 471919"/>
                  <a:gd name="connsiteY7" fmla="*/ 313390 h 473158"/>
                  <a:gd name="connsiteX8" fmla="*/ 471920 w 471919"/>
                  <a:gd name="connsiteY8" fmla="*/ 159768 h 473158"/>
                  <a:gd name="connsiteX9" fmla="*/ 471920 w 471919"/>
                  <a:gd name="connsiteY9" fmla="*/ 0 h 473158"/>
                  <a:gd name="connsiteX10" fmla="*/ 401324 w 471919"/>
                  <a:gd name="connsiteY10" fmla="*/ 70666 h 473158"/>
                  <a:gd name="connsiteX11" fmla="*/ 401324 w 471919"/>
                  <a:gd name="connsiteY11" fmla="*/ 312622 h 473158"/>
                  <a:gd name="connsiteX12" fmla="*/ 310777 w 471919"/>
                  <a:gd name="connsiteY12" fmla="*/ 400955 h 473158"/>
                  <a:gd name="connsiteX13" fmla="*/ 70596 w 471919"/>
                  <a:gd name="connsiteY13" fmla="*/ 400955 h 473158"/>
                  <a:gd name="connsiteX14" fmla="*/ 70596 w 471919"/>
                  <a:gd name="connsiteY14" fmla="*/ 69898 h 473158"/>
                  <a:gd name="connsiteX15" fmla="*/ 401324 w 471919"/>
                  <a:gd name="connsiteY15" fmla="*/ 69898 h 47315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</a:cxnLst>
                <a:rect l="l" t="t" r="r" b="b"/>
                <a:pathLst>
                  <a:path w="471919" h="473158">
                    <a:moveTo>
                      <a:pt x="471920" y="0"/>
                    </a:moveTo>
                    <a:lnTo>
                      <a:pt x="310777" y="0"/>
                    </a:lnTo>
                    <a:lnTo>
                      <a:pt x="161143" y="0"/>
                    </a:lnTo>
                    <a:cubicBezTo>
                      <a:pt x="121241" y="0"/>
                      <a:pt x="0" y="0"/>
                      <a:pt x="0" y="0"/>
                    </a:cubicBezTo>
                    <a:cubicBezTo>
                      <a:pt x="0" y="0"/>
                      <a:pt x="0" y="111377"/>
                      <a:pt x="0" y="159768"/>
                    </a:cubicBezTo>
                    <a:lnTo>
                      <a:pt x="0" y="473158"/>
                    </a:lnTo>
                    <a:lnTo>
                      <a:pt x="310777" y="473158"/>
                    </a:lnTo>
                    <a:cubicBezTo>
                      <a:pt x="399789" y="473158"/>
                      <a:pt x="471920" y="401724"/>
                      <a:pt x="471920" y="313390"/>
                    </a:cubicBezTo>
                    <a:lnTo>
                      <a:pt x="471920" y="159768"/>
                    </a:lnTo>
                    <a:lnTo>
                      <a:pt x="471920" y="0"/>
                    </a:lnTo>
                    <a:close/>
                    <a:moveTo>
                      <a:pt x="401324" y="70666"/>
                    </a:moveTo>
                    <a:lnTo>
                      <a:pt x="401324" y="312622"/>
                    </a:lnTo>
                    <a:cubicBezTo>
                      <a:pt x="401324" y="361782"/>
                      <a:pt x="360654" y="400955"/>
                      <a:pt x="310777" y="400955"/>
                    </a:cubicBezTo>
                    <a:lnTo>
                      <a:pt x="70596" y="400955"/>
                    </a:lnTo>
                    <a:lnTo>
                      <a:pt x="70596" y="69898"/>
                    </a:lnTo>
                    <a:lnTo>
                      <a:pt x="401324" y="69898"/>
                    </a:lnTo>
                    <a:close/>
                  </a:path>
                </a:pathLst>
              </a:custGeom>
              <a:solidFill>
                <a:schemeClr val="tx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 dirty="0"/>
              </a:p>
            </p:txBody>
          </p:sp>
          <p:sp>
            <p:nvSpPr>
              <p:cNvPr id="368" name="Полилиния 367">
                <a:extLst>
                  <a:ext uri="{FF2B5EF4-FFF2-40B4-BE49-F238E27FC236}">
                    <a16:creationId xmlns:a16="http://schemas.microsoft.com/office/drawing/2014/main" id="{3197D451-13F9-CFEF-AB75-BBA935438E23}"/>
                  </a:ext>
                </a:extLst>
              </p:cNvPr>
              <p:cNvSpPr/>
              <p:nvPr/>
            </p:nvSpPr>
            <p:spPr>
              <a:xfrm>
                <a:off x="5735995" y="4755678"/>
                <a:ext cx="202580" cy="202782"/>
              </a:xfrm>
              <a:custGeom>
                <a:avLst/>
                <a:gdLst>
                  <a:gd name="connsiteX0" fmla="*/ 0 w 202580"/>
                  <a:gd name="connsiteY0" fmla="*/ 0 h 202782"/>
                  <a:gd name="connsiteX1" fmla="*/ 202580 w 202580"/>
                  <a:gd name="connsiteY1" fmla="*/ 0 h 202782"/>
                  <a:gd name="connsiteX2" fmla="*/ 202580 w 202580"/>
                  <a:gd name="connsiteY2" fmla="*/ 202782 h 202782"/>
                  <a:gd name="connsiteX3" fmla="*/ 56017 w 202580"/>
                  <a:gd name="connsiteY3" fmla="*/ 202782 h 202782"/>
                  <a:gd name="connsiteX4" fmla="*/ 0 w 202580"/>
                  <a:gd name="connsiteY4" fmla="*/ 147478 h 202782"/>
                  <a:gd name="connsiteX5" fmla="*/ 0 w 202580"/>
                  <a:gd name="connsiteY5" fmla="*/ 55304 h 202782"/>
                  <a:gd name="connsiteX6" fmla="*/ 0 w 202580"/>
                  <a:gd name="connsiteY6" fmla="*/ 20739 h 202782"/>
                  <a:gd name="connsiteX7" fmla="*/ 0 w 202580"/>
                  <a:gd name="connsiteY7" fmla="*/ 0 h 202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2580" h="202782">
                    <a:moveTo>
                      <a:pt x="0" y="0"/>
                    </a:moveTo>
                    <a:lnTo>
                      <a:pt x="202580" y="0"/>
                    </a:lnTo>
                    <a:lnTo>
                      <a:pt x="202580" y="202782"/>
                    </a:lnTo>
                    <a:lnTo>
                      <a:pt x="56017" y="202782"/>
                    </a:lnTo>
                    <a:cubicBezTo>
                      <a:pt x="25323" y="202782"/>
                      <a:pt x="0" y="178202"/>
                      <a:pt x="0" y="147478"/>
                    </a:cubicBezTo>
                    <a:lnTo>
                      <a:pt x="0" y="55304"/>
                    </a:lnTo>
                    <a:cubicBezTo>
                      <a:pt x="0" y="46087"/>
                      <a:pt x="0" y="32261"/>
                      <a:pt x="0" y="20739"/>
                    </a:cubicBezTo>
                    <a:cubicBezTo>
                      <a:pt x="0" y="9217"/>
                      <a:pt x="0" y="0"/>
                      <a:pt x="0" y="0"/>
                    </a:cubicBez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69" name="Полилиния 368">
                <a:extLst>
                  <a:ext uri="{FF2B5EF4-FFF2-40B4-BE49-F238E27FC236}">
                    <a16:creationId xmlns:a16="http://schemas.microsoft.com/office/drawing/2014/main" id="{1C929E10-27AA-7CBF-3C6B-6EC318C8C654}"/>
                  </a:ext>
                </a:extLst>
              </p:cNvPr>
              <p:cNvSpPr/>
              <p:nvPr/>
            </p:nvSpPr>
            <p:spPr>
              <a:xfrm>
                <a:off x="5735995" y="3270914"/>
                <a:ext cx="202580" cy="202782"/>
              </a:xfrm>
              <a:custGeom>
                <a:avLst/>
                <a:gdLst>
                  <a:gd name="connsiteX0" fmla="*/ 0 w 202580"/>
                  <a:gd name="connsiteY0" fmla="*/ 202782 h 202782"/>
                  <a:gd name="connsiteX1" fmla="*/ 202580 w 202580"/>
                  <a:gd name="connsiteY1" fmla="*/ 202782 h 202782"/>
                  <a:gd name="connsiteX2" fmla="*/ 202580 w 202580"/>
                  <a:gd name="connsiteY2" fmla="*/ 0 h 202782"/>
                  <a:gd name="connsiteX3" fmla="*/ 56017 w 202580"/>
                  <a:gd name="connsiteY3" fmla="*/ 0 h 202782"/>
                  <a:gd name="connsiteX4" fmla="*/ 0 w 202580"/>
                  <a:gd name="connsiteY4" fmla="*/ 55304 h 202782"/>
                  <a:gd name="connsiteX5" fmla="*/ 0 w 202580"/>
                  <a:gd name="connsiteY5" fmla="*/ 147478 h 202782"/>
                  <a:gd name="connsiteX6" fmla="*/ 0 w 202580"/>
                  <a:gd name="connsiteY6" fmla="*/ 182043 h 202782"/>
                  <a:gd name="connsiteX7" fmla="*/ 0 w 202580"/>
                  <a:gd name="connsiteY7" fmla="*/ 202782 h 202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2580" h="202782">
                    <a:moveTo>
                      <a:pt x="0" y="202782"/>
                    </a:moveTo>
                    <a:lnTo>
                      <a:pt x="202580" y="202782"/>
                    </a:lnTo>
                    <a:lnTo>
                      <a:pt x="202580" y="0"/>
                    </a:lnTo>
                    <a:lnTo>
                      <a:pt x="56017" y="0"/>
                    </a:lnTo>
                    <a:cubicBezTo>
                      <a:pt x="25323" y="0"/>
                      <a:pt x="0" y="24580"/>
                      <a:pt x="0" y="55304"/>
                    </a:cubicBezTo>
                    <a:lnTo>
                      <a:pt x="0" y="147478"/>
                    </a:lnTo>
                    <a:cubicBezTo>
                      <a:pt x="0" y="156695"/>
                      <a:pt x="0" y="170521"/>
                      <a:pt x="0" y="182043"/>
                    </a:cubicBezTo>
                    <a:cubicBezTo>
                      <a:pt x="0" y="193565"/>
                      <a:pt x="0" y="202782"/>
                      <a:pt x="0" y="202782"/>
                    </a:cubicBezTo>
                    <a:close/>
                  </a:path>
                </a:pathLst>
              </a:custGeom>
              <a:solidFill>
                <a:srgbClr val="000000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0" name="Полилиния 369">
                <a:extLst>
                  <a:ext uri="{FF2B5EF4-FFF2-40B4-BE49-F238E27FC236}">
                    <a16:creationId xmlns:a16="http://schemas.microsoft.com/office/drawing/2014/main" id="{34F43476-CFAF-D253-18D3-1D0262BB8A75}"/>
                  </a:ext>
                </a:extLst>
              </p:cNvPr>
              <p:cNvSpPr/>
              <p:nvPr/>
            </p:nvSpPr>
            <p:spPr>
              <a:xfrm>
                <a:off x="7219282" y="4755678"/>
                <a:ext cx="202580" cy="202782"/>
              </a:xfrm>
              <a:custGeom>
                <a:avLst/>
                <a:gdLst>
                  <a:gd name="connsiteX0" fmla="*/ 202580 w 202580"/>
                  <a:gd name="connsiteY0" fmla="*/ 0 h 202782"/>
                  <a:gd name="connsiteX1" fmla="*/ 0 w 202580"/>
                  <a:gd name="connsiteY1" fmla="*/ 0 h 202782"/>
                  <a:gd name="connsiteX2" fmla="*/ 0 w 202580"/>
                  <a:gd name="connsiteY2" fmla="*/ 202782 h 202782"/>
                  <a:gd name="connsiteX3" fmla="*/ 146564 w 202580"/>
                  <a:gd name="connsiteY3" fmla="*/ 202782 h 202782"/>
                  <a:gd name="connsiteX4" fmla="*/ 202580 w 202580"/>
                  <a:gd name="connsiteY4" fmla="*/ 147478 h 202782"/>
                  <a:gd name="connsiteX5" fmla="*/ 202580 w 202580"/>
                  <a:gd name="connsiteY5" fmla="*/ 55304 h 202782"/>
                  <a:gd name="connsiteX6" fmla="*/ 202580 w 202580"/>
                  <a:gd name="connsiteY6" fmla="*/ 20739 h 202782"/>
                  <a:gd name="connsiteX7" fmla="*/ 202580 w 202580"/>
                  <a:gd name="connsiteY7" fmla="*/ 0 h 2027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202580" h="202782">
                    <a:moveTo>
                      <a:pt x="202580" y="0"/>
                    </a:moveTo>
                    <a:lnTo>
                      <a:pt x="0" y="0"/>
                    </a:lnTo>
                    <a:lnTo>
                      <a:pt x="0" y="202782"/>
                    </a:lnTo>
                    <a:lnTo>
                      <a:pt x="146564" y="202782"/>
                    </a:lnTo>
                    <a:cubicBezTo>
                      <a:pt x="177258" y="202782"/>
                      <a:pt x="202580" y="178202"/>
                      <a:pt x="202580" y="147478"/>
                    </a:cubicBezTo>
                    <a:lnTo>
                      <a:pt x="202580" y="55304"/>
                    </a:lnTo>
                    <a:cubicBezTo>
                      <a:pt x="202580" y="46087"/>
                      <a:pt x="202580" y="32261"/>
                      <a:pt x="202580" y="20739"/>
                    </a:cubicBezTo>
                    <a:cubicBezTo>
                      <a:pt x="202580" y="9217"/>
                      <a:pt x="202580" y="0"/>
                      <a:pt x="202580" y="0"/>
                    </a:cubicBezTo>
                    <a:close/>
                  </a:path>
                </a:pathLst>
              </a:custGeom>
              <a:solidFill>
                <a:schemeClr val="tx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 dirty="0"/>
              </a:p>
            </p:txBody>
          </p:sp>
          <p:sp>
            <p:nvSpPr>
              <p:cNvPr id="371" name="Полилиния 370">
                <a:extLst>
                  <a:ext uri="{FF2B5EF4-FFF2-40B4-BE49-F238E27FC236}">
                    <a16:creationId xmlns:a16="http://schemas.microsoft.com/office/drawing/2014/main" id="{3144C515-0BC5-B389-A235-EE183122EE15}"/>
                  </a:ext>
                </a:extLst>
              </p:cNvPr>
              <p:cNvSpPr/>
              <p:nvPr/>
            </p:nvSpPr>
            <p:spPr>
              <a:xfrm>
                <a:off x="5288631" y="2838466"/>
                <a:ext cx="649945" cy="599128"/>
              </a:xfrm>
              <a:custGeom>
                <a:avLst/>
                <a:gdLst>
                  <a:gd name="connsiteX0" fmla="*/ 649945 w 649945"/>
                  <a:gd name="connsiteY0" fmla="*/ 0 h 599128"/>
                  <a:gd name="connsiteX1" fmla="*/ 395185 w 649945"/>
                  <a:gd name="connsiteY1" fmla="*/ 0 h 599128"/>
                  <a:gd name="connsiteX2" fmla="*/ 242482 w 649945"/>
                  <a:gd name="connsiteY2" fmla="*/ 29188 h 599128"/>
                  <a:gd name="connsiteX3" fmla="*/ 115870 w 649945"/>
                  <a:gd name="connsiteY3" fmla="*/ 115217 h 599128"/>
                  <a:gd name="connsiteX4" fmla="*/ 28392 w 649945"/>
                  <a:gd name="connsiteY4" fmla="*/ 243492 h 599128"/>
                  <a:gd name="connsiteX5" fmla="*/ 0 w 649945"/>
                  <a:gd name="connsiteY5" fmla="*/ 394042 h 599128"/>
                  <a:gd name="connsiteX6" fmla="*/ 0 w 649945"/>
                  <a:gd name="connsiteY6" fmla="*/ 599129 h 599128"/>
                  <a:gd name="connsiteX7" fmla="*/ 30694 w 649945"/>
                  <a:gd name="connsiteY7" fmla="*/ 599129 h 599128"/>
                  <a:gd name="connsiteX8" fmla="*/ 30694 w 649945"/>
                  <a:gd name="connsiteY8" fmla="*/ 394042 h 599128"/>
                  <a:gd name="connsiteX9" fmla="*/ 56784 w 649945"/>
                  <a:gd name="connsiteY9" fmla="*/ 255014 h 599128"/>
                  <a:gd name="connsiteX10" fmla="*/ 137356 w 649945"/>
                  <a:gd name="connsiteY10" fmla="*/ 136724 h 599128"/>
                  <a:gd name="connsiteX11" fmla="*/ 253993 w 649945"/>
                  <a:gd name="connsiteY11" fmla="*/ 56840 h 599128"/>
                  <a:gd name="connsiteX12" fmla="*/ 395185 w 649945"/>
                  <a:gd name="connsiteY12" fmla="*/ 30725 h 599128"/>
                  <a:gd name="connsiteX13" fmla="*/ 649945 w 649945"/>
                  <a:gd name="connsiteY13" fmla="*/ 30725 h 599128"/>
                  <a:gd name="connsiteX14" fmla="*/ 649945 w 649945"/>
                  <a:gd name="connsiteY14" fmla="*/ 0 h 599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9945" h="599128">
                    <a:moveTo>
                      <a:pt x="649945" y="0"/>
                    </a:moveTo>
                    <a:lnTo>
                      <a:pt x="395185" y="0"/>
                    </a:lnTo>
                    <a:cubicBezTo>
                      <a:pt x="340703" y="0"/>
                      <a:pt x="289291" y="9985"/>
                      <a:pt x="242482" y="29188"/>
                    </a:cubicBezTo>
                    <a:cubicBezTo>
                      <a:pt x="196441" y="48391"/>
                      <a:pt x="154237" y="76811"/>
                      <a:pt x="115870" y="115217"/>
                    </a:cubicBezTo>
                    <a:cubicBezTo>
                      <a:pt x="76735" y="153623"/>
                      <a:pt x="48343" y="196637"/>
                      <a:pt x="28392" y="243492"/>
                    </a:cubicBezTo>
                    <a:cubicBezTo>
                      <a:pt x="9208" y="289579"/>
                      <a:pt x="0" y="340275"/>
                      <a:pt x="0" y="394042"/>
                    </a:cubicBezTo>
                    <a:lnTo>
                      <a:pt x="0" y="599129"/>
                    </a:lnTo>
                    <a:lnTo>
                      <a:pt x="30694" y="599129"/>
                    </a:lnTo>
                    <a:lnTo>
                      <a:pt x="30694" y="394042"/>
                    </a:lnTo>
                    <a:cubicBezTo>
                      <a:pt x="30694" y="344115"/>
                      <a:pt x="39135" y="298028"/>
                      <a:pt x="56784" y="255014"/>
                    </a:cubicBezTo>
                    <a:cubicBezTo>
                      <a:pt x="74433" y="211999"/>
                      <a:pt x="101290" y="172826"/>
                      <a:pt x="137356" y="136724"/>
                    </a:cubicBezTo>
                    <a:cubicBezTo>
                      <a:pt x="172654" y="101391"/>
                      <a:pt x="211788" y="75275"/>
                      <a:pt x="253993" y="56840"/>
                    </a:cubicBezTo>
                    <a:cubicBezTo>
                      <a:pt x="297732" y="39942"/>
                      <a:pt x="344540" y="30725"/>
                      <a:pt x="395185" y="30725"/>
                    </a:cubicBezTo>
                    <a:lnTo>
                      <a:pt x="649945" y="30725"/>
                    </a:lnTo>
                    <a:lnTo>
                      <a:pt x="649945" y="0"/>
                    </a:lnTo>
                    <a:close/>
                  </a:path>
                </a:pathLst>
              </a:custGeom>
              <a:solidFill>
                <a:srgbClr val="56FF7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2" name="Полилиния 371">
                <a:extLst>
                  <a:ext uri="{FF2B5EF4-FFF2-40B4-BE49-F238E27FC236}">
                    <a16:creationId xmlns:a16="http://schemas.microsoft.com/office/drawing/2014/main" id="{6792E3CB-A3DE-26BF-4137-DE432685E01A}"/>
                  </a:ext>
                </a:extLst>
              </p:cNvPr>
              <p:cNvSpPr/>
              <p:nvPr/>
            </p:nvSpPr>
            <p:spPr>
              <a:xfrm>
                <a:off x="7299086" y="2838466"/>
                <a:ext cx="557863" cy="599128"/>
              </a:xfrm>
              <a:custGeom>
                <a:avLst/>
                <a:gdLst>
                  <a:gd name="connsiteX0" fmla="*/ 557863 w 557863"/>
                  <a:gd name="connsiteY0" fmla="*/ 599129 h 599128"/>
                  <a:gd name="connsiteX1" fmla="*/ 557863 w 557863"/>
                  <a:gd name="connsiteY1" fmla="*/ 157463 h 599128"/>
                  <a:gd name="connsiteX2" fmla="*/ 546353 w 557863"/>
                  <a:gd name="connsiteY2" fmla="*/ 97550 h 599128"/>
                  <a:gd name="connsiteX3" fmla="*/ 511822 w 557863"/>
                  <a:gd name="connsiteY3" fmla="*/ 46087 h 599128"/>
                  <a:gd name="connsiteX4" fmla="*/ 461177 w 557863"/>
                  <a:gd name="connsiteY4" fmla="*/ 11522 h 599128"/>
                  <a:gd name="connsiteX5" fmla="*/ 400557 w 557863"/>
                  <a:gd name="connsiteY5" fmla="*/ 0 h 599128"/>
                  <a:gd name="connsiteX6" fmla="*/ 0 w 557863"/>
                  <a:gd name="connsiteY6" fmla="*/ 0 h 599128"/>
                  <a:gd name="connsiteX7" fmla="*/ 0 w 557863"/>
                  <a:gd name="connsiteY7" fmla="*/ 30725 h 599128"/>
                  <a:gd name="connsiteX8" fmla="*/ 399789 w 557863"/>
                  <a:gd name="connsiteY8" fmla="*/ 30725 h 599128"/>
                  <a:gd name="connsiteX9" fmla="*/ 448900 w 557863"/>
                  <a:gd name="connsiteY9" fmla="*/ 39942 h 599128"/>
                  <a:gd name="connsiteX10" fmla="*/ 489569 w 557863"/>
                  <a:gd name="connsiteY10" fmla="*/ 67594 h 599128"/>
                  <a:gd name="connsiteX11" fmla="*/ 517961 w 557863"/>
                  <a:gd name="connsiteY11" fmla="*/ 109072 h 599128"/>
                  <a:gd name="connsiteX12" fmla="*/ 527169 w 557863"/>
                  <a:gd name="connsiteY12" fmla="*/ 157463 h 599128"/>
                  <a:gd name="connsiteX13" fmla="*/ 527169 w 557863"/>
                  <a:gd name="connsiteY13" fmla="*/ 599129 h 599128"/>
                  <a:gd name="connsiteX14" fmla="*/ 557863 w 557863"/>
                  <a:gd name="connsiteY14" fmla="*/ 599129 h 599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557863" h="599128">
                    <a:moveTo>
                      <a:pt x="557863" y="599129"/>
                    </a:moveTo>
                    <a:lnTo>
                      <a:pt x="557863" y="157463"/>
                    </a:lnTo>
                    <a:cubicBezTo>
                      <a:pt x="557863" y="135956"/>
                      <a:pt x="554027" y="115985"/>
                      <a:pt x="546353" y="97550"/>
                    </a:cubicBezTo>
                    <a:cubicBezTo>
                      <a:pt x="538680" y="79116"/>
                      <a:pt x="527169" y="61449"/>
                      <a:pt x="511822" y="46087"/>
                    </a:cubicBezTo>
                    <a:cubicBezTo>
                      <a:pt x="496475" y="30725"/>
                      <a:pt x="479593" y="19203"/>
                      <a:pt x="461177" y="11522"/>
                    </a:cubicBezTo>
                    <a:cubicBezTo>
                      <a:pt x="442761" y="3841"/>
                      <a:pt x="422042" y="0"/>
                      <a:pt x="400557" y="0"/>
                    </a:cubicBezTo>
                    <a:lnTo>
                      <a:pt x="0" y="0"/>
                    </a:lnTo>
                    <a:lnTo>
                      <a:pt x="0" y="30725"/>
                    </a:lnTo>
                    <a:lnTo>
                      <a:pt x="399789" y="30725"/>
                    </a:lnTo>
                    <a:cubicBezTo>
                      <a:pt x="417438" y="30725"/>
                      <a:pt x="433553" y="33797"/>
                      <a:pt x="448900" y="39942"/>
                    </a:cubicBezTo>
                    <a:cubicBezTo>
                      <a:pt x="463479" y="46087"/>
                      <a:pt x="477292" y="55304"/>
                      <a:pt x="489569" y="67594"/>
                    </a:cubicBezTo>
                    <a:cubicBezTo>
                      <a:pt x="501847" y="79884"/>
                      <a:pt x="511055" y="93710"/>
                      <a:pt x="517961" y="109072"/>
                    </a:cubicBezTo>
                    <a:cubicBezTo>
                      <a:pt x="524100" y="123666"/>
                      <a:pt x="527169" y="139797"/>
                      <a:pt x="527169" y="157463"/>
                    </a:cubicBezTo>
                    <a:lnTo>
                      <a:pt x="527169" y="599129"/>
                    </a:lnTo>
                    <a:lnTo>
                      <a:pt x="557863" y="599129"/>
                    </a:lnTo>
                    <a:close/>
                  </a:path>
                </a:pathLst>
              </a:custGeom>
              <a:solidFill>
                <a:srgbClr val="56FF7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  <p:sp>
            <p:nvSpPr>
              <p:cNvPr id="373" name="Полилиния 372">
                <a:extLst>
                  <a:ext uri="{FF2B5EF4-FFF2-40B4-BE49-F238E27FC236}">
                    <a16:creationId xmlns:a16="http://schemas.microsoft.com/office/drawing/2014/main" id="{C38105DE-DCDE-EEE4-589B-D0181AF1389E}"/>
                  </a:ext>
                </a:extLst>
              </p:cNvPr>
              <p:cNvSpPr/>
              <p:nvPr/>
            </p:nvSpPr>
            <p:spPr>
              <a:xfrm>
                <a:off x="5288631" y="4820200"/>
                <a:ext cx="649945" cy="599128"/>
              </a:xfrm>
              <a:custGeom>
                <a:avLst/>
                <a:gdLst>
                  <a:gd name="connsiteX0" fmla="*/ 649945 w 649945"/>
                  <a:gd name="connsiteY0" fmla="*/ 599129 h 599128"/>
                  <a:gd name="connsiteX1" fmla="*/ 395185 w 649945"/>
                  <a:gd name="connsiteY1" fmla="*/ 599129 h 599128"/>
                  <a:gd name="connsiteX2" fmla="*/ 242482 w 649945"/>
                  <a:gd name="connsiteY2" fmla="*/ 569941 h 599128"/>
                  <a:gd name="connsiteX3" fmla="*/ 115870 w 649945"/>
                  <a:gd name="connsiteY3" fmla="*/ 483912 h 599128"/>
                  <a:gd name="connsiteX4" fmla="*/ 28392 w 649945"/>
                  <a:gd name="connsiteY4" fmla="*/ 355637 h 599128"/>
                  <a:gd name="connsiteX5" fmla="*/ 0 w 649945"/>
                  <a:gd name="connsiteY5" fmla="*/ 205087 h 599128"/>
                  <a:gd name="connsiteX6" fmla="*/ 0 w 649945"/>
                  <a:gd name="connsiteY6" fmla="*/ 0 h 599128"/>
                  <a:gd name="connsiteX7" fmla="*/ 30694 w 649945"/>
                  <a:gd name="connsiteY7" fmla="*/ 0 h 599128"/>
                  <a:gd name="connsiteX8" fmla="*/ 30694 w 649945"/>
                  <a:gd name="connsiteY8" fmla="*/ 205087 h 599128"/>
                  <a:gd name="connsiteX9" fmla="*/ 56784 w 649945"/>
                  <a:gd name="connsiteY9" fmla="*/ 344115 h 599128"/>
                  <a:gd name="connsiteX10" fmla="*/ 137356 w 649945"/>
                  <a:gd name="connsiteY10" fmla="*/ 462405 h 599128"/>
                  <a:gd name="connsiteX11" fmla="*/ 253993 w 649945"/>
                  <a:gd name="connsiteY11" fmla="*/ 542289 h 599128"/>
                  <a:gd name="connsiteX12" fmla="*/ 394418 w 649945"/>
                  <a:gd name="connsiteY12" fmla="*/ 569173 h 599128"/>
                  <a:gd name="connsiteX13" fmla="*/ 649178 w 649945"/>
                  <a:gd name="connsiteY13" fmla="*/ 569173 h 599128"/>
                  <a:gd name="connsiteX14" fmla="*/ 649178 w 649945"/>
                  <a:gd name="connsiteY14" fmla="*/ 599129 h 5991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649945" h="599128">
                    <a:moveTo>
                      <a:pt x="649945" y="599129"/>
                    </a:moveTo>
                    <a:lnTo>
                      <a:pt x="395185" y="599129"/>
                    </a:lnTo>
                    <a:cubicBezTo>
                      <a:pt x="340703" y="599129"/>
                      <a:pt x="289291" y="589144"/>
                      <a:pt x="242482" y="569941"/>
                    </a:cubicBezTo>
                    <a:cubicBezTo>
                      <a:pt x="196441" y="550738"/>
                      <a:pt x="154237" y="522318"/>
                      <a:pt x="115870" y="483912"/>
                    </a:cubicBezTo>
                    <a:cubicBezTo>
                      <a:pt x="76735" y="445506"/>
                      <a:pt x="48343" y="402492"/>
                      <a:pt x="28392" y="355637"/>
                    </a:cubicBezTo>
                    <a:cubicBezTo>
                      <a:pt x="9208" y="309550"/>
                      <a:pt x="0" y="258855"/>
                      <a:pt x="0" y="205087"/>
                    </a:cubicBezTo>
                    <a:lnTo>
                      <a:pt x="0" y="0"/>
                    </a:lnTo>
                    <a:lnTo>
                      <a:pt x="30694" y="0"/>
                    </a:lnTo>
                    <a:lnTo>
                      <a:pt x="30694" y="205087"/>
                    </a:lnTo>
                    <a:cubicBezTo>
                      <a:pt x="30694" y="255014"/>
                      <a:pt x="39135" y="301101"/>
                      <a:pt x="56784" y="344115"/>
                    </a:cubicBezTo>
                    <a:cubicBezTo>
                      <a:pt x="74433" y="387129"/>
                      <a:pt x="101290" y="427071"/>
                      <a:pt x="137356" y="462405"/>
                    </a:cubicBezTo>
                    <a:cubicBezTo>
                      <a:pt x="172654" y="497738"/>
                      <a:pt x="211788" y="523854"/>
                      <a:pt x="253993" y="542289"/>
                    </a:cubicBezTo>
                    <a:cubicBezTo>
                      <a:pt x="296964" y="559955"/>
                      <a:pt x="343773" y="569173"/>
                      <a:pt x="394418" y="569173"/>
                    </a:cubicBezTo>
                    <a:lnTo>
                      <a:pt x="649178" y="569173"/>
                    </a:lnTo>
                    <a:lnTo>
                      <a:pt x="649178" y="599129"/>
                    </a:lnTo>
                    <a:close/>
                  </a:path>
                </a:pathLst>
              </a:custGeom>
              <a:solidFill>
                <a:srgbClr val="56FF71"/>
              </a:solidFill>
              <a:ln w="7648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ru-RU"/>
              </a:p>
            </p:txBody>
          </p:sp>
        </p:grpSp>
      </p:grpSp>
      <p:sp>
        <p:nvSpPr>
          <p:cNvPr id="374" name="TextBox 373">
            <a:extLst>
              <a:ext uri="{FF2B5EF4-FFF2-40B4-BE49-F238E27FC236}">
                <a16:creationId xmlns:a16="http://schemas.microsoft.com/office/drawing/2014/main" id="{AA811B7C-80C7-D638-956B-B3E7172BD547}"/>
              </a:ext>
            </a:extLst>
          </p:cNvPr>
          <p:cNvSpPr txBox="1"/>
          <p:nvPr/>
        </p:nvSpPr>
        <p:spPr bwMode="auto">
          <a:xfrm>
            <a:off x="4760535" y="2145650"/>
            <a:ext cx="3657673" cy="19236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/>
            </a:pPr>
            <a:r>
              <a:rPr lang="ru-RU" sz="2000" b="1" dirty="0">
                <a:solidFill>
                  <a:srgbClr val="2A3238"/>
                </a:solidFill>
                <a:latin typeface="SB Sans Display Semibold"/>
                <a:cs typeface="SB Sans Display Semibold"/>
              </a:rPr>
              <a:t>Шаг 2</a:t>
            </a:r>
          </a:p>
          <a:p>
            <a:pPr marL="198900" indent="-198900">
              <a:spcBef>
                <a:spcPts val="600"/>
              </a:spcBef>
              <a:buClr>
                <a:srgbClr val="01E0FF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Скачиваем код в формате </a:t>
            </a:r>
            <a:r>
              <a:rPr lang="en-US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EPS</a:t>
            </a: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 или </a:t>
            </a:r>
            <a:r>
              <a:rPr lang="en-US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PNG</a:t>
            </a:r>
            <a:endParaRPr lang="ru-RU" sz="1200" dirty="0">
              <a:solidFill>
                <a:srgbClr val="2A3238"/>
              </a:solidFill>
              <a:latin typeface="SB Sans Text Light"/>
              <a:cs typeface="SB Sans Text Light"/>
            </a:endParaRPr>
          </a:p>
          <a:p>
            <a:pPr marL="198900" indent="-198900">
              <a:spcBef>
                <a:spcPts val="600"/>
              </a:spcBef>
              <a:buClr>
                <a:srgbClr val="01E0FF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Поворачиваем код</a:t>
            </a: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на 90° против часовой</a:t>
            </a:r>
          </a:p>
          <a:p>
            <a:pPr marL="198900" indent="-198900">
              <a:spcBef>
                <a:spcPts val="600"/>
              </a:spcBef>
              <a:buClr>
                <a:srgbClr val="01E0FF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Правый угол фоновой плашки скругляем, но минимально, а остальные углы скругляем соответственно радиусу</a:t>
            </a: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кругов кода</a:t>
            </a:r>
            <a:endParaRPr sz="1200" dirty="0">
              <a:solidFill>
                <a:srgbClr val="2A3238"/>
              </a:solidFill>
              <a:latin typeface="SB Sans Text Light"/>
              <a:cs typeface="SB Sans Text Light"/>
            </a:endParaRPr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DFA18881-5CEB-2439-1D4D-D4D138D17961}"/>
              </a:ext>
            </a:extLst>
          </p:cNvPr>
          <p:cNvSpPr txBox="1"/>
          <p:nvPr/>
        </p:nvSpPr>
        <p:spPr bwMode="auto">
          <a:xfrm>
            <a:off x="764125" y="2145650"/>
            <a:ext cx="3657673" cy="37702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defRPr/>
            </a:pPr>
            <a:r>
              <a:rPr lang="ru-RU" sz="2000" b="1" dirty="0">
                <a:solidFill>
                  <a:srgbClr val="2A3238"/>
                </a:solidFill>
                <a:latin typeface="SB Sans Display Semibold"/>
                <a:cs typeface="SB Sans Display Semibold"/>
              </a:rPr>
              <a:t>Шаг 1</a:t>
            </a:r>
          </a:p>
          <a:p>
            <a:pPr marL="198900" indent="-198900">
              <a:spcBef>
                <a:spcPts val="600"/>
              </a:spcBef>
              <a:buClr>
                <a:srgbClr val="01E0FF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Вставьте ссылку для </a:t>
            </a:r>
            <a:r>
              <a:rPr lang="en-US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QR-</a:t>
            </a: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кода</a:t>
            </a: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endParaRPr lang="ru-RU" sz="1200" dirty="0">
              <a:solidFill>
                <a:srgbClr val="2A3238"/>
              </a:solidFill>
              <a:latin typeface="SB Sans Text Light"/>
              <a:cs typeface="SB Sans Text Light"/>
            </a:endParaRPr>
          </a:p>
          <a:p>
            <a:pPr marL="198900" indent="-198900">
              <a:spcBef>
                <a:spcPts val="600"/>
              </a:spcBef>
              <a:buClr>
                <a:srgbClr val="01E0FF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Выберите дизайн</a:t>
            </a: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endParaRPr lang="ru-RU" sz="1200" dirty="0">
              <a:solidFill>
                <a:srgbClr val="2A3238"/>
              </a:solidFill>
              <a:latin typeface="SB Sans Text Light"/>
              <a:cs typeface="SB Sans Text Light"/>
            </a:endParaRPr>
          </a:p>
          <a:p>
            <a:pPr marL="198900" indent="-198900">
              <a:spcBef>
                <a:spcPts val="600"/>
              </a:spcBef>
              <a:buClr>
                <a:srgbClr val="01E0FF"/>
              </a:buClr>
              <a:buSzPct val="90000"/>
              <a:buFont typeface="+mj-lt"/>
              <a:buAutoNum type="arabicPeriod"/>
              <a:defRPr/>
            </a:pP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Нажмите «Создать </a:t>
            </a:r>
            <a:r>
              <a:rPr lang="en-US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QR-</a:t>
            </a:r>
            <a: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  <a:t>код»</a:t>
            </a: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br>
              <a:rPr lang="ru-RU" sz="1200" dirty="0">
                <a:solidFill>
                  <a:srgbClr val="2A3238"/>
                </a:solidFill>
                <a:latin typeface="SB Sans Text Light"/>
                <a:cs typeface="SB Sans Text Light"/>
              </a:rPr>
            </a:br>
            <a:endParaRPr lang="ru-RU" sz="1200" dirty="0">
              <a:solidFill>
                <a:srgbClr val="2A3238"/>
              </a:solidFill>
              <a:latin typeface="SB Sans Text Light"/>
              <a:cs typeface="SB Sans Text Light"/>
            </a:endParaRPr>
          </a:p>
        </p:txBody>
      </p:sp>
      <p:grpSp>
        <p:nvGrpSpPr>
          <p:cNvPr id="376" name="Группа 375">
            <a:extLst>
              <a:ext uri="{FF2B5EF4-FFF2-40B4-BE49-F238E27FC236}">
                <a16:creationId xmlns:a16="http://schemas.microsoft.com/office/drawing/2014/main" id="{50A20547-654E-B514-81F7-52F173B254F7}"/>
              </a:ext>
            </a:extLst>
          </p:cNvPr>
          <p:cNvGrpSpPr/>
          <p:nvPr/>
        </p:nvGrpSpPr>
        <p:grpSpPr>
          <a:xfrm>
            <a:off x="8662138" y="4663862"/>
            <a:ext cx="3543505" cy="719528"/>
            <a:chOff x="6899012" y="4580623"/>
            <a:chExt cx="4858304" cy="986502"/>
          </a:xfrm>
        </p:grpSpPr>
        <p:grpSp>
          <p:nvGrpSpPr>
            <p:cNvPr id="377" name="Группа 376">
              <a:extLst>
                <a:ext uri="{FF2B5EF4-FFF2-40B4-BE49-F238E27FC236}">
                  <a16:creationId xmlns:a16="http://schemas.microsoft.com/office/drawing/2014/main" id="{0310D109-A62A-D50C-0319-313340B32911}"/>
                </a:ext>
              </a:extLst>
            </p:cNvPr>
            <p:cNvGrpSpPr/>
            <p:nvPr/>
          </p:nvGrpSpPr>
          <p:grpSpPr>
            <a:xfrm>
              <a:off x="7019211" y="4580623"/>
              <a:ext cx="979504" cy="986502"/>
              <a:chOff x="5840426" y="4580623"/>
              <a:chExt cx="1882778" cy="1896230"/>
            </a:xfrm>
          </p:grpSpPr>
          <p:sp>
            <p:nvSpPr>
              <p:cNvPr id="380" name="Полилиния 379">
                <a:extLst>
                  <a:ext uri="{FF2B5EF4-FFF2-40B4-BE49-F238E27FC236}">
                    <a16:creationId xmlns:a16="http://schemas.microsoft.com/office/drawing/2014/main" id="{1B3903DE-EDDD-05D5-E0C3-582987456856}"/>
                  </a:ext>
                </a:extLst>
              </p:cNvPr>
              <p:cNvSpPr/>
              <p:nvPr/>
            </p:nvSpPr>
            <p:spPr bwMode="auto">
              <a:xfrm>
                <a:off x="5840426" y="4580623"/>
                <a:ext cx="1882778" cy="1896230"/>
              </a:xfrm>
              <a:custGeom>
                <a:avLst/>
                <a:gdLst>
                  <a:gd name="csX0" fmla="*/ 257212 w 1882778"/>
                  <a:gd name="csY0" fmla="*/ 0 h 1896230"/>
                  <a:gd name="csX1" fmla="*/ 463443 w 1882778"/>
                  <a:gd name="csY1" fmla="*/ 0 h 1896230"/>
                  <a:gd name="csX2" fmla="*/ 1624645 w 1882778"/>
                  <a:gd name="csY2" fmla="*/ 0 h 1896230"/>
                  <a:gd name="csX3" fmla="*/ 1806534 w 1882778"/>
                  <a:gd name="csY3" fmla="*/ 0 h 1896230"/>
                  <a:gd name="csX4" fmla="*/ 1882778 w 1882778"/>
                  <a:gd name="csY4" fmla="*/ 76244 h 1896230"/>
                  <a:gd name="csX5" fmla="*/ 1882778 w 1882778"/>
                  <a:gd name="csY5" fmla="*/ 1395083 h 1896230"/>
                  <a:gd name="csX6" fmla="*/ 1881857 w 1882778"/>
                  <a:gd name="csY6" fmla="*/ 1399645 h 1896230"/>
                  <a:gd name="csX7" fmla="*/ 1881857 w 1882778"/>
                  <a:gd name="csY7" fmla="*/ 1639018 h 1896230"/>
                  <a:gd name="csX8" fmla="*/ 1624645 w 1882778"/>
                  <a:gd name="csY8" fmla="*/ 1896230 h 1896230"/>
                  <a:gd name="csX9" fmla="*/ 257212 w 1882778"/>
                  <a:gd name="csY9" fmla="*/ 1896230 h 1896230"/>
                  <a:gd name="csX10" fmla="*/ 0 w 1882778"/>
                  <a:gd name="csY10" fmla="*/ 1639018 h 1896230"/>
                  <a:gd name="csX11" fmla="*/ 0 w 1882778"/>
                  <a:gd name="csY11" fmla="*/ 257212 h 1896230"/>
                  <a:gd name="csX12" fmla="*/ 257212 w 1882778"/>
                  <a:gd name="csY12" fmla="*/ 0 h 189623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</a:cxnLst>
                <a:rect l="l" t="t" r="r" b="b"/>
                <a:pathLst>
                  <a:path w="1882778" h="1896230">
                    <a:moveTo>
                      <a:pt x="257212" y="0"/>
                    </a:moveTo>
                    <a:lnTo>
                      <a:pt x="463443" y="0"/>
                    </a:lnTo>
                    <a:lnTo>
                      <a:pt x="1624645" y="0"/>
                    </a:lnTo>
                    <a:lnTo>
                      <a:pt x="1806534" y="0"/>
                    </a:lnTo>
                    <a:cubicBezTo>
                      <a:pt x="1848642" y="0"/>
                      <a:pt x="1882778" y="34136"/>
                      <a:pt x="1882778" y="76244"/>
                    </a:cubicBezTo>
                    <a:lnTo>
                      <a:pt x="1882778" y="1395083"/>
                    </a:lnTo>
                    <a:lnTo>
                      <a:pt x="1881857" y="1399645"/>
                    </a:lnTo>
                    <a:lnTo>
                      <a:pt x="1881857" y="1639018"/>
                    </a:lnTo>
                    <a:cubicBezTo>
                      <a:pt x="1881857" y="1781072"/>
                      <a:pt x="1766699" y="1896230"/>
                      <a:pt x="1624645" y="1896230"/>
                    </a:cubicBezTo>
                    <a:lnTo>
                      <a:pt x="257212" y="1896230"/>
                    </a:lnTo>
                    <a:cubicBezTo>
                      <a:pt x="115158" y="1896230"/>
                      <a:pt x="0" y="1781072"/>
                      <a:pt x="0" y="1639018"/>
                    </a:cubicBezTo>
                    <a:lnTo>
                      <a:pt x="0" y="257212"/>
                    </a:lnTo>
                    <a:cubicBezTo>
                      <a:pt x="0" y="115158"/>
                      <a:pt x="115158" y="0"/>
                      <a:pt x="257212" y="0"/>
                    </a:cubicBezTo>
                    <a:close/>
                  </a:path>
                </a:pathLst>
              </a:cu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ru-RU" dirty="0"/>
              </a:p>
            </p:txBody>
          </p:sp>
          <p:pic>
            <p:nvPicPr>
              <p:cNvPr id="381" name="Рисунок 380">
                <a:extLst>
                  <a:ext uri="{FF2B5EF4-FFF2-40B4-BE49-F238E27FC236}">
                    <a16:creationId xmlns:a16="http://schemas.microsoft.com/office/drawing/2014/main" id="{20251702-5D2D-7343-0BF7-17DD2CAC9B7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/>
            </p:blipFill>
            <p:spPr bwMode="auto">
              <a:xfrm>
                <a:off x="5938611" y="4688852"/>
                <a:ext cx="1680729" cy="1680729"/>
              </a:xfrm>
              <a:prstGeom prst="rect">
                <a:avLst/>
              </a:prstGeom>
              <a:effectLst/>
            </p:spPr>
          </p:pic>
        </p:grpSp>
        <p:sp>
          <p:nvSpPr>
            <p:cNvPr id="378" name="TextBox 377">
              <a:extLst>
                <a:ext uri="{FF2B5EF4-FFF2-40B4-BE49-F238E27FC236}">
                  <a16:creationId xmlns:a16="http://schemas.microsoft.com/office/drawing/2014/main" id="{B1270CA4-1D4D-4180-74ED-7447490D7C59}"/>
                </a:ext>
              </a:extLst>
            </p:cNvPr>
            <p:cNvSpPr txBox="1"/>
            <p:nvPr/>
          </p:nvSpPr>
          <p:spPr bwMode="auto">
            <a:xfrm>
              <a:off x="8043102" y="4592019"/>
              <a:ext cx="3714214" cy="92834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>
                <a:spcBef>
                  <a:spcPts val="1000"/>
                </a:spcBef>
                <a:defRPr/>
              </a:pPr>
              <a:r>
                <a:rPr lang="ru-RU" sz="16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" panose="020B0503040504020204" pitchFamily="34" charset="0"/>
                  <a:cs typeface="SB Sans Display" panose="020B0503040504020204" pitchFamily="34" charset="0"/>
                </a:rPr>
                <a:t>Поясняющую подпись</a:t>
              </a:r>
              <a:br>
                <a:rPr lang="ru-RU" sz="2400" dirty="0">
                  <a:gradFill>
                    <a:gsLst>
                      <a:gs pos="0">
                        <a:srgbClr val="5BFC1F"/>
                      </a:gs>
                      <a:gs pos="100000">
                        <a:srgbClr val="0FDEF7"/>
                      </a:gs>
                    </a:gsLst>
                    <a:lin ang="21594000" scaled="0"/>
                  </a:gradFill>
                  <a:latin typeface="SB Sans Display" panose="020B0503040504020204" pitchFamily="34" charset="0"/>
                  <a:cs typeface="SB Sans Display" panose="020B0503040504020204" pitchFamily="34" charset="0"/>
                </a:rPr>
              </a:br>
              <a:r>
                <a:rPr lang="ru-RU" sz="11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Выравниваем</a:t>
              </a:r>
              <a:br>
                <a:rPr lang="ru-RU" sz="11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</a:br>
              <a:r>
                <a:rPr lang="ru-RU" sz="11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по краю </a:t>
              </a:r>
              <a:r>
                <a:rPr lang="en-US" sz="11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QR-</a:t>
              </a:r>
              <a:r>
                <a:rPr lang="en-US" sz="1100" dirty="0" err="1">
                  <a:solidFill>
                    <a:srgbClr val="2A3238"/>
                  </a:solidFill>
                  <a:latin typeface="SB Sans Text Light"/>
                  <a:cs typeface="SB Sans Text Light"/>
                </a:rPr>
                <a:t>ко</a:t>
              </a:r>
              <a:r>
                <a:rPr lang="ru-RU" sz="1100" dirty="0">
                  <a:solidFill>
                    <a:srgbClr val="2A3238"/>
                  </a:solidFill>
                  <a:latin typeface="SB Sans Text Light"/>
                  <a:cs typeface="SB Sans Text Light"/>
                </a:rPr>
                <a:t>да</a:t>
              </a:r>
              <a:endParaRPr sz="1400" dirty="0">
                <a:solidFill>
                  <a:srgbClr val="2A3238"/>
                </a:solidFill>
                <a:latin typeface="SB Sans Text Light"/>
                <a:cs typeface="SB Sans Text Light"/>
              </a:endParaRPr>
            </a:p>
          </p:txBody>
        </p:sp>
        <p:cxnSp>
          <p:nvCxnSpPr>
            <p:cNvPr id="379" name="Прямая соединительная линия 378">
              <a:extLst>
                <a:ext uri="{FF2B5EF4-FFF2-40B4-BE49-F238E27FC236}">
                  <a16:creationId xmlns:a16="http://schemas.microsoft.com/office/drawing/2014/main" id="{5FF5B30F-B7F0-B47A-7040-0FF4DE0AAD3C}"/>
                </a:ext>
              </a:extLst>
            </p:cNvPr>
            <p:cNvCxnSpPr>
              <a:cxnSpLocks/>
            </p:cNvCxnSpPr>
            <p:nvPr/>
          </p:nvCxnSpPr>
          <p:spPr>
            <a:xfrm>
              <a:off x="6899012" y="4689936"/>
              <a:ext cx="2410301" cy="0"/>
            </a:xfrm>
            <a:prstGeom prst="line">
              <a:avLst/>
            </a:prstGeom>
            <a:ln w="9525">
              <a:solidFill>
                <a:srgbClr val="FF0000"/>
              </a:solidFill>
              <a:prstDash val="soli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2" name="TextBox 381">
            <a:extLst>
              <a:ext uri="{FF2B5EF4-FFF2-40B4-BE49-F238E27FC236}">
                <a16:creationId xmlns:a16="http://schemas.microsoft.com/office/drawing/2014/main" id="{38A24DD4-08E4-659D-4641-38823C495D5D}"/>
              </a:ext>
            </a:extLst>
          </p:cNvPr>
          <p:cNvSpPr txBox="1"/>
          <p:nvPr/>
        </p:nvSpPr>
        <p:spPr bwMode="auto">
          <a:xfrm>
            <a:off x="425802" y="792340"/>
            <a:ext cx="51568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3600" b="1">
                <a:solidFill>
                  <a:schemeClr val="bg1"/>
                </a:solidFill>
                <a:latin typeface="SB Sans Display Semibold"/>
                <a:cs typeface="SB Sans Display Semibold"/>
              </a:defRPr>
            </a:lvl1pPr>
          </a:lstStyle>
          <a:p>
            <a:r>
              <a:rPr lang="en" dirty="0">
                <a:solidFill>
                  <a:srgbClr val="2A3238"/>
                </a:solidFill>
              </a:rPr>
              <a:t>QR-</a:t>
            </a:r>
            <a:r>
              <a:rPr lang="ru-RU" dirty="0">
                <a:solidFill>
                  <a:srgbClr val="2A3238"/>
                </a:solidFill>
              </a:rPr>
              <a:t>код</a:t>
            </a:r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DD988233-21AF-8E1E-978E-90FB1030F982}"/>
              </a:ext>
            </a:extLst>
          </p:cNvPr>
          <p:cNvSpPr txBox="1"/>
          <p:nvPr/>
        </p:nvSpPr>
        <p:spPr bwMode="auto">
          <a:xfrm>
            <a:off x="453795" y="1438670"/>
            <a:ext cx="51288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pPr>
              <a:defRPr/>
            </a:pPr>
            <a:r>
              <a:rPr lang="ru-RU" dirty="0">
                <a:solidFill>
                  <a:srgbClr val="2A3238"/>
                </a:solidFill>
              </a:rPr>
              <a:t>Генерируйте коды в </a:t>
            </a:r>
            <a:r>
              <a:rPr lang="en" dirty="0">
                <a:solidFill>
                  <a:srgbClr val="01E0FF"/>
                </a:solidFill>
                <a:hlinkClick r:id="rId4" tooltip="https://www.qrcode-monkey.com/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qrcode-monkey.com</a:t>
            </a:r>
            <a:endParaRPr lang="ru-RU" dirty="0">
              <a:solidFill>
                <a:srgbClr val="01E0FF"/>
              </a:solidFill>
            </a:endParaRPr>
          </a:p>
        </p:txBody>
      </p:sp>
      <p:pic>
        <p:nvPicPr>
          <p:cNvPr id="384" name="Рисунок 383">
            <a:extLst>
              <a:ext uri="{FF2B5EF4-FFF2-40B4-BE49-F238E27FC236}">
                <a16:creationId xmlns:a16="http://schemas.microsoft.com/office/drawing/2014/main" id="{125E4DF1-4254-EFEC-E7BF-FEF43EAB17F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36951" y="2837904"/>
            <a:ext cx="3296655" cy="439252"/>
          </a:xfrm>
          <a:prstGeom prst="rect">
            <a:avLst/>
          </a:prstGeom>
        </p:spPr>
      </p:pic>
      <p:pic>
        <p:nvPicPr>
          <p:cNvPr id="385" name="Рисунок 384">
            <a:extLst>
              <a:ext uri="{FF2B5EF4-FFF2-40B4-BE49-F238E27FC236}">
                <a16:creationId xmlns:a16="http://schemas.microsoft.com/office/drawing/2014/main" id="{2FBC586B-2040-5695-8008-026D4BEA6B3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836951" y="3839254"/>
            <a:ext cx="3296654" cy="300536"/>
          </a:xfrm>
          <a:prstGeom prst="rect">
            <a:avLst/>
          </a:prstGeom>
        </p:spPr>
      </p:pic>
      <p:pic>
        <p:nvPicPr>
          <p:cNvPr id="386" name="Рисунок 385">
            <a:extLst>
              <a:ext uri="{FF2B5EF4-FFF2-40B4-BE49-F238E27FC236}">
                <a16:creationId xmlns:a16="http://schemas.microsoft.com/office/drawing/2014/main" id="{5D19EAC7-FB3F-1318-B512-BCA0983272FA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6951" y="4192576"/>
            <a:ext cx="1489628" cy="529615"/>
          </a:xfrm>
          <a:prstGeom prst="rect">
            <a:avLst/>
          </a:prstGeom>
        </p:spPr>
      </p:pic>
      <p:pic>
        <p:nvPicPr>
          <p:cNvPr id="387" name="Рисунок 386">
            <a:extLst>
              <a:ext uri="{FF2B5EF4-FFF2-40B4-BE49-F238E27FC236}">
                <a16:creationId xmlns:a16="http://schemas.microsoft.com/office/drawing/2014/main" id="{3EF7BFF2-4C4C-68A5-E3C6-C6E0C24A7CE3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6951" y="5376763"/>
            <a:ext cx="1061942" cy="380289"/>
          </a:xfrm>
          <a:prstGeom prst="rect">
            <a:avLst/>
          </a:prstGeom>
        </p:spPr>
      </p:pic>
      <p:pic>
        <p:nvPicPr>
          <p:cNvPr id="388" name="Рисунок 387">
            <a:extLst>
              <a:ext uri="{FF2B5EF4-FFF2-40B4-BE49-F238E27FC236}">
                <a16:creationId xmlns:a16="http://schemas.microsoft.com/office/drawing/2014/main" id="{B785E300-F541-1206-BA28-0CEA0FF025C2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716177" y="4192219"/>
            <a:ext cx="1417428" cy="5296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423204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F186BB-6735-84AA-7719-7250ED940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B0A58456-B570-4D29-2B2C-051120E182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416475" y="-2420289"/>
            <a:ext cx="7647168" cy="765592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5BA0418-CD3C-D0DA-B6BB-E2D0236323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rot="20601234">
            <a:off x="5881465" y="3940239"/>
            <a:ext cx="2971800" cy="25908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C57366-9A62-521D-4C80-0DCF4EDD80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746367">
            <a:off x="7456111" y="2013128"/>
            <a:ext cx="3568700" cy="31115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231E837-538F-5CA1-E4B7-E2942C22F650}"/>
              </a:ext>
            </a:extLst>
          </p:cNvPr>
          <p:cNvSpPr txBox="1"/>
          <p:nvPr/>
        </p:nvSpPr>
        <p:spPr bwMode="auto">
          <a:xfrm>
            <a:off x="425254" y="1125006"/>
            <a:ext cx="4147289" cy="1440394"/>
          </a:xfrm>
          <a:prstGeom prst="rect">
            <a:avLst/>
          </a:prstGeom>
          <a:noFill/>
        </p:spPr>
        <p:txBody>
          <a:bodyPr vert="horz" wrap="none" lIns="91440" tIns="45720" rIns="91440" bIns="45720" rtlCol="0" anchor="ctr">
            <a:spAutoFit/>
          </a:bodyPr>
          <a:lstStyle>
            <a:defPPr>
              <a:defRPr lang="ru-RU"/>
            </a:defPPr>
            <a:lvl1pPr>
              <a:lnSpc>
                <a:spcPct val="90000"/>
              </a:lnSpc>
              <a:spcBef>
                <a:spcPct val="0"/>
              </a:spcBef>
              <a:buNone/>
              <a:defRPr sz="4800" b="1" i="0" baseline="0">
                <a:solidFill>
                  <a:schemeClr val="bg1"/>
                </a:solidFill>
                <a:latin typeface="SB Sans Display Semibold" panose="020B0503040504020204" pitchFamily="34" charset="0"/>
                <a:cs typeface="SB Sans Display Semibold" panose="020B0503040504020204" pitchFamily="34" charset="0"/>
              </a:defRPr>
            </a:lvl1pPr>
          </a:lstStyle>
          <a:p>
            <a:r>
              <a:rPr lang="ru-RU" dirty="0">
                <a:solidFill>
                  <a:srgbClr val="2A3238"/>
                </a:solidFill>
              </a:rPr>
              <a:t>Благодарим</a:t>
            </a:r>
            <a:br>
              <a:rPr lang="ru-RU" dirty="0">
                <a:solidFill>
                  <a:srgbClr val="2A3238"/>
                </a:solidFill>
              </a:rPr>
            </a:br>
            <a:r>
              <a:rPr lang="ru-RU" dirty="0">
                <a:solidFill>
                  <a:srgbClr val="2A3238"/>
                </a:solidFill>
              </a:rPr>
              <a:t>за внимание!</a:t>
            </a:r>
            <a:endParaRPr dirty="0">
              <a:solidFill>
                <a:srgbClr val="2A3238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8C4935-B0A2-4812-6F60-D36FC51240BC}"/>
              </a:ext>
            </a:extLst>
          </p:cNvPr>
          <p:cNvSpPr txBox="1"/>
          <p:nvPr/>
        </p:nvSpPr>
        <p:spPr bwMode="auto">
          <a:xfrm>
            <a:off x="454129" y="2612430"/>
            <a:ext cx="23940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ru-RU" dirty="0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Сделано в </a:t>
            </a:r>
            <a:r>
              <a:rPr lang="en-US" dirty="0" err="1">
                <a:solidFill>
                  <a:srgbClr val="2A3238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SberUser</a:t>
            </a:r>
            <a:endParaRPr lang="ru-RU" dirty="0">
              <a:solidFill>
                <a:srgbClr val="2A3238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A7916CEE-3597-165F-86BF-A987A2E491F6}"/>
              </a:ext>
            </a:extLst>
          </p:cNvPr>
          <p:cNvSpPr/>
          <p:nvPr/>
        </p:nvSpPr>
        <p:spPr bwMode="auto">
          <a:xfrm>
            <a:off x="550863" y="4264607"/>
            <a:ext cx="2764379" cy="2040713"/>
          </a:xfrm>
          <a:prstGeom prst="roundRect">
            <a:avLst>
              <a:gd name="adj" fmla="val 8165"/>
            </a:avLst>
          </a:prstGeom>
          <a:solidFill>
            <a:srgbClr val="2A3238">
              <a:alpha val="7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457200">
              <a:spcAft>
                <a:spcPts val="599"/>
              </a:spcAft>
              <a:buSzPct val="90000"/>
            </a:pPr>
            <a:endParaRPr lang="ru-RU" sz="1600" dirty="0">
              <a:solidFill>
                <a:srgbClr val="FFFFFF"/>
              </a:solidFill>
              <a:latin typeface="SB Sans Display Light"/>
              <a:cs typeface="SB Sans Display Light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E829FC-0FD4-BE2C-A61C-957F38177DB2}"/>
              </a:ext>
            </a:extLst>
          </p:cNvPr>
          <p:cNvSpPr txBox="1"/>
          <p:nvPr/>
        </p:nvSpPr>
        <p:spPr bwMode="auto">
          <a:xfrm>
            <a:off x="679821" y="4883684"/>
            <a:ext cx="323242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ru-RU" sz="1600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Больше элементов</a:t>
            </a:r>
            <a:br>
              <a:rPr lang="ru-RU" sz="1600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</a:br>
            <a:r>
              <a:rPr lang="ru-RU" sz="1600" dirty="0">
                <a:solidFill>
                  <a:srgbClr val="2A3238"/>
                </a:solidFill>
                <a:latin typeface="SB Sans Text" panose="020B0503040504020204" pitchFamily="34" charset="0"/>
                <a:cs typeface="SB Sans Text" panose="020B0503040504020204" pitchFamily="34" charset="0"/>
              </a:rPr>
              <a:t>для фонов и дизайна:</a:t>
            </a:r>
            <a:endParaRPr sz="1600" dirty="0">
              <a:solidFill>
                <a:srgbClr val="2A3238"/>
              </a:solidFill>
              <a:latin typeface="SB Sans Text" panose="020B0503040504020204" pitchFamily="34" charset="0"/>
              <a:cs typeface="SB Sans Text" panose="020B0503040504020204" pitchFamily="34" charset="0"/>
            </a:endParaRPr>
          </a:p>
        </p:txBody>
      </p:sp>
      <p:sp>
        <p:nvSpPr>
          <p:cNvPr id="14" name="Полилиния: фигура 300">
            <a:extLst>
              <a:ext uri="{FF2B5EF4-FFF2-40B4-BE49-F238E27FC236}">
                <a16:creationId xmlns:a16="http://schemas.microsoft.com/office/drawing/2014/main" id="{8A9CA088-306A-C33A-504F-FF64FE67BC46}"/>
              </a:ext>
            </a:extLst>
          </p:cNvPr>
          <p:cNvSpPr/>
          <p:nvPr/>
        </p:nvSpPr>
        <p:spPr bwMode="auto">
          <a:xfrm>
            <a:off x="772493" y="4496303"/>
            <a:ext cx="284162" cy="275272"/>
          </a:xfrm>
          <a:custGeom>
            <a:avLst/>
            <a:gdLst>
              <a:gd name="connsiteX0" fmla="*/ 142196 w 284162"/>
              <a:gd name="connsiteY0" fmla="*/ 20003 h 275272"/>
              <a:gd name="connsiteX1" fmla="*/ 163787 w 284162"/>
              <a:gd name="connsiteY1" fmla="*/ 73342 h 275272"/>
              <a:gd name="connsiteX2" fmla="*/ 181566 w 284162"/>
              <a:gd name="connsiteY2" fmla="*/ 86042 h 275272"/>
              <a:gd name="connsiteX3" fmla="*/ 243796 w 284162"/>
              <a:gd name="connsiteY3" fmla="*/ 92392 h 275272"/>
              <a:gd name="connsiteX4" fmla="*/ 195537 w 284162"/>
              <a:gd name="connsiteY4" fmla="*/ 131762 h 275272"/>
              <a:gd name="connsiteX5" fmla="*/ 187916 w 284162"/>
              <a:gd name="connsiteY5" fmla="*/ 153353 h 275272"/>
              <a:gd name="connsiteX6" fmla="*/ 200616 w 284162"/>
              <a:gd name="connsiteY6" fmla="*/ 206692 h 275272"/>
              <a:gd name="connsiteX7" fmla="*/ 152357 w 284162"/>
              <a:gd name="connsiteY7" fmla="*/ 177483 h 275272"/>
              <a:gd name="connsiteX8" fmla="*/ 130766 w 284162"/>
              <a:gd name="connsiteY8" fmla="*/ 177483 h 275272"/>
              <a:gd name="connsiteX9" fmla="*/ 82507 w 284162"/>
              <a:gd name="connsiteY9" fmla="*/ 206692 h 275272"/>
              <a:gd name="connsiteX10" fmla="*/ 95207 w 284162"/>
              <a:gd name="connsiteY10" fmla="*/ 153353 h 275272"/>
              <a:gd name="connsiteX11" fmla="*/ 87587 w 284162"/>
              <a:gd name="connsiteY11" fmla="*/ 131762 h 275272"/>
              <a:gd name="connsiteX12" fmla="*/ 39326 w 284162"/>
              <a:gd name="connsiteY12" fmla="*/ 92392 h 275272"/>
              <a:gd name="connsiteX13" fmla="*/ 101557 w 284162"/>
              <a:gd name="connsiteY13" fmla="*/ 86042 h 275272"/>
              <a:gd name="connsiteX14" fmla="*/ 119337 w 284162"/>
              <a:gd name="connsiteY14" fmla="*/ 73342 h 275272"/>
              <a:gd name="connsiteX15" fmla="*/ 142196 w 284162"/>
              <a:gd name="connsiteY15" fmla="*/ 20003 h 275272"/>
              <a:gd name="connsiteX16" fmla="*/ 123146 w 284162"/>
              <a:gd name="connsiteY16" fmla="*/ 12383 h 275272"/>
              <a:gd name="connsiteX17" fmla="*/ 161246 w 284162"/>
              <a:gd name="connsiteY17" fmla="*/ 12383 h 275272"/>
              <a:gd name="connsiteX18" fmla="*/ 182837 w 284162"/>
              <a:gd name="connsiteY18" fmla="*/ 65722 h 275272"/>
              <a:gd name="connsiteX19" fmla="*/ 184107 w 284162"/>
              <a:gd name="connsiteY19" fmla="*/ 65722 h 275272"/>
              <a:gd name="connsiteX20" fmla="*/ 245066 w 284162"/>
              <a:gd name="connsiteY20" fmla="*/ 72072 h 275272"/>
              <a:gd name="connsiteX21" fmla="*/ 256496 w 284162"/>
              <a:gd name="connsiteY21" fmla="*/ 107633 h 275272"/>
              <a:gd name="connsiteX22" fmla="*/ 208237 w 284162"/>
              <a:gd name="connsiteY22" fmla="*/ 147003 h 275272"/>
              <a:gd name="connsiteX23" fmla="*/ 208237 w 284162"/>
              <a:gd name="connsiteY23" fmla="*/ 148272 h 275272"/>
              <a:gd name="connsiteX24" fmla="*/ 220937 w 284162"/>
              <a:gd name="connsiteY24" fmla="*/ 201612 h 275272"/>
              <a:gd name="connsiteX25" fmla="*/ 190457 w 284162"/>
              <a:gd name="connsiteY25" fmla="*/ 224472 h 275272"/>
              <a:gd name="connsiteX26" fmla="*/ 142196 w 284162"/>
              <a:gd name="connsiteY26" fmla="*/ 195262 h 275272"/>
              <a:gd name="connsiteX27" fmla="*/ 140926 w 284162"/>
              <a:gd name="connsiteY27" fmla="*/ 195262 h 275272"/>
              <a:gd name="connsiteX28" fmla="*/ 92666 w 284162"/>
              <a:gd name="connsiteY28" fmla="*/ 224472 h 275272"/>
              <a:gd name="connsiteX29" fmla="*/ 62187 w 284162"/>
              <a:gd name="connsiteY29" fmla="*/ 201612 h 275272"/>
              <a:gd name="connsiteX30" fmla="*/ 74887 w 284162"/>
              <a:gd name="connsiteY30" fmla="*/ 148272 h 275272"/>
              <a:gd name="connsiteX31" fmla="*/ 74887 w 284162"/>
              <a:gd name="connsiteY31" fmla="*/ 147003 h 275272"/>
              <a:gd name="connsiteX32" fmla="*/ 26626 w 284162"/>
              <a:gd name="connsiteY32" fmla="*/ 107633 h 275272"/>
              <a:gd name="connsiteX33" fmla="*/ 38057 w 284162"/>
              <a:gd name="connsiteY33" fmla="*/ 72072 h 275272"/>
              <a:gd name="connsiteX34" fmla="*/ 100287 w 284162"/>
              <a:gd name="connsiteY34" fmla="*/ 65722 h 275272"/>
              <a:gd name="connsiteX35" fmla="*/ 101557 w 284162"/>
              <a:gd name="connsiteY35" fmla="*/ 65722 h 275272"/>
              <a:gd name="connsiteX36" fmla="*/ 123146 w 284162"/>
              <a:gd name="connsiteY36" fmla="*/ 12383 h 275272"/>
              <a:gd name="connsiteX37" fmla="*/ 53296 w 284162"/>
              <a:gd name="connsiteY37" fmla="*/ 9842 h 275272"/>
              <a:gd name="connsiteX38" fmla="*/ 39326 w 284162"/>
              <a:gd name="connsiteY38" fmla="*/ 9842 h 275272"/>
              <a:gd name="connsiteX39" fmla="*/ 39326 w 284162"/>
              <a:gd name="connsiteY39" fmla="*/ 23812 h 275272"/>
              <a:gd name="connsiteX40" fmla="*/ 44407 w 284162"/>
              <a:gd name="connsiteY40" fmla="*/ 28892 h 275272"/>
              <a:gd name="connsiteX41" fmla="*/ 58376 w 284162"/>
              <a:gd name="connsiteY41" fmla="*/ 28892 h 275272"/>
              <a:gd name="connsiteX42" fmla="*/ 58376 w 284162"/>
              <a:gd name="connsiteY42" fmla="*/ 14922 h 275272"/>
              <a:gd name="connsiteX43" fmla="*/ 53296 w 284162"/>
              <a:gd name="connsiteY43" fmla="*/ 9842 h 275272"/>
              <a:gd name="connsiteX44" fmla="*/ 1226 w 284162"/>
              <a:gd name="connsiteY44" fmla="*/ 178753 h 275272"/>
              <a:gd name="connsiteX45" fmla="*/ 15196 w 284162"/>
              <a:gd name="connsiteY45" fmla="*/ 183833 h 275272"/>
              <a:gd name="connsiteX46" fmla="*/ 25357 w 284162"/>
              <a:gd name="connsiteY46" fmla="*/ 178753 h 275272"/>
              <a:gd name="connsiteX47" fmla="*/ 30437 w 284162"/>
              <a:gd name="connsiteY47" fmla="*/ 164783 h 275272"/>
              <a:gd name="connsiteX48" fmla="*/ 16466 w 284162"/>
              <a:gd name="connsiteY48" fmla="*/ 159703 h 275272"/>
              <a:gd name="connsiteX49" fmla="*/ 6307 w 284162"/>
              <a:gd name="connsiteY49" fmla="*/ 164783 h 275272"/>
              <a:gd name="connsiteX50" fmla="*/ 1226 w 284162"/>
              <a:gd name="connsiteY50" fmla="*/ 178753 h 275272"/>
              <a:gd name="connsiteX51" fmla="*/ 269196 w 284162"/>
              <a:gd name="connsiteY51" fmla="*/ 182562 h 275272"/>
              <a:gd name="connsiteX52" fmla="*/ 283166 w 284162"/>
              <a:gd name="connsiteY52" fmla="*/ 177483 h 275272"/>
              <a:gd name="connsiteX53" fmla="*/ 278087 w 284162"/>
              <a:gd name="connsiteY53" fmla="*/ 163512 h 275272"/>
              <a:gd name="connsiteX54" fmla="*/ 267926 w 284162"/>
              <a:gd name="connsiteY54" fmla="*/ 158433 h 275272"/>
              <a:gd name="connsiteX55" fmla="*/ 253957 w 284162"/>
              <a:gd name="connsiteY55" fmla="*/ 163512 h 275272"/>
              <a:gd name="connsiteX56" fmla="*/ 259037 w 284162"/>
              <a:gd name="connsiteY56" fmla="*/ 177483 h 275272"/>
              <a:gd name="connsiteX57" fmla="*/ 269196 w 284162"/>
              <a:gd name="connsiteY57" fmla="*/ 182562 h 275272"/>
              <a:gd name="connsiteX58" fmla="*/ 245066 w 284162"/>
              <a:gd name="connsiteY58" fmla="*/ 9842 h 275272"/>
              <a:gd name="connsiteX59" fmla="*/ 231096 w 284162"/>
              <a:gd name="connsiteY59" fmla="*/ 9842 h 275272"/>
              <a:gd name="connsiteX60" fmla="*/ 226016 w 284162"/>
              <a:gd name="connsiteY60" fmla="*/ 14922 h 275272"/>
              <a:gd name="connsiteX61" fmla="*/ 226016 w 284162"/>
              <a:gd name="connsiteY61" fmla="*/ 28892 h 275272"/>
              <a:gd name="connsiteX62" fmla="*/ 239987 w 284162"/>
              <a:gd name="connsiteY62" fmla="*/ 28892 h 275272"/>
              <a:gd name="connsiteX63" fmla="*/ 245066 w 284162"/>
              <a:gd name="connsiteY63" fmla="*/ 23812 h 275272"/>
              <a:gd name="connsiteX64" fmla="*/ 245066 w 284162"/>
              <a:gd name="connsiteY64" fmla="*/ 9842 h 275272"/>
              <a:gd name="connsiteX65" fmla="*/ 152357 w 284162"/>
              <a:gd name="connsiteY65" fmla="*/ 254953 h 275272"/>
              <a:gd name="connsiteX66" fmla="*/ 142196 w 284162"/>
              <a:gd name="connsiteY66" fmla="*/ 244792 h 275272"/>
              <a:gd name="connsiteX67" fmla="*/ 132037 w 284162"/>
              <a:gd name="connsiteY67" fmla="*/ 254953 h 275272"/>
              <a:gd name="connsiteX68" fmla="*/ 132037 w 284162"/>
              <a:gd name="connsiteY68" fmla="*/ 265112 h 275272"/>
              <a:gd name="connsiteX69" fmla="*/ 142196 w 284162"/>
              <a:gd name="connsiteY69" fmla="*/ 275273 h 275272"/>
              <a:gd name="connsiteX70" fmla="*/ 152357 w 284162"/>
              <a:gd name="connsiteY70" fmla="*/ 265112 h 275272"/>
              <a:gd name="connsiteX71" fmla="*/ 152357 w 284162"/>
              <a:gd name="connsiteY71" fmla="*/ 254953 h 2752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</a:cxnLst>
            <a:rect l="l" t="t" r="r" b="b"/>
            <a:pathLst>
              <a:path w="284162" h="275272">
                <a:moveTo>
                  <a:pt x="142196" y="20003"/>
                </a:moveTo>
                <a:lnTo>
                  <a:pt x="163787" y="73342"/>
                </a:lnTo>
                <a:cubicBezTo>
                  <a:pt x="166326" y="80962"/>
                  <a:pt x="173946" y="86042"/>
                  <a:pt x="181566" y="86042"/>
                </a:cubicBezTo>
                <a:lnTo>
                  <a:pt x="243796" y="92392"/>
                </a:lnTo>
                <a:lnTo>
                  <a:pt x="195537" y="131762"/>
                </a:lnTo>
                <a:cubicBezTo>
                  <a:pt x="189187" y="136842"/>
                  <a:pt x="186646" y="145733"/>
                  <a:pt x="187916" y="153353"/>
                </a:cubicBezTo>
                <a:lnTo>
                  <a:pt x="200616" y="206692"/>
                </a:lnTo>
                <a:lnTo>
                  <a:pt x="152357" y="177483"/>
                </a:lnTo>
                <a:cubicBezTo>
                  <a:pt x="146007" y="173672"/>
                  <a:pt x="137116" y="173672"/>
                  <a:pt x="130766" y="177483"/>
                </a:cubicBezTo>
                <a:lnTo>
                  <a:pt x="82507" y="206692"/>
                </a:lnTo>
                <a:lnTo>
                  <a:pt x="95207" y="153353"/>
                </a:lnTo>
                <a:cubicBezTo>
                  <a:pt x="97746" y="145733"/>
                  <a:pt x="93937" y="136842"/>
                  <a:pt x="87587" y="131762"/>
                </a:cubicBezTo>
                <a:lnTo>
                  <a:pt x="39326" y="92392"/>
                </a:lnTo>
                <a:lnTo>
                  <a:pt x="101557" y="86042"/>
                </a:lnTo>
                <a:cubicBezTo>
                  <a:pt x="109176" y="84772"/>
                  <a:pt x="116796" y="79692"/>
                  <a:pt x="119337" y="73342"/>
                </a:cubicBezTo>
                <a:lnTo>
                  <a:pt x="142196" y="20003"/>
                </a:lnTo>
                <a:close/>
                <a:moveTo>
                  <a:pt x="123146" y="12383"/>
                </a:moveTo>
                <a:cubicBezTo>
                  <a:pt x="129496" y="-4128"/>
                  <a:pt x="153626" y="-4128"/>
                  <a:pt x="161246" y="12383"/>
                </a:cubicBezTo>
                <a:lnTo>
                  <a:pt x="182837" y="65722"/>
                </a:lnTo>
                <a:cubicBezTo>
                  <a:pt x="182837" y="65722"/>
                  <a:pt x="182837" y="65722"/>
                  <a:pt x="184107" y="65722"/>
                </a:cubicBezTo>
                <a:lnTo>
                  <a:pt x="245066" y="72072"/>
                </a:lnTo>
                <a:cubicBezTo>
                  <a:pt x="262846" y="73342"/>
                  <a:pt x="270466" y="96203"/>
                  <a:pt x="256496" y="107633"/>
                </a:cubicBezTo>
                <a:lnTo>
                  <a:pt x="208237" y="147003"/>
                </a:lnTo>
                <a:cubicBezTo>
                  <a:pt x="208237" y="147003"/>
                  <a:pt x="208237" y="148272"/>
                  <a:pt x="208237" y="148272"/>
                </a:cubicBezTo>
                <a:lnTo>
                  <a:pt x="220937" y="201612"/>
                </a:lnTo>
                <a:cubicBezTo>
                  <a:pt x="224746" y="219392"/>
                  <a:pt x="205696" y="233362"/>
                  <a:pt x="190457" y="224472"/>
                </a:cubicBezTo>
                <a:lnTo>
                  <a:pt x="142196" y="195262"/>
                </a:lnTo>
                <a:cubicBezTo>
                  <a:pt x="142196" y="195262"/>
                  <a:pt x="140926" y="195262"/>
                  <a:pt x="140926" y="195262"/>
                </a:cubicBezTo>
                <a:lnTo>
                  <a:pt x="92666" y="224472"/>
                </a:lnTo>
                <a:cubicBezTo>
                  <a:pt x="77426" y="233362"/>
                  <a:pt x="58376" y="219392"/>
                  <a:pt x="62187" y="201612"/>
                </a:cubicBezTo>
                <a:lnTo>
                  <a:pt x="74887" y="148272"/>
                </a:lnTo>
                <a:cubicBezTo>
                  <a:pt x="74887" y="148272"/>
                  <a:pt x="74887" y="147003"/>
                  <a:pt x="74887" y="147003"/>
                </a:cubicBezTo>
                <a:lnTo>
                  <a:pt x="26626" y="107633"/>
                </a:lnTo>
                <a:cubicBezTo>
                  <a:pt x="12657" y="96203"/>
                  <a:pt x="19007" y="73342"/>
                  <a:pt x="38057" y="72072"/>
                </a:cubicBezTo>
                <a:lnTo>
                  <a:pt x="100287" y="65722"/>
                </a:lnTo>
                <a:cubicBezTo>
                  <a:pt x="100287" y="65722"/>
                  <a:pt x="101557" y="65722"/>
                  <a:pt x="101557" y="65722"/>
                </a:cubicBezTo>
                <a:lnTo>
                  <a:pt x="123146" y="12383"/>
                </a:lnTo>
                <a:close/>
                <a:moveTo>
                  <a:pt x="53296" y="9842"/>
                </a:moveTo>
                <a:cubicBezTo>
                  <a:pt x="49487" y="6033"/>
                  <a:pt x="43137" y="6033"/>
                  <a:pt x="39326" y="9842"/>
                </a:cubicBezTo>
                <a:cubicBezTo>
                  <a:pt x="35516" y="13653"/>
                  <a:pt x="35516" y="20003"/>
                  <a:pt x="39326" y="23812"/>
                </a:cubicBezTo>
                <a:lnTo>
                  <a:pt x="44407" y="28892"/>
                </a:lnTo>
                <a:cubicBezTo>
                  <a:pt x="48216" y="32703"/>
                  <a:pt x="54566" y="32703"/>
                  <a:pt x="58376" y="28892"/>
                </a:cubicBezTo>
                <a:cubicBezTo>
                  <a:pt x="62187" y="25083"/>
                  <a:pt x="62187" y="18733"/>
                  <a:pt x="58376" y="14922"/>
                </a:cubicBezTo>
                <a:lnTo>
                  <a:pt x="53296" y="9842"/>
                </a:lnTo>
                <a:close/>
                <a:moveTo>
                  <a:pt x="1226" y="178753"/>
                </a:moveTo>
                <a:cubicBezTo>
                  <a:pt x="3766" y="183833"/>
                  <a:pt x="10116" y="186372"/>
                  <a:pt x="15196" y="183833"/>
                </a:cubicBezTo>
                <a:lnTo>
                  <a:pt x="25357" y="178753"/>
                </a:lnTo>
                <a:cubicBezTo>
                  <a:pt x="30437" y="176212"/>
                  <a:pt x="32976" y="169862"/>
                  <a:pt x="30437" y="164783"/>
                </a:cubicBezTo>
                <a:cubicBezTo>
                  <a:pt x="27896" y="159703"/>
                  <a:pt x="21546" y="157162"/>
                  <a:pt x="16466" y="159703"/>
                </a:cubicBezTo>
                <a:lnTo>
                  <a:pt x="6307" y="164783"/>
                </a:lnTo>
                <a:cubicBezTo>
                  <a:pt x="-43" y="167322"/>
                  <a:pt x="-1313" y="173672"/>
                  <a:pt x="1226" y="178753"/>
                </a:cubicBezTo>
                <a:close/>
                <a:moveTo>
                  <a:pt x="269196" y="182562"/>
                </a:moveTo>
                <a:cubicBezTo>
                  <a:pt x="274276" y="185103"/>
                  <a:pt x="280626" y="182562"/>
                  <a:pt x="283166" y="177483"/>
                </a:cubicBezTo>
                <a:cubicBezTo>
                  <a:pt x="285707" y="172403"/>
                  <a:pt x="283166" y="166053"/>
                  <a:pt x="278087" y="163512"/>
                </a:cubicBezTo>
                <a:lnTo>
                  <a:pt x="267926" y="158433"/>
                </a:lnTo>
                <a:cubicBezTo>
                  <a:pt x="262846" y="155892"/>
                  <a:pt x="256496" y="158433"/>
                  <a:pt x="253957" y="163512"/>
                </a:cubicBezTo>
                <a:cubicBezTo>
                  <a:pt x="251416" y="168592"/>
                  <a:pt x="253957" y="174942"/>
                  <a:pt x="259037" y="177483"/>
                </a:cubicBezTo>
                <a:lnTo>
                  <a:pt x="269196" y="182562"/>
                </a:lnTo>
                <a:close/>
                <a:moveTo>
                  <a:pt x="245066" y="9842"/>
                </a:moveTo>
                <a:cubicBezTo>
                  <a:pt x="241257" y="6033"/>
                  <a:pt x="234907" y="6033"/>
                  <a:pt x="231096" y="9842"/>
                </a:cubicBezTo>
                <a:lnTo>
                  <a:pt x="226016" y="14922"/>
                </a:lnTo>
                <a:cubicBezTo>
                  <a:pt x="222207" y="18733"/>
                  <a:pt x="222207" y="25083"/>
                  <a:pt x="226016" y="28892"/>
                </a:cubicBezTo>
                <a:cubicBezTo>
                  <a:pt x="229826" y="32703"/>
                  <a:pt x="236176" y="32703"/>
                  <a:pt x="239987" y="28892"/>
                </a:cubicBezTo>
                <a:lnTo>
                  <a:pt x="245066" y="23812"/>
                </a:lnTo>
                <a:cubicBezTo>
                  <a:pt x="248876" y="20003"/>
                  <a:pt x="248876" y="13653"/>
                  <a:pt x="245066" y="9842"/>
                </a:cubicBezTo>
                <a:close/>
                <a:moveTo>
                  <a:pt x="152357" y="254953"/>
                </a:moveTo>
                <a:cubicBezTo>
                  <a:pt x="152357" y="249872"/>
                  <a:pt x="147276" y="244792"/>
                  <a:pt x="142196" y="244792"/>
                </a:cubicBezTo>
                <a:cubicBezTo>
                  <a:pt x="137116" y="244792"/>
                  <a:pt x="132037" y="249872"/>
                  <a:pt x="132037" y="254953"/>
                </a:cubicBezTo>
                <a:lnTo>
                  <a:pt x="132037" y="265112"/>
                </a:lnTo>
                <a:cubicBezTo>
                  <a:pt x="132037" y="270192"/>
                  <a:pt x="137116" y="275273"/>
                  <a:pt x="142196" y="275273"/>
                </a:cubicBezTo>
                <a:cubicBezTo>
                  <a:pt x="147276" y="275273"/>
                  <a:pt x="152357" y="270192"/>
                  <a:pt x="152357" y="265112"/>
                </a:cubicBezTo>
                <a:lnTo>
                  <a:pt x="152357" y="254953"/>
                </a:lnTo>
                <a:close/>
              </a:path>
            </a:pathLst>
          </a:custGeom>
          <a:solidFill>
            <a:srgbClr val="01E0FF"/>
          </a:solidFill>
          <a:ln w="12700" cap="flat">
            <a:noFill/>
            <a:prstDash val="solid"/>
            <a:miter/>
          </a:ln>
        </p:spPr>
        <p:txBody>
          <a:bodyPr rtlCol="0" anchor="ctr"/>
          <a:lstStyle/>
          <a:p>
            <a:endParaRPr lang="ru-RU"/>
          </a:p>
        </p:txBody>
      </p:sp>
      <p:sp>
        <p:nvSpPr>
          <p:cNvPr id="15" name="TextBox 14">
            <a:hlinkClick r:id="rId6"/>
            <a:extLst>
              <a:ext uri="{FF2B5EF4-FFF2-40B4-BE49-F238E27FC236}">
                <a16:creationId xmlns:a16="http://schemas.microsoft.com/office/drawing/2014/main" id="{E2CBE188-DA45-2F21-20DF-1E292EF4671A}"/>
              </a:ext>
            </a:extLst>
          </p:cNvPr>
          <p:cNvSpPr txBox="1"/>
          <p:nvPr/>
        </p:nvSpPr>
        <p:spPr bwMode="auto">
          <a:xfrm>
            <a:off x="679821" y="5685088"/>
            <a:ext cx="853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 sz="1600">
                <a:solidFill>
                  <a:srgbClr val="56FF71"/>
                </a:solidFill>
                <a:latin typeface="SB Sans Text" panose="020B0503040504020204" pitchFamily="34" charset="0"/>
                <a:cs typeface="SB Sans Text" panose="020B0503040504020204" pitchFamily="34" charset="0"/>
              </a:defRPr>
            </a:lvl1pPr>
          </a:lstStyle>
          <a:p>
            <a:r>
              <a:rPr lang="ru-RU" sz="1800" dirty="0">
                <a:solidFill>
                  <a:srgbClr val="01E0FF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Диск</a:t>
            </a:r>
            <a:endParaRPr sz="1800" dirty="0">
              <a:solidFill>
                <a:srgbClr val="01E0FF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sp>
        <p:nvSpPr>
          <p:cNvPr id="16" name="TextBox 15">
            <a:hlinkClick r:id="rId7"/>
            <a:extLst>
              <a:ext uri="{FF2B5EF4-FFF2-40B4-BE49-F238E27FC236}">
                <a16:creationId xmlns:a16="http://schemas.microsoft.com/office/drawing/2014/main" id="{FF2D31FC-7B1F-7D2D-BB9F-C21DCC8D0614}"/>
              </a:ext>
            </a:extLst>
          </p:cNvPr>
          <p:cNvSpPr txBox="1"/>
          <p:nvPr/>
        </p:nvSpPr>
        <p:spPr bwMode="auto">
          <a:xfrm>
            <a:off x="2296747" y="5685088"/>
            <a:ext cx="8531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ru-RU"/>
            </a:defPPr>
            <a:lvl1pPr>
              <a:defRPr>
                <a:solidFill>
                  <a:schemeClr val="bg1"/>
                </a:solidFill>
                <a:latin typeface="SB Sans Display" panose="020B0503040504020204" pitchFamily="34" charset="0"/>
                <a:cs typeface="SB Sans Display" panose="020B0503040504020204" pitchFamily="34" charset="0"/>
              </a:defRPr>
            </a:lvl1pPr>
          </a:lstStyle>
          <a:p>
            <a:r>
              <a:rPr lang="en-US" dirty="0" err="1">
                <a:solidFill>
                  <a:srgbClr val="01E0FF"/>
                </a:solidFill>
                <a:latin typeface="SB Sans Text Light" panose="020B0303040504020204" pitchFamily="34" charset="0"/>
                <a:cs typeface="SB Sans Text Light" panose="020B0303040504020204" pitchFamily="34" charset="0"/>
              </a:rPr>
              <a:t>Pixso</a:t>
            </a:r>
            <a:endParaRPr dirty="0">
              <a:solidFill>
                <a:srgbClr val="01E0FF"/>
              </a:solidFill>
              <a:latin typeface="SB Sans Text Light" panose="020B0303040504020204" pitchFamily="34" charset="0"/>
              <a:cs typeface="SB Sans Text Light" panose="020B0303040504020204" pitchFamily="34" charset="0"/>
            </a:endParaRPr>
          </a:p>
        </p:txBody>
      </p:sp>
      <p:pic>
        <p:nvPicPr>
          <p:cNvPr id="17" name="Рисунок 16">
            <a:extLst>
              <a:ext uri="{FF2B5EF4-FFF2-40B4-BE49-F238E27FC236}">
                <a16:creationId xmlns:a16="http://schemas.microsoft.com/office/drawing/2014/main" id="{A5C63103-6736-F554-5825-FB5E3F33C56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/>
        </p:blipFill>
        <p:spPr bwMode="auto">
          <a:xfrm rot="6694321">
            <a:off x="5701182" y="1774889"/>
            <a:ext cx="700497" cy="73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699186"/>
      </p:ext>
    </p:extLst>
  </p:cSld>
  <p:clrMapOvr>
    <a:masterClrMapping/>
  </p:clrMapOvr>
</p:sld>
</file>

<file path=ppt/theme/theme1.xml><?xml version="1.0" encoding="utf-8"?>
<a:theme xmlns:a="http://schemas.openxmlformats.org/drawingml/2006/main" name="фоны основные слайды">
  <a:themeElements>
    <a:clrScheme name="Пользовательские 2">
      <a:dk1>
        <a:srgbClr val="000000"/>
      </a:dk1>
      <a:lt1>
        <a:srgbClr val="FFFFFF"/>
      </a:lt1>
      <a:dk2>
        <a:srgbClr val="283438"/>
      </a:dk2>
      <a:lt2>
        <a:srgbClr val="FFFFFF"/>
      </a:lt2>
      <a:accent1>
        <a:srgbClr val="56FF71"/>
      </a:accent1>
      <a:accent2>
        <a:srgbClr val="5CFF8D"/>
      </a:accent2>
      <a:accent3>
        <a:srgbClr val="00E0FF"/>
      </a:accent3>
      <a:accent4>
        <a:srgbClr val="61ECFF"/>
      </a:accent4>
      <a:accent5>
        <a:srgbClr val="55FF70"/>
      </a:accent5>
      <a:accent6>
        <a:srgbClr val="5CFF8D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перебивки с лого">
  <a:themeElements>
    <a:clrScheme name="Sber Team">
      <a:dk1>
        <a:srgbClr val="000000"/>
      </a:dk1>
      <a:lt1>
        <a:srgbClr val="FFFFFF"/>
      </a:lt1>
      <a:dk2>
        <a:srgbClr val="283438"/>
      </a:dk2>
      <a:lt2>
        <a:srgbClr val="FFFFFF"/>
      </a:lt2>
      <a:accent1>
        <a:srgbClr val="56FF71"/>
      </a:accent1>
      <a:accent2>
        <a:srgbClr val="5CFF8D"/>
      </a:accent2>
      <a:accent3>
        <a:srgbClr val="00E0FF"/>
      </a:accent3>
      <a:accent4>
        <a:srgbClr val="61ECFF"/>
      </a:accent4>
      <a:accent5>
        <a:srgbClr val="E3FF33"/>
      </a:accent5>
      <a:accent6>
        <a:srgbClr val="E8FF5C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итулы">
  <a:themeElements>
    <a:clrScheme name="Sber Team">
      <a:dk1>
        <a:srgbClr val="000000"/>
      </a:dk1>
      <a:lt1>
        <a:srgbClr val="FFFFFF"/>
      </a:lt1>
      <a:dk2>
        <a:srgbClr val="283438"/>
      </a:dk2>
      <a:lt2>
        <a:srgbClr val="FFFFFF"/>
      </a:lt2>
      <a:accent1>
        <a:srgbClr val="56FF71"/>
      </a:accent1>
      <a:accent2>
        <a:srgbClr val="5CFF8D"/>
      </a:accent2>
      <a:accent3>
        <a:srgbClr val="00E0FF"/>
      </a:accent3>
      <a:accent4>
        <a:srgbClr val="61ECFF"/>
      </a:accent4>
      <a:accent5>
        <a:srgbClr val="E3FF33"/>
      </a:accent5>
      <a:accent6>
        <a:srgbClr val="E8FF5C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15616</TotalTime>
  <Words>2782</Words>
  <Application>Microsoft Macintosh PowerPoint</Application>
  <PresentationFormat>Широкоэкранный</PresentationFormat>
  <Paragraphs>607</Paragraphs>
  <Slides>57</Slides>
  <Notes>28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57</vt:i4>
      </vt:variant>
    </vt:vector>
  </HeadingPairs>
  <TitlesOfParts>
    <vt:vector size="70" baseType="lpstr">
      <vt:lpstr>Arial</vt:lpstr>
      <vt:lpstr>Calibri</vt:lpstr>
      <vt:lpstr>SB Sans Display</vt:lpstr>
      <vt:lpstr>SB Sans Display Light</vt:lpstr>
      <vt:lpstr>SB Sans Display Semibold</vt:lpstr>
      <vt:lpstr>SB Sans Text</vt:lpstr>
      <vt:lpstr>SB Sans Text Light</vt:lpstr>
      <vt:lpstr>SB Sans Text Medium</vt:lpstr>
      <vt:lpstr>SB Sans Text Semibold</vt:lpstr>
      <vt:lpstr>SBSansDisplay-Light</vt:lpstr>
      <vt:lpstr>фоны основные слайды</vt:lpstr>
      <vt:lpstr>перебивки с лого</vt:lpstr>
      <vt:lpstr>титулы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>Картинцева Анастасия Александровна</dc:creator>
  <cp:keywords/>
  <dc:description/>
  <cp:lastModifiedBy>Логвиненко Эдуард Константинович</cp:lastModifiedBy>
  <cp:revision>160</cp:revision>
  <dcterms:created xsi:type="dcterms:W3CDTF">2025-03-12T13:12:20Z</dcterms:created>
  <dcterms:modified xsi:type="dcterms:W3CDTF">2026-06-02T09:01:42Z</dcterms:modified>
  <cp:category/>
</cp:coreProperties>
</file>