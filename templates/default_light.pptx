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xmlns:ns1="http://schemas.microsoft.com/office/powerpoint/2010/main" xmlns:ns2="http://schemas.microsoft.com/office/powerpoint/2012/main" saveSubsetFonts="1" autoCompressPictures="0">
  <p:sldMasterIdLst>
    <p:sldMasterId id="2147483648" r:id="rId1"/>
    <p:sldMasterId id="2147483687" r:id="rId2"/>
    <p:sldMasterId id="2147483674" r:id="rId3"/>
  </p:sldMasterIdLst>
  <p:notesMasterIdLst>
    <p:notesMasterId r:id="rId61"/>
  </p:notesMasterIdLst>
  <p:sldIdLst>
    <p:sldId id="1468" r:id="rId4"/>
    <p:sldId id="283" r:id="rId5"/>
    <p:sldId id="302" r:id="rId6"/>
    <p:sldId id="294" r:id="rId7"/>
    <p:sldId id="280" r:id="rId8"/>
    <p:sldId id="1469" r:id="rId9"/>
    <p:sldId id="1470" r:id="rId10"/>
    <p:sldId id="1471" r:id="rId11"/>
    <p:sldId id="1472" r:id="rId12"/>
    <p:sldId id="1476" r:id="rId13"/>
    <p:sldId id="1473" r:id="rId14"/>
    <p:sldId id="1474" r:id="rId15"/>
    <p:sldId id="1475" r:id="rId16"/>
    <p:sldId id="1479" r:id="rId17"/>
    <p:sldId id="1477" r:id="rId18"/>
    <p:sldId id="1478" r:id="rId19"/>
    <p:sldId id="1480" r:id="rId20"/>
    <p:sldId id="287" r:id="rId21"/>
    <p:sldId id="288" r:id="rId22"/>
    <p:sldId id="289" r:id="rId23"/>
    <p:sldId id="1481" r:id="rId24"/>
    <p:sldId id="1482" r:id="rId25"/>
    <p:sldId id="256" r:id="rId26"/>
    <p:sldId id="1486" r:id="rId27"/>
    <p:sldId id="1483" r:id="rId28"/>
    <p:sldId id="1487" r:id="rId29"/>
    <p:sldId id="1484" r:id="rId30"/>
    <p:sldId id="1488" r:id="rId31"/>
    <p:sldId id="1485" r:id="rId32"/>
    <p:sldId id="1491" r:id="rId33"/>
    <p:sldId id="1489" r:id="rId34"/>
    <p:sldId id="1490" r:id="rId35"/>
    <p:sldId id="304" r:id="rId36"/>
    <p:sldId id="305" r:id="rId37"/>
    <p:sldId id="310" r:id="rId38"/>
    <p:sldId id="309" r:id="rId39"/>
    <p:sldId id="311" r:id="rId40"/>
    <p:sldId id="312" r:id="rId41"/>
    <p:sldId id="313" r:id="rId42"/>
    <p:sldId id="324" r:id="rId43"/>
    <p:sldId id="326" r:id="rId44"/>
    <p:sldId id="328" r:id="rId45"/>
    <p:sldId id="325" r:id="rId46"/>
    <p:sldId id="327" r:id="rId47"/>
    <p:sldId id="330" r:id="rId48"/>
    <p:sldId id="1492" r:id="rId49"/>
    <p:sldId id="1493" r:id="rId50"/>
    <p:sldId id="338" r:id="rId51"/>
    <p:sldId id="339" r:id="rId52"/>
    <p:sldId id="340" r:id="rId53"/>
    <p:sldId id="341" r:id="rId54"/>
    <p:sldId id="343" r:id="rId55"/>
    <p:sldId id="344" r:id="rId56"/>
    <p:sldId id="345" r:id="rId57"/>
    <p:sldId id="1494" r:id="rId58"/>
    <p:sldId id="346" r:id="rId59"/>
    <p:sldId id="348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1:sectionLst>
        <ns1:section name="Раздел по умолчанию" id="{0CD1FE1E-1A7C-EB4C-89AF-3CB8BA086AAE}">
          <ns1:sldIdLst>
            <ns1:sldId id="1468"/>
          </ns1:sldIdLst>
        </ns1:section>
        <ns1:section name="Элементы" id="{053F38AD-7862-FF49-827F-3B18F62CDCC7}">
          <ns1:sldIdLst>
            <ns1:sldId id="283"/>
            <ns1:sldId id="302"/>
            <ns1:sldId id="294"/>
            <ns1:sldId id="280"/>
            <ns1:sldId id="1469"/>
            <ns1:sldId id="1470"/>
            <ns1:sldId id="1471"/>
            <ns1:sldId id="1472"/>
            <ns1:sldId id="1476"/>
            <ns1:sldId id="1473"/>
            <ns1:sldId id="1474"/>
            <ns1:sldId id="1475"/>
            <ns1:sldId id="1479"/>
            <ns1:sldId id="1477"/>
            <ns1:sldId id="1478"/>
            <ns1:sldId id="1480"/>
          </ns1:sldIdLst>
        </ns1:section>
        <ns1:section name="Разделители" id="{A59863D7-B7A6-714E-9764-1A8EAA6F804B}">
          <ns1:sldIdLst>
            <ns1:sldId id="287"/>
            <ns1:sldId id="288"/>
            <ns1:sldId id="289"/>
            <ns1:sldId id="1481"/>
            <ns1:sldId id="1482"/>
          </ns1:sldIdLst>
        </ns1:section>
        <ns1:section name="Текст" id="{5E10E996-1B28-5840-BE90-D884DDFA1173}">
          <ns1:sldIdLst>
            <ns1:sldId id="256"/>
            <ns1:sldId id="1486"/>
            <ns1:sldId id="1483"/>
            <ns1:sldId id="1487"/>
            <ns1:sldId id="1484"/>
            <ns1:sldId id="1488"/>
            <ns1:sldId id="1485"/>
            <ns1:sldId id="1491"/>
            <ns1:sldId id="1489"/>
            <ns1:sldId id="1490"/>
          </ns1:sldIdLst>
        </ns1:section>
        <ns1:section name="Фото" id="{0926791A-71AC-7D4E-B606-6667477EDE84}">
          <ns1:sldIdLst>
            <ns1:sldId id="304"/>
            <ns1:sldId id="305"/>
            <ns1:sldId id="310"/>
            <ns1:sldId id="309"/>
            <ns1:sldId id="311"/>
            <ns1:sldId id="312"/>
            <ns1:sldId id="313"/>
            <ns1:sldId id="324"/>
          </ns1:sldIdLst>
        </ns1:section>
        <ns1:section name="карточки" id="{D0479096-1C74-8444-9D41-60C6C55F8121}">
          <ns1:sldIdLst>
            <ns1:sldId id="326"/>
            <ns1:sldId id="328"/>
            <ns1:sldId id="325"/>
            <ns1:sldId id="327"/>
          </ns1:sldIdLst>
        </ns1:section>
        <ns1:section name="Таблицы" id="{67E505DD-AFA3-2445-9CE9-50519FA94712}">
          <ns1:sldIdLst>
            <ns1:sldId id="330"/>
            <ns1:sldId id="1492"/>
            <ns1:sldId id="1493"/>
          </ns1:sldIdLst>
        </ns1:section>
        <ns1:section name="Графики" id="{52407F9E-3642-0A41-9315-19894C84713A}">
          <ns1:sldIdLst>
            <ns1:sldId id="338"/>
            <ns1:sldId id="339"/>
            <ns1:sldId id="340"/>
            <ns1:sldId id="341"/>
            <ns1:sldId id="343"/>
            <ns1:sldId id="344"/>
            <ns1:sldId id="345"/>
            <ns1:sldId id="1494"/>
          </ns1:sldIdLst>
        </ns1:section>
        <ns1:section name="QR-Контакты" id="{A8C7800C-5CF0-694C-BEAE-91B344B4E27C}">
          <ns1:sldIdLst>
            <ns1:sldId id="346"/>
            <ns1:sldId id="348"/>
          </ns1:sldIdLst>
        </ns1:section>
      </ns1:sectionLst>
    </p:ext>
    <p:ext uri="{EFAFB233-063F-42B5-8137-9DF3F51BA10A}">
      <ns2:sldGuideLst>
        <ns2:guide id="2" pos="2910" userDrawn="1">
          <ns2:clr>
            <a:srgbClr val="A4A3A4"/>
          </ns2:clr>
        </ns2:guide>
        <ns2:guide id="3" pos="5337" userDrawn="1">
          <ns2:clr>
            <a:srgbClr val="A4A3A4"/>
          </ns2:clr>
        </ns2:guide>
        <ns2:guide id="4" orient="horz" pos="2160">
          <ns2:clr>
            <a:srgbClr val="A4A3A4"/>
          </ns2:clr>
        </ns2:guide>
      </ns2:sldGuideLst>
    </p:ext>
  </p:extLst>
</p:presentation>
</file>

<file path=ppt/presProps.xml><?xml version="1.0" encoding="utf-8"?>
<p:presentationP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lrMru>
    <a:srgbClr val="01E0FF"/>
    <a:srgbClr val="2A3238"/>
    <a:srgbClr val="FF3256"/>
    <a:srgbClr val="52F46C"/>
    <a:srgbClr val="4EE967"/>
    <a:srgbClr val="00E0FF"/>
    <a:srgbClr val="62ECFF"/>
    <a:srgbClr val="5CFF8D"/>
    <a:srgbClr val="283438"/>
    <a:srgbClr val="E8FF5C"/>
  </p:clrMru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0900"/>
    <p:restoredTop sz="94720"/>
  </p:normalViewPr>
  <p:slideViewPr>
    <p:cSldViewPr snapToGrid="0">
      <p:cViewPr>
        <p:scale>
          <a:sx n="169" d="100"/>
          <a:sy n="169" d="100"/>
        </p:scale>
        <p:origin x="1848" y="1176"/>
      </p:cViewPr>
      <p:guideLst>
        <p:guide pos="2910"/>
        <p:guide pos="533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p="http://schemas.openxmlformats.org/presentationml/2006/main" xmlns:a="http://schemas.openxmlformats.org/drawingml/2006/main" xmlns:ns1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96D2E-1BCC-8A4D-9153-217AAD15D635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77B35-3A2B-7448-BBEF-904192213E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1:creationId val="35893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7720ACB-1304-A327-0036-226AADBF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FA88B7A-D652-3F7C-4D66-9DAF67868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FF5354BD-3B02-E76E-E301-598387D8C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0CFB1107-195F-7148-C3F7-588D2C79E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F0184-B5B4-ED4F-B2C3-615CFD72CA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ns2:creationId val="1258891552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ns1:creationId val="21838637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1C2B85D4-78A7-7AE9-6ACB-2EC91781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EEE9B51F-08F4-5443-571E-E1B9DEED0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40C18E12-DD3F-D0B1-ECC2-94A0D1684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0EB4A214-FAB4-DD87-AB92-08CF3F081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ns2:creationId val="1308930748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ns1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ns1:creationId val="1951650833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BE2CD79-72D0-B4BE-CC73-BC85183B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7837174-4872-651A-E0FF-DF914698E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1AE2C073-125B-4403-E82A-338F4C0D9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666BFA5-38CC-7E3C-74D6-C4B99E604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ns2:creationId val="266907669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906F4C8B-FC05-63C2-5F3A-D1D6B51D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5A118E3-745E-E23C-99C2-A54FF28C3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918E3BD0-46A4-D382-A533-3348DA56A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3F2D81FF-3AB6-BFEC-82B6-EACCA21DD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ns2:creationId val="2431073411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BF68FC5C-739E-26F1-0B6B-96D2D36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21962E0C-A548-158E-0315-0C721B2A8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7542135-0EA3-44A0-D119-2CF50A5CC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C315F3CC-11EB-2A03-FA09-ECFC9AD3F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ns2:creationId val="3142486921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DBD3E8F9-28A7-0D75-F06B-2E01A174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A6771374-77AE-84AA-9F8C-537E13139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49C9D97-5E5D-3184-A7F6-DB520738C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8B6FB2D7-BA71-9545-6E4F-855AF07F5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ns2:creationId val="144566457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38009B6-9E21-87B1-12B8-AFF59D76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28E002C-E06D-7370-50E7-B05F3E68F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353B232F-0175-0D30-BFBD-81E2997EE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40FAE525-4A62-95A7-0D57-AF47473E6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ns2:creationId val="697010593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A27E1A0-4057-E0A4-3AA6-35668106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193F69AA-5630-1E44-D19A-F8724B1B7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E4B06B78-E20B-5AB8-11C8-3EA3E24E3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C9B2DD8E-BBEB-DDC7-BFA2-9AA216E75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ns2:creationId val="1555586747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3D3A23E2-B9CA-0CA9-10DA-9CAD4874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6106F0F-DF15-32FA-E873-78CBBDC91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BA24FF64-562F-F544-E05D-2937AE683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ADDF3BBE-E8FE-E024-5DDE-DCC1ED155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ns2:creationId val="474893350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38009B6-9E21-87B1-12B8-AFF59D76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28E002C-E06D-7370-50E7-B05F3E68F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353B232F-0175-0D30-BFBD-81E2997EE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40FAE525-4A62-95A7-0D57-AF47473E6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ns2:creationId val="676264869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540EB0A1-2D43-EC0C-AB9A-174A6248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AA1F2DF-45DB-CCC3-24A5-2593FF02F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216F63EA-C5FF-7FBD-8EE9-AA4DDAF2B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103E798D-430F-7A54-BC00-FD75B0F02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ns2:creationId val="1251132581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40E5F4F-532A-323B-3ECB-1AE5EA19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F7F4EC0-AF33-348E-735E-AD9BB989A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59EE7853-E164-DCA5-6151-68510B6C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0FC859DA-D4E6-AB7F-8D96-CFC38053A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ns2:creationId val="4099627898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E1D0A47-05CF-0179-1E69-DD7A8C7C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0BDCE8F0-B5CA-C6A3-05BA-72BED01F7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2F3AD8B7-632E-E021-E334-FFEB3C4F5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EF8A09F7-042F-8A16-736F-9772AA2B1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ns2:creationId val="1105974302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EA8A588B-DD76-DB05-87CC-5ED12CAA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D4F1D57-4162-AC78-53AD-F3A387C32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8D70A31-915D-8D5B-E2AB-6FC1FCAFB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D33D07D8-D079-9337-52C2-23D32F4A0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ns2:creationId val="1325561390"/>
      </p:ext>
    </p:extLst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F4D94C92-0243-E3C4-07BA-A169230A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47BFD66-FBA2-D1C0-8896-5192778A4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F1E424ED-99DD-616D-19E5-8ABD49AC1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AF064EBB-1AE0-4B03-D4D0-7B98AC127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ns2:creationId val="3216692679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3C36CA8-58B0-43E0-A2AE-8255D681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7C6265BF-045F-89C0-35CF-F7522C29D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B550D0BC-9D2A-5F9A-0F33-E909146EC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EB1C8891-C5C5-2066-C1BE-6302997DC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ns2:creationId val="2350005896"/>
      </p:ext>
    </p:extLst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5E8A166D-7C31-7657-9CEE-17AE7E4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7DCFAC07-E152-C946-B5E5-6B863CBE5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A12D4F31-9BF3-F01C-40A0-01AE01CC2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7325AED-5168-5B05-FD64-AE5F07796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ns2:creationId val="468855600"/>
      </p:ext>
    </p:extLst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19C23684-A14A-9854-2BB5-536D7822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D86F7E87-31ED-5901-ADF9-436F16FE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26402B0A-80CB-E88D-D103-428AD6CD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DEB84F48-3E91-5004-4A44-7219C497E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ns2:creationId val="1330170593"/>
      </p:ext>
    </p:extLst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E1A23499-1810-29D8-6E26-72B7D356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B8DEA4BE-D8B4-3A2B-D82B-1EFF697D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79C9CD68-1502-ED17-E3BF-B31EBA6F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EFF2F1C4-06A0-CD2E-6F70-5AB481B9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ns2:creationId val="2818469121"/>
      </p:ext>
    </p:extLst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DB026D69-3D8E-FA54-8494-3AD087C6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0C5011D8-20E5-87D2-96DC-66E34266C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47FD0DC0-6DFC-064D-EC81-8B633DA5C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74CEA2DA-8747-8F98-89F9-8B40E4F2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ns2:creationId val="2698764134"/>
      </p:ext>
    </p:extLst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0EDDF8FD-6EE0-C6C8-374E-E2C75277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AB0057DA-5340-C3E8-3141-0F4F647FB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F8696B77-E0D0-CA2A-92E5-CC820C085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40A1F2F0-6AB1-720B-4257-24C080379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ns2:creationId val="936084116"/>
      </p:ext>
    </p:extLst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892F311-6098-2C60-E52B-060ED734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4B1DBEAB-EE88-9E8E-1D0A-2F4A67D29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1D653291-A667-73DF-96B3-9BCB88998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F2FC711D-577F-6337-D64B-2EA6444CC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ns2:creationId val="2873252814"/>
      </p:ext>
    </p:extLst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ED019558-818A-F554-5277-DF2628C1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10F5BC4E-47BB-BC55-F3AA-BC1C6565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AAE93985-FCD3-94F4-77C2-A94E6AD75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80822CE-1BFC-AD25-5345-A7976257A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ns2:creationId val="3642407276"/>
      </p:ext>
    </p:extLst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7B4F378-A3F9-2D29-7870-A0A6816E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7046CAB-9B4D-97E4-A03B-A9B9D97C7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D27B5CE4-D1C8-1CAC-C59C-BC7E21E6B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91145908-50F9-EC3B-70EC-3E6079762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ns2:creationId val="1778181729"/>
      </p:ext>
    </p:extLst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2E627C8D-74D6-E369-DEC4-E8187608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F013FCB3-7A66-CF02-F2AE-0C2A80377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94D7BC3C-D60F-2B30-D06A-6F9A28FBE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BF01BA0D-6276-BC46-4360-2359D675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ns2:creationId val="1628698305"/>
      </p:ext>
    </p:extLst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8FFB87BD-407B-5A89-9A94-88AC7321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ns1:creationId id="{33AFEC1D-658F-B026-B9C3-E7A0887B0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ns1:creationId id="{8C874BC5-0F67-1EA5-7D27-3C40B677B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ns1:creationId id="{B3001809-7EF7-0DF9-456E-F36926B01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77B35-3A2B-7448-BBEF-904192213E73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ns2:creationId val="1209265797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742490304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6058334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79680364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9155988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2107798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484806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92223465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8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88976859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53056199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02995088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80263674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559460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930947216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73682345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7242884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71739578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4153938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8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41285998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9843651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0997824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160055883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2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41738430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preserve="1" userDrawn="1">
  <p:cSld name="фон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348126402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4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6">
            <a:extLst>
              <a:ext uri="{FF2B5EF4-FFF2-40B4-BE49-F238E27FC236}">
                <ns1:creationId id="{1FF4B0DF-9F23-F35D-38E9-306A0143A5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5" name="Текст 16">
            <a:extLst>
              <a:ext uri="{FF2B5EF4-FFF2-40B4-BE49-F238E27FC236}">
                <ns1:creationId id="{DBE86337-C876-A068-BC2E-20E35556E8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08799009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5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16">
            <a:extLst>
              <a:ext uri="{FF2B5EF4-FFF2-40B4-BE49-F238E27FC236}">
                <ns1:creationId id="{CE15D4B9-3E88-0932-D1C1-FF9C4CB545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8" name="Текст 16">
            <a:extLst>
              <a:ext uri="{FF2B5EF4-FFF2-40B4-BE49-F238E27FC236}">
                <ns1:creationId id="{190A23EB-E274-316A-8D0F-50BFDCB82D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121348198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6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7D6ADBF0-AF58-C725-BF37-A69BED504D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1182AD8E-2F8B-044B-B98B-5C87FD3704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2378635159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7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50A11FDB-6923-551F-1529-733B8E48EA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02F6FB2C-8BAC-DE5D-8D6B-98F23903F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275071866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8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7A538C99-328E-151E-813F-6A123891D8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8C5B5084-AE2C-7AF0-BC5B-BCD8C52FCA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09356107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29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B3451EC4-278C-0B02-F559-2034F6310F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EE835234-3B89-85CE-BE2F-58CF82348D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752287097"/>
      </p:ext>
    </p:extLst>
  </p:cSld>
  <p:clrMapOvr>
    <a:masterClrMapping/>
  </p:clrMapOvr>
  <p:extLst>
    <p:ext uri="{DCECCB84-F9BA-43D5-87BE-67443E8EF086}">
      <ns4:sldGuideLst>
        <ns4:guide id="4" orient="horz" pos="278" userDrawn="1">
          <ns4:clr>
            <a:srgbClr val="FBAE40"/>
          </ns4:clr>
        </ns4:guide>
      </ns4:sldGuideLst>
    </p:ext>
  </p:extLst>
</p:sldLayout>
</file>

<file path=ppt/slideLayouts/slideLayout30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A180A0C3-E49D-93CB-B0B7-85F95589A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8C4063DC-3E13-E97B-9CE0-BD5DD58F36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182207219"/>
      </p:ext>
    </p:extLst>
  </p:cSld>
  <p:clrMapOvr>
    <a:masterClrMapping/>
  </p:clrMapOvr>
  <p:extLst>
    <p:ext uri="{DCECCB84-F9BA-43D5-87BE-67443E8EF086}">
      <ns4:sldGuideLst>
        <ns4:guide id="4" orient="horz" pos="278" userDrawn="1">
          <ns4:clr>
            <a:srgbClr val="FBAE40"/>
          </ns4:clr>
        </ns4:guide>
      </ns4:sldGuideLst>
    </p:ext>
  </p:extLst>
</p:sldLayout>
</file>

<file path=ppt/slideLayouts/slideLayout31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разделитель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6F0FF89B-2B56-9CC7-4382-8D5B6BA1F0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652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" name="Текст 16">
            <a:extLst>
              <a:ext uri="{FF2B5EF4-FFF2-40B4-BE49-F238E27FC236}">
                <ns1:creationId id="{36C5157C-CA48-6EA0-DB1E-26D517A085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974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29865251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32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1_титул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6">
            <a:extLst>
              <a:ext uri="{FF2B5EF4-FFF2-40B4-BE49-F238E27FC236}">
                <ns1:creationId id="{CC8497D6-4A92-D76C-A754-0D56C35D3E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" name="Текст 16">
            <a:extLst>
              <a:ext uri="{FF2B5EF4-FFF2-40B4-BE49-F238E27FC236}">
                <ns1:creationId id="{D1A55B3F-689B-92FC-EA27-A41E12746B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92453334"/>
      </p:ext>
    </p:extLst>
  </p:cSld>
  <p:clrMapOvr>
    <a:masterClrMapping/>
  </p:clrMapOvr>
  <p:extLst>
    <p:ext uri="{DCECCB84-F9BA-43D5-87BE-67443E8EF086}">
      <ns4:sldGuideLst>
        <ns4:guide id="3" pos="7401" userDrawn="1">
          <ns4:clr>
            <a:srgbClr val="FBAE40"/>
          </ns4:clr>
        </ns4:guide>
      </ns4:sldGuideLst>
    </p:ext>
  </p:extLst>
</p:sldLayout>
</file>

<file path=ppt/slideLayouts/slideLayout33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B40E0BDE-C605-5334-C3B5-C5454047C7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27BB235F-7755-889F-F599-8ABDE38A1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142219904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4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D25CE8E6-B68F-DB26-973C-B3AE301E74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B2DA4BDE-F8AA-CE8B-AA36-A8666D1E3C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09707829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5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ns1:creationId id="{C835C292-8D5A-5C68-21B7-EAB3B2F0EE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981" y="4074598"/>
            <a:ext cx="5646022" cy="118005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" name="Текст 16">
            <a:extLst>
              <a:ext uri="{FF2B5EF4-FFF2-40B4-BE49-F238E27FC236}">
                <ns1:creationId id="{91358820-7E53-62CD-1FB1-4DF1B2CC5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303" y="5374314"/>
            <a:ext cx="4709852" cy="59002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4108964085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36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preserve="1" userDrawn="1">
  <p:cSld name="титул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6">
            <a:extLst>
              <a:ext uri="{FF2B5EF4-FFF2-40B4-BE49-F238E27FC236}">
                <ns1:creationId id="{8B0B7922-CF68-3F1A-06FE-09365ECEFD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4708" y="2668938"/>
            <a:ext cx="7742583" cy="14538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4800" b="1" i="0">
                <a:solidFill>
                  <a:srgbClr val="2A3238"/>
                </a:solidFill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6" name="Текст 16">
            <a:extLst>
              <a:ext uri="{FF2B5EF4-FFF2-40B4-BE49-F238E27FC236}">
                <ns1:creationId id="{53ED39C1-FCBC-6BF9-9886-3F058D4C13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24708" y="4125944"/>
            <a:ext cx="7742582" cy="5900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1800" b="0" i="0">
                <a:solidFill>
                  <a:srgbClr val="2A3238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  <a:lvl2pPr marL="4572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2pPr>
            <a:lvl3pPr marL="9144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3pPr>
            <a:lvl4pPr marL="13716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4pPr>
            <a:lvl5pPr marL="1828800" indent="0" algn="ctr">
              <a:buNone/>
              <a:defRPr b="1" i="0">
                <a:latin typeface="SB Sans Display Semibold" panose="020B0503040504020204" pitchFamily="34" charset="0"/>
                <a:cs typeface="SB Sans Display Semibold" panose="020B0503040504020204" pitchFamily="34" charset="0"/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136532718"/>
      </p:ext>
    </p:extLst>
  </p:cSld>
  <p:clrMapOvr>
    <a:masterClrMapping/>
  </p:clrMapOvr>
  <p:extLst>
    <p:ext uri="{DCECCB84-F9BA-43D5-87BE-67443E8EF086}">
      <ns4:sldGuideLst/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theme" Target="../theme/theme3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159079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0" r:id="rId3"/>
    <p:sldLayoutId id="2147483657" r:id="rId4"/>
    <p:sldLayoutId id="2147483651" r:id="rId5"/>
    <p:sldLayoutId id="2147483655" r:id="rId6"/>
    <p:sldLayoutId id="2147483658" r:id="rId7"/>
    <p:sldLayoutId id="2147483652" r:id="rId8"/>
    <p:sldLayoutId id="2147483653" r:id="rId9"/>
    <p:sldLayoutId id="2147483656" r:id="rId10"/>
    <p:sldLayoutId id="2147483659" r:id="rId11"/>
    <p:sldLayoutId id="2147483661" r:id="rId12"/>
    <p:sldLayoutId id="2147483662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2" orient="horz" pos="4042" userDrawn="1">
          <ns2:clr>
            <a:srgbClr val="F26B43"/>
          </ns2:clr>
        </ns2:guide>
        <ns2:guide id="4" pos="7401" userDrawn="1">
          <ns2:clr>
            <a:srgbClr val="F26B43"/>
          </ns2:clr>
        </ns2:guide>
        <ns2:guide id="6" orient="horz" pos="1230" userDrawn="1">
          <ns2:clr>
            <a:srgbClr val="F26B43"/>
          </ns2:clr>
        </ns2:guide>
        <ns2:guide id="9" orient="horz" pos="1502" userDrawn="1">
          <ns2:clr>
            <a:srgbClr val="F26B43"/>
          </ns2:clr>
        </ns2:guide>
        <ns2:guide id="10" orient="horz" pos="1774" userDrawn="1">
          <ns2:clr>
            <a:srgbClr val="F26B43"/>
          </ns2:clr>
        </ns2:guide>
        <ns2:guide id="11" orient="horz" pos="2047" userDrawn="1">
          <ns2:clr>
            <a:srgbClr val="F26B43"/>
          </ns2:clr>
        </ns2:guide>
        <ns2:guide id="12" orient="horz" pos="3680" userDrawn="1">
          <ns2:clr>
            <a:srgbClr val="F26B43"/>
          </ns2:clr>
        </ns2:guide>
        <ns2:guide id="13" orient="horz" pos="3407" userDrawn="1">
          <ns2:clr>
            <a:srgbClr val="F26B43"/>
          </ns2:clr>
        </ns2:guide>
        <ns2:guide id="14" orient="horz" pos="3135" userDrawn="1">
          <ns2:clr>
            <a:srgbClr val="F26B43"/>
          </ns2:clr>
        </ns2:guide>
        <ns2:guide id="15" orient="horz" pos="2863" userDrawn="1">
          <ns2:clr>
            <a:srgbClr val="F26B43"/>
          </ns2:clr>
        </ns2:guide>
        <ns2:guide id="16" orient="horz" pos="2591" userDrawn="1">
          <ns2:clr>
            <a:srgbClr val="F26B43"/>
          </ns2:clr>
        </ns2:guide>
        <ns2:guide id="17" orient="horz" pos="2319" userDrawn="1">
          <ns2:clr>
            <a:srgbClr val="F26B43"/>
          </ns2:clr>
        </ns2:guide>
        <ns2:guide id="18" orient="horz" pos="300" userDrawn="1">
          <ns2:clr>
            <a:srgbClr val="F26B43"/>
          </ns2:clr>
        </ns2:guide>
        <ns2:guide id="19" pos="347" userDrawn="1">
          <ns2:clr>
            <a:srgbClr val="F26B43"/>
          </ns2:clr>
        </ns2:guide>
        <ns2:guide id="20" orient="horz" pos="777" userDrawn="1">
          <ns2:clr>
            <a:srgbClr val="F26B43"/>
          </ns2:clr>
        </ns2:guide>
        <ns2:guide id="21" orient="horz" pos="1049" userDrawn="1">
          <ns2:clr>
            <a:srgbClr val="F26B43"/>
          </ns2:clr>
        </ns2:guide>
      </ns2:sldGuideLst>
    </p:ext>
  </p:extLst>
</p:sldMaster>
</file>

<file path=ppt/slideMasters/slideMaster2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392312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3" r:id="rId4"/>
    <p:sldLayoutId id="2147483694" r:id="rId5"/>
    <p:sldLayoutId id="2147483696" r:id="rId6"/>
    <p:sldLayoutId id="2147483697" r:id="rId7"/>
    <p:sldLayoutId id="214748369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2" orient="horz" pos="4042" userDrawn="1">
          <ns2:clr>
            <a:srgbClr val="F26B43"/>
          </ns2:clr>
        </ns2:guide>
        <ns2:guide id="4" pos="7401" userDrawn="1">
          <ns2:clr>
            <a:srgbClr val="F26B43"/>
          </ns2:clr>
        </ns2:guide>
        <ns2:guide id="5" orient="horz" pos="1094" userDrawn="1">
          <ns2:clr>
            <a:srgbClr val="F26B43"/>
          </ns2:clr>
        </ns2:guide>
        <ns2:guide id="6" orient="horz" pos="1366" userDrawn="1">
          <ns2:clr>
            <a:srgbClr val="F26B43"/>
          </ns2:clr>
        </ns2:guide>
        <ns2:guide id="9" orient="horz" pos="1638" userDrawn="1">
          <ns2:clr>
            <a:srgbClr val="F26B43"/>
          </ns2:clr>
        </ns2:guide>
        <ns2:guide id="10" orient="horz" pos="1911" userDrawn="1">
          <ns2:clr>
            <a:srgbClr val="F26B43"/>
          </ns2:clr>
        </ns2:guide>
        <ns2:guide id="11" orient="horz" pos="618" userDrawn="1">
          <ns2:clr>
            <a:srgbClr val="F26B43"/>
          </ns2:clr>
        </ns2:guide>
        <ns2:guide id="12" pos="597" userDrawn="1">
          <ns2:clr>
            <a:srgbClr val="F26B43"/>
          </ns2:clr>
        </ns2:guide>
        <ns2:guide id="13" orient="horz" pos="2840" userDrawn="1">
          <ns2:clr>
            <a:srgbClr val="F26B43"/>
          </ns2:clr>
        </ns2:guide>
      </ns2:sldGuideLst>
    </p:ext>
  </p:extLst>
</p:sldMaster>
</file>

<file path=ppt/slideMasters/slideMaster3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 xmlns:ns2="http://schemas.microsoft.com/office/powerpoint/2012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322788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77" r:id="rId3"/>
    <p:sldLayoutId id="2147483678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2:sldGuideLst>
        <ns2:guide id="3" orient="horz" pos="4042" userDrawn="1">
          <ns2:clr>
            <a:srgbClr val="F26B43"/>
          </ns2:clr>
        </ns2:guide>
        <ns2:guide id="5" pos="7401" userDrawn="1">
          <ns2:clr>
            <a:srgbClr val="F26B43"/>
          </ns2:clr>
        </ns2:guide>
        <ns2:guide id="7" orient="horz" pos="3430" userDrawn="1">
          <ns2:clr>
            <a:srgbClr val="F26B43"/>
          </ns2:clr>
        </ns2:guide>
        <ns2:guide id="8" orient="horz" pos="3022" userDrawn="1">
          <ns2:clr>
            <a:srgbClr val="F26B43"/>
          </ns2:clr>
        </ns2:guide>
        <ns2:guide id="9" orient="horz" pos="300" userDrawn="1">
          <ns2:clr>
            <a:srgbClr val="F26B43"/>
          </ns2:clr>
        </ns2:guide>
        <ns2:guide id="10" pos="347" userDrawn="1">
          <ns2:clr>
            <a:srgbClr val="F26B43"/>
          </ns2:clr>
        </ns2:guide>
        <ns2:guide id="11" orient="horz" pos="2840" userDrawn="1">
          <ns2:clr>
            <a:srgbClr val="F26B43"/>
          </ns2:clr>
        </ns2:guide>
        <ns2:guide id="12" orient="horz" pos="3521" userDrawn="1">
          <ns2:clr>
            <a:srgbClr val="F26B43"/>
          </ns2:clr>
        </ns2:guide>
      </ns2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6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9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3" Type="http://schemas.openxmlformats.org/officeDocument/2006/relationships/image" Target="../media/image4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4.jp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jp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5" Type="http://schemas.openxmlformats.org/officeDocument/2006/relationships/image" Target="../media/image2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5" Type="http://schemas.openxmlformats.org/officeDocument/2006/relationships/image" Target="../media/image2.jp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jp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8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4" Type="http://schemas.openxmlformats.org/officeDocument/2006/relationships/image" Target="../media/image2.jp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4" Type="http://schemas.openxmlformats.org/officeDocument/2006/relationships/image" Target="../media/image3.jp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4" Type="http://schemas.openxmlformats.org/officeDocument/2006/relationships/image" Target="../media/image3.jp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7" Type="http://schemas.openxmlformats.org/officeDocument/2006/relationships/image" Target="../media/image2.jp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6" Type="http://schemas.openxmlformats.org/officeDocument/2006/relationships/image" Target="../media/image2.jp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9" Type="http://schemas.openxmlformats.org/officeDocument/2006/relationships/image" Target="../media/image2.jp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13" Type="http://schemas.openxmlformats.org/officeDocument/2006/relationships/image" Target="../media/image2.jp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6" Type="http://schemas.openxmlformats.org/officeDocument/2006/relationships/image" Target="../media/image2.jp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6" Type="http://schemas.openxmlformats.org/officeDocument/2006/relationships/image" Target="../media/image2.jp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7" Type="http://schemas.openxmlformats.org/officeDocument/2006/relationships/image" Target="../media/image2.jp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7" Type="http://schemas.openxmlformats.org/officeDocument/2006/relationships/image" Target="../media/image2.jp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4" Type="http://schemas.openxmlformats.org/officeDocument/2006/relationships/image" Target="../media/image7.jp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4" Type="http://schemas.openxmlformats.org/officeDocument/2006/relationships/image" Target="../media/image7.jp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4" Type="http://schemas.openxmlformats.org/officeDocument/2006/relationships/image" Target="../media/image7.jp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4" Type="http://schemas.openxmlformats.org/officeDocument/2006/relationships/image" Target="../media/image6.jp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4" Type="http://schemas.openxmlformats.org/officeDocument/2006/relationships/image" Target="../media/image6.jp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4" Type="http://schemas.openxmlformats.org/officeDocument/2006/relationships/image" Target="../media/image6.jp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9" Type="http://schemas.openxmlformats.org/officeDocument/2006/relationships/image" Target="../media/image5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 showMasterPhAnim="0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CAB71E0-78FC-4B0A-59D8-20E643F72FC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284203286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DB8B6AB0-26B1-F797-52E0-DEE3AE2D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320381264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3FAA3902-4830-F84D-2159-9CEEB7DC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905325979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C2B93B72-7719-F8EC-6646-06A55FD7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129393689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670360B8-4ED9-A6A4-7236-EAA19A96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2045118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249B56EA-61F0-F960-C7C7-F6A0DAF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035698894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F3803BFA-7422-F40A-AF06-925A6579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145525029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66EC4558-12F8-0E39-7212-539EF967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32417125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118384EF-1B76-5772-CD86-086B62D5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0189071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CB5307AF-97DF-020D-EC6B-48E38D55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98901606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3E72E97D-41AD-622C-3EA7-F8362DDA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026208803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6E65F58C-71E5-4731-62B5-93801B5A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04273031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0B6383CB-67D4-A33D-1589-3B3FA8A4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56416691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B35CEFA2-8035-1B87-C001-77620A57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763025093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966C449E-EBE4-E415-73D5-D314145D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520872929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6B8C8A73-8C4D-6814-6A7D-DC3A310D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844045834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691631F0-27BF-A907-D5D6-09A7A126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39893357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1E92EB4-C0F9-FD9E-5ABC-954879AD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13273073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344DF621-E8BE-1D0C-C8E3-0B517DFC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801360404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C602BAF8-8090-D674-40E8-5CE593F5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251704193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FD1BD990-619E-9540-E4E7-51554F24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536147825"/>
      </p:ext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ns2="http://schemas.microsoft.com/office/powerpoint/2010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548795895"/>
      </p:ext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8F7B7098-81AA-9C4F-3CC2-02EB7EB1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491681330"/>
      </p:ext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267ED7D-50D0-177A-022C-0BFFE3BD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936903571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412FCDB9-0130-732A-31A4-3783F71F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69350375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97A138B-005B-C158-AA7C-AD62E664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743242753"/>
      </p:ext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B9E0E16-9421-E9E5-6F08-CFC9CBBE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231863556"/>
      </p:ext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0684440-B98B-FCCC-3FB5-F36C849F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782266523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9A51B5D9-E864-822F-46AF-5B746D4A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07106022"/>
      </p:ext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5600409-751F-CC6B-BBC1-CF2537C6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710431504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87779394-6976-2FA6-90E6-53EC8C06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4155577116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08A10FC-3FAF-92E5-A5BA-07A3BA57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265339565"/>
      </p:ext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D19C7C2C-0345-C95B-78A2-869C5903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504477435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03A127E-2FD2-9CEC-0D94-6108BCA0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33007717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1AAE3FB-01F8-048B-D05D-1BF9D450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287233569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252F7DFD-B2EC-0F41-5F0C-7F9914D2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260112110"/>
      </p:ext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37AFDA1B-12BF-E717-A21D-2FAA4E0E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273569406"/>
      </p:ext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E5E6CD3-C160-307C-A4F8-3443F105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01572857"/>
      </p:ext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40778D96-CB65-7003-C083-6EB0E2D5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174161231"/>
      </p:ext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37AFDA1B-12BF-E717-A21D-2FAA4E0E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63598860"/>
      </p:ext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13DB358-D453-B15E-631E-5079060C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447430313"/>
      </p:ext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58343DB7-9585-03B5-464D-BD6709BC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3333069856"/>
      </p:ext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3="http://schemas.microsoft.com/office/powerpoint/2010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AFDA5900-78A7-AEB3-40D1-44B29A2B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369081389"/>
      </p:ext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4A6F61BD-C16F-612B-9A55-5B9234FE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007936283"/>
      </p:ext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7D7D3C4-A505-15D4-6647-4D709D36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883820449"/>
      </p:ext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45961F2-DF70-2B89-97D5-2A1922DC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199601862"/>
      </p:ext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E4A645AA-DA8A-B865-D3BE-7C51F4D6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4171868229"/>
      </p:ext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8E035D7B-CCF3-DC20-CE81-E191606D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453528575"/>
      </p:ext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09B88CD8-074F-8308-3BEB-292EBB22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530579048"/>
      </p:ext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94FEBF3E-9A20-92F8-42CD-845ED94E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3920162590"/>
      </p:ext>
    </p:extLst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F5F3ABFE-9098-B66F-B722-675D85B8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204484753"/>
      </p:ext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11EE3E0B-3F88-F070-E58F-DA59C54F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711810397"/>
      </p:ext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ns1="http://schemas.microsoft.com/office/drawing/2014/main" xmlns:ns2="http://schemas.microsoft.com/office/powerpoint/2010/main">
  <p:cSld>
    <p:spTree>
      <p:nvGrpSpPr>
        <p:cNvPr id="1" name="">
          <a:extLst>
            <a:ext uri="{FF2B5EF4-FFF2-40B4-BE49-F238E27FC236}">
              <ns1:creationId id="{A4D70AAB-7524-C7E6-D168-75A7D031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357685064"/>
      </p:ext>
    </p:extLst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ns1="http://schemas.microsoft.com/office/drawing/2014/main" xmlns:ns3="http://schemas.microsoft.com/office/powerpoint/2010/main">
  <p:cSld>
    <p:spTree>
      <p:nvGrpSpPr>
        <p:cNvPr id="1" name="">
          <a:extLst>
            <a:ext uri="{FF2B5EF4-FFF2-40B4-BE49-F238E27FC236}">
              <ns1:creationId id="{D1C1F84C-F433-D223-0604-7A4B22C01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70945320"/>
      </p:ext>
    </p:extLst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ns1="http://schemas.microsoft.com/office/drawing/2014/main" xmlns:ns4="http://schemas.microsoft.com/office/powerpoint/2010/main">
  <p:cSld>
    <p:spTree>
      <p:nvGrpSpPr>
        <p:cNvPr id="1" name="">
          <a:extLst>
            <a:ext uri="{FF2B5EF4-FFF2-40B4-BE49-F238E27FC236}">
              <ns1:creationId id="{556E9246-A93E-D4AF-2516-A314961B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4:creationId val="764232046"/>
      </p:ext>
    </p:extLst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xmlns:ns1="http://schemas.microsoft.com/office/drawing/2014/main" xmlns:ns2="http://schemas.microsoft.com/office/powerpoint/2010/main">
  <p:cSld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1:creationId id="{F1F186BB-6735-84AA-7719-7250ED94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869699186"/>
      </p:ext>
    </p:extLst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фоны основные слайды">
  <a:themeElements>
    <a:clrScheme name="Пользовательские 2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55FF70"/>
      </a:accent5>
      <a:accent6>
        <a:srgbClr val="5CFF8D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xmlns:ns1="http://schemas.microsoft.com/office/thememl/2012/main" name="перебивки с лого">
  <a:themeElements>
    <a:clrScheme name="Sber Team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E3FF33"/>
      </a:accent5>
      <a:accent6>
        <a:srgbClr val="E8FF5C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xmlns:ns1="http://schemas.microsoft.com/office/thememl/2012/main" name="титулы">
  <a:themeElements>
    <a:clrScheme name="Sber Team">
      <a:dk1>
        <a:srgbClr val="000000"/>
      </a:dk1>
      <a:lt1>
        <a:srgbClr val="FFFFFF"/>
      </a:lt1>
      <a:dk2>
        <a:srgbClr val="283438"/>
      </a:dk2>
      <a:lt2>
        <a:srgbClr val="FFFFFF"/>
      </a:lt2>
      <a:accent1>
        <a:srgbClr val="56FF71"/>
      </a:accent1>
      <a:accent2>
        <a:srgbClr val="5CFF8D"/>
      </a:accent2>
      <a:accent3>
        <a:srgbClr val="00E0FF"/>
      </a:accent3>
      <a:accent4>
        <a:srgbClr val="61ECFF"/>
      </a:accent4>
      <a:accent5>
        <a:srgbClr val="E3FF33"/>
      </a:accent5>
      <a:accent6>
        <a:srgbClr val="E8FF5C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15616</ep:TotalTime>
  <ep:Words>2782</ep:Words>
  <ep:Application>Microsoft Macintosh PowerPoint</ep:Application>
  <ep:PresentationFormat>Широкоэкранный</ep:PresentationFormat>
  <ep:Paragraphs>607</ep:Paragraphs>
  <ep:Slides>57</ep:Slides>
  <ep:Notes>28</ep:Notes>
  <ep:HiddenSlides>0</ep:HiddenSlides>
  <ep:MMClips>0</ep:MMClips>
  <ep:ScaleCrop>false</ep:ScaleCrop>
  <ep: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57</vt:i4>
      </vt:variant>
    </vt:vector>
  </ep:HeadingPairs>
  <ep:TitlesOfParts>
    <vt:vector size="70" baseType="lpstr">
      <vt:lpstr>Arial</vt:lpstr>
      <vt:lpstr>Calibri</vt:lpstr>
      <vt:lpstr>SB Sans Display</vt:lpstr>
      <vt:lpstr>SB Sans Display Light</vt:lpstr>
      <vt:lpstr>SB Sans Display Semibold</vt:lpstr>
      <vt:lpstr>SB Sans Text</vt:lpstr>
      <vt:lpstr>SB Sans Text Light</vt:lpstr>
      <vt:lpstr>SB Sans Text Medium</vt:lpstr>
      <vt:lpstr>SB Sans Text Semibold</vt:lpstr>
      <vt:lpstr>SBSansDisplay-Light</vt:lpstr>
      <vt:lpstr>фоны основные слайды</vt:lpstr>
      <vt:lpstr>перебивки с лого</vt:lpstr>
      <vt:lpstr>титулы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Презентация PowerPoint</dc:title>
  <dc:subject/>
  <dc:creator>Картинцева Анастасия Александровна</dc:creator>
  <cp:keywords/>
  <dc:description/>
  <cp:lastModifiedBy>Логвиненко Эдуард Константинович</cp:lastModifiedBy>
  <cp:revision>160</cp:revision>
  <dcterms:created xsi:type="dcterms:W3CDTF">2025-03-12T13:12:20Z</dcterms:created>
  <dcterms:modified xsi:type="dcterms:W3CDTF">2026-06-02T09:01:42Z</dcterms:modified>
  <cp:category/>
</cp:coreProperties>
</file>